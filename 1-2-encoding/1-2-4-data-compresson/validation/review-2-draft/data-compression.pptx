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28ae991fa8492e" /><Relationship Type="http://schemas.openxmlformats.org/officeDocument/2006/relationships/extended-properties" Target="/docProps/app.xml" Id="R77df58a5e86b4f71" /><Relationship Type="http://schemas.openxmlformats.org/officeDocument/2006/relationships/officeDocument" Target="/ppt/presentation.xml" Id="Rce5062371e9741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655d968ba84b34"/>
  </p:sldMasterIdLst>
  <p:notesMasterIdLst>
    <p:notesMasterId xmlns:r="http://schemas.openxmlformats.org/officeDocument/2006/relationships" r:id="Rc5b467e308a240d8"/>
  </p:notesMasterIdLst>
  <p:sldIdLst>
    <p:sldId xmlns:r="http://schemas.openxmlformats.org/officeDocument/2006/relationships" id="256" r:id="R75f0e2cb005945fc"/>
    <p:sldId xmlns:r="http://schemas.openxmlformats.org/officeDocument/2006/relationships" id="257" r:id="Rd59a18b2d0fa4a80"/>
    <p:sldId xmlns:r="http://schemas.openxmlformats.org/officeDocument/2006/relationships" id="258" r:id="R68c94067a00048aa"/>
    <p:sldId xmlns:r="http://schemas.openxmlformats.org/officeDocument/2006/relationships" id="259" r:id="Rfd7c63213f0547b9"/>
    <p:sldId xmlns:r="http://schemas.openxmlformats.org/officeDocument/2006/relationships" id="260" r:id="R021b9cbaded942de"/>
    <p:sldId xmlns:r="http://schemas.openxmlformats.org/officeDocument/2006/relationships" id="261" r:id="R59768f11a64e4925"/>
    <p:sldId xmlns:r="http://schemas.openxmlformats.org/officeDocument/2006/relationships" id="262" r:id="R4ff41d213eb8458b"/>
    <p:sldId xmlns:r="http://schemas.openxmlformats.org/officeDocument/2006/relationships" id="263" r:id="R671112a69813432a"/>
    <p:sldId xmlns:r="http://schemas.openxmlformats.org/officeDocument/2006/relationships" id="264" r:id="R7c86824be9a94983"/>
    <p:sldId xmlns:r="http://schemas.openxmlformats.org/officeDocument/2006/relationships" id="265" r:id="Rf713596609704255"/>
    <p:sldId xmlns:r="http://schemas.openxmlformats.org/officeDocument/2006/relationships" id="266" r:id="R8dc69d6bf3664915"/>
    <p:sldId xmlns:r="http://schemas.openxmlformats.org/officeDocument/2006/relationships" id="267" r:id="R8a77766f570c4b2f"/>
    <p:sldId xmlns:r="http://schemas.openxmlformats.org/officeDocument/2006/relationships" id="268" r:id="R336e02f747014e4a"/>
    <p:sldId xmlns:r="http://schemas.openxmlformats.org/officeDocument/2006/relationships" id="269" r:id="Rd454bcd227e94a63"/>
    <p:sldId xmlns:r="http://schemas.openxmlformats.org/officeDocument/2006/relationships" id="270" r:id="R6d63656077804e89"/>
    <p:sldId xmlns:r="http://schemas.openxmlformats.org/officeDocument/2006/relationships" id="271" r:id="R1bf096b32cdc41d9"/>
    <p:sldId xmlns:r="http://schemas.openxmlformats.org/officeDocument/2006/relationships" id="272" r:id="R9f4eef2e5a1a423a"/>
    <p:sldId xmlns:r="http://schemas.openxmlformats.org/officeDocument/2006/relationships" id="273" r:id="R67347c8c87cf4475"/>
    <p:sldId xmlns:r="http://schemas.openxmlformats.org/officeDocument/2006/relationships" id="274" r:id="Rdfd247b7966a4856"/>
    <p:sldId xmlns:r="http://schemas.openxmlformats.org/officeDocument/2006/relationships" id="275" r:id="Rb958509a31af48a3"/>
    <p:sldId xmlns:r="http://schemas.openxmlformats.org/officeDocument/2006/relationships" id="276" r:id="Rae97b002f84844ce"/>
    <p:sldId xmlns:r="http://schemas.openxmlformats.org/officeDocument/2006/relationships" id="277" r:id="Re25d1dd5c0a24482"/>
    <p:sldId xmlns:r="http://schemas.openxmlformats.org/officeDocument/2006/relationships" id="278" r:id="R2642e528cd0f48e3"/>
    <p:sldId xmlns:r="http://schemas.openxmlformats.org/officeDocument/2006/relationships" id="279" r:id="R55b9809d46b9473a"/>
    <p:sldId xmlns:r="http://schemas.openxmlformats.org/officeDocument/2006/relationships" id="280" r:id="Ra585dff5fc944b0d"/>
    <p:sldId xmlns:r="http://schemas.openxmlformats.org/officeDocument/2006/relationships" id="281" r:id="R5431b3e479744051"/>
    <p:sldId xmlns:r="http://schemas.openxmlformats.org/officeDocument/2006/relationships" id="282" r:id="R7fceeb00450f4ef9"/>
    <p:sldId xmlns:r="http://schemas.openxmlformats.org/officeDocument/2006/relationships" id="283" r:id="Ra13c91a620fd410d"/>
    <p:sldId xmlns:r="http://schemas.openxmlformats.org/officeDocument/2006/relationships" id="284" r:id="R2a04fc4856e34a0e"/>
    <p:sldId xmlns:r="http://schemas.openxmlformats.org/officeDocument/2006/relationships" id="285" r:id="R03f758e5d6b94e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71b30015434508" /><Relationship Type="http://schemas.openxmlformats.org/officeDocument/2006/relationships/slideMaster" Target="/ppt/slideMasters/slideMaster1.xml" Id="R54655d968ba84b34" /><Relationship Type="http://schemas.openxmlformats.org/officeDocument/2006/relationships/notesMaster" Target="/ppt/notesMasters/notesMaster1.xml" Id="Rc5b467e308a240d8" /><Relationship Type="http://schemas.openxmlformats.org/officeDocument/2006/relationships/presProps" Target="/ppt/presProps.xml" Id="Rbcd864921bf34794" /><Relationship Type="http://schemas.openxmlformats.org/officeDocument/2006/relationships/tableStyles" Target="/ppt/tableStyles.xml" Id="R00985c797eb34ff0" /><Relationship Type="http://schemas.openxmlformats.org/officeDocument/2006/relationships/slide" Target="/ppt/slides/slide1.xml" Id="R75f0e2cb005945fc" /><Relationship Type="http://schemas.openxmlformats.org/officeDocument/2006/relationships/slide" Target="/ppt/slides/slide2.xml" Id="Rd59a18b2d0fa4a80" /><Relationship Type="http://schemas.openxmlformats.org/officeDocument/2006/relationships/slide" Target="/ppt/slides/slide3.xml" Id="R68c94067a00048aa" /><Relationship Type="http://schemas.openxmlformats.org/officeDocument/2006/relationships/slide" Target="/ppt/slides/slide4.xml" Id="Rfd7c63213f0547b9" /><Relationship Type="http://schemas.openxmlformats.org/officeDocument/2006/relationships/slide" Target="/ppt/slides/slide5.xml" Id="R021b9cbaded942de" /><Relationship Type="http://schemas.openxmlformats.org/officeDocument/2006/relationships/slide" Target="/ppt/slides/slide6.xml" Id="R59768f11a64e4925" /><Relationship Type="http://schemas.openxmlformats.org/officeDocument/2006/relationships/slide" Target="/ppt/slides/slide7.xml" Id="R4ff41d213eb8458b" /><Relationship Type="http://schemas.openxmlformats.org/officeDocument/2006/relationships/slide" Target="/ppt/slides/slide8.xml" Id="R671112a69813432a" /><Relationship Type="http://schemas.openxmlformats.org/officeDocument/2006/relationships/slide" Target="/ppt/slides/slide9.xml" Id="R7c86824be9a94983" /><Relationship Type="http://schemas.openxmlformats.org/officeDocument/2006/relationships/slide" Target="/ppt/slides/slide10.xml" Id="Rf713596609704255" /><Relationship Type="http://schemas.openxmlformats.org/officeDocument/2006/relationships/slide" Target="/ppt/slides/slide11.xml" Id="R8dc69d6bf3664915" /><Relationship Type="http://schemas.openxmlformats.org/officeDocument/2006/relationships/slide" Target="/ppt/slides/slide12.xml" Id="R8a77766f570c4b2f" /><Relationship Type="http://schemas.openxmlformats.org/officeDocument/2006/relationships/slide" Target="/ppt/slides/slide13.xml" Id="R336e02f747014e4a" /><Relationship Type="http://schemas.openxmlformats.org/officeDocument/2006/relationships/slide" Target="/ppt/slides/slide14.xml" Id="Rd454bcd227e94a63" /><Relationship Type="http://schemas.openxmlformats.org/officeDocument/2006/relationships/slide" Target="/ppt/slides/slide15.xml" Id="R6d63656077804e89" /><Relationship Type="http://schemas.openxmlformats.org/officeDocument/2006/relationships/slide" Target="/ppt/slides/slide16.xml" Id="R1bf096b32cdc41d9" /><Relationship Type="http://schemas.openxmlformats.org/officeDocument/2006/relationships/slide" Target="/ppt/slides/slide17.xml" Id="R9f4eef2e5a1a423a" /><Relationship Type="http://schemas.openxmlformats.org/officeDocument/2006/relationships/slide" Target="/ppt/slides/slide18.xml" Id="R67347c8c87cf4475" /><Relationship Type="http://schemas.openxmlformats.org/officeDocument/2006/relationships/slide" Target="/ppt/slides/slide19.xml" Id="Rdfd247b7966a4856" /><Relationship Type="http://schemas.openxmlformats.org/officeDocument/2006/relationships/slide" Target="/ppt/slides/slide20.xml" Id="Rb958509a31af48a3" /><Relationship Type="http://schemas.openxmlformats.org/officeDocument/2006/relationships/slide" Target="/ppt/slides/slide21.xml" Id="Rae97b002f84844ce" /><Relationship Type="http://schemas.openxmlformats.org/officeDocument/2006/relationships/slide" Target="/ppt/slides/slide22.xml" Id="Re25d1dd5c0a24482" /><Relationship Type="http://schemas.openxmlformats.org/officeDocument/2006/relationships/slide" Target="/ppt/slides/slide23.xml" Id="R2642e528cd0f48e3" /><Relationship Type="http://schemas.openxmlformats.org/officeDocument/2006/relationships/slide" Target="/ppt/slides/slide24.xml" Id="R55b9809d46b9473a" /><Relationship Type="http://schemas.openxmlformats.org/officeDocument/2006/relationships/slide" Target="/ppt/slides/slide25.xml" Id="Ra585dff5fc944b0d" /><Relationship Type="http://schemas.openxmlformats.org/officeDocument/2006/relationships/slide" Target="/ppt/slides/slide26.xml" Id="R5431b3e479744051" /><Relationship Type="http://schemas.openxmlformats.org/officeDocument/2006/relationships/slide" Target="/ppt/slides/slide27.xml" Id="R7fceeb00450f4ef9" /><Relationship Type="http://schemas.openxmlformats.org/officeDocument/2006/relationships/slide" Target="/ppt/slides/slide28.xml" Id="Ra13c91a620fd410d" /><Relationship Type="http://schemas.openxmlformats.org/officeDocument/2006/relationships/slide" Target="/ppt/slides/slide29.xml" Id="R2a04fc4856e34a0e" /><Relationship Type="http://schemas.openxmlformats.org/officeDocument/2006/relationships/slide" Target="/ppt/slides/slide30.xml" Id="R03f758e5d6b94e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30e4cd60b94e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fa9c14d76145b0" /><Relationship Type="http://schemas.openxmlformats.org/officeDocument/2006/relationships/notesMaster" Target="/ppt/notesMasters/notesMaster1.xml" Id="Ree6268071f8742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7b30531cce44ad" /><Relationship Type="http://schemas.openxmlformats.org/officeDocument/2006/relationships/notesMaster" Target="/ppt/notesMasters/notesMaster1.xml" Id="R08953f9c915147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668a27d6d947c4" /><Relationship Type="http://schemas.openxmlformats.org/officeDocument/2006/relationships/notesMaster" Target="/ppt/notesMasters/notesMaster1.xml" Id="Rf70df26ea608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8156eaf68e47ef" /><Relationship Type="http://schemas.openxmlformats.org/officeDocument/2006/relationships/notesMaster" Target="/ppt/notesMasters/notesMaster1.xml" Id="R96318cef9bfd4e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8810dfaca34964" /><Relationship Type="http://schemas.openxmlformats.org/officeDocument/2006/relationships/notesMaster" Target="/ppt/notesMasters/notesMaster1.xml" Id="Rb5338ed1c0f44d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1353ec9cba49c8" /><Relationship Type="http://schemas.openxmlformats.org/officeDocument/2006/relationships/notesMaster" Target="/ppt/notesMasters/notesMaster1.xml" Id="Rd5eeeb3d58c947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ee2b906d8f48fa" /><Relationship Type="http://schemas.openxmlformats.org/officeDocument/2006/relationships/notesMaster" Target="/ppt/notesMasters/notesMaster1.xml" Id="R9919ef423e7a49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4aabeaadb4032" /><Relationship Type="http://schemas.openxmlformats.org/officeDocument/2006/relationships/notesMaster" Target="/ppt/notesMasters/notesMaster1.xml" Id="R079e8fed570a45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3cd527cfbf4be5" /><Relationship Type="http://schemas.openxmlformats.org/officeDocument/2006/relationships/notesMaster" Target="/ppt/notesMasters/notesMaster1.xml" Id="R7ce67325173a4e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78788940e04cf7" /><Relationship Type="http://schemas.openxmlformats.org/officeDocument/2006/relationships/notesMaster" Target="/ppt/notesMasters/notesMaster1.xml" Id="R192cce1f3f7640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832750e6ba4a63" /><Relationship Type="http://schemas.openxmlformats.org/officeDocument/2006/relationships/notesMaster" Target="/ppt/notesMasters/notesMaster1.xml" Id="R5a8d04a5063f41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8e8ca3aaec4d3f" /><Relationship Type="http://schemas.openxmlformats.org/officeDocument/2006/relationships/notesMaster" Target="/ppt/notesMasters/notesMaster1.xml" Id="R0647b711c04746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6c49b0d6974bd3" /><Relationship Type="http://schemas.openxmlformats.org/officeDocument/2006/relationships/notesMaster" Target="/ppt/notesMasters/notesMaster1.xml" Id="R4334ac4e055347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b13cd10bc942ea" /><Relationship Type="http://schemas.openxmlformats.org/officeDocument/2006/relationships/notesMaster" Target="/ppt/notesMasters/notesMaster1.xml" Id="R407fe1936bf945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602c3c90d83456f" /><Relationship Type="http://schemas.openxmlformats.org/officeDocument/2006/relationships/notesMaster" Target="/ppt/notesMasters/notesMaster1.xml" Id="R5492b46dd2d645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5df4b7a431455f" /><Relationship Type="http://schemas.openxmlformats.org/officeDocument/2006/relationships/notesMaster" Target="/ppt/notesMasters/notesMaster1.xml" Id="R5deb3e6ce18042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bae6549a97d4976" /><Relationship Type="http://schemas.openxmlformats.org/officeDocument/2006/relationships/notesMaster" Target="/ppt/notesMasters/notesMaster1.xml" Id="Ra73fee40b90b41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d99883e5714b92" /><Relationship Type="http://schemas.openxmlformats.org/officeDocument/2006/relationships/notesMaster" Target="/ppt/notesMasters/notesMaster1.xml" Id="Rc4945530cfa947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ce758c669345e2" /><Relationship Type="http://schemas.openxmlformats.org/officeDocument/2006/relationships/notesMaster" Target="/ppt/notesMasters/notesMaster1.xml" Id="R4ddb27b7928440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72227013c574ed0" /><Relationship Type="http://schemas.openxmlformats.org/officeDocument/2006/relationships/notesMaster" Target="/ppt/notesMasters/notesMaster1.xml" Id="R25fbdf19253f46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9c87a7138844b0" /><Relationship Type="http://schemas.openxmlformats.org/officeDocument/2006/relationships/notesMaster" Target="/ppt/notesMasters/notesMaster1.xml" Id="Rff7ae60b1c6b40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38db536e1f46ce" /><Relationship Type="http://schemas.openxmlformats.org/officeDocument/2006/relationships/notesMaster" Target="/ppt/notesMasters/notesMaster1.xml" Id="R75de675e064948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c7ae0919cc4d7a" /><Relationship Type="http://schemas.openxmlformats.org/officeDocument/2006/relationships/notesMaster" Target="/ppt/notesMasters/notesMaster1.xml" Id="R6aabee2e92db4e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c231bb2110649d1" /><Relationship Type="http://schemas.openxmlformats.org/officeDocument/2006/relationships/notesMaster" Target="/ppt/notesMasters/notesMaster1.xml" Id="R291c5338c4a747a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ab98d6288f4cfb" /><Relationship Type="http://schemas.openxmlformats.org/officeDocument/2006/relationships/notesMaster" Target="/ppt/notesMasters/notesMaster1.xml" Id="Rddfc60a12bc2488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09dc0e699834ad1" /><Relationship Type="http://schemas.openxmlformats.org/officeDocument/2006/relationships/notesMaster" Target="/ppt/notesMasters/notesMaster1.xml" Id="R4a822ea9f766460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f110bff8a22433f" /><Relationship Type="http://schemas.openxmlformats.org/officeDocument/2006/relationships/notesMaster" Target="/ppt/notesMasters/notesMaster1.xml" Id="R3355d69f547e409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e5b65e6240e459e" /><Relationship Type="http://schemas.openxmlformats.org/officeDocument/2006/relationships/notesMaster" Target="/ppt/notesMasters/notesMaster1.xml" Id="Rd225036ab6be4d9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0c9b336c33e4a26" /><Relationship Type="http://schemas.openxmlformats.org/officeDocument/2006/relationships/notesMaster" Target="/ppt/notesMasters/notesMaster1.xml" Id="Rfc86caa3488d4f4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5ec8291ef65439a" /><Relationship Type="http://schemas.openxmlformats.org/officeDocument/2006/relationships/notesMaster" Target="/ppt/notesMasters/notesMaster1.xml" Id="R08f0a530eff74d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开场：从文件大小提出问题</a:t>
            </a:r>
          </a:p>
          <a:p xmlns:a="http://schemas.openxmlformats.org/drawingml/2006/main">
            <a:r>
              <a:t>[内部编号] 收束 · 开场：从文件大小提出问题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前面算过数据需要多少空间。今天先看一个反常现象：文件一下小了很多，图却还能还原。请保留你的第一反应，后面我们用数据来检查。先不要背定义。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同一幅64×64颜色图，A有4096个bytes，B是用A编码得到的，只有38个bytes。先写一个猜测：变小以后，哪些内容可能发生变化？说出你想检查什么。先不给答案。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现在把B读回图像。你看到少了哪一块吗？看上去一样，还不够证明每一个数都相同。我们先找一种能变短又能画回的规则，第三问再检查所有bytes。</a:t>
            </a:r>
          </a:p>
          <a:p xmlns:a="http://schemas.openxmlformats.org/drawingml/2006/main">
            <a:r>
              <a:t>[教师提示] 64×64与码表预先约定；这是颜色编号数据，不冒充PNG。38B是随包记录，现场大小若不同以实际输出为准。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这次只看16个颜色。怎样少写一些，又让同桌恢复原来的顺序和数量？发送者看折叠卡，接收者先不看原串。给你们60秒写规则与短消息，30秒画回，再展开卡核对。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先听你们的规则。红绿蓝三个字能找回多少个吗？这一种保留了颜色、连续次数和段的顺序。红8代表连续8个红，不是全图所有红的总数。它把重复展开的依据留了下来。</a:t>
            </a:r>
          </a:p>
          <a:p xmlns:a="http://schemas.openxmlformats.org/drawingml/2006/main">
            <a:r>
              <a:t>[教师提示] 私有变体只给发送者，接收者先画回再展开原卡。写8红5绿3蓝也可，不因格式不同判错。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接收者说已经恢复了，你准备怎样检查？先提出方法，再动手对比下面两行。不要只说长度一样。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把两行按位置对齐。第9个位置原来是绿，待查却是蓝。两串都是16格，也可能有一个数不同。现在回到开场，比较的应是解压结果与原输入。</a:t>
            </a:r>
          </a:p>
          <a:p xmlns:a="http://schemas.openxmlformats.org/drawingml/2006/main">
            <a:r>
              <a:t>[教师提示] 比较对象：还原与原始输入；不是比较原文件与压缩文件。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修正待查串的第9格，再逐位置核对，现在这16项一致。回到开场，用程序比较解压所得4096个bytes与原输入，得到True。这两个检验都比较还原结果和输入。原数据能完全恢复，才叫无损；不能仅看图像外观或文件长度。</a:t>
            </a:r>
          </a:p>
          <a:p xmlns:a="http://schemas.openxmlformats.org/drawingml/2006/main">
            <a:r>
              <a:t>[教师提示] 上页故障串已修正；本页的True明确属于开场4096B的实测。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两串都是16个颜色。按连续段存编号和次数：编号1B、次数1B。先投票，再分工数两串各有几段，算编码后的数据量。不要把红绿交替改写为红8绿8。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A有三段，3×2等于6B。B有十六段，每段只有一个颜色，16×2等于32B。它仍能准确恢复，却更大了。无损说的是可恢复，不是保证变小。</a:t>
            </a:r>
          </a:p>
          <a:p xmlns:a="http://schemas.openxmlformats.org/drawingml/2006/main">
            <a:r>
              <a:t>[教师提示] 只比payload；双方共享码表。256个相同色需拆255+1，不能让次数溢出。ZIP压JPEG效果需实测。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这一行灰度几乎一样，数却不完全相同。要求完整恢复，除了逐个写8bit，还能怎样记录？先想规则。必要时从第一个120出发，问下一格比它多多少。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给首值120，前三个差值已经列出。请填末四个，再只看首值与差值读回末三个数。负号不能丢，每次加在刚读回的前值上。变化都还在，才能恢复原来每一项。</a:t>
            </a:r>
          </a:p>
          <a:p xmlns:a="http://schemas.openxmlformats.org/drawingml/2006/main">
            <a:r>
              <a:t>[教师提示] A2正常版：首值及前三个差值已给，末四个学生填；迟到版仅减少一空。先活动后揭示。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这一串差值只有三种，我们另约定−1为00、0为01、+1为10。首值8bit加七个2bit差值，共22bit，装入完整bytes是3B，末尾补2bit。差值项数没有减少，变短来自更合适的编码。</a:t>
            </a:r>
          </a:p>
          <a:p xmlns:a="http://schemas.openxmlformats.org/drawingml/2006/main">
            <a:r>
              <a:t>[教师提示] 长度、模式和码表未计入。一般图像有大差值，不能套三种值码表；PNG可逆滤波仍输出同数量bytes，后续压缩另处理。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现在换个规则：归到最近的4的倍数，中点向上取，最高只到252。看到120这一档，能确定原数吗？请写至少两个可能原数，再填A2下半表。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120会恢复为120，121也恢复为120。你如果再加1，就会把原来本来是120的情况选错。没有保存区分它们的依据，不能唯一倒回原数。</a:t>
            </a:r>
          </a:p>
          <a:p xmlns:a="http://schemas.openxmlformats.org/drawingml/2006/main">
            <a:r>
              <a:t>[教师提示] 119也映射到120。课堂模型不是JPEG，也不是初始数字化过程。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64个等级只需6bit编号。八格64bit变成48bit，即6B；但变小同时丢失了区分。某些值恰好不变，不代表这种规则能保证精确恢复。这是有损的例子。</a:t>
            </a:r>
          </a:p>
          <a:p xmlns:a="http://schemas.openxmlformats.org/drawingml/2006/main">
            <a:r>
              <a:t>[教师提示] 还原八项为120,120,124,120,120,120,120,124；不能用明暗看不出代替数字证据。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两图尺寸相同。先按正常大小观察，你能指出哪里不同？再回答另一个问题：看不出变化，足以证明每个像素都一样吗？先收判断，不显示格式和大小。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揭开格式：A是PNG，B是常见有损JPEG，quality80。逐像素比较，PNG回读与源RGB一致，JPEG有28917个像素不同。有人能看出变化，有人不能，都不影响这个数据检验。</a:t>
            </a:r>
          </a:p>
          <a:p xmlns:a="http://schemas.openxmlformats.org/drawingml/2006/main">
            <a:r>
              <a:t>[教师提示] 两份完整文件来自相同RGB。JPEG固定subsampling=0，直接源图编码。图像检验对象为像素，不保证所有源文件metadata。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现在只看同一坐标的细节，放大8倍，使用最近邻，不另做锐化。先说差别在哪，再换用途：展示明暗渐变方向，这些近似仍能传达；若要读取原灰度做测量，就不能用外观过关。</a:t>
            </a:r>
          </a:p>
          <a:p xmlns:a="http://schemas.openxmlformats.org/drawingml/2006/main">
            <a:r>
              <a:t>[教师提示] 替换本页正常图时保留问题不动。照片任务改变必须重新检验。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完整文件大小也要实测。本例PNG4441B，JPEG10766B，PNG反而更小。原RGB数据248832B是像素数据量，不是PNG大小。有损和无损不能替我们排大小；还要看数据和编码。</a:t>
            </a:r>
          </a:p>
          <a:p xmlns:a="http://schemas.openxmlformats.org/drawingml/2006/main">
            <a:r>
              <a:t>[教师提示] 数字来自随包执行记录。quality20可在Notebook拓展，不增加核心45分钟讲授。MP3有损感知编码不只是删20kHz以上。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先不要报格式名，判断每份材料要保留什么。通知少了一个五，程序少了等号，照片少量像素改变。三件事都能接受吗？同桌写一条理由。程序用60测试。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60大于等于60成立，60大于60不成立。符号很少，功能却变了。通知原文与源程序本体都要求无损。照片作为题中浏览副本，可以在质量达标时用有损方式。若要读角落小字，重新检查。</a:t>
            </a:r>
          </a:p>
          <a:p xmlns:a="http://schemas.openxmlformats.org/drawingml/2006/main">
            <a:r>
              <a:t>[教师提示] 不把删改内容称为原文件的合格压缩。测量和编辑母版可能同样要求无损。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同学说这几个名字都是有损，图片不能无损。先找一个反例，再改他的说法。配置卡是依据技术文档做的规则表，软件保存设置可能不同。不能只看后缀。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PNG已经推翻图片不能无损。TIFF同一后缀可以采用不同方式，所以需要看保存配置。常见照片JPEG通常有损；不能把一个文件格式名字等同唯一压缩算法。</a:t>
            </a:r>
          </a:p>
          <a:p xmlns:a="http://schemas.openxmlformats.org/drawingml/2006/main">
            <a:r>
              <a:t>[教师提示] JPEG标准还包含无损模式，本课不要求学生记标准编号。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最后给名字放回常见用途：JPG图像通常有损，TIF图像看设置，MP3音频有损，MPEG视频相关标准常见用途采用有损编码。MPEG是一组标准，MP3是Audio Layer III，不是MPEG-3。长技术边界留在教师材料。</a:t>
            </a:r>
          </a:p>
          <a:p xmlns:a="http://schemas.openxmlformats.org/drawingml/2006/main">
            <a:r>
              <a:t>[教师提示] 本页替换配置卡区域，不增加新问题。MP4后缀也不能直接等同某一种算法。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传送限额100KiB，下面是题目给定的候选结果，不是现场测量。先个人选，再同桌分两列检查：大小是否过关，信息是否过关。请说明另一方案为什么不合格。给90秒。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程序A同时满足两关，B虽小但不能交回原bytes。照片B同时满足两关，A虽无损却超限。照片B的合格限于题中浏览用途。回看开场猜测，请把文件变小一定删内容改成更准确的一句。</a:t>
            </a:r>
          </a:p>
          <a:p xmlns:a="http://schemas.openxmlformats.org/drawingml/2006/main">
            <a:r>
              <a:t>[教师提示] 300秒：30读题、90判断、60报告、30回扣、30定义、40出口、20收取。下两页收束只用剩余90秒；出口答案页课后显示。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形成概念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刚才的三件事连起来：是否变小，是否完整恢复，是否适合当前任务。重复可以写成次数，相关性可以写成起点和变化，感知允许的近似可以舍弃部分区分。没有一种标签替我们完成全部判断。定义说的是存储与传输采用特殊编码，结果还取决于数据与开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出口检查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现在自己写两句话，不跟同桌讨论。第一句要写出两个比较对象，第二句要区分人的感受与数据相等。40秒后收取，抽看三份。不要现在翻到参考答案页，避免学生照抄。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exit-answer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这一页只在收取后或课后核对。比较解压结果与原始输入；没有看出变化只说明感知接近，不能证明原值一致。若学生只写原图与压缩图，回到Q3要求说明还原对象；若仍凭肉眼判无损，回到Q6两个原数映到120。</a:t>
            </a:r>
          </a:p>
          <a:p xmlns:a="http://schemas.openxmlformats.org/drawingml/2006/main">
            <a:r>
              <a:t>[教师提示] 收取前不投影。作为课后反馈，可直接结束在上一页。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b7020e3fc4b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6b9568aa554ba4" /><Relationship Type="http://schemas.openxmlformats.org/officeDocument/2006/relationships/slideLayout" Target="/ppt/slideLayouts/slideLayout1.xml" Id="R13dc4860a67348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dc4860a67348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103ac65094a7f" /><Relationship Type="http://schemas.openxmlformats.org/officeDocument/2006/relationships/notesSlide" Target="/ppt/notesSlides/notesSlide1.xml" Id="Rf0174125ffcc4e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0d6730b3341e6" /><Relationship Type="http://schemas.openxmlformats.org/officeDocument/2006/relationships/image" Target="/ppt/media/image.png" Id="R596c992907344973" /><Relationship Type="http://schemas.openxmlformats.org/officeDocument/2006/relationships/notesSlide" Target="/ppt/notesSlides/notesSlide2.xml" Id="R03f5c30a4ae341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be2d421394caf" /><Relationship Type="http://schemas.openxmlformats.org/officeDocument/2006/relationships/image" Target="/ppt/media/image.png" Id="R8cbefa7cf1414c19" /><Relationship Type="http://schemas.openxmlformats.org/officeDocument/2006/relationships/image" Target="/ppt/media/image2.png" Id="R166c9685df9442a5" /><Relationship Type="http://schemas.openxmlformats.org/officeDocument/2006/relationships/notesSlide" Target="/ppt/notesSlides/notesSlide3.xml" Id="R0eea4469ea694c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960c851b84113" /><Relationship Type="http://schemas.openxmlformats.org/officeDocument/2006/relationships/notesSlide" Target="/ppt/notesSlides/notesSlide4.xml" Id="R7091ed08b5004b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3c2597ab34fb0" /><Relationship Type="http://schemas.openxmlformats.org/officeDocument/2006/relationships/notesSlide" Target="/ppt/notesSlides/notesSlide5.xml" Id="R1a7235511f154e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2ee3e330346aa" /><Relationship Type="http://schemas.openxmlformats.org/officeDocument/2006/relationships/notesSlide" Target="/ppt/notesSlides/notesSlide6.xml" Id="R8880c5518db74e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b1c1dc572428f" /><Relationship Type="http://schemas.openxmlformats.org/officeDocument/2006/relationships/notesSlide" Target="/ppt/notesSlides/notesSlide7.xml" Id="Rb502643c8d4945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475771fed46d4" /><Relationship Type="http://schemas.openxmlformats.org/officeDocument/2006/relationships/notesSlide" Target="/ppt/notesSlides/notesSlide8.xml" Id="Rcbef75fdca0443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3f15314d749ed" /><Relationship Type="http://schemas.openxmlformats.org/officeDocument/2006/relationships/notesSlide" Target="/ppt/notesSlides/notesSlide9.xml" Id="Ra8c7afe23bc141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1d08c416a467e" /><Relationship Type="http://schemas.openxmlformats.org/officeDocument/2006/relationships/notesSlide" Target="/ppt/notesSlides/notesSlide10.xml" Id="R13a57e88988144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721dcd72b4043" /><Relationship Type="http://schemas.openxmlformats.org/officeDocument/2006/relationships/notesSlide" Target="/ppt/notesSlides/notesSlide11.xml" Id="Rfb54c94065b045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ce3b3342e4712" /><Relationship Type="http://schemas.openxmlformats.org/officeDocument/2006/relationships/notesSlide" Target="/ppt/notesSlides/notesSlide12.xml" Id="R19fade11af234d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f7538a4ca4e44" /><Relationship Type="http://schemas.openxmlformats.org/officeDocument/2006/relationships/notesSlide" Target="/ppt/notesSlides/notesSlide13.xml" Id="R91d313c503394e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230853e994c3a" /><Relationship Type="http://schemas.openxmlformats.org/officeDocument/2006/relationships/notesSlide" Target="/ppt/notesSlides/notesSlide14.xml" Id="Ra127d4adb16c47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72dad081443b1" /><Relationship Type="http://schemas.openxmlformats.org/officeDocument/2006/relationships/notesSlide" Target="/ppt/notesSlides/notesSlide15.xml" Id="Rc2a0c222d7e947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4eea07875407f" /><Relationship Type="http://schemas.openxmlformats.org/officeDocument/2006/relationships/notesSlide" Target="/ppt/notesSlides/notesSlide16.xml" Id="R29b8f200a125400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b342ca0994fe2" /><Relationship Type="http://schemas.openxmlformats.org/officeDocument/2006/relationships/image" Target="/ppt/media/image3.png" Id="R1832c38d1324437f" /><Relationship Type="http://schemas.openxmlformats.org/officeDocument/2006/relationships/image" Target="/ppt/media/image.jpeg" Id="R7ceb87183dcd4bb0" /><Relationship Type="http://schemas.openxmlformats.org/officeDocument/2006/relationships/notesSlide" Target="/ppt/notesSlides/notesSlide17.xml" Id="R8d958278104a497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108a5421244e2" /><Relationship Type="http://schemas.openxmlformats.org/officeDocument/2006/relationships/image" Target="/ppt/media/image3.png" Id="R22455ee4e41b4fab" /><Relationship Type="http://schemas.openxmlformats.org/officeDocument/2006/relationships/image" Target="/ppt/media/image.jpeg" Id="Re289109fe8e944e1" /><Relationship Type="http://schemas.openxmlformats.org/officeDocument/2006/relationships/notesSlide" Target="/ppt/notesSlides/notesSlide18.xml" Id="R82e59251ff0f48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0f24afa914ece" /><Relationship Type="http://schemas.openxmlformats.org/officeDocument/2006/relationships/image" Target="/ppt/media/image3.png" Id="R8a69f431186f41f1" /><Relationship Type="http://schemas.openxmlformats.org/officeDocument/2006/relationships/image" Target="/ppt/media/image.jpeg" Id="Raba26c7c0bc94747" /><Relationship Type="http://schemas.openxmlformats.org/officeDocument/2006/relationships/image" Target="/ppt/media/image4.png" Id="R3b14dcc677ed4454" /><Relationship Type="http://schemas.openxmlformats.org/officeDocument/2006/relationships/image" Target="/ppt/media/image5.png" Id="R9c90c82667104ec8" /><Relationship Type="http://schemas.openxmlformats.org/officeDocument/2006/relationships/notesSlide" Target="/ppt/notesSlides/notesSlide19.xml" Id="Rf8e5d39bb7694b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a3f94b5a84dca" /><Relationship Type="http://schemas.openxmlformats.org/officeDocument/2006/relationships/image" Target="/ppt/media/image3.png" Id="Rc72048c084134cd9" /><Relationship Type="http://schemas.openxmlformats.org/officeDocument/2006/relationships/image" Target="/ppt/media/image.jpeg" Id="R6148dc1e8ef6401b" /><Relationship Type="http://schemas.openxmlformats.org/officeDocument/2006/relationships/image" Target="/ppt/media/image4.png" Id="R45e9e066d5e94247" /><Relationship Type="http://schemas.openxmlformats.org/officeDocument/2006/relationships/image" Target="/ppt/media/image5.png" Id="R553850e9fcaf4dc7" /><Relationship Type="http://schemas.openxmlformats.org/officeDocument/2006/relationships/notesSlide" Target="/ppt/notesSlides/notesSlide20.xml" Id="R89c117dbe01543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1e83ba13b49e8" /><Relationship Type="http://schemas.openxmlformats.org/officeDocument/2006/relationships/notesSlide" Target="/ppt/notesSlides/notesSlide21.xml" Id="R6cd0c57bc352451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b140ee04b4bdc" /><Relationship Type="http://schemas.openxmlformats.org/officeDocument/2006/relationships/notesSlide" Target="/ppt/notesSlides/notesSlide22.xml" Id="Rf51affc7332c48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a4653402345a2" /><Relationship Type="http://schemas.openxmlformats.org/officeDocument/2006/relationships/notesSlide" Target="/ppt/notesSlides/notesSlide23.xml" Id="Re647c33634f641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c9a77862c4eb0" /><Relationship Type="http://schemas.openxmlformats.org/officeDocument/2006/relationships/notesSlide" Target="/ppt/notesSlides/notesSlide24.xml" Id="R5d84d3d71fc448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ce4eb26844657" /><Relationship Type="http://schemas.openxmlformats.org/officeDocument/2006/relationships/notesSlide" Target="/ppt/notesSlides/notesSlide25.xml" Id="Rf4fcde71189a449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e780449e74ca0" /><Relationship Type="http://schemas.openxmlformats.org/officeDocument/2006/relationships/notesSlide" Target="/ppt/notesSlides/notesSlide26.xml" Id="R088fd60e606d440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d8568ece04eac" /><Relationship Type="http://schemas.openxmlformats.org/officeDocument/2006/relationships/notesSlide" Target="/ppt/notesSlides/notesSlide27.xml" Id="R25e767b2c34441b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90dbd7f1e4db3" /><Relationship Type="http://schemas.openxmlformats.org/officeDocument/2006/relationships/notesSlide" Target="/ppt/notesSlides/notesSlide28.xml" Id="Rb458671a699c4e0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0cad0f47a4227" /><Relationship Type="http://schemas.openxmlformats.org/officeDocument/2006/relationships/notesSlide" Target="/ppt/notesSlides/notesSlide29.xml" Id="R3c24dfbf1cc24c7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c1d52e1d407a" /><Relationship Type="http://schemas.openxmlformats.org/officeDocument/2006/relationships/notesSlide" Target="/ppt/notesSlides/notesSlide30.xml" Id="R49cc7d5fd26743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C4C5B1C5-99FA-4D40-BF2A-1A22D4BE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43C5EFF-7002-4A9E-BC55-95CB81E2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300B09D-2B3F-489D-95AF-C85C28BF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数据压缩入门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BA52841-600C-4BA5-B40A-B3D76800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信息去哪了？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F5A07FB-FEA9-46AC-8C1E-40DE6B05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Data compression 101</a:t>
            </a:r>
          </a:p>
        </p:txBody>
      </p:sp>
    </p:spTree>
    <p:extLst>
      <p:ext uri="{BB962C8B-B14F-4D97-AF65-F5344CB8AC3E}">
        <p14:creationId xmlns:p14="http://schemas.microsoft.com/office/powerpoint/2010/main" val="1140601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692494DA-1EF7-449D-AF3A-B8A0E9FD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57DD6CD-0FA4-4BB8-A61E-25CE0006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9A3B976-D6F8-4BA8-9D8C-176985B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c992907344973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544F512C-0A28-4CB7-B740-F8137786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88FD4C20-6A74-4E8C-B801-C8B21931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6589D438-5164-4DAE-BA1E-E407BDF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</p:spTree>
    <p:extLst>
      <p:ext uri="{BB962C8B-B14F-4D97-AF65-F5344CB8AC3E}">
        <p14:creationId xmlns:p14="http://schemas.microsoft.com/office/powerpoint/2010/main" val="962808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692494DA-1EF7-449D-AF3A-B8A0E9FD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57DD6CD-0FA4-4BB8-A61E-25CE0006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9A3B976-D6F8-4BA8-9D8C-176985B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efa7cf1414c19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544F512C-0A28-4CB7-B740-F8137786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88FD4C20-6A74-4E8C-B801-C8B21931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6589D438-5164-4DAE-BA1E-E407BDF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c9685df9442a5"/>
          <a:stretch xmlns:a="http://schemas.openxmlformats.org/drawingml/2006/main"/>
        </p:blipFill>
        <p:spPr>
          <a:xfrm xmlns:a="http://schemas.openxmlformats.org/drawingml/2006/main">
            <a:off x="822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restored-label">
            <a:extLst xmlns:a="http://schemas.openxmlformats.org/drawingml/2006/main">
              <a:ext uri="{FF2B5EF4-FFF2-40B4-BE49-F238E27FC236}">
                <a16:creationId xmlns:a16="http://schemas.microsoft.com/office/drawing/2014/main" id="{25309F65-D9CC-4AC4-8C40-999D0A3F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从B读回的图</a:t>
            </a:r>
          </a:p>
        </p:txBody>
      </p:sp>
    </p:spTree>
    <p:extLst>
      <p:ext uri="{BB962C8B-B14F-4D97-AF65-F5344CB8AC3E}">
        <p14:creationId xmlns:p14="http://schemas.microsoft.com/office/powerpoint/2010/main" val="962808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89EE3C4C-61C2-491D-8ECD-CE95DECA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CAD77DD-6B3E-4D9E-A15B-70DD290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C664DB2-2740-4ADD-AB65-37E38225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BCEE6F6C-DE82-4E3E-8881-2AA9506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B4C9F063-2D7B-4462-B017-BFF7A06F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E4311517-5A28-4DC3-A359-AADD23B9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B5D83A84-5125-417B-9721-99F638E8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64504843-FEE7-4B84-BD41-111C6738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1F50DF98-7225-40B8-B530-3E85E7DB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25CB4B31-24ED-4149-8A1F-B499B5F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43BD779E-42D7-4CC5-B33B-EF44CD0C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3C91E78B-17F7-4266-AF7D-58AF3CFD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91AE33B7-0089-4C1B-BDC0-197378B5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B43C0051-E664-495D-A151-AE554DD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015AC62C-0C85-4762-8E27-EF0333D3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4444CEEA-77A8-40BC-BFC7-D12ED1CF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DAC3BC58-13D6-4F08-B37E-3F1911B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B00ACDBB-CF9D-46FB-AC3A-328F511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BE6F9377-194F-47E7-982C-F6F11A73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3598FEAF-96C2-4738-9D2E-6E7FE633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</p:spTree>
    <p:extLst>
      <p:ext uri="{BB962C8B-B14F-4D97-AF65-F5344CB8AC3E}">
        <p14:creationId xmlns:p14="http://schemas.microsoft.com/office/powerpoint/2010/main" val="13446777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">
            <a:extLst xmlns:a="http://schemas.openxmlformats.org/drawingml/2006/main">
              <a:ext uri="{FF2B5EF4-FFF2-40B4-BE49-F238E27FC236}">
                <a16:creationId xmlns:a16="http://schemas.microsoft.com/office/drawing/2014/main" id="{89EE3C4C-61C2-491D-8ECD-CE95DECA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CAD77DD-6B3E-4D9E-A15B-70DD290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C664DB2-2740-4ADD-AB65-37E38225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BCEE6F6C-DE82-4E3E-8881-2AA9506F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B4C9F063-2D7B-4462-B017-BFF7A06F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E4311517-5A28-4DC3-A359-AADD23B9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B5D83A84-5125-417B-9721-99F638E8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64504843-FEE7-4B84-BD41-111C6738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1F50DF98-7225-40B8-B530-3E85E7DB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25CB4B31-24ED-4149-8A1F-B499B5F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43BD779E-42D7-4CC5-B33B-EF44CD0C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3C91E78B-17F7-4266-AF7D-58AF3CFD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91AE33B7-0089-4C1B-BDC0-197378B5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B43C0051-E664-495D-A151-AE554DD5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015AC62C-0C85-4762-8E27-EF0333D3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4444CEEA-77A8-40BC-BFC7-D12ED1CF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DAC3BC58-13D6-4F08-B37E-3F1911B9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B00ACDBB-CF9D-46FB-AC3A-328F511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BE6F9377-194F-47E7-982C-F6F11A73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3598FEAF-96C2-4738-9D2E-6E7FE633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  <p:sp>
        <p:nvSpPr>
          <p:cNvPr id="21" name="rle-result">
            <a:extLst xmlns:a="http://schemas.openxmlformats.org/drawingml/2006/main">
              <a:ext uri="{FF2B5EF4-FFF2-40B4-BE49-F238E27FC236}">
                <a16:creationId xmlns:a16="http://schemas.microsoft.com/office/drawing/2014/main" id="{A3E79E30-396E-4973-B020-5A6EA711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红 8     绿 5     蓝 3</a:t>
            </a:r>
          </a:p>
        </p:txBody>
      </p:sp>
      <p:sp>
        <p:nvSpPr>
          <p:cNvPr id="22" name="rle-name">
            <a:extLst xmlns:a="http://schemas.openxmlformats.org/drawingml/2006/main">
              <a:ext uri="{FF2B5EF4-FFF2-40B4-BE49-F238E27FC236}">
                <a16:creationId xmlns:a16="http://schemas.microsoft.com/office/drawing/2014/main" id="{E17B2A4D-0704-4B95-8529-8389860F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游程编码  Run-Length Encoding（RLE）</a:t>
            </a:r>
          </a:p>
        </p:txBody>
      </p:sp>
    </p:spTree>
    <p:extLst>
      <p:ext uri="{BB962C8B-B14F-4D97-AF65-F5344CB8AC3E}">
        <p14:creationId xmlns:p14="http://schemas.microsoft.com/office/powerpoint/2010/main" val="1344677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00F48294-2115-41D9-B57B-C734232D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7DEEE66-B1D5-4A43-B868-8E33A6A9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C9F00E-7979-47A3-A6CE-36754FA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6B138EA6-7785-43C5-B418-77B03D19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3B7231CA-C36F-4382-BBA9-DBB681F2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BED1063E-4E52-4B7F-8503-56348025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48C3164F-4DCD-4B4C-AB41-0AD6DEC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B0A68556-C1CD-4837-85BE-AE6D7700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B79E7A24-CC2A-4E3E-8329-61C706AC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39E33361-0FF4-473E-A5D7-17C70B1A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D8D18B9D-11C4-4310-8277-D76A2DC7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05361C0D-6444-4905-9200-13F52A3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9F4B99C1-575A-4BA8-818A-AB84DB5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510B97AC-3D2F-46BA-9148-F8B2CEFD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5CF7B2F8-697B-4145-BD75-0FA3A79C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D4BB06D7-A454-41C2-B224-4C32BA4E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8A89DF8F-92F2-415D-B7D7-4CB287E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F30CE692-385A-4F9C-A9D2-41950B1F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50D37C69-BD66-4CCB-ABC0-D38387F9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315CEEAB-DC22-4609-864A-3321B2A8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AB2A6F01-21EF-4395-BCFD-182BBBE6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BEB66581-97E2-4B46-8FED-3A615E2C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BE3C8289-6C91-4838-A395-C67F033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58A012D0-0B81-496E-BE58-75F249D5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729FED89-6BE5-4232-9D34-8FDAECB3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D37ACDD1-2B72-46B7-9223-84258642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73BD81DC-647E-4E8D-92CA-BFB68FA6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56580BAB-5B81-46A5-9E65-F799D337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7B739FDF-8D78-41AB-BB06-84C403C9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CC4037A0-1B12-49FF-9B20-D27BEDC2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BDE4A831-86D4-4DD5-90AA-557A7232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EB83D176-1F6B-499B-8BA6-E9FFFC9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528DA7F8-7E6D-4BAB-94FB-C1966793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FD0C507C-B87E-4571-8552-FB52E2E3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665F61F2-B33C-47B6-AA6B-3B9F247F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6D842007-EA54-4F3A-8C87-A2EAA801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BAFBBCD6-2DD2-4E75-8A17-FFFD02EC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FC2B00F5-5701-4FAE-9DDA-D5BDD171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</p:spTree>
    <p:extLst>
      <p:ext uri="{BB962C8B-B14F-4D97-AF65-F5344CB8AC3E}">
        <p14:creationId xmlns:p14="http://schemas.microsoft.com/office/powerpoint/2010/main" val="1304411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00F48294-2115-41D9-B57B-C734232D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7DEEE66-B1D5-4A43-B868-8E33A6A9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C9F00E-7979-47A3-A6CE-36754FA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6B138EA6-7785-43C5-B418-77B03D19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3B7231CA-C36F-4382-BBA9-DBB681F2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BED1063E-4E52-4B7F-8503-56348025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48C3164F-4DCD-4B4C-AB41-0AD6DEC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B0A68556-C1CD-4837-85BE-AE6D7700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B79E7A24-CC2A-4E3E-8329-61C706AC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39E33361-0FF4-473E-A5D7-17C70B1A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D8D18B9D-11C4-4310-8277-D76A2DC7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05361C0D-6444-4905-9200-13F52A3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9F4B99C1-575A-4BA8-818A-AB84DB5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510B97AC-3D2F-46BA-9148-F8B2CEFD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5CF7B2F8-697B-4145-BD75-0FA3A79C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D4BB06D7-A454-41C2-B224-4C32BA4E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8A89DF8F-92F2-415D-B7D7-4CB287E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F30CE692-385A-4F9C-A9D2-41950B1F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50D37C69-BD66-4CCB-ABC0-D38387F9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315CEEAB-DC22-4609-864A-3321B2A8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AB2A6F01-21EF-4395-BCFD-182BBBE6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BEB66581-97E2-4B46-8FED-3A615E2C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BE3C8289-6C91-4838-A395-C67F033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58A012D0-0B81-496E-BE58-75F249D5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729FED89-6BE5-4232-9D34-8FDAECB3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D37ACDD1-2B72-46B7-9223-84258642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73BD81DC-647E-4E8D-92CA-BFB68FA6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56580BAB-5B81-46A5-9E65-F799D337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7B739FDF-8D78-41AB-BB06-84C403C9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CC4037A0-1B12-49FF-9B20-D27BEDC2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BDE4A831-86D4-4DD5-90AA-557A7232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EB83D176-1F6B-499B-8BA6-E9FFFC9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528DA7F8-7E6D-4BAB-94FB-C1966793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FD0C507C-B87E-4571-8552-FB52E2E3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665F61F2-B33C-47B6-AA6B-3B9F247F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6D842007-EA54-4F3A-8C87-A2EAA801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BAFBBCD6-2DD2-4E75-8A17-FFFD02EC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FC2B00F5-5701-4FAE-9DDA-D5BDD171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86AF4179-D646-4FA3-9781-B23DAD53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</p:spTree>
    <p:extLst>
      <p:ext uri="{BB962C8B-B14F-4D97-AF65-F5344CB8AC3E}">
        <p14:creationId xmlns:p14="http://schemas.microsoft.com/office/powerpoint/2010/main" val="1304411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00F48294-2115-41D9-B57B-C734232D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7DEEE66-B1D5-4A43-B868-8E33A6A9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FC9F00E-7979-47A3-A6CE-36754FA2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6B138EA6-7785-43C5-B418-77B03D19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3B7231CA-C36F-4382-BBA9-DBB681F2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BED1063E-4E52-4B7F-8503-56348025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48C3164F-4DCD-4B4C-AB41-0AD6DEC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B0A68556-C1CD-4837-85BE-AE6D7700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B79E7A24-CC2A-4E3E-8329-61C706AC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39E33361-0FF4-473E-A5D7-17C70B1A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D8D18B9D-11C4-4310-8277-D76A2DC7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05361C0D-6444-4905-9200-13F52A30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9F4B99C1-575A-4BA8-818A-AB84DB5B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510B97AC-3D2F-46BA-9148-F8B2CEFD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5CF7B2F8-697B-4145-BD75-0FA3A79C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D4BB06D7-A454-41C2-B224-4C32BA4E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8A89DF8F-92F2-415D-B7D7-4CB287E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F30CE692-385A-4F9C-A9D2-41950B1F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50D37C69-BD66-4CCB-ABC0-D38387F9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315CEEAB-DC22-4609-864A-3321B2A8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AB2A6F01-21EF-4395-BCFD-182BBBE6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BEB66581-97E2-4B46-8FED-3A615E2C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BE3C8289-6C91-4838-A395-C67F0338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58A012D0-0B81-496E-BE58-75F249D5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729FED89-6BE5-4232-9D34-8FDAECB3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D37ACDD1-2B72-46B7-9223-84258642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73BD81DC-647E-4E8D-92CA-BFB68FA6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56580BAB-5B81-46A5-9E65-F799D337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7B739FDF-8D78-41AB-BB06-84C403C9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CC4037A0-1B12-49FF-9B20-D27BEDC2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BDE4A831-86D4-4DD5-90AA-557A7232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EB83D176-1F6B-499B-8BA6-E9FFFC9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528DA7F8-7E6D-4BAB-94FB-C1966793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FD0C507C-B87E-4571-8552-FB52E2E3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665F61F2-B33C-47B6-AA6B-3B9F247F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6D842007-EA54-4F3A-8C87-A2EAA801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BAFBBCD6-2DD2-4E75-8A17-FFFD02EC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FC2B00F5-5701-4FAE-9DDA-D5BDD171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86AF4179-D646-4FA3-9781-B23DAD53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0" name="byte-comparison">
            <a:extLst xmlns:a="http://schemas.openxmlformats.org/drawingml/2006/main">
              <a:ext uri="{FF2B5EF4-FFF2-40B4-BE49-F238E27FC236}">
                <a16:creationId xmlns:a16="http://schemas.microsoft.com/office/drawing/2014/main" id="{B8A73795-269F-4606-A53D-71A514BB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== 原始输入  →  True</a:t>
            </a:r>
          </a:p>
        </p:txBody>
      </p:sp>
      <p:sp>
        <p:nvSpPr>
          <p:cNvPr id="41" name="recovery-caption-overlay">
            <a:extLst xmlns:a="http://schemas.openxmlformats.org/drawingml/2006/main">
              <a:ext uri="{FF2B5EF4-FFF2-40B4-BE49-F238E27FC236}">
                <a16:creationId xmlns:a16="http://schemas.microsoft.com/office/drawing/2014/main" id="{E1B7E743-E609-44D6-88DD-A1680884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53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recovery-conclusion">
            <a:extLst xmlns:a="http://schemas.openxmlformats.org/drawingml/2006/main">
              <a:ext uri="{FF2B5EF4-FFF2-40B4-BE49-F238E27FC236}">
                <a16:creationId xmlns:a16="http://schemas.microsoft.com/office/drawing/2014/main" id="{9533A3CF-EE6E-44C5-B635-EDFBCA14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16项逐值一致。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开场：4096 bytes还原一致（True）。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无损：解压后可完全恢复原始数据。</a:t>
            </a:r>
          </a:p>
        </p:txBody>
      </p:sp>
    </p:spTree>
    <p:extLst>
      <p:ext uri="{BB962C8B-B14F-4D97-AF65-F5344CB8AC3E}">
        <p14:creationId xmlns:p14="http://schemas.microsoft.com/office/powerpoint/2010/main" val="13044112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405720B7-2F08-4D4E-95E6-9BFF173D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56398E6-EC7B-41BC-918F-79ECFCF9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2BECDF8-8C23-402B-896A-E3116791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48F16B6B-8E70-4140-B0BC-FED2E811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14CCAC26-3706-49AC-83C2-A0CABF59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B1455714-9E3B-493B-8894-078F88F3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9F06EF72-4AD5-483B-A572-C0BFBB8E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10FEC6BF-4B47-48D5-ACE3-1DB3193C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FE226E0E-FBB3-4DDC-BB95-F934752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1D807CE8-58D9-4704-99BB-9BB3408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F79DEFD7-C777-4701-8B01-E7C45DB7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F8F033B3-60CA-4D00-8638-FCEED8C0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3797950F-3886-4C14-9D08-DFD1FDE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C7E92A48-A019-4F7E-BF97-31C58BF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95F0FF3D-507A-4E6D-87C7-791649F9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587A03F1-F60D-4EB0-BBAB-CACE9EE4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35413FE7-5EA3-4AD8-AD4B-4FC96B5B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353AACF9-A296-4608-85BF-13947125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1BEC7472-D13B-474A-9DA2-A285AE90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8B774991-63DF-45CC-9E39-2EB6CB65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C738E090-6DEA-4BB7-9A46-CDC004D3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5E79C601-8BAD-4DF0-8F39-561E631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AC909013-CB67-476F-BF51-FE0CCAA1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4511B7F3-3728-4EC8-98FF-7E581D8B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98E36AD0-EAF1-49A9-9E9D-7F3902A5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1FBC1916-3B2A-41CE-9663-43D37563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F2A91286-B371-4FC6-8C1F-596072B7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9B53AAF7-F7F5-4681-908A-9CCD2048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2E8AA387-BA16-4A46-AD4D-F29B357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94C7AD7F-A1F9-44C5-A374-C9D0418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59BEA718-68D3-4360-9827-6A1F1EC2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91B648C1-1FA1-4B22-BE4D-0AEC4A73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52D68E93-2558-4FBE-A62A-A94FBCE2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3DDB1CDF-F8C0-4DED-8F31-4E56DE8D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7125E306-4C24-44F0-B95A-E9F49976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0BE31127-A7B6-47E6-A697-1A34E55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C995BD5D-B4EA-4E64-A6F4-01857159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0A653F00-E391-4E24-B38F-8F6820E2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</p:spTree>
    <p:extLst>
      <p:ext uri="{BB962C8B-B14F-4D97-AF65-F5344CB8AC3E}">
        <p14:creationId xmlns:p14="http://schemas.microsoft.com/office/powerpoint/2010/main" val="1699690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405720B7-2F08-4D4E-95E6-9BFF173D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56398E6-EC7B-41BC-918F-79ECFCF9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2BECDF8-8C23-402B-896A-E3116791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48F16B6B-8E70-4140-B0BC-FED2E811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14CCAC26-3706-49AC-83C2-A0CABF59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B1455714-9E3B-493B-8894-078F88F3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9F06EF72-4AD5-483B-A572-C0BFBB8E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10FEC6BF-4B47-48D5-ACE3-1DB3193C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FE226E0E-FBB3-4DDC-BB95-F934752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1D807CE8-58D9-4704-99BB-9BB3408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F79DEFD7-C777-4701-8B01-E7C45DB7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F8F033B3-60CA-4D00-8638-FCEED8C0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3797950F-3886-4C14-9D08-DFD1FDE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C7E92A48-A019-4F7E-BF97-31C58BF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95F0FF3D-507A-4E6D-87C7-791649F9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587A03F1-F60D-4EB0-BBAB-CACE9EE4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35413FE7-5EA3-4AD8-AD4B-4FC96B5B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353AACF9-A296-4608-85BF-13947125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1BEC7472-D13B-474A-9DA2-A285AE90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8B774991-63DF-45CC-9E39-2EB6CB65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C738E090-6DEA-4BB7-9A46-CDC004D3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5E79C601-8BAD-4DF0-8F39-561E631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AC909013-CB67-476F-BF51-FE0CCAA1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4511B7F3-3728-4EC8-98FF-7E581D8B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98E36AD0-EAF1-49A9-9E9D-7F3902A5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1FBC1916-3B2A-41CE-9663-43D37563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F2A91286-B371-4FC6-8C1F-596072B7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9B53AAF7-F7F5-4681-908A-9CCD2048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2E8AA387-BA16-4A46-AD4D-F29B3574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94C7AD7F-A1F9-44C5-A374-C9D0418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59BEA718-68D3-4360-9827-6A1F1EC2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91B648C1-1FA1-4B22-BE4D-0AEC4A73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52D68E93-2558-4FBE-A62A-A94FBCE2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3DDB1CDF-F8C0-4DED-8F31-4E56DE8D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7125E306-4C24-44F0-B95A-E9F49976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0BE31127-A7B6-47E6-A697-1A34E55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C995BD5D-B4EA-4E64-A6F4-01857159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0A653F00-E391-4E24-B38F-8F6820E2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  <p:sp>
        <p:nvSpPr>
          <p:cNvPr id="39" name="counts">
            <a:extLst xmlns:a="http://schemas.openxmlformats.org/drawingml/2006/main">
              <a:ext uri="{FF2B5EF4-FFF2-40B4-BE49-F238E27FC236}">
                <a16:creationId xmlns:a16="http://schemas.microsoft.com/office/drawing/2014/main" id="{46F2965B-63B1-4C1F-96F4-E7C2AD21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A：16 B → 6 B       B：16 B → 32 B</a:t>
            </a:r>
          </a:p>
        </p:txBody>
      </p:sp>
    </p:spTree>
    <p:extLst>
      <p:ext uri="{BB962C8B-B14F-4D97-AF65-F5344CB8AC3E}">
        <p14:creationId xmlns:p14="http://schemas.microsoft.com/office/powerpoint/2010/main" val="16996904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5F15E244-C133-487C-942F-909DC382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BBAEBB0-EFF0-4570-94F2-767B8F1C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C5AB39C-EA49-4619-A0FE-2FB01C9A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6CFD357A-5B30-4738-A429-DF48BF99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92CF09D8-1F42-4373-87C3-0233115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BB8CE448-4A87-4429-AA64-CF55CC6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44E26069-78C1-4417-81D5-6DB48AE5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F995583E-71E8-4130-9E11-920BBCBC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C98C25D6-3537-46EE-9164-6131CBDA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4D458859-C0BC-4672-B287-C8E757B5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8EA349CA-3E0B-4E93-ADE0-AB6AB4F6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1AE6753F-7311-45E3-8177-A40B7E45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CF73E1E0-BF1D-4E6A-B0F9-3612C26C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9DD80108-C23B-40F7-807E-686C28E6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D1B59A82-47A8-4845-BF11-65F3A36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A3ABCF63-9EFA-4131-B42D-235DED41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034D11DA-4690-4212-A677-DB2A9E55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5F76E8A8-1897-4FEE-B937-3404B37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DE628A6B-395D-49D0-8F79-59EA5F47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1C38E2BC-1D70-4905-871D-B1BC3C0D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</p:spTree>
    <p:extLst>
      <p:ext uri="{BB962C8B-B14F-4D97-AF65-F5344CB8AC3E}">
        <p14:creationId xmlns:p14="http://schemas.microsoft.com/office/powerpoint/2010/main" val="2019758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5F15E244-C133-487C-942F-909DC382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BBAEBB0-EFF0-4570-94F2-767B8F1C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C5AB39C-EA49-4619-A0FE-2FB01C9A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6CFD357A-5B30-4738-A429-DF48BF99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92CF09D8-1F42-4373-87C3-0233115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BB8CE448-4A87-4429-AA64-CF55CC6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44E26069-78C1-4417-81D5-6DB48AE5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F995583E-71E8-4130-9E11-920BBCBC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C98C25D6-3537-46EE-9164-6131CBDA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4D458859-C0BC-4672-B287-C8E757B5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8EA349CA-3E0B-4E93-ADE0-AB6AB4F6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1AE6753F-7311-45E3-8177-A40B7E45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CF73E1E0-BF1D-4E6A-B0F9-3612C26C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9DD80108-C23B-40F7-807E-686C28E6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D1B59A82-47A8-4845-BF11-65F3A36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A3ABCF63-9EFA-4131-B42D-235DED41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034D11DA-4690-4212-A677-DB2A9E55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5F76E8A8-1897-4FEE-B937-3404B37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DE628A6B-395D-49D0-8F79-59EA5F47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1C38E2BC-1D70-4905-871D-B1BC3C0D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5B6C5420-C4C9-48F7-A7FE-E9319BF4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</p:spTree>
    <p:extLst>
      <p:ext uri="{BB962C8B-B14F-4D97-AF65-F5344CB8AC3E}">
        <p14:creationId xmlns:p14="http://schemas.microsoft.com/office/powerpoint/2010/main" val="2019758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5F15E244-C133-487C-942F-909DC382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BBAEBB0-EFF0-4570-94F2-767B8F1C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C5AB39C-EA49-4619-A0FE-2FB01C9A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6CFD357A-5B30-4738-A429-DF48BF99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92CF09D8-1F42-4373-87C3-02331155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BB8CE448-4A87-4429-AA64-CF55CC66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44E26069-78C1-4417-81D5-6DB48AE5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F995583E-71E8-4130-9E11-920BBCBC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C98C25D6-3537-46EE-9164-6131CBDA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4D458859-C0BC-4672-B287-C8E757B5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8EA349CA-3E0B-4E93-ADE0-AB6AB4F6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1AE6753F-7311-45E3-8177-A40B7E45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CF73E1E0-BF1D-4E6A-B0F9-3612C26C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9DD80108-C23B-40F7-807E-686C28E6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D1B59A82-47A8-4845-BF11-65F3A36A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A3ABCF63-9EFA-4131-B42D-235DED41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034D11DA-4690-4212-A677-DB2A9E55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5F76E8A8-1897-4FEE-B937-3404B37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DE628A6B-395D-49D0-8F79-59EA5F47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1C38E2BC-1D70-4905-871D-B1BC3C0D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5B6C5420-C4C9-48F7-A7FE-E9319BF4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  <p:sp>
        <p:nvSpPr>
          <p:cNvPr id="22" name="delta-size">
            <a:extLst xmlns:a="http://schemas.openxmlformats.org/drawingml/2006/main">
              <a:ext uri="{FF2B5EF4-FFF2-40B4-BE49-F238E27FC236}">
                <a16:creationId xmlns:a16="http://schemas.microsoft.com/office/drawing/2014/main" id="{D1B6F132-2411-4BFE-8524-418E122E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+ 7 × 2 = 22 bit → 3 B（补2 bit）</a:t>
            </a:r>
          </a:p>
        </p:txBody>
      </p:sp>
      <p:sp>
        <p:nvSpPr>
          <p:cNvPr id="23" name="delta-code-table">
            <a:extLst xmlns:a="http://schemas.openxmlformats.org/drawingml/2006/main">
              <a:ext uri="{FF2B5EF4-FFF2-40B4-BE49-F238E27FC236}">
                <a16:creationId xmlns:a16="http://schemas.microsoft.com/office/drawing/2014/main" id="{CB071FEF-8789-4082-854A-C312D699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本串码表：−1 = 00；0 = 01；+1 = 10</a:t>
            </a:r>
          </a:p>
        </p:txBody>
      </p:sp>
    </p:spTree>
    <p:extLst>
      <p:ext uri="{BB962C8B-B14F-4D97-AF65-F5344CB8AC3E}">
        <p14:creationId xmlns:p14="http://schemas.microsoft.com/office/powerpoint/2010/main" val="2019758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501A71AF-6CC0-4C69-A4E2-FA101902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2E1B10E-294C-4416-AF76-CDFFA85D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2DF74B3-55BD-4307-AA93-CE1EFA69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369D87F9-56D5-4EDA-AE4C-746304FD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E1588E67-D832-4355-B88E-6DFCBB1C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62B62510-4437-46F6-9B22-37EECCF0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F7F41F44-7C2B-4B62-9C2F-F3B8E377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58D9E0E6-89F8-4326-893D-34FC4BA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D43261D9-5635-4355-BB99-FF88BEB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</p:spTree>
    <p:extLst>
      <p:ext uri="{BB962C8B-B14F-4D97-AF65-F5344CB8AC3E}">
        <p14:creationId xmlns:p14="http://schemas.microsoft.com/office/powerpoint/2010/main" val="9035299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501A71AF-6CC0-4C69-A4E2-FA101902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2E1B10E-294C-4416-AF76-CDFFA85D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2DF74B3-55BD-4307-AA93-CE1EFA69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369D87F9-56D5-4EDA-AE4C-746304FD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E1588E67-D832-4355-B88E-6DFCBB1C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62B62510-4437-46F6-9B22-37EECCF0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F7F41F44-7C2B-4B62-9C2F-F3B8E377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58D9E0E6-89F8-4326-893D-34FC4BA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D43261D9-5635-4355-BB99-FF88BEB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BE23E3D3-AE9A-4BA1-B54C-6A5027C4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</p:spTree>
    <p:extLst>
      <p:ext uri="{BB962C8B-B14F-4D97-AF65-F5344CB8AC3E}">
        <p14:creationId xmlns:p14="http://schemas.microsoft.com/office/powerpoint/2010/main" val="9035299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501A71AF-6CC0-4C69-A4E2-FA101902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C2E1B10E-294C-4416-AF76-CDFFA85D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2DF74B3-55BD-4307-AA93-CE1EFA69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369D87F9-56D5-4EDA-AE4C-746304FD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E1588E67-D832-4355-B88E-6DFCBB1C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62B62510-4437-46F6-9B22-37EECCF0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F7F41F44-7C2B-4B62-9C2F-F3B8E377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58D9E0E6-89F8-4326-893D-34FC4BA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D43261D9-5635-4355-BB99-FF88BEB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BE23E3D3-AE9A-4BA1-B54C-6A5027C4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  <p:sp>
        <p:nvSpPr>
          <p:cNvPr id="11" name="lossy-size">
            <a:extLst xmlns:a="http://schemas.openxmlformats.org/drawingml/2006/main">
              <a:ext uri="{FF2B5EF4-FFF2-40B4-BE49-F238E27FC236}">
                <a16:creationId xmlns:a16="http://schemas.microsoft.com/office/drawing/2014/main" id="{C3D6B970-8BE1-403B-99B1-E3579BEF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× 6 = 48 bit = 6 B；不能保证完整恢复</a:t>
            </a:r>
          </a:p>
        </p:txBody>
      </p:sp>
    </p:spTree>
    <p:extLst>
      <p:ext uri="{BB962C8B-B14F-4D97-AF65-F5344CB8AC3E}">
        <p14:creationId xmlns:p14="http://schemas.microsoft.com/office/powerpoint/2010/main" val="9035299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80486811-D163-487D-8E92-768033B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6FC6766-9289-43D5-A701-68DDBDF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24933F6-38C4-4002-B51B-38D195BF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2c38d1324437f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b87183dcd4bb0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F084AA9-1A58-4267-A1EF-ACA82D3F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3F747B6E-DED8-4A94-9C26-5499F4D2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85F56B5B-2B7C-48AE-9832-BA3FC7F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</p:spTree>
    <p:extLst>
      <p:ext uri="{BB962C8B-B14F-4D97-AF65-F5344CB8AC3E}">
        <p14:creationId xmlns:p14="http://schemas.microsoft.com/office/powerpoint/2010/main" val="19472685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80486811-D163-487D-8E92-768033B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6FC6766-9289-43D5-A701-68DDBDF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24933F6-38C4-4002-B51B-38D195BF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55ee4e41b4fab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9109fe8e944e1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F084AA9-1A58-4267-A1EF-ACA82D3F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3F747B6E-DED8-4A94-9C26-5499F4D2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85F56B5B-2B7C-48AE-9832-BA3FC7F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8DBEB4B7-0170-4E95-80A1-9627C1C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FDA30905-8961-4289-BDD2-9B8C4876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</p:spTree>
    <p:extLst>
      <p:ext uri="{BB962C8B-B14F-4D97-AF65-F5344CB8AC3E}">
        <p14:creationId xmlns:p14="http://schemas.microsoft.com/office/powerpoint/2010/main" val="19472685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80486811-D163-487D-8E92-768033B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6FC6766-9289-43D5-A701-68DDBDF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24933F6-38C4-4002-B51B-38D195BF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9f431186f41f1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26c7c0bc94747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F084AA9-1A58-4267-A1EF-ACA82D3F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3F747B6E-DED8-4A94-9C26-5499F4D2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85F56B5B-2B7C-48AE-9832-BA3FC7F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8DBEB4B7-0170-4E95-80A1-9627C1C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FDA30905-8961-4289-BDD2-9B8C4876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  <p:sp>
        <p:nvSpPr>
          <p:cNvPr id="11" name="crop-overlay">
            <a:extLst xmlns:a="http://schemas.openxmlformats.org/drawingml/2006/main">
              <a:ext uri="{FF2B5EF4-FFF2-40B4-BE49-F238E27FC236}">
                <a16:creationId xmlns:a16="http://schemas.microsoft.com/office/drawing/2014/main" id="{B1EED826-88B4-45E6-A4F4-C9595DE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537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4dcc677ed4454"/>
          <a:stretch xmlns:a="http://schemas.openxmlformats.org/drawingml/2006/main"/>
        </p:blipFill>
        <p:spPr>
          <a:xfrm xmlns:a="http://schemas.openxmlformats.org/drawingml/2006/main">
            <a:off x="609600" y="2438400"/>
            <a:ext cx="5143500" cy="25717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0c82667104ec8"/>
          <a:stretch xmlns:a="http://schemas.openxmlformats.org/drawingml/2006/main"/>
        </p:blipFill>
        <p:spPr>
          <a:xfrm xmlns:a="http://schemas.openxmlformats.org/drawingml/2006/main">
            <a:off x="6419850" y="2438400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14" name="crop-caption">
            <a:extLst xmlns:a="http://schemas.openxmlformats.org/drawingml/2006/main">
              <a:ext uri="{FF2B5EF4-FFF2-40B4-BE49-F238E27FC236}">
                <a16:creationId xmlns:a16="http://schemas.microsoft.com/office/drawing/2014/main" id="{B244596F-AE5E-43CC-9F6A-1EBAF27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同一96 × 48像素区域，最近邻放大8倍</a:t>
            </a:r>
          </a:p>
        </p:txBody>
      </p:sp>
    </p:spTree>
    <p:extLst>
      <p:ext uri="{BB962C8B-B14F-4D97-AF65-F5344CB8AC3E}">
        <p14:creationId xmlns:p14="http://schemas.microsoft.com/office/powerpoint/2010/main" val="19472685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ail">
            <a:extLst xmlns:a="http://schemas.openxmlformats.org/drawingml/2006/main">
              <a:ext uri="{FF2B5EF4-FFF2-40B4-BE49-F238E27FC236}">
                <a16:creationId xmlns:a16="http://schemas.microsoft.com/office/drawing/2014/main" id="{80486811-D163-487D-8E92-768033B1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56FC6766-9289-43D5-A701-68DDBDF8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24933F6-38C4-4002-B51B-38D195BF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048c084134cd9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8dc1e8ef6401b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4F084AA9-1A58-4267-A1EF-ACA82D3F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3F747B6E-DED8-4A94-9C26-5499F4D2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85F56B5B-2B7C-48AE-9832-BA3FC7F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8DBEB4B7-0170-4E95-80A1-9627C1C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FDA30905-8961-4289-BDD2-9B8C4876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  <p:sp>
        <p:nvSpPr>
          <p:cNvPr id="11" name="crop-overlay">
            <a:extLst xmlns:a="http://schemas.openxmlformats.org/drawingml/2006/main">
              <a:ext uri="{FF2B5EF4-FFF2-40B4-BE49-F238E27FC236}">
                <a16:creationId xmlns:a16="http://schemas.microsoft.com/office/drawing/2014/main" id="{B1EED826-88B4-45E6-A4F4-C9595DE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537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9e066d5e94247"/>
          <a:stretch xmlns:a="http://schemas.openxmlformats.org/drawingml/2006/main"/>
        </p:blipFill>
        <p:spPr>
          <a:xfrm xmlns:a="http://schemas.openxmlformats.org/drawingml/2006/main">
            <a:off x="609600" y="2438400"/>
            <a:ext cx="5143500" cy="25717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850e9fcaf4dc7"/>
          <a:stretch xmlns:a="http://schemas.openxmlformats.org/drawingml/2006/main"/>
        </p:blipFill>
        <p:spPr>
          <a:xfrm xmlns:a="http://schemas.openxmlformats.org/drawingml/2006/main">
            <a:off x="6419850" y="2438400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14" name="crop-caption">
            <a:extLst xmlns:a="http://schemas.openxmlformats.org/drawingml/2006/main">
              <a:ext uri="{FF2B5EF4-FFF2-40B4-BE49-F238E27FC236}">
                <a16:creationId xmlns:a16="http://schemas.microsoft.com/office/drawing/2014/main" id="{B244596F-AE5E-43CC-9F6A-1EBAF27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同一96 × 48像素区域，最近邻放大8倍</a:t>
            </a:r>
          </a:p>
        </p:txBody>
      </p:sp>
      <p:sp>
        <p:nvSpPr>
          <p:cNvPr id="15" name="file-size">
            <a:extLst xmlns:a="http://schemas.openxmlformats.org/drawingml/2006/main">
              <a:ext uri="{FF2B5EF4-FFF2-40B4-BE49-F238E27FC236}">
                <a16:creationId xmlns:a16="http://schemas.microsoft.com/office/drawing/2014/main" id="{62DFFDFE-F56C-4AA6-AE3F-68353E18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PNG 4,441 B      JPEG 10,766 B</a:t>
            </a:r>
          </a:p>
        </p:txBody>
      </p:sp>
      <p:sp>
        <p:nvSpPr>
          <p:cNvPr id="16" name="file-size-label-overlay">
            <a:extLst xmlns:a="http://schemas.openxmlformats.org/drawingml/2006/main">
              <a:ext uri="{FF2B5EF4-FFF2-40B4-BE49-F238E27FC236}">
                <a16:creationId xmlns:a16="http://schemas.microsoft.com/office/drawing/2014/main" id="{DDEE4893-E5F5-47D0-BB09-00ECFE8B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537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file-size-final">
            <a:extLst xmlns:a="http://schemas.openxmlformats.org/drawingml/2006/main">
              <a:ext uri="{FF2B5EF4-FFF2-40B4-BE49-F238E27FC236}">
                <a16:creationId xmlns:a16="http://schemas.microsoft.com/office/drawing/2014/main" id="{DF5C2E53-8D7A-432E-B6CB-C4F5ADA7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PNG 4,441 B      JPEG 10,766 B</a:t>
            </a:r>
          </a:p>
        </p:txBody>
      </p:sp>
    </p:spTree>
    <p:extLst>
      <p:ext uri="{BB962C8B-B14F-4D97-AF65-F5344CB8AC3E}">
        <p14:creationId xmlns:p14="http://schemas.microsoft.com/office/powerpoint/2010/main" val="19472685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op-rail">
            <a:extLst xmlns:a="http://schemas.openxmlformats.org/drawingml/2006/main">
              <a:ext uri="{FF2B5EF4-FFF2-40B4-BE49-F238E27FC236}">
                <a16:creationId xmlns:a16="http://schemas.microsoft.com/office/drawing/2014/main" id="{32EF2D1F-DC66-4E03-B422-5997740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85CA957-71FD-4059-84BD-EFE56B51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3D18DBE-7EA0-4811-A917-04A7C3BE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25921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32EF2D1F-DC66-4E03-B422-5997740A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85CA957-71FD-4059-84BD-EFE56B51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3D18DBE-7EA0-4811-A917-04A7C3BE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use-answer">
            <a:extLst xmlns:a="http://schemas.openxmlformats.org/drawingml/2006/main">
              <a:ext uri="{FF2B5EF4-FFF2-40B4-BE49-F238E27FC236}">
                <a16:creationId xmlns:a16="http://schemas.microsoft.com/office/drawing/2014/main" id="{E5190088-9700-4DAB-AACD-C3B32AB9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文本文档／程序必须无损；媒体要检查用途与质量。</a:t>
            </a:r>
          </a:p>
        </p:txBody>
      </p:sp>
    </p:spTree>
    <p:extLst>
      <p:ext uri="{BB962C8B-B14F-4D97-AF65-F5344CB8AC3E}">
        <p14:creationId xmlns:p14="http://schemas.microsoft.com/office/powerpoint/2010/main" val="8725921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7D74E1F2-3E9A-4C9B-8607-425B2EB3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F1FBC6D-FB9E-47E3-8BA6-43CCCF86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AF27DA8-FFD5-4CCB-8AF0-DF1E8FE0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74C8EC41-8510-4181-BBCE-A89505C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7C6A5E8C-131C-482C-8014-C383F29B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</p:spTree>
    <p:extLst>
      <p:ext uri="{BB962C8B-B14F-4D97-AF65-F5344CB8AC3E}">
        <p14:creationId xmlns:p14="http://schemas.microsoft.com/office/powerpoint/2010/main" val="2559863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7D74E1F2-3E9A-4C9B-8607-425B2EB3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F1FBC6D-FB9E-47E3-8BA6-43CCCF86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AF27DA8-FFD5-4CCB-8AF0-DF1E8FE0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74C8EC41-8510-4181-BBCE-A89505C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7C6A5E8C-131C-482C-8014-C383F29B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56013953-CACA-4FFB-9288-23D766E2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</p:spTree>
    <p:extLst>
      <p:ext uri="{BB962C8B-B14F-4D97-AF65-F5344CB8AC3E}">
        <p14:creationId xmlns:p14="http://schemas.microsoft.com/office/powerpoint/2010/main" val="2559863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7D74E1F2-3E9A-4C9B-8607-425B2EB3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F1FBC6D-FB9E-47E3-8BA6-43CCCF86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AF27DA8-FFD5-4CCB-8AF0-DF1E8FE0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74C8EC41-8510-4181-BBCE-A89505C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7C6A5E8C-131C-482C-8014-C383F29B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56013953-CACA-4FFB-9288-23D766E2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  <p:sp>
        <p:nvSpPr>
          <p:cNvPr id="8" name="format-overlay">
            <a:extLst xmlns:a="http://schemas.openxmlformats.org/drawingml/2006/main">
              <a:ext uri="{FF2B5EF4-FFF2-40B4-BE49-F238E27FC236}">
                <a16:creationId xmlns:a16="http://schemas.microsoft.com/office/drawing/2014/main" id="{43A14605-D864-406D-8471-9E97C987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5375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52750"/>
                <a:gridCol w="5715000"/>
              </a:tblGrid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常见用途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本课保留的边界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JPG/JPEG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常见照片保存通常有损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TIF/TIFF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需看所用编码方式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音频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常见有损音频编码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视频相关标准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常见视频用途采用有损编码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format-key">
            <a:extLst xmlns:a="http://schemas.openxmlformats.org/drawingml/2006/main">
              <a:ext uri="{FF2B5EF4-FFF2-40B4-BE49-F238E27FC236}">
                <a16:creationId xmlns:a16="http://schemas.microsoft.com/office/drawing/2014/main" id="{2447437B-094E-475F-9EC3-A7F6A4A6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先看用途与保存方式，再判断。</a:t>
            </a:r>
          </a:p>
        </p:txBody>
      </p:sp>
    </p:spTree>
    <p:extLst>
      <p:ext uri="{BB962C8B-B14F-4D97-AF65-F5344CB8AC3E}">
        <p14:creationId xmlns:p14="http://schemas.microsoft.com/office/powerpoint/2010/main" val="25598633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8F9EB882-D5DA-495E-930B-4EA27F9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5A227D9-067E-4282-9A66-7B4B072A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C623BE7-D454-4F15-9E95-7C89AC7D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0B5AF25B-E003-4D64-A142-DA282519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894ED51E-11A4-4AC0-8797-C51F8B2E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</p:spTree>
    <p:extLst>
      <p:ext uri="{BB962C8B-B14F-4D97-AF65-F5344CB8AC3E}">
        <p14:creationId xmlns:p14="http://schemas.microsoft.com/office/powerpoint/2010/main" val="11134891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8F9EB882-D5DA-495E-930B-4EA27F9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5A227D9-067E-4282-9A66-7B4B072A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C623BE7-D454-4F15-9E95-7C89AC7D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0B5AF25B-E003-4D64-A142-DA282519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894ED51E-11A4-4AC0-8797-C51F8B2E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  <p:sp>
        <p:nvSpPr>
          <p:cNvPr id="7" name="choice-answer">
            <a:extLst xmlns:a="http://schemas.openxmlformats.org/drawingml/2006/main">
              <a:ext uri="{FF2B5EF4-FFF2-40B4-BE49-F238E27FC236}">
                <a16:creationId xmlns:a16="http://schemas.microsoft.com/office/drawing/2014/main" id="{CDC2FA24-D93C-462B-A9B6-3AAE16D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源程序选A；照片浏览副本选B。两项要求都要满足。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11134891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89E2386D-5E9F-4DC1-A2FF-527A279E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6B783F0-3059-479B-9EE6-5AA2691D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2F04B03-FDCC-4AE8-B13D-B4B1A66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数据压缩：改变表示，检查用途</a:t>
            </a:r>
          </a:p>
        </p:txBody>
      </p:sp>
      <p:sp>
        <p:nvSpPr>
          <p:cNvPr id="4" name="definition">
            <a:extLst xmlns:a="http://schemas.openxmlformats.org/drawingml/2006/main">
              <a:ext uri="{FF2B5EF4-FFF2-40B4-BE49-F238E27FC236}">
                <a16:creationId xmlns:a16="http://schemas.microsoft.com/office/drawing/2014/main" id="{09C45206-2806-4512-8479-C152DFB4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存储和传输时采用特殊编码，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使数据占用的空间相对减少。</a:t>
            </a:r>
          </a:p>
        </p:txBody>
      </p:sp>
      <p:sp>
        <p:nvSpPr>
          <p:cNvPr id="5" name="lossless">
            <a:extLst xmlns:a="http://schemas.openxmlformats.org/drawingml/2006/main">
              <a:ext uri="{FF2B5EF4-FFF2-40B4-BE49-F238E27FC236}">
                <a16:creationId xmlns:a16="http://schemas.microsoft.com/office/drawing/2014/main" id="{E7824EB8-E244-4419-9F3B-4DD3BE73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无损：解压后可完全恢复原始数据。</a:t>
            </a:r>
          </a:p>
        </p:txBody>
      </p:sp>
      <p:sp>
        <p:nvSpPr>
          <p:cNvPr id="6" name="lossy">
            <a:extLst xmlns:a="http://schemas.openxmlformats.org/drawingml/2006/main">
              <a:ext uri="{FF2B5EF4-FFF2-40B4-BE49-F238E27FC236}">
                <a16:creationId xmlns:a16="http://schemas.microsoft.com/office/drawing/2014/main" id="{33A48ED9-64F6-4C11-AEF1-A1D516EA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有损：不能保证完整恢复；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前提是所需主要信息仍能获取。</a:t>
            </a:r>
          </a:p>
        </p:txBody>
      </p:sp>
    </p:spTree>
    <p:extLst>
      <p:ext uri="{BB962C8B-B14F-4D97-AF65-F5344CB8AC3E}">
        <p14:creationId xmlns:p14="http://schemas.microsoft.com/office/powerpoint/2010/main" val="201920292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99326C0-490E-4A0A-B0CD-69EF0E6B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68174A8-603B-4782-B6E0-9FFD3CD2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DFEDC62-E1F2-45AC-8EE2-04BA595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9E332ED9-EA11-4217-8967-8EED2406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E42D9465-9113-401E-8F42-756A2E93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273FBF40-463F-411C-8276-031492F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</p:spTree>
    <p:extLst>
      <p:ext uri="{BB962C8B-B14F-4D97-AF65-F5344CB8AC3E}">
        <p14:creationId xmlns:p14="http://schemas.microsoft.com/office/powerpoint/2010/main" val="12630901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699326C0-490E-4A0A-B0CD-69EF0E6B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68174A8-603B-4782-B6E0-9FFD3CD2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DFEDC62-E1F2-45AC-8EE2-04BA5959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9E332ED9-EA11-4217-8967-8EED2406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E42D9465-9113-401E-8F42-756A2E93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273FBF40-463F-411C-8276-031492F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  <p:sp>
        <p:nvSpPr>
          <p:cNvPr id="7" name="exit-answer-one">
            <a:extLst xmlns:a="http://schemas.openxmlformats.org/drawingml/2006/main">
              <a:ext uri="{FF2B5EF4-FFF2-40B4-BE49-F238E27FC236}">
                <a16:creationId xmlns:a16="http://schemas.microsoft.com/office/drawing/2014/main" id="{ADB1871D-F6CB-4998-891A-1557B99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与 原始输入</a:t>
            </a:r>
          </a:p>
        </p:txBody>
      </p:sp>
      <p:sp>
        <p:nvSpPr>
          <p:cNvPr id="8" name="exit-answer-two">
            <a:extLst xmlns:a="http://schemas.openxmlformats.org/drawingml/2006/main">
              <a:ext uri="{FF2B5EF4-FFF2-40B4-BE49-F238E27FC236}">
                <a16:creationId xmlns:a16="http://schemas.microsoft.com/office/drawing/2014/main" id="{8270278A-6AEF-4DC9-975A-E8531FD5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感知相似，不能证明每个原值都相同。</a:t>
            </a:r>
          </a:p>
        </p:txBody>
      </p:sp>
    </p:spTree>
    <p:extLst>
      <p:ext uri="{BB962C8B-B14F-4D97-AF65-F5344CB8AC3E}">
        <p14:creationId xmlns:p14="http://schemas.microsoft.com/office/powerpoint/2010/main" val="1263090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2026-10-01T00:17:57.9490000Z</dcterms:created>
  <dcterms:modified xsi:type="dcterms:W3CDTF">2026-10-01T00:17:57.9490000Z</dcterms:modified>
</coreProperties>
</file>