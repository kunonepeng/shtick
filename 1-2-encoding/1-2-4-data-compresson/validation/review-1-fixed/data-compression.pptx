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2b841d81264324" /><Relationship Type="http://schemas.openxmlformats.org/officeDocument/2006/relationships/extended-properties" Target="/docProps/app.xml" Id="R0705fef743b34707" /><Relationship Type="http://schemas.openxmlformats.org/officeDocument/2006/relationships/officeDocument" Target="/ppt/presentation.xml" Id="R1a26e8568fc84fe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79ce9a518a4293"/>
  </p:sldMasterIdLst>
  <p:notesMasterIdLst>
    <p:notesMasterId xmlns:r="http://schemas.openxmlformats.org/officeDocument/2006/relationships" r:id="R277c24065d634839"/>
  </p:notesMasterIdLst>
  <p:sldIdLst>
    <p:sldId xmlns:r="http://schemas.openxmlformats.org/officeDocument/2006/relationships" id="256" r:id="Rb05e5d0e15cb447c"/>
    <p:sldId xmlns:r="http://schemas.openxmlformats.org/officeDocument/2006/relationships" id="257" r:id="Rf6cb9d7fc8524365"/>
    <p:sldId xmlns:r="http://schemas.openxmlformats.org/officeDocument/2006/relationships" id="258" r:id="R0a162adadd0940a4"/>
    <p:sldId xmlns:r="http://schemas.openxmlformats.org/officeDocument/2006/relationships" id="259" r:id="R3b71a6b7113e4493"/>
    <p:sldId xmlns:r="http://schemas.openxmlformats.org/officeDocument/2006/relationships" id="260" r:id="R35e9e982a5a242da"/>
    <p:sldId xmlns:r="http://schemas.openxmlformats.org/officeDocument/2006/relationships" id="261" r:id="Rf2ca1b6d84834582"/>
    <p:sldId xmlns:r="http://schemas.openxmlformats.org/officeDocument/2006/relationships" id="262" r:id="Re6d3dc2a87ed4041"/>
    <p:sldId xmlns:r="http://schemas.openxmlformats.org/officeDocument/2006/relationships" id="263" r:id="Rbd8fe5f678dc4215"/>
    <p:sldId xmlns:r="http://schemas.openxmlformats.org/officeDocument/2006/relationships" id="264" r:id="R9d11ee6d442a40cd"/>
    <p:sldId xmlns:r="http://schemas.openxmlformats.org/officeDocument/2006/relationships" id="265" r:id="R071c0ba79a464d48"/>
    <p:sldId xmlns:r="http://schemas.openxmlformats.org/officeDocument/2006/relationships" id="266" r:id="Rcf5360a82ef04024"/>
    <p:sldId xmlns:r="http://schemas.openxmlformats.org/officeDocument/2006/relationships" id="267" r:id="R2e499487df9149db"/>
    <p:sldId xmlns:r="http://schemas.openxmlformats.org/officeDocument/2006/relationships" id="268" r:id="Racd59f32d170410e"/>
    <p:sldId xmlns:r="http://schemas.openxmlformats.org/officeDocument/2006/relationships" id="269" r:id="Rac68622880fd4cbc"/>
    <p:sldId xmlns:r="http://schemas.openxmlformats.org/officeDocument/2006/relationships" id="270" r:id="R7d651259c56041d0"/>
    <p:sldId xmlns:r="http://schemas.openxmlformats.org/officeDocument/2006/relationships" id="271" r:id="R66d18596527c4977"/>
    <p:sldId xmlns:r="http://schemas.openxmlformats.org/officeDocument/2006/relationships" id="272" r:id="R45743e67502d404d"/>
    <p:sldId xmlns:r="http://schemas.openxmlformats.org/officeDocument/2006/relationships" id="273" r:id="R31e65e4c8da9418a"/>
    <p:sldId xmlns:r="http://schemas.openxmlformats.org/officeDocument/2006/relationships" id="274" r:id="R033124250fac4960"/>
    <p:sldId xmlns:r="http://schemas.openxmlformats.org/officeDocument/2006/relationships" id="275" r:id="Re3ae9294bc67471b"/>
    <p:sldId xmlns:r="http://schemas.openxmlformats.org/officeDocument/2006/relationships" id="276" r:id="Rab74cd45c60d4959"/>
    <p:sldId xmlns:r="http://schemas.openxmlformats.org/officeDocument/2006/relationships" id="277" r:id="R504b796ba9bb4b5b"/>
    <p:sldId xmlns:r="http://schemas.openxmlformats.org/officeDocument/2006/relationships" id="278" r:id="Rbf413903c6034fcf"/>
    <p:sldId xmlns:r="http://schemas.openxmlformats.org/officeDocument/2006/relationships" id="279" r:id="R369aa26ef01b42ed"/>
    <p:sldId xmlns:r="http://schemas.openxmlformats.org/officeDocument/2006/relationships" id="280" r:id="R32f55a7f1d5e40c3"/>
    <p:sldId xmlns:r="http://schemas.openxmlformats.org/officeDocument/2006/relationships" id="281" r:id="R14c244fcab9c4e43"/>
    <p:sldId xmlns:r="http://schemas.openxmlformats.org/officeDocument/2006/relationships" id="282" r:id="Rb8b82d8d5a5442b3"/>
    <p:sldId xmlns:r="http://schemas.openxmlformats.org/officeDocument/2006/relationships" id="283" r:id="Rc72e26f10bdc4a8e"/>
    <p:sldId xmlns:r="http://schemas.openxmlformats.org/officeDocument/2006/relationships" id="284" r:id="R2d0081dd0e264202"/>
    <p:sldId xmlns:r="http://schemas.openxmlformats.org/officeDocument/2006/relationships" id="285" r:id="R9edbe504462242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66b0e9dece4714" /><Relationship Type="http://schemas.openxmlformats.org/officeDocument/2006/relationships/slideMaster" Target="/ppt/slideMasters/slideMaster1.xml" Id="R4679ce9a518a4293" /><Relationship Type="http://schemas.openxmlformats.org/officeDocument/2006/relationships/notesMaster" Target="/ppt/notesMasters/notesMaster1.xml" Id="R277c24065d634839" /><Relationship Type="http://schemas.openxmlformats.org/officeDocument/2006/relationships/presProps" Target="/ppt/presProps.xml" Id="Re6401f9bad7f4894" /><Relationship Type="http://schemas.openxmlformats.org/officeDocument/2006/relationships/tableStyles" Target="/ppt/tableStyles.xml" Id="R7b28727b27d040ac" /><Relationship Type="http://schemas.openxmlformats.org/officeDocument/2006/relationships/slide" Target="/ppt/slides/slide1.xml" Id="Rb05e5d0e15cb447c" /><Relationship Type="http://schemas.openxmlformats.org/officeDocument/2006/relationships/slide" Target="/ppt/slides/slide2.xml" Id="Rf6cb9d7fc8524365" /><Relationship Type="http://schemas.openxmlformats.org/officeDocument/2006/relationships/slide" Target="/ppt/slides/slide3.xml" Id="R0a162adadd0940a4" /><Relationship Type="http://schemas.openxmlformats.org/officeDocument/2006/relationships/slide" Target="/ppt/slides/slide4.xml" Id="R3b71a6b7113e4493" /><Relationship Type="http://schemas.openxmlformats.org/officeDocument/2006/relationships/slide" Target="/ppt/slides/slide5.xml" Id="R35e9e982a5a242da" /><Relationship Type="http://schemas.openxmlformats.org/officeDocument/2006/relationships/slide" Target="/ppt/slides/slide6.xml" Id="Rf2ca1b6d84834582" /><Relationship Type="http://schemas.openxmlformats.org/officeDocument/2006/relationships/slide" Target="/ppt/slides/slide7.xml" Id="Re6d3dc2a87ed4041" /><Relationship Type="http://schemas.openxmlformats.org/officeDocument/2006/relationships/slide" Target="/ppt/slides/slide8.xml" Id="Rbd8fe5f678dc4215" /><Relationship Type="http://schemas.openxmlformats.org/officeDocument/2006/relationships/slide" Target="/ppt/slides/slide9.xml" Id="R9d11ee6d442a40cd" /><Relationship Type="http://schemas.openxmlformats.org/officeDocument/2006/relationships/slide" Target="/ppt/slides/slide10.xml" Id="R071c0ba79a464d48" /><Relationship Type="http://schemas.openxmlformats.org/officeDocument/2006/relationships/slide" Target="/ppt/slides/slide11.xml" Id="Rcf5360a82ef04024" /><Relationship Type="http://schemas.openxmlformats.org/officeDocument/2006/relationships/slide" Target="/ppt/slides/slide12.xml" Id="R2e499487df9149db" /><Relationship Type="http://schemas.openxmlformats.org/officeDocument/2006/relationships/slide" Target="/ppt/slides/slide13.xml" Id="Racd59f32d170410e" /><Relationship Type="http://schemas.openxmlformats.org/officeDocument/2006/relationships/slide" Target="/ppt/slides/slide14.xml" Id="Rac68622880fd4cbc" /><Relationship Type="http://schemas.openxmlformats.org/officeDocument/2006/relationships/slide" Target="/ppt/slides/slide15.xml" Id="R7d651259c56041d0" /><Relationship Type="http://schemas.openxmlformats.org/officeDocument/2006/relationships/slide" Target="/ppt/slides/slide16.xml" Id="R66d18596527c4977" /><Relationship Type="http://schemas.openxmlformats.org/officeDocument/2006/relationships/slide" Target="/ppt/slides/slide17.xml" Id="R45743e67502d404d" /><Relationship Type="http://schemas.openxmlformats.org/officeDocument/2006/relationships/slide" Target="/ppt/slides/slide18.xml" Id="R31e65e4c8da9418a" /><Relationship Type="http://schemas.openxmlformats.org/officeDocument/2006/relationships/slide" Target="/ppt/slides/slide19.xml" Id="R033124250fac4960" /><Relationship Type="http://schemas.openxmlformats.org/officeDocument/2006/relationships/slide" Target="/ppt/slides/slide20.xml" Id="Re3ae9294bc67471b" /><Relationship Type="http://schemas.openxmlformats.org/officeDocument/2006/relationships/slide" Target="/ppt/slides/slide21.xml" Id="Rab74cd45c60d4959" /><Relationship Type="http://schemas.openxmlformats.org/officeDocument/2006/relationships/slide" Target="/ppt/slides/slide22.xml" Id="R504b796ba9bb4b5b" /><Relationship Type="http://schemas.openxmlformats.org/officeDocument/2006/relationships/slide" Target="/ppt/slides/slide23.xml" Id="Rbf413903c6034fcf" /><Relationship Type="http://schemas.openxmlformats.org/officeDocument/2006/relationships/slide" Target="/ppt/slides/slide24.xml" Id="R369aa26ef01b42ed" /><Relationship Type="http://schemas.openxmlformats.org/officeDocument/2006/relationships/slide" Target="/ppt/slides/slide25.xml" Id="R32f55a7f1d5e40c3" /><Relationship Type="http://schemas.openxmlformats.org/officeDocument/2006/relationships/slide" Target="/ppt/slides/slide26.xml" Id="R14c244fcab9c4e43" /><Relationship Type="http://schemas.openxmlformats.org/officeDocument/2006/relationships/slide" Target="/ppt/slides/slide27.xml" Id="Rb8b82d8d5a5442b3" /><Relationship Type="http://schemas.openxmlformats.org/officeDocument/2006/relationships/slide" Target="/ppt/slides/slide28.xml" Id="Rc72e26f10bdc4a8e" /><Relationship Type="http://schemas.openxmlformats.org/officeDocument/2006/relationships/slide" Target="/ppt/slides/slide29.xml" Id="R2d0081dd0e264202" /><Relationship Type="http://schemas.openxmlformats.org/officeDocument/2006/relationships/slide" Target="/ppt/slides/slide30.xml" Id="R9edbe504462242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c342162e354f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d7b66d40a14b5c" /><Relationship Type="http://schemas.openxmlformats.org/officeDocument/2006/relationships/notesMaster" Target="/ppt/notesMasters/notesMaster1.xml" Id="Rcbfeb192571644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57e0e2021b4cbe" /><Relationship Type="http://schemas.openxmlformats.org/officeDocument/2006/relationships/notesMaster" Target="/ppt/notesMasters/notesMaster1.xml" Id="R5d9be216c08a4d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fc7e62e49947f9" /><Relationship Type="http://schemas.openxmlformats.org/officeDocument/2006/relationships/notesMaster" Target="/ppt/notesMasters/notesMaster1.xml" Id="R389e7e2de5e841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a67e0294484568" /><Relationship Type="http://schemas.openxmlformats.org/officeDocument/2006/relationships/notesMaster" Target="/ppt/notesMasters/notesMaster1.xml" Id="R2c5bdd2c7f7247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dccf5789ac469d" /><Relationship Type="http://schemas.openxmlformats.org/officeDocument/2006/relationships/notesMaster" Target="/ppt/notesMasters/notesMaster1.xml" Id="Re9bf883ad5eb42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90e3b9149e4904" /><Relationship Type="http://schemas.openxmlformats.org/officeDocument/2006/relationships/notesMaster" Target="/ppt/notesMasters/notesMaster1.xml" Id="Rec521f7be47041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a7498a72ed448b" /><Relationship Type="http://schemas.openxmlformats.org/officeDocument/2006/relationships/notesMaster" Target="/ppt/notesMasters/notesMaster1.xml" Id="Rbc39ba4822164b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afd72a18a845e1" /><Relationship Type="http://schemas.openxmlformats.org/officeDocument/2006/relationships/notesMaster" Target="/ppt/notesMasters/notesMaster1.xml" Id="Rabd30d23740a4e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fd74661843446d" /><Relationship Type="http://schemas.openxmlformats.org/officeDocument/2006/relationships/notesMaster" Target="/ppt/notesMasters/notesMaster1.xml" Id="R96b7c0fb32804b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717728e372a4e0e" /><Relationship Type="http://schemas.openxmlformats.org/officeDocument/2006/relationships/notesMaster" Target="/ppt/notesMasters/notesMaster1.xml" Id="R5ac807e548e342e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715cd9d080426a" /><Relationship Type="http://schemas.openxmlformats.org/officeDocument/2006/relationships/notesMaster" Target="/ppt/notesMasters/notesMaster1.xml" Id="R4bc291c83b264e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2b4c7dbdf24b84" /><Relationship Type="http://schemas.openxmlformats.org/officeDocument/2006/relationships/notesMaster" Target="/ppt/notesMasters/notesMaster1.xml" Id="R9222c00de04f407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5bbb2c47cc4047" /><Relationship Type="http://schemas.openxmlformats.org/officeDocument/2006/relationships/notesMaster" Target="/ppt/notesMasters/notesMaster1.xml" Id="Reec4e755c82246b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cce19935e284d4c" /><Relationship Type="http://schemas.openxmlformats.org/officeDocument/2006/relationships/notesMaster" Target="/ppt/notesMasters/notesMaster1.xml" Id="R251c87d2a94247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9243cc3766e4770" /><Relationship Type="http://schemas.openxmlformats.org/officeDocument/2006/relationships/notesMaster" Target="/ppt/notesMasters/notesMaster1.xml" Id="R896f2a66f7a248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9c7e5cccb964300" /><Relationship Type="http://schemas.openxmlformats.org/officeDocument/2006/relationships/notesMaster" Target="/ppt/notesMasters/notesMaster1.xml" Id="Rf4151f02ee544c2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db4cfa4af994d2a" /><Relationship Type="http://schemas.openxmlformats.org/officeDocument/2006/relationships/notesMaster" Target="/ppt/notesMasters/notesMaster1.xml" Id="R8d8efe17dc7d4c7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1ee93ad5db24d2f" /><Relationship Type="http://schemas.openxmlformats.org/officeDocument/2006/relationships/notesMaster" Target="/ppt/notesMasters/notesMaster1.xml" Id="Rc229a51b2d7445c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8bb5eafeae9453c" /><Relationship Type="http://schemas.openxmlformats.org/officeDocument/2006/relationships/notesMaster" Target="/ppt/notesMasters/notesMaster1.xml" Id="Rf370b9fc901b443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bef2231a105455b" /><Relationship Type="http://schemas.openxmlformats.org/officeDocument/2006/relationships/notesMaster" Target="/ppt/notesMasters/notesMaster1.xml" Id="R68c7f77425364d0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62c077a4aac4a84" /><Relationship Type="http://schemas.openxmlformats.org/officeDocument/2006/relationships/notesMaster" Target="/ppt/notesMasters/notesMaster1.xml" Id="R238e87b09239431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396fac7c1344551" /><Relationship Type="http://schemas.openxmlformats.org/officeDocument/2006/relationships/notesMaster" Target="/ppt/notesMasters/notesMaster1.xml" Id="R7fa0b5e5c5794b6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9c91dc617d94ed7" /><Relationship Type="http://schemas.openxmlformats.org/officeDocument/2006/relationships/notesMaster" Target="/ppt/notesMasters/notesMaster1.xml" Id="R05d84823921b4a7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62faf4ff7b744eb" /><Relationship Type="http://schemas.openxmlformats.org/officeDocument/2006/relationships/notesMaster" Target="/ppt/notesMasters/notesMaster1.xml" Id="R0aea0d420648487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b21c02e7e254a49" /><Relationship Type="http://schemas.openxmlformats.org/officeDocument/2006/relationships/notesMaster" Target="/ppt/notesMasters/notesMaster1.xml" Id="R863113c8e19d4d3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ff69e504bd24df9" /><Relationship Type="http://schemas.openxmlformats.org/officeDocument/2006/relationships/notesMaster" Target="/ppt/notesMasters/notesMaster1.xml" Id="R4e3ed7aac4c441c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ea337ecc9ac4615" /><Relationship Type="http://schemas.openxmlformats.org/officeDocument/2006/relationships/notesMaster" Target="/ppt/notesMasters/notesMaster1.xml" Id="R162fac67b139428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75e8cfca3464dfe" /><Relationship Type="http://schemas.openxmlformats.org/officeDocument/2006/relationships/notesMaster" Target="/ppt/notesMasters/notesMaster1.xml" Id="R9fbf8659b75e48c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192a3364947472e" /><Relationship Type="http://schemas.openxmlformats.org/officeDocument/2006/relationships/notesMaster" Target="/ppt/notesMasters/notesMaster1.xml" Id="R444289faf0e443a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26cf77f23d3406c" /><Relationship Type="http://schemas.openxmlformats.org/officeDocument/2006/relationships/notesMaster" Target="/ppt/notesMasters/notesMaster1.xml" Id="R8409f8baac7242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开场：从文件大小提出问题</a:t>
            </a:r>
          </a:p>
          <a:p xmlns:a="http://schemas.openxmlformats.org/drawingml/2006/main">
            <a:r>
              <a:t>[内部编号] 收束 · 开场：从文件大小提出问题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前面算过数据需要多少空间。今天先看一个反常现象：文件一下小了很多，图却还能还原。请保留你的第一反应，后面我们用数据来检查。先不要背定义。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文件变小，是不是删掉了内容？</a:t>
            </a:r>
          </a:p>
          <a:p xmlns:a="http://schemas.openxmlformats.org/drawingml/2006/main">
            <a:r>
              <a:t>[内部编号] Q1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同一幅64×64颜色图，A有4096个bytes，B是用A编码得到的，只有38个bytes。先写一个猜测：变小以后，哪些内容可能发生变化？说出你想检查什么。先不给答案。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文件变小，是不是删掉了内容？</a:t>
            </a:r>
          </a:p>
          <a:p xmlns:a="http://schemas.openxmlformats.org/drawingml/2006/main">
            <a:r>
              <a:t>[内部编号] Q1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现在把B读回图像。你看到少了哪一块吗？看上去一样，还不够证明每一个数都相同。我们先找一种能变短又能画回的规则，第三问再检查所有bytes。</a:t>
            </a:r>
          </a:p>
          <a:p xmlns:a="http://schemas.openxmlformats.org/drawingml/2006/main">
            <a:r>
              <a:t>[教师提示] 64×64与码表预先约定；这是颜色编号数据，不冒充PNG。38B是随包记录，现场大小若不同以实际输出为准。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连续重复的颜色，怎样少写一些？</a:t>
            </a:r>
          </a:p>
          <a:p xmlns:a="http://schemas.openxmlformats.org/drawingml/2006/main">
            <a:r>
              <a:t>[内部编号] Q2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这次只看16个颜色。怎样少写一些，又让同桌恢复原来的顺序和数量？发送者看折叠卡，接收者先不看原串。给你们60秒写规则与短消息，30秒画回，再展开卡核对。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连续重复的颜色，怎样少写一些？</a:t>
            </a:r>
          </a:p>
          <a:p xmlns:a="http://schemas.openxmlformats.org/drawingml/2006/main">
            <a:r>
              <a:t>[内部编号] Q2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先听你们的规则。红绿蓝三个字能找回多少个吗？这一种保留了颜色、连续次数和段的顺序。红8代表连续8个红，不是全图所有红的总数。它把重复展开的依据留了下来。</a:t>
            </a:r>
          </a:p>
          <a:p xmlns:a="http://schemas.openxmlformats.org/drawingml/2006/main">
            <a:r>
              <a:t>[教师提示] 私有变体只给发送者，接收者先画回再展开原卡。写8红5绿3蓝也可，不因格式不同判错。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少写以后，怎样证明一个也没丢？</a:t>
            </a:r>
          </a:p>
          <a:p xmlns:a="http://schemas.openxmlformats.org/drawingml/2006/main">
            <a:r>
              <a:t>[内部编号] Q3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接收者说已经恢复了，你准备怎样检查？先提出方法，再动手对比下面两行。不要只说长度一样。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少写以后，怎样证明一个也没丢？</a:t>
            </a:r>
          </a:p>
          <a:p xmlns:a="http://schemas.openxmlformats.org/drawingml/2006/main">
            <a:r>
              <a:t>[内部编号] Q3 · focus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把两行按位置对齐。第9个位置原来是绿，待查却是蓝。两串都是16格，也可能有一个数不同。现在回到开场，比较的应是解压结果与原输入。</a:t>
            </a:r>
          </a:p>
          <a:p xmlns:a="http://schemas.openxmlformats.org/drawingml/2006/main">
            <a:r>
              <a:t>[教师提示] 比较对象：还原与原始输入；不是比较原文件与压缩文件。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少写以后，怎样证明一个也没丢？</a:t>
            </a:r>
          </a:p>
          <a:p xmlns:a="http://schemas.openxmlformats.org/drawingml/2006/main">
            <a:r>
              <a:t>[内部编号] Q3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程序逐byte比较，得到True。解压得到4096个bytes，每个位置与输入相同。能完全恢复原始数据，才叫无损。记住检验对象，下一问我们试同一个规则能否一直省空间。</a:t>
            </a:r>
          </a:p>
          <a:p xmlns:a="http://schemas.openxmlformats.org/drawingml/2006/main">
            <a:r>
              <a:t>[教师提示] D1只在本阶段调用opening(True)。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同一规则，为什么有时反而变大？</a:t>
            </a:r>
          </a:p>
          <a:p xmlns:a="http://schemas.openxmlformats.org/drawingml/2006/main">
            <a:r>
              <a:t>[内部编号] Q4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两串都是16个颜色。按连续段存编号和次数：编号1B、次数1B。先投票，再分工数两串各有几段，算编码后的数据量。不要把红绿交替改写为红8绿8。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同一规则，为什么有时反而变大？</a:t>
            </a:r>
          </a:p>
          <a:p xmlns:a="http://schemas.openxmlformats.org/drawingml/2006/main">
            <a:r>
              <a:t>[内部编号] Q4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A有三段，3×2等于6B。B有十六段，每段只有一个颜色，16×2等于32B。它仍能准确恢复，却更大了。无损说的是可恢复，不是保证变小。</a:t>
            </a:r>
          </a:p>
          <a:p xmlns:a="http://schemas.openxmlformats.org/drawingml/2006/main">
            <a:r>
              <a:t>[教师提示] 只比payload；双方共享码表。256个相同色需拆255+1，不能让次数溢出。ZIP压JPEG效果需实测。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course-design.qmd；demos/compression_lab.py；https://datatracker.ietf.org/doc/rfc1951/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相邻值不相同，还能利用它们的关系吗？</a:t>
            </a:r>
          </a:p>
          <a:p xmlns:a="http://schemas.openxmlformats.org/drawingml/2006/main">
            <a:r>
              <a:t>[内部编号] Q5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这一行灰度几乎一样，数却不完全相同。要求完整恢复，除了逐个写8bit，还能怎样记录？先想规则。必要时从第一个120出发，问下一格比它多多少。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course-design.qmd；demos/compression_lab.py；https://www.w3.org/TR/png-3/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相邻值不相同，还能利用它们的关系吗？</a:t>
            </a:r>
          </a:p>
          <a:p xmlns:a="http://schemas.openxmlformats.org/drawingml/2006/main">
            <a:r>
              <a:t>[内部编号] Q5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给首值120，前三个差值已经列出。请填末四个，再只看首值与差值读回末三个数。负号不能丢，每次加在刚读回的前值上。变化都还在，才能恢复原来每一项。</a:t>
            </a:r>
          </a:p>
          <a:p xmlns:a="http://schemas.openxmlformats.org/drawingml/2006/main">
            <a:r>
              <a:t>[教师提示] A2正常版：首值及前三个差值已给，末四个学生填；迟到版仅减少一空。先活动后揭示。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course-design.qmd；demos/compression_lab.py；https://www.w3.org/TR/png-3/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相邻值不相同，还能利用它们的关系吗？</a:t>
            </a:r>
          </a:p>
          <a:p xmlns:a="http://schemas.openxmlformats.org/drawingml/2006/main">
            <a:r>
              <a:t>[内部编号] Q5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这一串差值只有三种，我们另约定−1为00、0为01、+1为10。首值8bit加七个2bit差值，共22bit，装入完整bytes是3B，末尾补2bit。差值项数没有减少，变短来自更合适的编码。</a:t>
            </a:r>
          </a:p>
          <a:p xmlns:a="http://schemas.openxmlformats.org/drawingml/2006/main">
            <a:r>
              <a:t>[教师提示] 长度、模式和码表未计入。一般图像有大差值，不能套三种值码表；PNG可逆滤波仍输出同数量bytes，后续压缩另处理。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course-design.qmd；demos/compression_lab.py；https://www.w3.org/TR/png-3/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只留近似值，还能找回原数吗？</a:t>
            </a:r>
          </a:p>
          <a:p xmlns:a="http://schemas.openxmlformats.org/drawingml/2006/main">
            <a:r>
              <a:t>[内部编号] Q6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现在换个规则：归到最近的4的倍数，中点向上取，最高只到252。看到120这一档，能确定原数吗？请写至少两个可能原数，再填A2下半表。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只留近似值，还能找回原数吗？</a:t>
            </a:r>
          </a:p>
          <a:p xmlns:a="http://schemas.openxmlformats.org/drawingml/2006/main">
            <a:r>
              <a:t>[内部编号] Q6 · focus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120会恢复为120，121也恢复为120。你如果再加1，就会把原来本来是120的情况选错。没有保存区分它们的依据，不能唯一倒回原数。</a:t>
            </a:r>
          </a:p>
          <a:p xmlns:a="http://schemas.openxmlformats.org/drawingml/2006/main">
            <a:r>
              <a:t>[教师提示] 119也映射到120。课堂模型不是JPEG，也不是初始数字化过程。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只留近似值，还能找回原数吗？</a:t>
            </a:r>
          </a:p>
          <a:p xmlns:a="http://schemas.openxmlformats.org/drawingml/2006/main">
            <a:r>
              <a:t>[内部编号] Q6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64个等级只需6bit编号。八格64bit变成48bit，即6B；但变小同时丢失了区分。某些值恰好不变，不代表这种规则能保证精确恢复。这是有损的例子。</a:t>
            </a:r>
          </a:p>
          <a:p xmlns:a="http://schemas.openxmlformats.org/drawingml/2006/main">
            <a:r>
              <a:t>[教师提示] 还原八项为120,120,124,120,120,120,120,124；不能用明暗看不出代替数字证据。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两图尺寸相同。先按正常大小观察，你能指出哪里不同？再回答另一个问题：看不出变化，足以证明每个像素都一样吗？先收判断，不显示格式和大小。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揭开格式：A是PNG，B是常见有损JPEG，quality80。逐像素比较，PNG回读与源RGB一致，JPEG有28917个像素不同。有人能看出变化，有人不能，都不影响这个数据检验。</a:t>
            </a:r>
          </a:p>
          <a:p xmlns:a="http://schemas.openxmlformats.org/drawingml/2006/main">
            <a:r>
              <a:t>[教师提示] 两份完整文件来自相同RGB。JPEG固定subsampling=0，直接源图编码。图像检验对象为像素，不保证所有源文件metadata。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focus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现在只看同一坐标的细节，放大8倍，使用最近邻，不另做锐化。先说差别在哪，再换用途：展示明暗渐变方向，这些近似仍能传达；若要读取原灰度做测量，就不能用外观过关。</a:t>
            </a:r>
          </a:p>
          <a:p xmlns:a="http://schemas.openxmlformats.org/drawingml/2006/main">
            <a:r>
              <a:t>[教师提示] 替换本页正常图时保留问题不动。照片任务改变必须重新检验。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看起来差不多，能否叫无损？</a:t>
            </a:r>
          </a:p>
          <a:p xmlns:a="http://schemas.openxmlformats.org/drawingml/2006/main">
            <a:r>
              <a:t>[内部编号] Q7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完整文件大小也要实测。本例PNG4441B，JPEG10766B，PNG反而更小。原RGB数据248832B是像素数据量，不是PNG大小。有损和无损不能替我们排大小；还要看数据和编码。</a:t>
            </a:r>
          </a:p>
          <a:p xmlns:a="http://schemas.openxmlformats.org/drawingml/2006/main">
            <a:r>
              <a:t>[教师提示] 数字来自随包执行记录。quality20可在Notebook拓展，不增加核心45分钟讲授。MP3有损感知编码不只是删20kHz以上。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course-design.qmd；demos/compression_lab.py；https://pillow.readthedocs.io/en/stable/handbook/image-file-formats.html</a:t>
            </a:r>
          </a:p>
          <a:p xmlns:a="http://schemas.openxmlformats.org/drawingml/2006/main">
            <a:r>
              <a:t>https://www.w3.org/Graphics/JPEG/itu-t81.pdf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同一种误差，哪些任务能接受？</a:t>
            </a:r>
          </a:p>
          <a:p xmlns:a="http://schemas.openxmlformats.org/drawingml/2006/main">
            <a:r>
              <a:t>[内部编号] Q8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先不要报格式名，判断每份材料要保留什么。通知少了一个五，程序少了等号，照片少量像素改变。三件事都能接受吗？同桌写一条理由。程序用60测试。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同一种误差，哪些任务能接受？</a:t>
            </a:r>
          </a:p>
          <a:p xmlns:a="http://schemas.openxmlformats.org/drawingml/2006/main">
            <a:r>
              <a:t>[内部编号] Q8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60大于等于60成立，60大于60不成立。符号很少，功能却变了。通知原文与源程序本体都要求无损。照片作为题中浏览副本，可以在质量达标时用有损方式。若要读角落小字，重新检查。</a:t>
            </a:r>
          </a:p>
          <a:p xmlns:a="http://schemas.openxmlformats.org/drawingml/2006/main">
            <a:r>
              <a:t>[教师提示] 不把删改内容称为原文件的合格压缩。测量和编辑母版可能同样要求无损。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看扩展名，就能判定压缩方式吗？</a:t>
            </a:r>
          </a:p>
          <a:p xmlns:a="http://schemas.openxmlformats.org/drawingml/2006/main">
            <a:r>
              <a:t>[内部编号] Q9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同学说这几个名字都是有损，图片不能无损。先找一个反例，再改他的说法。配置卡是依据技术文档做的规则表，软件保存设置可能不同。不能只看后缀。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course-design.qmd；demos/compression_lab.py；https://helpx.adobe.com/photoshop/desktop/save-and-export/export-files-to-different-formats/file-compression-in-photoshop.html</a:t>
            </a:r>
          </a:p>
          <a:p xmlns:a="http://schemas.openxmlformats.org/drawingml/2006/main">
            <a:r>
              <a:t>https://www.mpeg.org/standards/MPEG-1/</a:t>
            </a:r>
          </a:p>
          <a:p xmlns:a="http://schemas.openxmlformats.org/drawingml/2006/main">
            <a:r>
              <a:t>https://www.iis.fraunhofer.de/content/dam/iis/de/doc/ame/conference/AES-17-Conference_mp3-and-AAC-explained_AES17.pdf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看扩展名，就能判定压缩方式吗？</a:t>
            </a:r>
          </a:p>
          <a:p xmlns:a="http://schemas.openxmlformats.org/drawingml/2006/main">
            <a:r>
              <a:t>[内部编号] Q9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PNG已经推翻图片不能无损。TIFF同一后缀可以采用不同方式，所以需要看保存配置。常见照片JPEG通常有损；不能把一个文件格式名字等同唯一压缩算法。</a:t>
            </a:r>
          </a:p>
          <a:p xmlns:a="http://schemas.openxmlformats.org/drawingml/2006/main">
            <a:r>
              <a:t>[教师提示] JPEG标准还包含无损模式，本课不要求学生记标准编号。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course-design.qmd；demos/compression_lab.py；https://helpx.adobe.com/photoshop/desktop/save-and-export/export-files-to-different-formats/file-compression-in-photoshop.html</a:t>
            </a:r>
          </a:p>
          <a:p xmlns:a="http://schemas.openxmlformats.org/drawingml/2006/main">
            <a:r>
              <a:t>https://www.mpeg.org/standards/MPEG-1/</a:t>
            </a:r>
          </a:p>
          <a:p xmlns:a="http://schemas.openxmlformats.org/drawingml/2006/main">
            <a:r>
              <a:t>https://www.iis.fraunhofer.de/content/dam/iis/de/doc/ame/conference/AES-17-Conference_mp3-and-AAC-explained_AES17.pdf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看扩展名，就能判定压缩方式吗？</a:t>
            </a:r>
          </a:p>
          <a:p xmlns:a="http://schemas.openxmlformats.org/drawingml/2006/main">
            <a:r>
              <a:t>[内部编号] Q9 · evidence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最后给名字放回常见用途：JPG图像通常有损，TIF图像看设置，MP3音频有损，MPEG视频相关标准常见用途采用有损编码。MPEG是一组标准，MP3是Audio Layer III，不是MPEG-3。长技术边界留在教师材料。</a:t>
            </a:r>
          </a:p>
          <a:p xmlns:a="http://schemas.openxmlformats.org/drawingml/2006/main">
            <a:r>
              <a:t>[教师提示] 本页替换配置卡区域，不增加新问题。MP4后缀也不能直接等同某一种算法。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course-design.qmd；demos/compression_lab.py；https://helpx.adobe.com/photoshop/desktop/save-and-export/export-files-to-different-formats/file-compression-in-photoshop.html</a:t>
            </a:r>
          </a:p>
          <a:p xmlns:a="http://schemas.openxmlformats.org/drawingml/2006/main">
            <a:r>
              <a:t>https://www.mpeg.org/standards/MPEG-1/</a:t>
            </a:r>
          </a:p>
          <a:p xmlns:a="http://schemas.openxmlformats.org/drawingml/2006/main">
            <a:r>
              <a:t>https://www.iis.fraunhofer.de/content/dam/iis/de/doc/ame/conference/AES-17-Conference_mp3-and-AAC-explained_AES17.pdf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question</a:t>
            </a:r>
          </a:p>
          <a:p xmlns:a="http://schemas.openxmlformats.org/drawingml/2006/main">
            <a:r>
              <a:t>[教学意图] 先收预测与方法，再揭示证据。</a:t>
            </a:r>
          </a:p>
          <a:p xmlns:a="http://schemas.openxmlformats.org/drawingml/2006/main">
            <a:r>
              <a:t>[教师逐字稿] 传送限额100KiB，下面是题目给定的候选结果，不是现场测量。先个人选，再同桌分两列检查：大小是否过关，信息是否过关。请说明另一方案为什么不合格。给90秒。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程序A同时满足两关，B虽小但不能交回原bytes。照片B同时满足两关，A虽无损却超限。照片B的合格限于题中浏览用途。回看开场猜测，请把文件变小一定删内容改成更准确的一句。</a:t>
            </a:r>
          </a:p>
          <a:p xmlns:a="http://schemas.openxmlformats.org/drawingml/2006/main">
            <a:r>
              <a:t>[教师提示] 300秒：30读题、90判断、60报告、30回扣、30定义、40出口、20收取。下两页收束只用剩余90秒；出口答案页课后显示。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形成概念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把刚才的三件事连起来：是否变小，是否完整恢复，是否适合当前任务。重复可以写成次数，相关性可以写成起点和变化，感知允许的近似可以舍弃部分区分。没有一种标签替我们完成全部判断。定义说的是存储与传输采用特殊编码，结果还取决于数据与开销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出口检查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现在自己写两句话，不跟同桌讨论。第一句要写出两个比较对象，第二句要区分人的感受与数据相等。40秒后收取，抽看三份。不要现在翻到参考答案页，避免学生照抄。</a:t>
            </a:r>
          </a:p>
          <a:p xmlns:a="http://schemas.openxmlformats.org/drawingml/2006/main">
            <a:r>
              <a:t>[教师提示] 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[问题 / 页面目的] 怎样在大小限制和信息要求之间选方案？</a:t>
            </a:r>
          </a:p>
          <a:p xmlns:a="http://schemas.openxmlformats.org/drawingml/2006/main">
            <a:r>
              <a:t>[内部编号] Q10 · exit-answer</a:t>
            </a:r>
          </a:p>
          <a:p xmlns:a="http://schemas.openxmlformats.org/drawingml/2006/main">
            <a:r>
              <a:t>[教学意图] 让学生用本页证据修正判断；等待学生说出理由。</a:t>
            </a:r>
          </a:p>
          <a:p xmlns:a="http://schemas.openxmlformats.org/drawingml/2006/main">
            <a:r>
              <a:t>[教师逐字稿] 这一页只在收取后或课后核对。比较解压结果与原始输入；没有看出变化只说明感知接近，不能证明原值一致。若学生只写原图与压缩图，回到Q3要求说明还原对象；若仍凭肉眼判无损，回到Q6两个原数映到120。</a:t>
            </a:r>
          </a:p>
          <a:p xmlns:a="http://schemas.openxmlformats.org/drawingml/2006/main">
            <a:r>
              <a:t>[教师提示] 收取前不投影。作为课后反馈，可直接结束在上一页。</a:t>
            </a:r>
          </a:p>
          <a:p xmlns:a="http://schemas.openxmlformats.org/drawingml/2006/main">
            <a:r>
              <a:t>[课堂控制] 本页学生可见内容只限当前阶段。演示失败20秒换本页静态证据。45分钟：Q1 3、Q2 6、Q3 4、Q4 4、Q5 5、Q6 5、Q7 5、Q8 4、Q9 4、Q10 5分钟。</a:t>
            </a:r>
          </a:p>
          <a:p xmlns:a="http://schemas.openxmlformats.org/drawingml/2006/main">
            <a:r>
              <a:t>[来源] course-design.qmd；demos/compression_lab.py；本课明确约定的教学模型／题目条件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753ff0e983460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6f7d85887741d5" /><Relationship Type="http://schemas.openxmlformats.org/officeDocument/2006/relationships/slideLayout" Target="/ppt/slideLayouts/slideLayout1.xml" Id="Rab9abea127e440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9abea127e440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a9533f8454e6e" /><Relationship Type="http://schemas.openxmlformats.org/officeDocument/2006/relationships/notesSlide" Target="/ppt/notesSlides/notesSlide1.xml" Id="R99b0fb9ef6d240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79904afa946f4" /><Relationship Type="http://schemas.openxmlformats.org/officeDocument/2006/relationships/image" Target="/ppt/media/image.png" Id="Re791b44ca26d4b59" /><Relationship Type="http://schemas.openxmlformats.org/officeDocument/2006/relationships/notesSlide" Target="/ppt/notesSlides/notesSlide2.xml" Id="R597db5d5bc434f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2b3e0796e4785" /><Relationship Type="http://schemas.openxmlformats.org/officeDocument/2006/relationships/image" Target="/ppt/media/image.png" Id="Rdabcfbf689fe4c26" /><Relationship Type="http://schemas.openxmlformats.org/officeDocument/2006/relationships/image" Target="/ppt/media/image2.png" Id="R26767291f89e408f" /><Relationship Type="http://schemas.openxmlformats.org/officeDocument/2006/relationships/notesSlide" Target="/ppt/notesSlides/notesSlide3.xml" Id="Rd4b5f0842a0344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4e7139a9a4fcc" /><Relationship Type="http://schemas.openxmlformats.org/officeDocument/2006/relationships/notesSlide" Target="/ppt/notesSlides/notesSlide4.xml" Id="R5da958b4b45b4f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0b08138a3498f" /><Relationship Type="http://schemas.openxmlformats.org/officeDocument/2006/relationships/notesSlide" Target="/ppt/notesSlides/notesSlide5.xml" Id="Rc9a66be3b10f4f8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5b7bfec694dcf" /><Relationship Type="http://schemas.openxmlformats.org/officeDocument/2006/relationships/notesSlide" Target="/ppt/notesSlides/notesSlide6.xml" Id="R26f0b7f39a7540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cf8524afd4fc3" /><Relationship Type="http://schemas.openxmlformats.org/officeDocument/2006/relationships/notesSlide" Target="/ppt/notesSlides/notesSlide7.xml" Id="R645945d311b64b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499b691ff47ab" /><Relationship Type="http://schemas.openxmlformats.org/officeDocument/2006/relationships/notesSlide" Target="/ppt/notesSlides/notesSlide8.xml" Id="R32cf5483544745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fda9f13644960" /><Relationship Type="http://schemas.openxmlformats.org/officeDocument/2006/relationships/notesSlide" Target="/ppt/notesSlides/notesSlide9.xml" Id="R45c1bb65173246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4e2cd7b9a45b0" /><Relationship Type="http://schemas.openxmlformats.org/officeDocument/2006/relationships/notesSlide" Target="/ppt/notesSlides/notesSlide10.xml" Id="R7dddcb4a2d3143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ad615ba2d42df" /><Relationship Type="http://schemas.openxmlformats.org/officeDocument/2006/relationships/notesSlide" Target="/ppt/notesSlides/notesSlide11.xml" Id="R3500d83c3ae84f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cd3c41458d4714" /><Relationship Type="http://schemas.openxmlformats.org/officeDocument/2006/relationships/notesSlide" Target="/ppt/notesSlides/notesSlide12.xml" Id="R41a4fb5a053743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ce23799c341dd" /><Relationship Type="http://schemas.openxmlformats.org/officeDocument/2006/relationships/notesSlide" Target="/ppt/notesSlides/notesSlide13.xml" Id="R9feda4efb2734df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2af2e1c184649" /><Relationship Type="http://schemas.openxmlformats.org/officeDocument/2006/relationships/notesSlide" Target="/ppt/notesSlides/notesSlide14.xml" Id="R583ba58995f54a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a1ed0a2564d5c" /><Relationship Type="http://schemas.openxmlformats.org/officeDocument/2006/relationships/notesSlide" Target="/ppt/notesSlides/notesSlide15.xml" Id="Rede254bdf79746b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d8c35a6d04b50" /><Relationship Type="http://schemas.openxmlformats.org/officeDocument/2006/relationships/notesSlide" Target="/ppt/notesSlides/notesSlide16.xml" Id="Re3f217583f1942b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e6084dba14176" /><Relationship Type="http://schemas.openxmlformats.org/officeDocument/2006/relationships/image" Target="/ppt/media/image3.png" Id="Rfbfcdbea4bf348fc" /><Relationship Type="http://schemas.openxmlformats.org/officeDocument/2006/relationships/image" Target="/ppt/media/image.jpeg" Id="R7adf16b5eb7640aa" /><Relationship Type="http://schemas.openxmlformats.org/officeDocument/2006/relationships/notesSlide" Target="/ppt/notesSlides/notesSlide17.xml" Id="R186c211268504c6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75e6723844d2c" /><Relationship Type="http://schemas.openxmlformats.org/officeDocument/2006/relationships/image" Target="/ppt/media/image3.png" Id="R9acf15c2ed8e4475" /><Relationship Type="http://schemas.openxmlformats.org/officeDocument/2006/relationships/image" Target="/ppt/media/image.jpeg" Id="Rb5fe6e79941b4a7d" /><Relationship Type="http://schemas.openxmlformats.org/officeDocument/2006/relationships/notesSlide" Target="/ppt/notesSlides/notesSlide18.xml" Id="R0b1ea2bd1a3d45f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190f0b4794812" /><Relationship Type="http://schemas.openxmlformats.org/officeDocument/2006/relationships/image" Target="/ppt/media/image3.png" Id="Rb960919bc6754d5d" /><Relationship Type="http://schemas.openxmlformats.org/officeDocument/2006/relationships/image" Target="/ppt/media/image.jpeg" Id="Rae1c37cd239a4713" /><Relationship Type="http://schemas.openxmlformats.org/officeDocument/2006/relationships/image" Target="/ppt/media/image4.png" Id="Re2aec5b66d3744ba" /><Relationship Type="http://schemas.openxmlformats.org/officeDocument/2006/relationships/image" Target="/ppt/media/image5.png" Id="R514104b269ce4b98" /><Relationship Type="http://schemas.openxmlformats.org/officeDocument/2006/relationships/notesSlide" Target="/ppt/notesSlides/notesSlide19.xml" Id="Rc17c8d30dbc54c9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03ad38ca2d415a" /><Relationship Type="http://schemas.openxmlformats.org/officeDocument/2006/relationships/image" Target="/ppt/media/image3.png" Id="Re25692fa38564900" /><Relationship Type="http://schemas.openxmlformats.org/officeDocument/2006/relationships/image" Target="/ppt/media/image.jpeg" Id="R7418f4e61e9a444f" /><Relationship Type="http://schemas.openxmlformats.org/officeDocument/2006/relationships/image" Target="/ppt/media/image4.png" Id="Rb64c6269d46f401e" /><Relationship Type="http://schemas.openxmlformats.org/officeDocument/2006/relationships/image" Target="/ppt/media/image5.png" Id="R1ec0287230a24b67" /><Relationship Type="http://schemas.openxmlformats.org/officeDocument/2006/relationships/notesSlide" Target="/ppt/notesSlides/notesSlide20.xml" Id="R20a5470f2021423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feedd24b68417b" /><Relationship Type="http://schemas.openxmlformats.org/officeDocument/2006/relationships/notesSlide" Target="/ppt/notesSlides/notesSlide21.xml" Id="R2c286034fb90459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38807d159498e" /><Relationship Type="http://schemas.openxmlformats.org/officeDocument/2006/relationships/notesSlide" Target="/ppt/notesSlides/notesSlide22.xml" Id="Rafd0071b586946d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99813272646eb" /><Relationship Type="http://schemas.openxmlformats.org/officeDocument/2006/relationships/notesSlide" Target="/ppt/notesSlides/notesSlide23.xml" Id="Rce029b0d559f482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9b77e01fa42ae" /><Relationship Type="http://schemas.openxmlformats.org/officeDocument/2006/relationships/notesSlide" Target="/ppt/notesSlides/notesSlide24.xml" Id="Rd242094154bd489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9f33a728143a0" /><Relationship Type="http://schemas.openxmlformats.org/officeDocument/2006/relationships/notesSlide" Target="/ppt/notesSlides/notesSlide25.xml" Id="R0c2d28f162ae41f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822b36d264ec9" /><Relationship Type="http://schemas.openxmlformats.org/officeDocument/2006/relationships/notesSlide" Target="/ppt/notesSlides/notesSlide26.xml" Id="Rb3b2b444674f4ba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fae2a4d854c57" /><Relationship Type="http://schemas.openxmlformats.org/officeDocument/2006/relationships/notesSlide" Target="/ppt/notesSlides/notesSlide27.xml" Id="R8b48dbe516fb465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6b0879f7d4a84" /><Relationship Type="http://schemas.openxmlformats.org/officeDocument/2006/relationships/notesSlide" Target="/ppt/notesSlides/notesSlide28.xml" Id="Rec32d7e8c9e8469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6c2cd92db41e6" /><Relationship Type="http://schemas.openxmlformats.org/officeDocument/2006/relationships/notesSlide" Target="/ppt/notesSlides/notesSlide29.xml" Id="R428c6ecc524943e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ec384cbf44b2d" /><Relationship Type="http://schemas.openxmlformats.org/officeDocument/2006/relationships/notesSlide" Target="/ppt/notesSlides/notesSlide30.xml" Id="R2105ef57deba4e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FBA8E8B5-FD0B-4E96-870A-981A31BD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9324A465-7155-4FC1-B130-5FAF5EDD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01D2507-F50F-4F0D-96DA-41B8F7C3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数据压缩入门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8CD8CA5-1A73-4143-B31B-E8E6B5B5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文件变小，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60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信息去哪了？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33E0863-297F-4608-BD0A-8042F99B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29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70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3700">
                <a:solidFill>
                  <a:srgbClr val="808080"/>
                </a:solidFill>
                <a:latin typeface="Alibaba PuHuiTi 3.0 55 Regular"/>
                <a:ea typeface="Alibaba PuHuiTi 3.0 55 Regular"/>
                <a:cs typeface="Alibaba PuHuiTi 3.0 55 Regular"/>
              </a:rPr>
              <a:t>Data compression 101</a:t>
            </a:r>
          </a:p>
        </p:txBody>
      </p:sp>
    </p:spTree>
    <p:extLst>
      <p:ext uri="{BB962C8B-B14F-4D97-AF65-F5344CB8AC3E}">
        <p14:creationId xmlns:p14="http://schemas.microsoft.com/office/powerpoint/2010/main" val="13912044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7E6452AB-9D30-44F3-B4F0-604F2BBC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E2AA240-418E-4A72-9F00-4C0CC28A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B99A1C3-0D95-423C-B689-81369E80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文件变小，是不是删掉了内容？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91b44ca26d4b59"/>
          <a:stretch xmlns:a="http://schemas.openxmlformats.org/drawingml/2006/main"/>
        </p:blipFill>
        <p:spPr>
          <a:xfrm xmlns:a="http://schemas.openxmlformats.org/drawingml/2006/main">
            <a:off x="609600" y="198120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a-size">
            <a:extLst xmlns:a="http://schemas.openxmlformats.org/drawingml/2006/main">
              <a:ext uri="{FF2B5EF4-FFF2-40B4-BE49-F238E27FC236}">
                <a16:creationId xmlns:a16="http://schemas.microsoft.com/office/drawing/2014/main" id="{B1AA609E-1AE0-4F05-9F6B-A7003515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0275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A：4096 B</a:t>
            </a:r>
          </a:p>
        </p:txBody>
      </p:sp>
      <p:sp>
        <p:nvSpPr>
          <p:cNvPr id="6" name="b-size">
            <a:extLst xmlns:a="http://schemas.openxmlformats.org/drawingml/2006/main">
              <a:ext uri="{FF2B5EF4-FFF2-40B4-BE49-F238E27FC236}">
                <a16:creationId xmlns:a16="http://schemas.microsoft.com/office/drawing/2014/main" id="{D87BE6DC-16F6-4292-B075-12421C3E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B：38 B</a:t>
            </a:r>
          </a:p>
        </p:txBody>
      </p:sp>
      <p:sp>
        <p:nvSpPr>
          <p:cNvPr id="7" name="origin">
            <a:extLst xmlns:a="http://schemas.openxmlformats.org/drawingml/2006/main">
              <a:ext uri="{FF2B5EF4-FFF2-40B4-BE49-F238E27FC236}">
                <a16:creationId xmlns:a16="http://schemas.microsoft.com/office/drawing/2014/main" id="{E6289DAD-2928-4071-A050-8AB560D0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959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B由A编码得到。先预测，再检查。</a:t>
            </a:r>
          </a:p>
        </p:txBody>
      </p:sp>
    </p:spTree>
    <p:extLst>
      <p:ext uri="{BB962C8B-B14F-4D97-AF65-F5344CB8AC3E}">
        <p14:creationId xmlns:p14="http://schemas.microsoft.com/office/powerpoint/2010/main" val="11057393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7E6452AB-9D30-44F3-B4F0-604F2BBC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E2AA240-418E-4A72-9F00-4C0CC28A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B99A1C3-0D95-423C-B689-81369E80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文件变小，是不是删掉了内容？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cfbf689fe4c26"/>
          <a:stretch xmlns:a="http://schemas.openxmlformats.org/drawingml/2006/main"/>
        </p:blipFill>
        <p:spPr>
          <a:xfrm xmlns:a="http://schemas.openxmlformats.org/drawingml/2006/main">
            <a:off x="609600" y="198120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5" name="a-size">
            <a:extLst xmlns:a="http://schemas.openxmlformats.org/drawingml/2006/main">
              <a:ext uri="{FF2B5EF4-FFF2-40B4-BE49-F238E27FC236}">
                <a16:creationId xmlns:a16="http://schemas.microsoft.com/office/drawing/2014/main" id="{B1AA609E-1AE0-4F05-9F6B-A7003515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0275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A：4096 B</a:t>
            </a:r>
          </a:p>
        </p:txBody>
      </p:sp>
      <p:sp>
        <p:nvSpPr>
          <p:cNvPr id="6" name="b-size">
            <a:extLst xmlns:a="http://schemas.openxmlformats.org/drawingml/2006/main">
              <a:ext uri="{FF2B5EF4-FFF2-40B4-BE49-F238E27FC236}">
                <a16:creationId xmlns:a16="http://schemas.microsoft.com/office/drawing/2014/main" id="{D87BE6DC-16F6-4292-B075-12421C3E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5280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B：38 B</a:t>
            </a:r>
          </a:p>
        </p:txBody>
      </p:sp>
      <p:sp>
        <p:nvSpPr>
          <p:cNvPr id="7" name="origin">
            <a:extLst xmlns:a="http://schemas.openxmlformats.org/drawingml/2006/main">
              <a:ext uri="{FF2B5EF4-FFF2-40B4-BE49-F238E27FC236}">
                <a16:creationId xmlns:a16="http://schemas.microsoft.com/office/drawing/2014/main" id="{E6289DAD-2928-4071-A050-8AB560D0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95950"/>
            <a:ext cx="704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B由A编码得到。先预测，再检查。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67291f89e408f"/>
          <a:stretch xmlns:a="http://schemas.openxmlformats.org/drawingml/2006/main"/>
        </p:blipFill>
        <p:spPr>
          <a:xfrm xmlns:a="http://schemas.openxmlformats.org/drawingml/2006/main">
            <a:off x="8229600" y="1981200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9" name="restored-label">
            <a:extLst xmlns:a="http://schemas.openxmlformats.org/drawingml/2006/main">
              <a:ext uri="{FF2B5EF4-FFF2-40B4-BE49-F238E27FC236}">
                <a16:creationId xmlns:a16="http://schemas.microsoft.com/office/drawing/2014/main" id="{C04FBAAE-022E-4A50-AAEF-950FE643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1816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从B读回的图</a:t>
            </a:r>
          </a:p>
        </p:txBody>
      </p:sp>
    </p:spTree>
    <p:extLst>
      <p:ext uri="{BB962C8B-B14F-4D97-AF65-F5344CB8AC3E}">
        <p14:creationId xmlns:p14="http://schemas.microsoft.com/office/powerpoint/2010/main" val="11057393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">
            <a:extLst xmlns:a="http://schemas.openxmlformats.org/drawingml/2006/main">
              <a:ext uri="{FF2B5EF4-FFF2-40B4-BE49-F238E27FC236}">
                <a16:creationId xmlns:a16="http://schemas.microsoft.com/office/drawing/2014/main" id="{9488E5FC-F730-4A52-B4C1-58360825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6221FC2-54CF-4373-A03E-DFEFEE24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F151C3B-6840-46D1-9A96-7E7D543C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连续重复的颜色，怎样少写一些？</a:t>
            </a:r>
          </a:p>
        </p:txBody>
      </p:sp>
      <p:sp>
        <p:nvSpPr>
          <p:cNvPr id="4" name="value-244-0">
            <a:extLst xmlns:a="http://schemas.openxmlformats.org/drawingml/2006/main">
              <a:ext uri="{FF2B5EF4-FFF2-40B4-BE49-F238E27FC236}">
                <a16:creationId xmlns:a16="http://schemas.microsoft.com/office/drawing/2014/main" id="{8543D3E7-B3DD-4CFC-B513-4739598A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5" name="value-244-1">
            <a:extLst xmlns:a="http://schemas.openxmlformats.org/drawingml/2006/main">
              <a:ext uri="{FF2B5EF4-FFF2-40B4-BE49-F238E27FC236}">
                <a16:creationId xmlns:a16="http://schemas.microsoft.com/office/drawing/2014/main" id="{AB20E615-A144-47ED-BFFB-AB06416E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6" name="value-244-2">
            <a:extLst xmlns:a="http://schemas.openxmlformats.org/drawingml/2006/main">
              <a:ext uri="{FF2B5EF4-FFF2-40B4-BE49-F238E27FC236}">
                <a16:creationId xmlns:a16="http://schemas.microsoft.com/office/drawing/2014/main" id="{D44702B9-E280-43FA-93C6-185FA4A0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7" name="value-244-3">
            <a:extLst xmlns:a="http://schemas.openxmlformats.org/drawingml/2006/main">
              <a:ext uri="{FF2B5EF4-FFF2-40B4-BE49-F238E27FC236}">
                <a16:creationId xmlns:a16="http://schemas.microsoft.com/office/drawing/2014/main" id="{2A41687B-0D69-4D1F-9EE4-7B54C88B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8" name="value-244-4">
            <a:extLst xmlns:a="http://schemas.openxmlformats.org/drawingml/2006/main">
              <a:ext uri="{FF2B5EF4-FFF2-40B4-BE49-F238E27FC236}">
                <a16:creationId xmlns:a16="http://schemas.microsoft.com/office/drawing/2014/main" id="{7DF417CE-66C4-4943-8325-52E1A797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9" name="value-244-5">
            <a:extLst xmlns:a="http://schemas.openxmlformats.org/drawingml/2006/main">
              <a:ext uri="{FF2B5EF4-FFF2-40B4-BE49-F238E27FC236}">
                <a16:creationId xmlns:a16="http://schemas.microsoft.com/office/drawing/2014/main" id="{658DA732-D64F-4AFC-A976-9BFFA373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0" name="value-244-6">
            <a:extLst xmlns:a="http://schemas.openxmlformats.org/drawingml/2006/main">
              <a:ext uri="{FF2B5EF4-FFF2-40B4-BE49-F238E27FC236}">
                <a16:creationId xmlns:a16="http://schemas.microsoft.com/office/drawing/2014/main" id="{465B8DF0-DB86-4A36-B307-BE7B9BC5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1" name="value-244-7">
            <a:extLst xmlns:a="http://schemas.openxmlformats.org/drawingml/2006/main">
              <a:ext uri="{FF2B5EF4-FFF2-40B4-BE49-F238E27FC236}">
                <a16:creationId xmlns:a16="http://schemas.microsoft.com/office/drawing/2014/main" id="{5CC58B3A-4836-4680-BD55-36CBA843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2" name="value-244-8">
            <a:extLst xmlns:a="http://schemas.openxmlformats.org/drawingml/2006/main">
              <a:ext uri="{FF2B5EF4-FFF2-40B4-BE49-F238E27FC236}">
                <a16:creationId xmlns:a16="http://schemas.microsoft.com/office/drawing/2014/main" id="{A14F957E-64CF-4993-9541-3279585E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3" name="value-244-9">
            <a:extLst xmlns:a="http://schemas.openxmlformats.org/drawingml/2006/main">
              <a:ext uri="{FF2B5EF4-FFF2-40B4-BE49-F238E27FC236}">
                <a16:creationId xmlns:a16="http://schemas.microsoft.com/office/drawing/2014/main" id="{F52887CD-10B0-41D1-B86C-5F857D2D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4" name="value-244-10">
            <a:extLst xmlns:a="http://schemas.openxmlformats.org/drawingml/2006/main">
              <a:ext uri="{FF2B5EF4-FFF2-40B4-BE49-F238E27FC236}">
                <a16:creationId xmlns:a16="http://schemas.microsoft.com/office/drawing/2014/main" id="{A0C8D257-B8B0-42B9-ACD2-7170FA20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5" name="value-244-11">
            <a:extLst xmlns:a="http://schemas.openxmlformats.org/drawingml/2006/main">
              <a:ext uri="{FF2B5EF4-FFF2-40B4-BE49-F238E27FC236}">
                <a16:creationId xmlns:a16="http://schemas.microsoft.com/office/drawing/2014/main" id="{A611BD60-63E6-4CF8-8FC7-D90D51E0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6" name="value-244-12">
            <a:extLst xmlns:a="http://schemas.openxmlformats.org/drawingml/2006/main">
              <a:ext uri="{FF2B5EF4-FFF2-40B4-BE49-F238E27FC236}">
                <a16:creationId xmlns:a16="http://schemas.microsoft.com/office/drawing/2014/main" id="{FBE6411A-4808-4FD5-AB87-DA4F7AB2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7" name="value-244-13">
            <a:extLst xmlns:a="http://schemas.openxmlformats.org/drawingml/2006/main">
              <a:ext uri="{FF2B5EF4-FFF2-40B4-BE49-F238E27FC236}">
                <a16:creationId xmlns:a16="http://schemas.microsoft.com/office/drawing/2014/main" id="{81CFE486-9422-4BDD-897A-5CAF40CA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8" name="value-244-14">
            <a:extLst xmlns:a="http://schemas.openxmlformats.org/drawingml/2006/main">
              <a:ext uri="{FF2B5EF4-FFF2-40B4-BE49-F238E27FC236}">
                <a16:creationId xmlns:a16="http://schemas.microsoft.com/office/drawing/2014/main" id="{86385359-8750-4509-AD39-6F9963C2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9" name="value-244-15">
            <a:extLst xmlns:a="http://schemas.openxmlformats.org/drawingml/2006/main">
              <a:ext uri="{FF2B5EF4-FFF2-40B4-BE49-F238E27FC236}">
                <a16:creationId xmlns:a16="http://schemas.microsoft.com/office/drawing/2014/main" id="{98130A63-617D-4FA0-A301-9885D45B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0" name="a1-task">
            <a:extLst xmlns:a="http://schemas.openxmlformats.org/drawingml/2006/main">
              <a:ext uri="{FF2B5EF4-FFF2-40B4-BE49-F238E27FC236}">
                <a16:creationId xmlns:a16="http://schemas.microsoft.com/office/drawing/2014/main" id="{E1F962AA-17EC-42FF-8C1F-51C0348D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用短消息传给同桌：顺序不变，内容不漏。</a:t>
            </a:r>
          </a:p>
        </p:txBody>
      </p:sp>
    </p:spTree>
    <p:extLst>
      <p:ext uri="{BB962C8B-B14F-4D97-AF65-F5344CB8AC3E}">
        <p14:creationId xmlns:p14="http://schemas.microsoft.com/office/powerpoint/2010/main" val="8569841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">
            <a:extLst xmlns:a="http://schemas.openxmlformats.org/drawingml/2006/main">
              <a:ext uri="{FF2B5EF4-FFF2-40B4-BE49-F238E27FC236}">
                <a16:creationId xmlns:a16="http://schemas.microsoft.com/office/drawing/2014/main" id="{9488E5FC-F730-4A52-B4C1-58360825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B6221FC2-54CF-4373-A03E-DFEFEE24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F151C3B-6840-46D1-9A96-7E7D543C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连续重复的颜色，怎样少写一些？</a:t>
            </a:r>
          </a:p>
        </p:txBody>
      </p:sp>
      <p:sp>
        <p:nvSpPr>
          <p:cNvPr id="4" name="value-244-0">
            <a:extLst xmlns:a="http://schemas.openxmlformats.org/drawingml/2006/main">
              <a:ext uri="{FF2B5EF4-FFF2-40B4-BE49-F238E27FC236}">
                <a16:creationId xmlns:a16="http://schemas.microsoft.com/office/drawing/2014/main" id="{8543D3E7-B3DD-4CFC-B513-4739598A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5" name="value-244-1">
            <a:extLst xmlns:a="http://schemas.openxmlformats.org/drawingml/2006/main">
              <a:ext uri="{FF2B5EF4-FFF2-40B4-BE49-F238E27FC236}">
                <a16:creationId xmlns:a16="http://schemas.microsoft.com/office/drawing/2014/main" id="{AB20E615-A144-47ED-BFFB-AB06416E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6" name="value-244-2">
            <a:extLst xmlns:a="http://schemas.openxmlformats.org/drawingml/2006/main">
              <a:ext uri="{FF2B5EF4-FFF2-40B4-BE49-F238E27FC236}">
                <a16:creationId xmlns:a16="http://schemas.microsoft.com/office/drawing/2014/main" id="{D44702B9-E280-43FA-93C6-185FA4A0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7" name="value-244-3">
            <a:extLst xmlns:a="http://schemas.openxmlformats.org/drawingml/2006/main">
              <a:ext uri="{FF2B5EF4-FFF2-40B4-BE49-F238E27FC236}">
                <a16:creationId xmlns:a16="http://schemas.microsoft.com/office/drawing/2014/main" id="{2A41687B-0D69-4D1F-9EE4-7B54C88B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8" name="value-244-4">
            <a:extLst xmlns:a="http://schemas.openxmlformats.org/drawingml/2006/main">
              <a:ext uri="{FF2B5EF4-FFF2-40B4-BE49-F238E27FC236}">
                <a16:creationId xmlns:a16="http://schemas.microsoft.com/office/drawing/2014/main" id="{7DF417CE-66C4-4943-8325-52E1A797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9" name="value-244-5">
            <a:extLst xmlns:a="http://schemas.openxmlformats.org/drawingml/2006/main">
              <a:ext uri="{FF2B5EF4-FFF2-40B4-BE49-F238E27FC236}">
                <a16:creationId xmlns:a16="http://schemas.microsoft.com/office/drawing/2014/main" id="{658DA732-D64F-4AFC-A976-9BFFA373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0" name="value-244-6">
            <a:extLst xmlns:a="http://schemas.openxmlformats.org/drawingml/2006/main">
              <a:ext uri="{FF2B5EF4-FFF2-40B4-BE49-F238E27FC236}">
                <a16:creationId xmlns:a16="http://schemas.microsoft.com/office/drawing/2014/main" id="{465B8DF0-DB86-4A36-B307-BE7B9BC5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1" name="value-244-7">
            <a:extLst xmlns:a="http://schemas.openxmlformats.org/drawingml/2006/main">
              <a:ext uri="{FF2B5EF4-FFF2-40B4-BE49-F238E27FC236}">
                <a16:creationId xmlns:a16="http://schemas.microsoft.com/office/drawing/2014/main" id="{5CC58B3A-4836-4680-BD55-36CBA843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2" name="value-244-8">
            <a:extLst xmlns:a="http://schemas.openxmlformats.org/drawingml/2006/main">
              <a:ext uri="{FF2B5EF4-FFF2-40B4-BE49-F238E27FC236}">
                <a16:creationId xmlns:a16="http://schemas.microsoft.com/office/drawing/2014/main" id="{A14F957E-64CF-4993-9541-3279585E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3" name="value-244-9">
            <a:extLst xmlns:a="http://schemas.openxmlformats.org/drawingml/2006/main">
              <a:ext uri="{FF2B5EF4-FFF2-40B4-BE49-F238E27FC236}">
                <a16:creationId xmlns:a16="http://schemas.microsoft.com/office/drawing/2014/main" id="{F52887CD-10B0-41D1-B86C-5F857D2D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4" name="value-244-10">
            <a:extLst xmlns:a="http://schemas.openxmlformats.org/drawingml/2006/main">
              <a:ext uri="{FF2B5EF4-FFF2-40B4-BE49-F238E27FC236}">
                <a16:creationId xmlns:a16="http://schemas.microsoft.com/office/drawing/2014/main" id="{A0C8D257-B8B0-42B9-ACD2-7170FA207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5" name="value-244-11">
            <a:extLst xmlns:a="http://schemas.openxmlformats.org/drawingml/2006/main">
              <a:ext uri="{FF2B5EF4-FFF2-40B4-BE49-F238E27FC236}">
                <a16:creationId xmlns:a16="http://schemas.microsoft.com/office/drawing/2014/main" id="{A611BD60-63E6-4CF8-8FC7-D90D51E0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6" name="value-244-12">
            <a:extLst xmlns:a="http://schemas.openxmlformats.org/drawingml/2006/main">
              <a:ext uri="{FF2B5EF4-FFF2-40B4-BE49-F238E27FC236}">
                <a16:creationId xmlns:a16="http://schemas.microsoft.com/office/drawing/2014/main" id="{FBE6411A-4808-4FD5-AB87-DA4F7AB2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7" name="value-244-13">
            <a:extLst xmlns:a="http://schemas.openxmlformats.org/drawingml/2006/main">
              <a:ext uri="{FF2B5EF4-FFF2-40B4-BE49-F238E27FC236}">
                <a16:creationId xmlns:a16="http://schemas.microsoft.com/office/drawing/2014/main" id="{81CFE486-9422-4BDD-897A-5CAF40CA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8" name="value-244-14">
            <a:extLst xmlns:a="http://schemas.openxmlformats.org/drawingml/2006/main">
              <a:ext uri="{FF2B5EF4-FFF2-40B4-BE49-F238E27FC236}">
                <a16:creationId xmlns:a16="http://schemas.microsoft.com/office/drawing/2014/main" id="{86385359-8750-4509-AD39-6F9963C2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9" name="value-244-15">
            <a:extLst xmlns:a="http://schemas.openxmlformats.org/drawingml/2006/main">
              <a:ext uri="{FF2B5EF4-FFF2-40B4-BE49-F238E27FC236}">
                <a16:creationId xmlns:a16="http://schemas.microsoft.com/office/drawing/2014/main" id="{98130A63-617D-4FA0-A301-9885D45B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3241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0" name="a1-task">
            <a:extLst xmlns:a="http://schemas.openxmlformats.org/drawingml/2006/main">
              <a:ext uri="{FF2B5EF4-FFF2-40B4-BE49-F238E27FC236}">
                <a16:creationId xmlns:a16="http://schemas.microsoft.com/office/drawing/2014/main" id="{E1F962AA-17EC-42FF-8C1F-51C0348D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347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用短消息传给同桌：顺序不变，内容不漏。</a:t>
            </a:r>
          </a:p>
        </p:txBody>
      </p:sp>
      <p:sp>
        <p:nvSpPr>
          <p:cNvPr id="21" name="rle-result">
            <a:extLst xmlns:a="http://schemas.openxmlformats.org/drawingml/2006/main">
              <a:ext uri="{FF2B5EF4-FFF2-40B4-BE49-F238E27FC236}">
                <a16:creationId xmlns:a16="http://schemas.microsoft.com/office/drawing/2014/main" id="{E6DFC616-6459-461D-A783-1B54D30F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红 8     绿 5     蓝 3</a:t>
            </a:r>
          </a:p>
        </p:txBody>
      </p:sp>
      <p:sp>
        <p:nvSpPr>
          <p:cNvPr id="22" name="rle-name">
            <a:extLst xmlns:a="http://schemas.openxmlformats.org/drawingml/2006/main">
              <a:ext uri="{FF2B5EF4-FFF2-40B4-BE49-F238E27FC236}">
                <a16:creationId xmlns:a16="http://schemas.microsoft.com/office/drawing/2014/main" id="{73B24C91-0D75-47CB-8DE4-C2B859FC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游程编码  Run-Length Encoding（RLE）</a:t>
            </a:r>
          </a:p>
        </p:txBody>
      </p:sp>
    </p:spTree>
    <p:extLst>
      <p:ext uri="{BB962C8B-B14F-4D97-AF65-F5344CB8AC3E}">
        <p14:creationId xmlns:p14="http://schemas.microsoft.com/office/powerpoint/2010/main" val="8569841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rail">
            <a:extLst xmlns:a="http://schemas.openxmlformats.org/drawingml/2006/main">
              <a:ext uri="{FF2B5EF4-FFF2-40B4-BE49-F238E27FC236}">
                <a16:creationId xmlns:a16="http://schemas.microsoft.com/office/drawing/2014/main" id="{D895F5F0-6C92-4269-8ECB-BB715431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D5C6F46-FDE1-4F2F-8862-EF3F13B3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26106F4-6F9B-4FC0-8C2F-4AB5EF29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少写以后，怎样证明一个也没丢？</a:t>
            </a:r>
          </a:p>
        </p:txBody>
      </p:sp>
      <p:sp>
        <p:nvSpPr>
          <p:cNvPr id="4" name="row-label-234">
            <a:extLst xmlns:a="http://schemas.openxmlformats.org/drawingml/2006/main">
              <a:ext uri="{FF2B5EF4-FFF2-40B4-BE49-F238E27FC236}">
                <a16:creationId xmlns:a16="http://schemas.microsoft.com/office/drawing/2014/main" id="{E86B59D5-2E26-48BC-AB86-DFCA40D9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原串</a:t>
            </a:r>
          </a:p>
        </p:txBody>
      </p:sp>
      <p:sp>
        <p:nvSpPr>
          <p:cNvPr id="5" name="value-234-0">
            <a:extLst xmlns:a="http://schemas.openxmlformats.org/drawingml/2006/main">
              <a:ext uri="{FF2B5EF4-FFF2-40B4-BE49-F238E27FC236}">
                <a16:creationId xmlns:a16="http://schemas.microsoft.com/office/drawing/2014/main" id="{DFE8373A-F180-4411-8710-794AB88E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6" name="value-234-1">
            <a:extLst xmlns:a="http://schemas.openxmlformats.org/drawingml/2006/main">
              <a:ext uri="{FF2B5EF4-FFF2-40B4-BE49-F238E27FC236}">
                <a16:creationId xmlns:a16="http://schemas.microsoft.com/office/drawing/2014/main" id="{C0813EB3-8697-43E5-8763-5F4A5254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7" name="value-234-2">
            <a:extLst xmlns:a="http://schemas.openxmlformats.org/drawingml/2006/main">
              <a:ext uri="{FF2B5EF4-FFF2-40B4-BE49-F238E27FC236}">
                <a16:creationId xmlns:a16="http://schemas.microsoft.com/office/drawing/2014/main" id="{DEBE0223-D5BC-44A9-B201-C0A88052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8" name="value-234-3">
            <a:extLst xmlns:a="http://schemas.openxmlformats.org/drawingml/2006/main">
              <a:ext uri="{FF2B5EF4-FFF2-40B4-BE49-F238E27FC236}">
                <a16:creationId xmlns:a16="http://schemas.microsoft.com/office/drawing/2014/main" id="{D37ADF0E-8CAE-4E56-891E-BC5E4DF7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9" name="value-234-4">
            <a:extLst xmlns:a="http://schemas.openxmlformats.org/drawingml/2006/main">
              <a:ext uri="{FF2B5EF4-FFF2-40B4-BE49-F238E27FC236}">
                <a16:creationId xmlns:a16="http://schemas.microsoft.com/office/drawing/2014/main" id="{1D6C64F3-BD94-42F4-B587-C5508675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0" name="value-234-5">
            <a:extLst xmlns:a="http://schemas.openxmlformats.org/drawingml/2006/main">
              <a:ext uri="{FF2B5EF4-FFF2-40B4-BE49-F238E27FC236}">
                <a16:creationId xmlns:a16="http://schemas.microsoft.com/office/drawing/2014/main" id="{35B19483-EB5C-4084-95CF-C5513FE2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1" name="value-234-6">
            <a:extLst xmlns:a="http://schemas.openxmlformats.org/drawingml/2006/main">
              <a:ext uri="{FF2B5EF4-FFF2-40B4-BE49-F238E27FC236}">
                <a16:creationId xmlns:a16="http://schemas.microsoft.com/office/drawing/2014/main" id="{34A78045-9305-4095-AA29-39A0AF8C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2" name="value-234-7">
            <a:extLst xmlns:a="http://schemas.openxmlformats.org/drawingml/2006/main">
              <a:ext uri="{FF2B5EF4-FFF2-40B4-BE49-F238E27FC236}">
                <a16:creationId xmlns:a16="http://schemas.microsoft.com/office/drawing/2014/main" id="{C2005396-6710-4963-9DFE-390A4102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3" name="value-234-8">
            <a:extLst xmlns:a="http://schemas.openxmlformats.org/drawingml/2006/main">
              <a:ext uri="{FF2B5EF4-FFF2-40B4-BE49-F238E27FC236}">
                <a16:creationId xmlns:a16="http://schemas.microsoft.com/office/drawing/2014/main" id="{650F347E-A532-4BD9-8970-8CD56AF1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4" name="value-234-9">
            <a:extLst xmlns:a="http://schemas.openxmlformats.org/drawingml/2006/main">
              <a:ext uri="{FF2B5EF4-FFF2-40B4-BE49-F238E27FC236}">
                <a16:creationId xmlns:a16="http://schemas.microsoft.com/office/drawing/2014/main" id="{8232F0D4-2A18-4560-85D4-75A1EF28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5" name="value-234-10">
            <a:extLst xmlns:a="http://schemas.openxmlformats.org/drawingml/2006/main">
              <a:ext uri="{FF2B5EF4-FFF2-40B4-BE49-F238E27FC236}">
                <a16:creationId xmlns:a16="http://schemas.microsoft.com/office/drawing/2014/main" id="{BEE42D63-29F8-4C73-9D47-43E81F1F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6" name="value-234-11">
            <a:extLst xmlns:a="http://schemas.openxmlformats.org/drawingml/2006/main">
              <a:ext uri="{FF2B5EF4-FFF2-40B4-BE49-F238E27FC236}">
                <a16:creationId xmlns:a16="http://schemas.microsoft.com/office/drawing/2014/main" id="{CED03752-EC37-4F03-8A05-276B1826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7" name="value-234-12">
            <a:extLst xmlns:a="http://schemas.openxmlformats.org/drawingml/2006/main">
              <a:ext uri="{FF2B5EF4-FFF2-40B4-BE49-F238E27FC236}">
                <a16:creationId xmlns:a16="http://schemas.microsoft.com/office/drawing/2014/main" id="{5A9E1F98-5D1E-4112-9887-204829CF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8" name="value-234-13">
            <a:extLst xmlns:a="http://schemas.openxmlformats.org/drawingml/2006/main">
              <a:ext uri="{FF2B5EF4-FFF2-40B4-BE49-F238E27FC236}">
                <a16:creationId xmlns:a16="http://schemas.microsoft.com/office/drawing/2014/main" id="{97FEE09F-7126-4778-B500-4D178966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9" name="value-234-14">
            <a:extLst xmlns:a="http://schemas.openxmlformats.org/drawingml/2006/main">
              <a:ext uri="{FF2B5EF4-FFF2-40B4-BE49-F238E27FC236}">
                <a16:creationId xmlns:a16="http://schemas.microsoft.com/office/drawing/2014/main" id="{F6A21889-45A1-4B18-B109-F32D3255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0" name="value-234-15">
            <a:extLst xmlns:a="http://schemas.openxmlformats.org/drawingml/2006/main">
              <a:ext uri="{FF2B5EF4-FFF2-40B4-BE49-F238E27FC236}">
                <a16:creationId xmlns:a16="http://schemas.microsoft.com/office/drawing/2014/main" id="{8410FF07-A2DD-4238-8BB3-C977F5D3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1" name="row-label-372">
            <a:extLst xmlns:a="http://schemas.openxmlformats.org/drawingml/2006/main">
              <a:ext uri="{FF2B5EF4-FFF2-40B4-BE49-F238E27FC236}">
                <a16:creationId xmlns:a16="http://schemas.microsoft.com/office/drawing/2014/main" id="{30E3344A-2F7B-4239-99C5-DF42A091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待查</a:t>
            </a:r>
          </a:p>
        </p:txBody>
      </p:sp>
      <p:sp>
        <p:nvSpPr>
          <p:cNvPr id="22" name="value-372-0">
            <a:extLst xmlns:a="http://schemas.openxmlformats.org/drawingml/2006/main">
              <a:ext uri="{FF2B5EF4-FFF2-40B4-BE49-F238E27FC236}">
                <a16:creationId xmlns:a16="http://schemas.microsoft.com/office/drawing/2014/main" id="{1CA370EC-F8AF-4D0F-8A9E-0582FE27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3" name="value-372-1">
            <a:extLst xmlns:a="http://schemas.openxmlformats.org/drawingml/2006/main">
              <a:ext uri="{FF2B5EF4-FFF2-40B4-BE49-F238E27FC236}">
                <a16:creationId xmlns:a16="http://schemas.microsoft.com/office/drawing/2014/main" id="{283C6CB9-E8A1-41DD-B6C2-7458496A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4" name="value-372-2">
            <a:extLst xmlns:a="http://schemas.openxmlformats.org/drawingml/2006/main">
              <a:ext uri="{FF2B5EF4-FFF2-40B4-BE49-F238E27FC236}">
                <a16:creationId xmlns:a16="http://schemas.microsoft.com/office/drawing/2014/main" id="{45D163AE-F566-45AF-A688-3CF92E8C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5" name="value-372-3">
            <a:extLst xmlns:a="http://schemas.openxmlformats.org/drawingml/2006/main">
              <a:ext uri="{FF2B5EF4-FFF2-40B4-BE49-F238E27FC236}">
                <a16:creationId xmlns:a16="http://schemas.microsoft.com/office/drawing/2014/main" id="{80A34C76-2D6A-44BE-BF78-631C6FFB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6" name="value-372-4">
            <a:extLst xmlns:a="http://schemas.openxmlformats.org/drawingml/2006/main">
              <a:ext uri="{FF2B5EF4-FFF2-40B4-BE49-F238E27FC236}">
                <a16:creationId xmlns:a16="http://schemas.microsoft.com/office/drawing/2014/main" id="{ADF9D3EE-4A0A-458B-921B-5AB38668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7" name="value-372-5">
            <a:extLst xmlns:a="http://schemas.openxmlformats.org/drawingml/2006/main">
              <a:ext uri="{FF2B5EF4-FFF2-40B4-BE49-F238E27FC236}">
                <a16:creationId xmlns:a16="http://schemas.microsoft.com/office/drawing/2014/main" id="{D6AC35F5-0295-4F85-8AF5-52E1777E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8" name="value-372-6">
            <a:extLst xmlns:a="http://schemas.openxmlformats.org/drawingml/2006/main">
              <a:ext uri="{FF2B5EF4-FFF2-40B4-BE49-F238E27FC236}">
                <a16:creationId xmlns:a16="http://schemas.microsoft.com/office/drawing/2014/main" id="{4B17E6A4-9B0C-45B7-A436-E1AD9767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9" name="value-372-7">
            <a:extLst xmlns:a="http://schemas.openxmlformats.org/drawingml/2006/main">
              <a:ext uri="{FF2B5EF4-FFF2-40B4-BE49-F238E27FC236}">
                <a16:creationId xmlns:a16="http://schemas.microsoft.com/office/drawing/2014/main" id="{528F5B28-43CB-4C64-9637-CC813128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0" name="value-372-8">
            <a:extLst xmlns:a="http://schemas.openxmlformats.org/drawingml/2006/main">
              <a:ext uri="{FF2B5EF4-FFF2-40B4-BE49-F238E27FC236}">
                <a16:creationId xmlns:a16="http://schemas.microsoft.com/office/drawing/2014/main" id="{D7A5A66D-C9F0-4F9A-B1E2-483AA2E7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1" name="value-372-9">
            <a:extLst xmlns:a="http://schemas.openxmlformats.org/drawingml/2006/main">
              <a:ext uri="{FF2B5EF4-FFF2-40B4-BE49-F238E27FC236}">
                <a16:creationId xmlns:a16="http://schemas.microsoft.com/office/drawing/2014/main" id="{2410E323-CABF-40A8-BFC5-ADE09658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2" name="value-372-10">
            <a:extLst xmlns:a="http://schemas.openxmlformats.org/drawingml/2006/main">
              <a:ext uri="{FF2B5EF4-FFF2-40B4-BE49-F238E27FC236}">
                <a16:creationId xmlns:a16="http://schemas.microsoft.com/office/drawing/2014/main" id="{7D33E1F6-1F51-4B85-876E-2701A91C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3" name="value-372-11">
            <a:extLst xmlns:a="http://schemas.openxmlformats.org/drawingml/2006/main">
              <a:ext uri="{FF2B5EF4-FFF2-40B4-BE49-F238E27FC236}">
                <a16:creationId xmlns:a16="http://schemas.microsoft.com/office/drawing/2014/main" id="{5D5724C2-7E8E-4DC5-98C9-67C66F1D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4" name="value-372-12">
            <a:extLst xmlns:a="http://schemas.openxmlformats.org/drawingml/2006/main">
              <a:ext uri="{FF2B5EF4-FFF2-40B4-BE49-F238E27FC236}">
                <a16:creationId xmlns:a16="http://schemas.microsoft.com/office/drawing/2014/main" id="{0F3B606F-B7F8-4225-937F-4FC51FA3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5" name="value-372-13">
            <a:extLst xmlns:a="http://schemas.openxmlformats.org/drawingml/2006/main">
              <a:ext uri="{FF2B5EF4-FFF2-40B4-BE49-F238E27FC236}">
                <a16:creationId xmlns:a16="http://schemas.microsoft.com/office/drawing/2014/main" id="{BF30E56F-F126-439D-ACF8-AD18D2F5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6" name="value-372-14">
            <a:extLst xmlns:a="http://schemas.openxmlformats.org/drawingml/2006/main">
              <a:ext uri="{FF2B5EF4-FFF2-40B4-BE49-F238E27FC236}">
                <a16:creationId xmlns:a16="http://schemas.microsoft.com/office/drawing/2014/main" id="{07C5AD17-3528-4BE4-B974-9F9559F7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7" name="value-372-15">
            <a:extLst xmlns:a="http://schemas.openxmlformats.org/drawingml/2006/main">
              <a:ext uri="{FF2B5EF4-FFF2-40B4-BE49-F238E27FC236}">
                <a16:creationId xmlns:a16="http://schemas.microsoft.com/office/drawing/2014/main" id="{CA49AF3D-A15E-4B7B-87B6-1A520D13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8" name="check-task">
            <a:extLst xmlns:a="http://schemas.openxmlformats.org/drawingml/2006/main">
              <a:ext uri="{FF2B5EF4-FFF2-40B4-BE49-F238E27FC236}">
                <a16:creationId xmlns:a16="http://schemas.microsoft.com/office/drawing/2014/main" id="{90DA853D-E184-48E2-9B33-F25756D1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提出检验方法，再检查这份还原结果。</a:t>
            </a:r>
          </a:p>
        </p:txBody>
      </p:sp>
    </p:spTree>
    <p:extLst>
      <p:ext uri="{BB962C8B-B14F-4D97-AF65-F5344CB8AC3E}">
        <p14:creationId xmlns:p14="http://schemas.microsoft.com/office/powerpoint/2010/main" val="1303306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op-rail">
            <a:extLst xmlns:a="http://schemas.openxmlformats.org/drawingml/2006/main">
              <a:ext uri="{FF2B5EF4-FFF2-40B4-BE49-F238E27FC236}">
                <a16:creationId xmlns:a16="http://schemas.microsoft.com/office/drawing/2014/main" id="{D895F5F0-6C92-4269-8ECB-BB715431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D5C6F46-FDE1-4F2F-8862-EF3F13B3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26106F4-6F9B-4FC0-8C2F-4AB5EF29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少写以后，怎样证明一个也没丢？</a:t>
            </a:r>
          </a:p>
        </p:txBody>
      </p:sp>
      <p:sp>
        <p:nvSpPr>
          <p:cNvPr id="4" name="row-label-234">
            <a:extLst xmlns:a="http://schemas.openxmlformats.org/drawingml/2006/main">
              <a:ext uri="{FF2B5EF4-FFF2-40B4-BE49-F238E27FC236}">
                <a16:creationId xmlns:a16="http://schemas.microsoft.com/office/drawing/2014/main" id="{E86B59D5-2E26-48BC-AB86-DFCA40D9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原串</a:t>
            </a:r>
          </a:p>
        </p:txBody>
      </p:sp>
      <p:sp>
        <p:nvSpPr>
          <p:cNvPr id="5" name="value-234-0">
            <a:extLst xmlns:a="http://schemas.openxmlformats.org/drawingml/2006/main">
              <a:ext uri="{FF2B5EF4-FFF2-40B4-BE49-F238E27FC236}">
                <a16:creationId xmlns:a16="http://schemas.microsoft.com/office/drawing/2014/main" id="{DFE8373A-F180-4411-8710-794AB88E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6" name="value-234-1">
            <a:extLst xmlns:a="http://schemas.openxmlformats.org/drawingml/2006/main">
              <a:ext uri="{FF2B5EF4-FFF2-40B4-BE49-F238E27FC236}">
                <a16:creationId xmlns:a16="http://schemas.microsoft.com/office/drawing/2014/main" id="{C0813EB3-8697-43E5-8763-5F4A5254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7" name="value-234-2">
            <a:extLst xmlns:a="http://schemas.openxmlformats.org/drawingml/2006/main">
              <a:ext uri="{FF2B5EF4-FFF2-40B4-BE49-F238E27FC236}">
                <a16:creationId xmlns:a16="http://schemas.microsoft.com/office/drawing/2014/main" id="{DEBE0223-D5BC-44A9-B201-C0A88052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8" name="value-234-3">
            <a:extLst xmlns:a="http://schemas.openxmlformats.org/drawingml/2006/main">
              <a:ext uri="{FF2B5EF4-FFF2-40B4-BE49-F238E27FC236}">
                <a16:creationId xmlns:a16="http://schemas.microsoft.com/office/drawing/2014/main" id="{D37ADF0E-8CAE-4E56-891E-BC5E4DF7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9" name="value-234-4">
            <a:extLst xmlns:a="http://schemas.openxmlformats.org/drawingml/2006/main">
              <a:ext uri="{FF2B5EF4-FFF2-40B4-BE49-F238E27FC236}">
                <a16:creationId xmlns:a16="http://schemas.microsoft.com/office/drawing/2014/main" id="{1D6C64F3-BD94-42F4-B587-C5508675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0" name="value-234-5">
            <a:extLst xmlns:a="http://schemas.openxmlformats.org/drawingml/2006/main">
              <a:ext uri="{FF2B5EF4-FFF2-40B4-BE49-F238E27FC236}">
                <a16:creationId xmlns:a16="http://schemas.microsoft.com/office/drawing/2014/main" id="{35B19483-EB5C-4084-95CF-C5513FE2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1" name="value-234-6">
            <a:extLst xmlns:a="http://schemas.openxmlformats.org/drawingml/2006/main">
              <a:ext uri="{FF2B5EF4-FFF2-40B4-BE49-F238E27FC236}">
                <a16:creationId xmlns:a16="http://schemas.microsoft.com/office/drawing/2014/main" id="{34A78045-9305-4095-AA29-39A0AF8C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2" name="value-234-7">
            <a:extLst xmlns:a="http://schemas.openxmlformats.org/drawingml/2006/main">
              <a:ext uri="{FF2B5EF4-FFF2-40B4-BE49-F238E27FC236}">
                <a16:creationId xmlns:a16="http://schemas.microsoft.com/office/drawing/2014/main" id="{C2005396-6710-4963-9DFE-390A4102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3" name="value-234-8">
            <a:extLst xmlns:a="http://schemas.openxmlformats.org/drawingml/2006/main">
              <a:ext uri="{FF2B5EF4-FFF2-40B4-BE49-F238E27FC236}">
                <a16:creationId xmlns:a16="http://schemas.microsoft.com/office/drawing/2014/main" id="{650F347E-A532-4BD9-8970-8CD56AF1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4" name="value-234-9">
            <a:extLst xmlns:a="http://schemas.openxmlformats.org/drawingml/2006/main">
              <a:ext uri="{FF2B5EF4-FFF2-40B4-BE49-F238E27FC236}">
                <a16:creationId xmlns:a16="http://schemas.microsoft.com/office/drawing/2014/main" id="{8232F0D4-2A18-4560-85D4-75A1EF28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5" name="value-234-10">
            <a:extLst xmlns:a="http://schemas.openxmlformats.org/drawingml/2006/main">
              <a:ext uri="{FF2B5EF4-FFF2-40B4-BE49-F238E27FC236}">
                <a16:creationId xmlns:a16="http://schemas.microsoft.com/office/drawing/2014/main" id="{BEE42D63-29F8-4C73-9D47-43E81F1F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6" name="value-234-11">
            <a:extLst xmlns:a="http://schemas.openxmlformats.org/drawingml/2006/main">
              <a:ext uri="{FF2B5EF4-FFF2-40B4-BE49-F238E27FC236}">
                <a16:creationId xmlns:a16="http://schemas.microsoft.com/office/drawing/2014/main" id="{CED03752-EC37-4F03-8A05-276B1826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7" name="value-234-12">
            <a:extLst xmlns:a="http://schemas.openxmlformats.org/drawingml/2006/main">
              <a:ext uri="{FF2B5EF4-FFF2-40B4-BE49-F238E27FC236}">
                <a16:creationId xmlns:a16="http://schemas.microsoft.com/office/drawing/2014/main" id="{5A9E1F98-5D1E-4112-9887-204829CF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8" name="value-234-13">
            <a:extLst xmlns:a="http://schemas.openxmlformats.org/drawingml/2006/main">
              <a:ext uri="{FF2B5EF4-FFF2-40B4-BE49-F238E27FC236}">
                <a16:creationId xmlns:a16="http://schemas.microsoft.com/office/drawing/2014/main" id="{97FEE09F-7126-4778-B500-4D178966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9" name="value-234-14">
            <a:extLst xmlns:a="http://schemas.openxmlformats.org/drawingml/2006/main">
              <a:ext uri="{FF2B5EF4-FFF2-40B4-BE49-F238E27FC236}">
                <a16:creationId xmlns:a16="http://schemas.microsoft.com/office/drawing/2014/main" id="{F6A21889-45A1-4B18-B109-F32D3255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0" name="value-234-15">
            <a:extLst xmlns:a="http://schemas.openxmlformats.org/drawingml/2006/main">
              <a:ext uri="{FF2B5EF4-FFF2-40B4-BE49-F238E27FC236}">
                <a16:creationId xmlns:a16="http://schemas.microsoft.com/office/drawing/2014/main" id="{8410FF07-A2DD-4238-8BB3-C977F5D3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1" name="row-label-372">
            <a:extLst xmlns:a="http://schemas.openxmlformats.org/drawingml/2006/main">
              <a:ext uri="{FF2B5EF4-FFF2-40B4-BE49-F238E27FC236}">
                <a16:creationId xmlns:a16="http://schemas.microsoft.com/office/drawing/2014/main" id="{30E3344A-2F7B-4239-99C5-DF42A091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待查</a:t>
            </a:r>
          </a:p>
        </p:txBody>
      </p:sp>
      <p:sp>
        <p:nvSpPr>
          <p:cNvPr id="22" name="value-372-0">
            <a:extLst xmlns:a="http://schemas.openxmlformats.org/drawingml/2006/main">
              <a:ext uri="{FF2B5EF4-FFF2-40B4-BE49-F238E27FC236}">
                <a16:creationId xmlns:a16="http://schemas.microsoft.com/office/drawing/2014/main" id="{1CA370EC-F8AF-4D0F-8A9E-0582FE27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3" name="value-372-1">
            <a:extLst xmlns:a="http://schemas.openxmlformats.org/drawingml/2006/main">
              <a:ext uri="{FF2B5EF4-FFF2-40B4-BE49-F238E27FC236}">
                <a16:creationId xmlns:a16="http://schemas.microsoft.com/office/drawing/2014/main" id="{283C6CB9-E8A1-41DD-B6C2-7458496A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4" name="value-372-2">
            <a:extLst xmlns:a="http://schemas.openxmlformats.org/drawingml/2006/main">
              <a:ext uri="{FF2B5EF4-FFF2-40B4-BE49-F238E27FC236}">
                <a16:creationId xmlns:a16="http://schemas.microsoft.com/office/drawing/2014/main" id="{45D163AE-F566-45AF-A688-3CF92E8C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5" name="value-372-3">
            <a:extLst xmlns:a="http://schemas.openxmlformats.org/drawingml/2006/main">
              <a:ext uri="{FF2B5EF4-FFF2-40B4-BE49-F238E27FC236}">
                <a16:creationId xmlns:a16="http://schemas.microsoft.com/office/drawing/2014/main" id="{80A34C76-2D6A-44BE-BF78-631C6FFB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6" name="value-372-4">
            <a:extLst xmlns:a="http://schemas.openxmlformats.org/drawingml/2006/main">
              <a:ext uri="{FF2B5EF4-FFF2-40B4-BE49-F238E27FC236}">
                <a16:creationId xmlns:a16="http://schemas.microsoft.com/office/drawing/2014/main" id="{ADF9D3EE-4A0A-458B-921B-5AB38668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7" name="value-372-5">
            <a:extLst xmlns:a="http://schemas.openxmlformats.org/drawingml/2006/main">
              <a:ext uri="{FF2B5EF4-FFF2-40B4-BE49-F238E27FC236}">
                <a16:creationId xmlns:a16="http://schemas.microsoft.com/office/drawing/2014/main" id="{D6AC35F5-0295-4F85-8AF5-52E1777E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8" name="value-372-6">
            <a:extLst xmlns:a="http://schemas.openxmlformats.org/drawingml/2006/main">
              <a:ext uri="{FF2B5EF4-FFF2-40B4-BE49-F238E27FC236}">
                <a16:creationId xmlns:a16="http://schemas.microsoft.com/office/drawing/2014/main" id="{4B17E6A4-9B0C-45B7-A436-E1AD9767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9" name="value-372-7">
            <a:extLst xmlns:a="http://schemas.openxmlformats.org/drawingml/2006/main">
              <a:ext uri="{FF2B5EF4-FFF2-40B4-BE49-F238E27FC236}">
                <a16:creationId xmlns:a16="http://schemas.microsoft.com/office/drawing/2014/main" id="{528F5B28-43CB-4C64-9637-CC813128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0" name="value-372-8">
            <a:extLst xmlns:a="http://schemas.openxmlformats.org/drawingml/2006/main">
              <a:ext uri="{FF2B5EF4-FFF2-40B4-BE49-F238E27FC236}">
                <a16:creationId xmlns:a16="http://schemas.microsoft.com/office/drawing/2014/main" id="{D7A5A66D-C9F0-4F9A-B1E2-483AA2E7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1" name="value-372-9">
            <a:extLst xmlns:a="http://schemas.openxmlformats.org/drawingml/2006/main">
              <a:ext uri="{FF2B5EF4-FFF2-40B4-BE49-F238E27FC236}">
                <a16:creationId xmlns:a16="http://schemas.microsoft.com/office/drawing/2014/main" id="{2410E323-CABF-40A8-BFC5-ADE09658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2" name="value-372-10">
            <a:extLst xmlns:a="http://schemas.openxmlformats.org/drawingml/2006/main">
              <a:ext uri="{FF2B5EF4-FFF2-40B4-BE49-F238E27FC236}">
                <a16:creationId xmlns:a16="http://schemas.microsoft.com/office/drawing/2014/main" id="{7D33E1F6-1F51-4B85-876E-2701A91C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3" name="value-372-11">
            <a:extLst xmlns:a="http://schemas.openxmlformats.org/drawingml/2006/main">
              <a:ext uri="{FF2B5EF4-FFF2-40B4-BE49-F238E27FC236}">
                <a16:creationId xmlns:a16="http://schemas.microsoft.com/office/drawing/2014/main" id="{5D5724C2-7E8E-4DC5-98C9-67C66F1D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4" name="value-372-12">
            <a:extLst xmlns:a="http://schemas.openxmlformats.org/drawingml/2006/main">
              <a:ext uri="{FF2B5EF4-FFF2-40B4-BE49-F238E27FC236}">
                <a16:creationId xmlns:a16="http://schemas.microsoft.com/office/drawing/2014/main" id="{0F3B606F-B7F8-4225-937F-4FC51FA3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5" name="value-372-13">
            <a:extLst xmlns:a="http://schemas.openxmlformats.org/drawingml/2006/main">
              <a:ext uri="{FF2B5EF4-FFF2-40B4-BE49-F238E27FC236}">
                <a16:creationId xmlns:a16="http://schemas.microsoft.com/office/drawing/2014/main" id="{BF30E56F-F126-439D-ACF8-AD18D2F5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6" name="value-372-14">
            <a:extLst xmlns:a="http://schemas.openxmlformats.org/drawingml/2006/main">
              <a:ext uri="{FF2B5EF4-FFF2-40B4-BE49-F238E27FC236}">
                <a16:creationId xmlns:a16="http://schemas.microsoft.com/office/drawing/2014/main" id="{07C5AD17-3528-4BE4-B974-9F9559F7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7" name="value-372-15">
            <a:extLst xmlns:a="http://schemas.openxmlformats.org/drawingml/2006/main">
              <a:ext uri="{FF2B5EF4-FFF2-40B4-BE49-F238E27FC236}">
                <a16:creationId xmlns:a16="http://schemas.microsoft.com/office/drawing/2014/main" id="{CA49AF3D-A15E-4B7B-87B6-1A520D13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8" name="check-task">
            <a:extLst xmlns:a="http://schemas.openxmlformats.org/drawingml/2006/main">
              <a:ext uri="{FF2B5EF4-FFF2-40B4-BE49-F238E27FC236}">
                <a16:creationId xmlns:a16="http://schemas.microsoft.com/office/drawing/2014/main" id="{90DA853D-E184-48E2-9B33-F25756D1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提出检验方法，再检查这份还原结果。</a:t>
            </a:r>
          </a:p>
        </p:txBody>
      </p:sp>
      <p:sp>
        <p:nvSpPr>
          <p:cNvPr id="39" name="first-difference">
            <a:extLst xmlns:a="http://schemas.openxmlformats.org/drawingml/2006/main">
              <a:ext uri="{FF2B5EF4-FFF2-40B4-BE49-F238E27FC236}">
                <a16:creationId xmlns:a16="http://schemas.microsoft.com/office/drawing/2014/main" id="{C2EF704E-7D6C-4E90-AAC2-35CC43C0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</p:spTree>
    <p:extLst>
      <p:ext uri="{BB962C8B-B14F-4D97-AF65-F5344CB8AC3E}">
        <p14:creationId xmlns:p14="http://schemas.microsoft.com/office/powerpoint/2010/main" val="1303306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op-rail">
            <a:extLst xmlns:a="http://schemas.openxmlformats.org/drawingml/2006/main">
              <a:ext uri="{FF2B5EF4-FFF2-40B4-BE49-F238E27FC236}">
                <a16:creationId xmlns:a16="http://schemas.microsoft.com/office/drawing/2014/main" id="{D895F5F0-6C92-4269-8ECB-BB715431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D5C6F46-FDE1-4F2F-8862-EF3F13B3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926106F4-6F9B-4FC0-8C2F-4AB5EF29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少写以后，怎样证明一个也没丢？</a:t>
            </a:r>
          </a:p>
        </p:txBody>
      </p:sp>
      <p:sp>
        <p:nvSpPr>
          <p:cNvPr id="4" name="row-label-234">
            <a:extLst xmlns:a="http://schemas.openxmlformats.org/drawingml/2006/main">
              <a:ext uri="{FF2B5EF4-FFF2-40B4-BE49-F238E27FC236}">
                <a16:creationId xmlns:a16="http://schemas.microsoft.com/office/drawing/2014/main" id="{E86B59D5-2E26-48BC-AB86-DFCA40D9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原串</a:t>
            </a:r>
          </a:p>
        </p:txBody>
      </p:sp>
      <p:sp>
        <p:nvSpPr>
          <p:cNvPr id="5" name="value-234-0">
            <a:extLst xmlns:a="http://schemas.openxmlformats.org/drawingml/2006/main">
              <a:ext uri="{FF2B5EF4-FFF2-40B4-BE49-F238E27FC236}">
                <a16:creationId xmlns:a16="http://schemas.microsoft.com/office/drawing/2014/main" id="{DFE8373A-F180-4411-8710-794AB88E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6" name="value-234-1">
            <a:extLst xmlns:a="http://schemas.openxmlformats.org/drawingml/2006/main">
              <a:ext uri="{FF2B5EF4-FFF2-40B4-BE49-F238E27FC236}">
                <a16:creationId xmlns:a16="http://schemas.microsoft.com/office/drawing/2014/main" id="{C0813EB3-8697-43E5-8763-5F4A5254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7" name="value-234-2">
            <a:extLst xmlns:a="http://schemas.openxmlformats.org/drawingml/2006/main">
              <a:ext uri="{FF2B5EF4-FFF2-40B4-BE49-F238E27FC236}">
                <a16:creationId xmlns:a16="http://schemas.microsoft.com/office/drawing/2014/main" id="{DEBE0223-D5BC-44A9-B201-C0A88052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8" name="value-234-3">
            <a:extLst xmlns:a="http://schemas.openxmlformats.org/drawingml/2006/main">
              <a:ext uri="{FF2B5EF4-FFF2-40B4-BE49-F238E27FC236}">
                <a16:creationId xmlns:a16="http://schemas.microsoft.com/office/drawing/2014/main" id="{D37ADF0E-8CAE-4E56-891E-BC5E4DF7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9" name="value-234-4">
            <a:extLst xmlns:a="http://schemas.openxmlformats.org/drawingml/2006/main">
              <a:ext uri="{FF2B5EF4-FFF2-40B4-BE49-F238E27FC236}">
                <a16:creationId xmlns:a16="http://schemas.microsoft.com/office/drawing/2014/main" id="{1D6C64F3-BD94-42F4-B587-C5508675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0" name="value-234-5">
            <a:extLst xmlns:a="http://schemas.openxmlformats.org/drawingml/2006/main">
              <a:ext uri="{FF2B5EF4-FFF2-40B4-BE49-F238E27FC236}">
                <a16:creationId xmlns:a16="http://schemas.microsoft.com/office/drawing/2014/main" id="{35B19483-EB5C-4084-95CF-C5513FE2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1" name="value-234-6">
            <a:extLst xmlns:a="http://schemas.openxmlformats.org/drawingml/2006/main">
              <a:ext uri="{FF2B5EF4-FFF2-40B4-BE49-F238E27FC236}">
                <a16:creationId xmlns:a16="http://schemas.microsoft.com/office/drawing/2014/main" id="{34A78045-9305-4095-AA29-39A0AF8C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2" name="value-234-7">
            <a:extLst xmlns:a="http://schemas.openxmlformats.org/drawingml/2006/main">
              <a:ext uri="{FF2B5EF4-FFF2-40B4-BE49-F238E27FC236}">
                <a16:creationId xmlns:a16="http://schemas.microsoft.com/office/drawing/2014/main" id="{C2005396-6710-4963-9DFE-390A41020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3" name="value-234-8">
            <a:extLst xmlns:a="http://schemas.openxmlformats.org/drawingml/2006/main">
              <a:ext uri="{FF2B5EF4-FFF2-40B4-BE49-F238E27FC236}">
                <a16:creationId xmlns:a16="http://schemas.microsoft.com/office/drawing/2014/main" id="{650F347E-A532-4BD9-8970-8CD56AF1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4" name="value-234-9">
            <a:extLst xmlns:a="http://schemas.openxmlformats.org/drawingml/2006/main">
              <a:ext uri="{FF2B5EF4-FFF2-40B4-BE49-F238E27FC236}">
                <a16:creationId xmlns:a16="http://schemas.microsoft.com/office/drawing/2014/main" id="{8232F0D4-2A18-4560-85D4-75A1EF28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5" name="value-234-10">
            <a:extLst xmlns:a="http://schemas.openxmlformats.org/drawingml/2006/main">
              <a:ext uri="{FF2B5EF4-FFF2-40B4-BE49-F238E27FC236}">
                <a16:creationId xmlns:a16="http://schemas.microsoft.com/office/drawing/2014/main" id="{BEE42D63-29F8-4C73-9D47-43E81F1F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6" name="value-234-11">
            <a:extLst xmlns:a="http://schemas.openxmlformats.org/drawingml/2006/main">
              <a:ext uri="{FF2B5EF4-FFF2-40B4-BE49-F238E27FC236}">
                <a16:creationId xmlns:a16="http://schemas.microsoft.com/office/drawing/2014/main" id="{CED03752-EC37-4F03-8A05-276B1826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7" name="value-234-12">
            <a:extLst xmlns:a="http://schemas.openxmlformats.org/drawingml/2006/main">
              <a:ext uri="{FF2B5EF4-FFF2-40B4-BE49-F238E27FC236}">
                <a16:creationId xmlns:a16="http://schemas.microsoft.com/office/drawing/2014/main" id="{5A9E1F98-5D1E-4112-9887-204829CF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8" name="value-234-13">
            <a:extLst xmlns:a="http://schemas.openxmlformats.org/drawingml/2006/main">
              <a:ext uri="{FF2B5EF4-FFF2-40B4-BE49-F238E27FC236}">
                <a16:creationId xmlns:a16="http://schemas.microsoft.com/office/drawing/2014/main" id="{97FEE09F-7126-4778-B500-4D178966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9" name="value-234-14">
            <a:extLst xmlns:a="http://schemas.openxmlformats.org/drawingml/2006/main">
              <a:ext uri="{FF2B5EF4-FFF2-40B4-BE49-F238E27FC236}">
                <a16:creationId xmlns:a16="http://schemas.microsoft.com/office/drawing/2014/main" id="{F6A21889-45A1-4B18-B109-F32D3255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0" name="value-234-15">
            <a:extLst xmlns:a="http://schemas.openxmlformats.org/drawingml/2006/main">
              <a:ext uri="{FF2B5EF4-FFF2-40B4-BE49-F238E27FC236}">
                <a16:creationId xmlns:a16="http://schemas.microsoft.com/office/drawing/2014/main" id="{8410FF07-A2DD-4238-8BB3-C977F5D3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288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1" name="row-label-372">
            <a:extLst xmlns:a="http://schemas.openxmlformats.org/drawingml/2006/main">
              <a:ext uri="{FF2B5EF4-FFF2-40B4-BE49-F238E27FC236}">
                <a16:creationId xmlns:a16="http://schemas.microsoft.com/office/drawing/2014/main" id="{30E3344A-2F7B-4239-99C5-DF42A091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待查</a:t>
            </a:r>
          </a:p>
        </p:txBody>
      </p:sp>
      <p:sp>
        <p:nvSpPr>
          <p:cNvPr id="22" name="value-372-0">
            <a:extLst xmlns:a="http://schemas.openxmlformats.org/drawingml/2006/main">
              <a:ext uri="{FF2B5EF4-FFF2-40B4-BE49-F238E27FC236}">
                <a16:creationId xmlns:a16="http://schemas.microsoft.com/office/drawing/2014/main" id="{1CA370EC-F8AF-4D0F-8A9E-0582FE27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3" name="value-372-1">
            <a:extLst xmlns:a="http://schemas.openxmlformats.org/drawingml/2006/main">
              <a:ext uri="{FF2B5EF4-FFF2-40B4-BE49-F238E27FC236}">
                <a16:creationId xmlns:a16="http://schemas.microsoft.com/office/drawing/2014/main" id="{283C6CB9-E8A1-41DD-B6C2-7458496A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4" name="value-372-2">
            <a:extLst xmlns:a="http://schemas.openxmlformats.org/drawingml/2006/main">
              <a:ext uri="{FF2B5EF4-FFF2-40B4-BE49-F238E27FC236}">
                <a16:creationId xmlns:a16="http://schemas.microsoft.com/office/drawing/2014/main" id="{45D163AE-F566-45AF-A688-3CF92E8C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5" name="value-372-3">
            <a:extLst xmlns:a="http://schemas.openxmlformats.org/drawingml/2006/main">
              <a:ext uri="{FF2B5EF4-FFF2-40B4-BE49-F238E27FC236}">
                <a16:creationId xmlns:a16="http://schemas.microsoft.com/office/drawing/2014/main" id="{80A34C76-2D6A-44BE-BF78-631C6FFB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6" name="value-372-4">
            <a:extLst xmlns:a="http://schemas.openxmlformats.org/drawingml/2006/main">
              <a:ext uri="{FF2B5EF4-FFF2-40B4-BE49-F238E27FC236}">
                <a16:creationId xmlns:a16="http://schemas.microsoft.com/office/drawing/2014/main" id="{ADF9D3EE-4A0A-458B-921B-5AB38668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7" name="value-372-5">
            <a:extLst xmlns:a="http://schemas.openxmlformats.org/drawingml/2006/main">
              <a:ext uri="{FF2B5EF4-FFF2-40B4-BE49-F238E27FC236}">
                <a16:creationId xmlns:a16="http://schemas.microsoft.com/office/drawing/2014/main" id="{D6AC35F5-0295-4F85-8AF5-52E1777E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8" name="value-372-6">
            <a:extLst xmlns:a="http://schemas.openxmlformats.org/drawingml/2006/main">
              <a:ext uri="{FF2B5EF4-FFF2-40B4-BE49-F238E27FC236}">
                <a16:creationId xmlns:a16="http://schemas.microsoft.com/office/drawing/2014/main" id="{4B17E6A4-9B0C-45B7-A436-E1AD9767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9" name="value-372-7">
            <a:extLst xmlns:a="http://schemas.openxmlformats.org/drawingml/2006/main">
              <a:ext uri="{FF2B5EF4-FFF2-40B4-BE49-F238E27FC236}">
                <a16:creationId xmlns:a16="http://schemas.microsoft.com/office/drawing/2014/main" id="{528F5B28-43CB-4C64-9637-CC813128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0" name="value-372-8">
            <a:extLst xmlns:a="http://schemas.openxmlformats.org/drawingml/2006/main">
              <a:ext uri="{FF2B5EF4-FFF2-40B4-BE49-F238E27FC236}">
                <a16:creationId xmlns:a16="http://schemas.microsoft.com/office/drawing/2014/main" id="{D7A5A66D-C9F0-4F9A-B1E2-483AA2E7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1" name="value-372-9">
            <a:extLst xmlns:a="http://schemas.openxmlformats.org/drawingml/2006/main">
              <a:ext uri="{FF2B5EF4-FFF2-40B4-BE49-F238E27FC236}">
                <a16:creationId xmlns:a16="http://schemas.microsoft.com/office/drawing/2014/main" id="{2410E323-CABF-40A8-BFC5-ADE09658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2" name="value-372-10">
            <a:extLst xmlns:a="http://schemas.openxmlformats.org/drawingml/2006/main">
              <a:ext uri="{FF2B5EF4-FFF2-40B4-BE49-F238E27FC236}">
                <a16:creationId xmlns:a16="http://schemas.microsoft.com/office/drawing/2014/main" id="{7D33E1F6-1F51-4B85-876E-2701A91C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3" name="value-372-11">
            <a:extLst xmlns:a="http://schemas.openxmlformats.org/drawingml/2006/main">
              <a:ext uri="{FF2B5EF4-FFF2-40B4-BE49-F238E27FC236}">
                <a16:creationId xmlns:a16="http://schemas.microsoft.com/office/drawing/2014/main" id="{5D5724C2-7E8E-4DC5-98C9-67C66F1D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4" name="value-372-12">
            <a:extLst xmlns:a="http://schemas.openxmlformats.org/drawingml/2006/main">
              <a:ext uri="{FF2B5EF4-FFF2-40B4-BE49-F238E27FC236}">
                <a16:creationId xmlns:a16="http://schemas.microsoft.com/office/drawing/2014/main" id="{0F3B606F-B7F8-4225-937F-4FC51FA3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5" name="value-372-13">
            <a:extLst xmlns:a="http://schemas.openxmlformats.org/drawingml/2006/main">
              <a:ext uri="{FF2B5EF4-FFF2-40B4-BE49-F238E27FC236}">
                <a16:creationId xmlns:a16="http://schemas.microsoft.com/office/drawing/2014/main" id="{BF30E56F-F126-439D-ACF8-AD18D2F5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6" name="value-372-14">
            <a:extLst xmlns:a="http://schemas.openxmlformats.org/drawingml/2006/main">
              <a:ext uri="{FF2B5EF4-FFF2-40B4-BE49-F238E27FC236}">
                <a16:creationId xmlns:a16="http://schemas.microsoft.com/office/drawing/2014/main" id="{07C5AD17-3528-4BE4-B974-9F9559F7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7" name="value-372-15">
            <a:extLst xmlns:a="http://schemas.openxmlformats.org/drawingml/2006/main">
              <a:ext uri="{FF2B5EF4-FFF2-40B4-BE49-F238E27FC236}">
                <a16:creationId xmlns:a16="http://schemas.microsoft.com/office/drawing/2014/main" id="{CA49AF3D-A15E-4B7B-87B6-1A520D13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4330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38" name="check-task">
            <a:extLst xmlns:a="http://schemas.openxmlformats.org/drawingml/2006/main">
              <a:ext uri="{FF2B5EF4-FFF2-40B4-BE49-F238E27FC236}">
                <a16:creationId xmlns:a16="http://schemas.microsoft.com/office/drawing/2014/main" id="{90DA853D-E184-48E2-9B33-F25756D1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提出检验方法，再检查这份还原结果。</a:t>
            </a:r>
          </a:p>
        </p:txBody>
      </p:sp>
      <p:sp>
        <p:nvSpPr>
          <p:cNvPr id="39" name="first-difference">
            <a:extLst xmlns:a="http://schemas.openxmlformats.org/drawingml/2006/main">
              <a:ext uri="{FF2B5EF4-FFF2-40B4-BE49-F238E27FC236}">
                <a16:creationId xmlns:a16="http://schemas.microsoft.com/office/drawing/2014/main" id="{C2EF704E-7D6C-4E90-AAC2-35CC43C0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24250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0000"/>
            </a:solidFill>
          </a:ln>
        </p:spPr>
      </p:sp>
      <p:sp>
        <p:nvSpPr>
          <p:cNvPr id="40" name="byte-comparison">
            <a:extLst xmlns:a="http://schemas.openxmlformats.org/drawingml/2006/main">
              <a:ext uri="{FF2B5EF4-FFF2-40B4-BE49-F238E27FC236}">
                <a16:creationId xmlns:a16="http://schemas.microsoft.com/office/drawing/2014/main" id="{694E69EF-EA86-4B9F-8454-5C5C2E8E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解压结果 == 原始输入  →  True</a:t>
            </a:r>
          </a:p>
        </p:txBody>
      </p:sp>
    </p:spTree>
    <p:extLst>
      <p:ext uri="{BB962C8B-B14F-4D97-AF65-F5344CB8AC3E}">
        <p14:creationId xmlns:p14="http://schemas.microsoft.com/office/powerpoint/2010/main" val="1303306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rail">
            <a:extLst xmlns:a="http://schemas.openxmlformats.org/drawingml/2006/main">
              <a:ext uri="{FF2B5EF4-FFF2-40B4-BE49-F238E27FC236}">
                <a16:creationId xmlns:a16="http://schemas.microsoft.com/office/drawing/2014/main" id="{BF3F126A-B177-472C-8751-B482A1DC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2850C81-2149-4AC2-A04D-EB882941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5B434F9-66DD-462E-B967-8AB44A01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同一规则，为什么有时反而变大？</a:t>
            </a:r>
          </a:p>
        </p:txBody>
      </p:sp>
      <p:sp>
        <p:nvSpPr>
          <p:cNvPr id="4" name="row-label-225">
            <a:extLst xmlns:a="http://schemas.openxmlformats.org/drawingml/2006/main">
              <a:ext uri="{FF2B5EF4-FFF2-40B4-BE49-F238E27FC236}">
                <a16:creationId xmlns:a16="http://schemas.microsoft.com/office/drawing/2014/main" id="{6A1F969E-34B2-4ACF-9997-D3F5B657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A</a:t>
            </a:r>
          </a:p>
        </p:txBody>
      </p:sp>
      <p:sp>
        <p:nvSpPr>
          <p:cNvPr id="5" name="value-225-0">
            <a:extLst xmlns:a="http://schemas.openxmlformats.org/drawingml/2006/main">
              <a:ext uri="{FF2B5EF4-FFF2-40B4-BE49-F238E27FC236}">
                <a16:creationId xmlns:a16="http://schemas.microsoft.com/office/drawing/2014/main" id="{28CC87FF-25F4-44B8-9D26-C3F49E67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6" name="value-225-1">
            <a:extLst xmlns:a="http://schemas.openxmlformats.org/drawingml/2006/main">
              <a:ext uri="{FF2B5EF4-FFF2-40B4-BE49-F238E27FC236}">
                <a16:creationId xmlns:a16="http://schemas.microsoft.com/office/drawing/2014/main" id="{82267324-9782-4E79-AA49-E0C38EA9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7" name="value-225-2">
            <a:extLst xmlns:a="http://schemas.openxmlformats.org/drawingml/2006/main">
              <a:ext uri="{FF2B5EF4-FFF2-40B4-BE49-F238E27FC236}">
                <a16:creationId xmlns:a16="http://schemas.microsoft.com/office/drawing/2014/main" id="{94BAD7E9-30FC-4F37-B65A-C4BAC74B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8" name="value-225-3">
            <a:extLst xmlns:a="http://schemas.openxmlformats.org/drawingml/2006/main">
              <a:ext uri="{FF2B5EF4-FFF2-40B4-BE49-F238E27FC236}">
                <a16:creationId xmlns:a16="http://schemas.microsoft.com/office/drawing/2014/main" id="{6F20C406-6C33-4A6C-A342-4CCD5A3A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9" name="value-225-4">
            <a:extLst xmlns:a="http://schemas.openxmlformats.org/drawingml/2006/main">
              <a:ext uri="{FF2B5EF4-FFF2-40B4-BE49-F238E27FC236}">
                <a16:creationId xmlns:a16="http://schemas.microsoft.com/office/drawing/2014/main" id="{08EDB7FE-3EFF-4447-ACD1-8A3565E5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0" name="value-225-5">
            <a:extLst xmlns:a="http://schemas.openxmlformats.org/drawingml/2006/main">
              <a:ext uri="{FF2B5EF4-FFF2-40B4-BE49-F238E27FC236}">
                <a16:creationId xmlns:a16="http://schemas.microsoft.com/office/drawing/2014/main" id="{EDD305A3-E03D-4A05-B85D-2715D966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1" name="value-225-6">
            <a:extLst xmlns:a="http://schemas.openxmlformats.org/drawingml/2006/main">
              <a:ext uri="{FF2B5EF4-FFF2-40B4-BE49-F238E27FC236}">
                <a16:creationId xmlns:a16="http://schemas.microsoft.com/office/drawing/2014/main" id="{735641F1-28B9-4663-93DE-4B474364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2" name="value-225-7">
            <a:extLst xmlns:a="http://schemas.openxmlformats.org/drawingml/2006/main">
              <a:ext uri="{FF2B5EF4-FFF2-40B4-BE49-F238E27FC236}">
                <a16:creationId xmlns:a16="http://schemas.microsoft.com/office/drawing/2014/main" id="{04ADBC4C-C490-4256-8A2D-E9B0E1FB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3" name="value-225-8">
            <a:extLst xmlns:a="http://schemas.openxmlformats.org/drawingml/2006/main">
              <a:ext uri="{FF2B5EF4-FFF2-40B4-BE49-F238E27FC236}">
                <a16:creationId xmlns:a16="http://schemas.microsoft.com/office/drawing/2014/main" id="{9FAF0E5B-B321-4F3F-B436-7051E4EE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4" name="value-225-9">
            <a:extLst xmlns:a="http://schemas.openxmlformats.org/drawingml/2006/main">
              <a:ext uri="{FF2B5EF4-FFF2-40B4-BE49-F238E27FC236}">
                <a16:creationId xmlns:a16="http://schemas.microsoft.com/office/drawing/2014/main" id="{3EB9E8D6-DDAD-4BE1-879A-467E4A36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5" name="value-225-10">
            <a:extLst xmlns:a="http://schemas.openxmlformats.org/drawingml/2006/main">
              <a:ext uri="{FF2B5EF4-FFF2-40B4-BE49-F238E27FC236}">
                <a16:creationId xmlns:a16="http://schemas.microsoft.com/office/drawing/2014/main" id="{CD50F73A-9C2F-4B1B-8C5E-4AC206DF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6" name="value-225-11">
            <a:extLst xmlns:a="http://schemas.openxmlformats.org/drawingml/2006/main">
              <a:ext uri="{FF2B5EF4-FFF2-40B4-BE49-F238E27FC236}">
                <a16:creationId xmlns:a16="http://schemas.microsoft.com/office/drawing/2014/main" id="{B97C6247-440E-4B8C-96B5-1C69D086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7" name="value-225-12">
            <a:extLst xmlns:a="http://schemas.openxmlformats.org/drawingml/2006/main">
              <a:ext uri="{FF2B5EF4-FFF2-40B4-BE49-F238E27FC236}">
                <a16:creationId xmlns:a16="http://schemas.microsoft.com/office/drawing/2014/main" id="{725DB096-165F-421E-A177-BC8339D7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8" name="value-225-13">
            <a:extLst xmlns:a="http://schemas.openxmlformats.org/drawingml/2006/main">
              <a:ext uri="{FF2B5EF4-FFF2-40B4-BE49-F238E27FC236}">
                <a16:creationId xmlns:a16="http://schemas.microsoft.com/office/drawing/2014/main" id="{4A1416A3-CA5F-4649-ADF7-7A016455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9" name="value-225-14">
            <a:extLst xmlns:a="http://schemas.openxmlformats.org/drawingml/2006/main">
              <a:ext uri="{FF2B5EF4-FFF2-40B4-BE49-F238E27FC236}">
                <a16:creationId xmlns:a16="http://schemas.microsoft.com/office/drawing/2014/main" id="{FA418DAF-8306-4DA2-8A9F-D1C654E9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0" name="value-225-15">
            <a:extLst xmlns:a="http://schemas.openxmlformats.org/drawingml/2006/main">
              <a:ext uri="{FF2B5EF4-FFF2-40B4-BE49-F238E27FC236}">
                <a16:creationId xmlns:a16="http://schemas.microsoft.com/office/drawing/2014/main" id="{3B905382-AA36-4136-9C81-2EA3D272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1" name="row-label-342">
            <a:extLst xmlns:a="http://schemas.openxmlformats.org/drawingml/2006/main">
              <a:ext uri="{FF2B5EF4-FFF2-40B4-BE49-F238E27FC236}">
                <a16:creationId xmlns:a16="http://schemas.microsoft.com/office/drawing/2014/main" id="{424B0DF5-0509-4666-9FF3-54EB7898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</a:t>
            </a:r>
          </a:p>
        </p:txBody>
      </p:sp>
      <p:sp>
        <p:nvSpPr>
          <p:cNvPr id="22" name="value-342-0">
            <a:extLst xmlns:a="http://schemas.openxmlformats.org/drawingml/2006/main">
              <a:ext uri="{FF2B5EF4-FFF2-40B4-BE49-F238E27FC236}">
                <a16:creationId xmlns:a16="http://schemas.microsoft.com/office/drawing/2014/main" id="{03043208-78B6-48B3-9902-FD6386AA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3" name="value-342-1">
            <a:extLst xmlns:a="http://schemas.openxmlformats.org/drawingml/2006/main">
              <a:ext uri="{FF2B5EF4-FFF2-40B4-BE49-F238E27FC236}">
                <a16:creationId xmlns:a16="http://schemas.microsoft.com/office/drawing/2014/main" id="{80828905-EBDA-40C9-8E8C-F257590F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24" name="value-342-2">
            <a:extLst xmlns:a="http://schemas.openxmlformats.org/drawingml/2006/main">
              <a:ext uri="{FF2B5EF4-FFF2-40B4-BE49-F238E27FC236}">
                <a16:creationId xmlns:a16="http://schemas.microsoft.com/office/drawing/2014/main" id="{1A92794B-7EF1-49C1-A8BC-3FB5F86C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5" name="value-342-3">
            <a:extLst xmlns:a="http://schemas.openxmlformats.org/drawingml/2006/main">
              <a:ext uri="{FF2B5EF4-FFF2-40B4-BE49-F238E27FC236}">
                <a16:creationId xmlns:a16="http://schemas.microsoft.com/office/drawing/2014/main" id="{4CB91D57-A3C2-4A71-9405-B49606C7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26" name="value-342-4">
            <a:extLst xmlns:a="http://schemas.openxmlformats.org/drawingml/2006/main">
              <a:ext uri="{FF2B5EF4-FFF2-40B4-BE49-F238E27FC236}">
                <a16:creationId xmlns:a16="http://schemas.microsoft.com/office/drawing/2014/main" id="{0FBBBE6D-F8AC-4C36-BFF0-0C6514D6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7" name="value-342-5">
            <a:extLst xmlns:a="http://schemas.openxmlformats.org/drawingml/2006/main">
              <a:ext uri="{FF2B5EF4-FFF2-40B4-BE49-F238E27FC236}">
                <a16:creationId xmlns:a16="http://schemas.microsoft.com/office/drawing/2014/main" id="{B28BB663-B0C0-4248-8581-C3EAE2A4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28" name="value-342-6">
            <a:extLst xmlns:a="http://schemas.openxmlformats.org/drawingml/2006/main">
              <a:ext uri="{FF2B5EF4-FFF2-40B4-BE49-F238E27FC236}">
                <a16:creationId xmlns:a16="http://schemas.microsoft.com/office/drawing/2014/main" id="{BBFF35A3-877B-4F64-AC54-0500DB4C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9" name="value-342-7">
            <a:extLst xmlns:a="http://schemas.openxmlformats.org/drawingml/2006/main">
              <a:ext uri="{FF2B5EF4-FFF2-40B4-BE49-F238E27FC236}">
                <a16:creationId xmlns:a16="http://schemas.microsoft.com/office/drawing/2014/main" id="{7D867807-D17C-4B3E-8DA1-B14F3749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0" name="value-342-8">
            <a:extLst xmlns:a="http://schemas.openxmlformats.org/drawingml/2006/main">
              <a:ext uri="{FF2B5EF4-FFF2-40B4-BE49-F238E27FC236}">
                <a16:creationId xmlns:a16="http://schemas.microsoft.com/office/drawing/2014/main" id="{D79465B6-6DBF-4032-8B56-6E132CD5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1" name="value-342-9">
            <a:extLst xmlns:a="http://schemas.openxmlformats.org/drawingml/2006/main">
              <a:ext uri="{FF2B5EF4-FFF2-40B4-BE49-F238E27FC236}">
                <a16:creationId xmlns:a16="http://schemas.microsoft.com/office/drawing/2014/main" id="{25D3EB20-1480-4310-8B44-4B5CB1AB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2" name="value-342-10">
            <a:extLst xmlns:a="http://schemas.openxmlformats.org/drawingml/2006/main">
              <a:ext uri="{FF2B5EF4-FFF2-40B4-BE49-F238E27FC236}">
                <a16:creationId xmlns:a16="http://schemas.microsoft.com/office/drawing/2014/main" id="{F516B2DF-85D7-47A3-84B7-4F67C671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3" name="value-342-11">
            <a:extLst xmlns:a="http://schemas.openxmlformats.org/drawingml/2006/main">
              <a:ext uri="{FF2B5EF4-FFF2-40B4-BE49-F238E27FC236}">
                <a16:creationId xmlns:a16="http://schemas.microsoft.com/office/drawing/2014/main" id="{AD5817B2-67D0-4ECD-8DDD-B07F16DC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4" name="value-342-12">
            <a:extLst xmlns:a="http://schemas.openxmlformats.org/drawingml/2006/main">
              <a:ext uri="{FF2B5EF4-FFF2-40B4-BE49-F238E27FC236}">
                <a16:creationId xmlns:a16="http://schemas.microsoft.com/office/drawing/2014/main" id="{0B382DED-DCB9-471E-872A-3256DFAB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5" name="value-342-13">
            <a:extLst xmlns:a="http://schemas.openxmlformats.org/drawingml/2006/main">
              <a:ext uri="{FF2B5EF4-FFF2-40B4-BE49-F238E27FC236}">
                <a16:creationId xmlns:a16="http://schemas.microsoft.com/office/drawing/2014/main" id="{6F92CA39-63B9-46CE-87A6-67C05917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6" name="value-342-14">
            <a:extLst xmlns:a="http://schemas.openxmlformats.org/drawingml/2006/main">
              <a:ext uri="{FF2B5EF4-FFF2-40B4-BE49-F238E27FC236}">
                <a16:creationId xmlns:a16="http://schemas.microsoft.com/office/drawing/2014/main" id="{2CFC3CBF-795C-4A27-935C-789B3D27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7" name="value-342-15">
            <a:extLst xmlns:a="http://schemas.openxmlformats.org/drawingml/2006/main">
              <a:ext uri="{FF2B5EF4-FFF2-40B4-BE49-F238E27FC236}">
                <a16:creationId xmlns:a16="http://schemas.microsoft.com/office/drawing/2014/main" id="{9536B70F-EDFC-481B-8D45-0CE10229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8" name="rle-rule">
            <a:extLst xmlns:a="http://schemas.openxmlformats.org/drawingml/2006/main">
              <a:ext uri="{FF2B5EF4-FFF2-40B4-BE49-F238E27FC236}">
                <a16:creationId xmlns:a16="http://schemas.microsoft.com/office/drawing/2014/main" id="{1B3E6BC4-937A-48DB-93AF-A53D87D5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每组：颜色编号1 B + 连续次数1 B</a:t>
            </a:r>
          </a:p>
        </p:txBody>
      </p:sp>
    </p:spTree>
    <p:extLst>
      <p:ext uri="{BB962C8B-B14F-4D97-AF65-F5344CB8AC3E}">
        <p14:creationId xmlns:p14="http://schemas.microsoft.com/office/powerpoint/2010/main" val="20120282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op-rail">
            <a:extLst xmlns:a="http://schemas.openxmlformats.org/drawingml/2006/main">
              <a:ext uri="{FF2B5EF4-FFF2-40B4-BE49-F238E27FC236}">
                <a16:creationId xmlns:a16="http://schemas.microsoft.com/office/drawing/2014/main" id="{BF3F126A-B177-472C-8751-B482A1DC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2850C81-2149-4AC2-A04D-EB882941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5B434F9-66DD-462E-B967-8AB44A01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同一规则，为什么有时反而变大？</a:t>
            </a:r>
          </a:p>
        </p:txBody>
      </p:sp>
      <p:sp>
        <p:nvSpPr>
          <p:cNvPr id="4" name="row-label-225">
            <a:extLst xmlns:a="http://schemas.openxmlformats.org/drawingml/2006/main">
              <a:ext uri="{FF2B5EF4-FFF2-40B4-BE49-F238E27FC236}">
                <a16:creationId xmlns:a16="http://schemas.microsoft.com/office/drawing/2014/main" id="{6A1F969E-34B2-4ACF-9997-D3F5B657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A</a:t>
            </a:r>
          </a:p>
        </p:txBody>
      </p:sp>
      <p:sp>
        <p:nvSpPr>
          <p:cNvPr id="5" name="value-225-0">
            <a:extLst xmlns:a="http://schemas.openxmlformats.org/drawingml/2006/main">
              <a:ext uri="{FF2B5EF4-FFF2-40B4-BE49-F238E27FC236}">
                <a16:creationId xmlns:a16="http://schemas.microsoft.com/office/drawing/2014/main" id="{28CC87FF-25F4-44B8-9D26-C3F49E67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6" name="value-225-1">
            <a:extLst xmlns:a="http://schemas.openxmlformats.org/drawingml/2006/main">
              <a:ext uri="{FF2B5EF4-FFF2-40B4-BE49-F238E27FC236}">
                <a16:creationId xmlns:a16="http://schemas.microsoft.com/office/drawing/2014/main" id="{82267324-9782-4E79-AA49-E0C38EA9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7" name="value-225-2">
            <a:extLst xmlns:a="http://schemas.openxmlformats.org/drawingml/2006/main">
              <a:ext uri="{FF2B5EF4-FFF2-40B4-BE49-F238E27FC236}">
                <a16:creationId xmlns:a16="http://schemas.microsoft.com/office/drawing/2014/main" id="{94BAD7E9-30FC-4F37-B65A-C4BAC74B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8" name="value-225-3">
            <a:extLst xmlns:a="http://schemas.openxmlformats.org/drawingml/2006/main">
              <a:ext uri="{FF2B5EF4-FFF2-40B4-BE49-F238E27FC236}">
                <a16:creationId xmlns:a16="http://schemas.microsoft.com/office/drawing/2014/main" id="{6F20C406-6C33-4A6C-A342-4CCD5A3A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9" name="value-225-4">
            <a:extLst xmlns:a="http://schemas.openxmlformats.org/drawingml/2006/main">
              <a:ext uri="{FF2B5EF4-FFF2-40B4-BE49-F238E27FC236}">
                <a16:creationId xmlns:a16="http://schemas.microsoft.com/office/drawing/2014/main" id="{08EDB7FE-3EFF-4447-ACD1-8A3565E5D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0" name="value-225-5">
            <a:extLst xmlns:a="http://schemas.openxmlformats.org/drawingml/2006/main">
              <a:ext uri="{FF2B5EF4-FFF2-40B4-BE49-F238E27FC236}">
                <a16:creationId xmlns:a16="http://schemas.microsoft.com/office/drawing/2014/main" id="{EDD305A3-E03D-4A05-B85D-2715D966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1" name="value-225-6">
            <a:extLst xmlns:a="http://schemas.openxmlformats.org/drawingml/2006/main">
              <a:ext uri="{FF2B5EF4-FFF2-40B4-BE49-F238E27FC236}">
                <a16:creationId xmlns:a16="http://schemas.microsoft.com/office/drawing/2014/main" id="{735641F1-28B9-4663-93DE-4B474364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2" name="value-225-7">
            <a:extLst xmlns:a="http://schemas.openxmlformats.org/drawingml/2006/main">
              <a:ext uri="{FF2B5EF4-FFF2-40B4-BE49-F238E27FC236}">
                <a16:creationId xmlns:a16="http://schemas.microsoft.com/office/drawing/2014/main" id="{04ADBC4C-C490-4256-8A2D-E9B0E1FB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13" name="value-225-8">
            <a:extLst xmlns:a="http://schemas.openxmlformats.org/drawingml/2006/main">
              <a:ext uri="{FF2B5EF4-FFF2-40B4-BE49-F238E27FC236}">
                <a16:creationId xmlns:a16="http://schemas.microsoft.com/office/drawing/2014/main" id="{9FAF0E5B-B321-4F3F-B436-7051E4EE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4" name="value-225-9">
            <a:extLst xmlns:a="http://schemas.openxmlformats.org/drawingml/2006/main">
              <a:ext uri="{FF2B5EF4-FFF2-40B4-BE49-F238E27FC236}">
                <a16:creationId xmlns:a16="http://schemas.microsoft.com/office/drawing/2014/main" id="{3EB9E8D6-DDAD-4BE1-879A-467E4A36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5" name="value-225-10">
            <a:extLst xmlns:a="http://schemas.openxmlformats.org/drawingml/2006/main">
              <a:ext uri="{FF2B5EF4-FFF2-40B4-BE49-F238E27FC236}">
                <a16:creationId xmlns:a16="http://schemas.microsoft.com/office/drawing/2014/main" id="{CD50F73A-9C2F-4B1B-8C5E-4AC206DF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6" name="value-225-11">
            <a:extLst xmlns:a="http://schemas.openxmlformats.org/drawingml/2006/main">
              <a:ext uri="{FF2B5EF4-FFF2-40B4-BE49-F238E27FC236}">
                <a16:creationId xmlns:a16="http://schemas.microsoft.com/office/drawing/2014/main" id="{B97C6247-440E-4B8C-96B5-1C69D086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7" name="value-225-12">
            <a:extLst xmlns:a="http://schemas.openxmlformats.org/drawingml/2006/main">
              <a:ext uri="{FF2B5EF4-FFF2-40B4-BE49-F238E27FC236}">
                <a16:creationId xmlns:a16="http://schemas.microsoft.com/office/drawing/2014/main" id="{725DB096-165F-421E-A177-BC8339D7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18" name="value-225-13">
            <a:extLst xmlns:a="http://schemas.openxmlformats.org/drawingml/2006/main">
              <a:ext uri="{FF2B5EF4-FFF2-40B4-BE49-F238E27FC236}">
                <a16:creationId xmlns:a16="http://schemas.microsoft.com/office/drawing/2014/main" id="{4A1416A3-CA5F-4649-ADF7-7A016455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19" name="value-225-14">
            <a:extLst xmlns:a="http://schemas.openxmlformats.org/drawingml/2006/main">
              <a:ext uri="{FF2B5EF4-FFF2-40B4-BE49-F238E27FC236}">
                <a16:creationId xmlns:a16="http://schemas.microsoft.com/office/drawing/2014/main" id="{FA418DAF-8306-4DA2-8A9F-D1C654E9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0" name="value-225-15">
            <a:extLst xmlns:a="http://schemas.openxmlformats.org/drawingml/2006/main">
              <a:ext uri="{FF2B5EF4-FFF2-40B4-BE49-F238E27FC236}">
                <a16:creationId xmlns:a16="http://schemas.microsoft.com/office/drawing/2014/main" id="{3B905382-AA36-4136-9C81-2EA3D272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143125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55C3"/>
          </a:solidFill>
          <a:ln xmlns:a="http://schemas.openxmlformats.org/drawingml/2006/main" w="0">
            <a:noFill/>
          </a:ln>
        </p:spPr>
      </p:sp>
      <p:sp>
        <p:nvSpPr>
          <p:cNvPr id="21" name="row-label-342">
            <a:extLst xmlns:a="http://schemas.openxmlformats.org/drawingml/2006/main">
              <a:ext uri="{FF2B5EF4-FFF2-40B4-BE49-F238E27FC236}">
                <a16:creationId xmlns:a16="http://schemas.microsoft.com/office/drawing/2014/main" id="{424B0DF5-0509-4666-9FF3-54EB7898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B</a:t>
            </a:r>
          </a:p>
        </p:txBody>
      </p:sp>
      <p:sp>
        <p:nvSpPr>
          <p:cNvPr id="22" name="value-342-0">
            <a:extLst xmlns:a="http://schemas.openxmlformats.org/drawingml/2006/main">
              <a:ext uri="{FF2B5EF4-FFF2-40B4-BE49-F238E27FC236}">
                <a16:creationId xmlns:a16="http://schemas.microsoft.com/office/drawing/2014/main" id="{03043208-78B6-48B3-9902-FD6386AA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3" name="value-342-1">
            <a:extLst xmlns:a="http://schemas.openxmlformats.org/drawingml/2006/main">
              <a:ext uri="{FF2B5EF4-FFF2-40B4-BE49-F238E27FC236}">
                <a16:creationId xmlns:a16="http://schemas.microsoft.com/office/drawing/2014/main" id="{80828905-EBDA-40C9-8E8C-F257590F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24" name="value-342-2">
            <a:extLst xmlns:a="http://schemas.openxmlformats.org/drawingml/2006/main">
              <a:ext uri="{FF2B5EF4-FFF2-40B4-BE49-F238E27FC236}">
                <a16:creationId xmlns:a16="http://schemas.microsoft.com/office/drawing/2014/main" id="{1A92794B-7EF1-49C1-A8BC-3FB5F86C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5" name="value-342-3">
            <a:extLst xmlns:a="http://schemas.openxmlformats.org/drawingml/2006/main">
              <a:ext uri="{FF2B5EF4-FFF2-40B4-BE49-F238E27FC236}">
                <a16:creationId xmlns:a16="http://schemas.microsoft.com/office/drawing/2014/main" id="{4CB91D57-A3C2-4A71-9405-B49606C7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26" name="value-342-4">
            <a:extLst xmlns:a="http://schemas.openxmlformats.org/drawingml/2006/main">
              <a:ext uri="{FF2B5EF4-FFF2-40B4-BE49-F238E27FC236}">
                <a16:creationId xmlns:a16="http://schemas.microsoft.com/office/drawing/2014/main" id="{0FBBBE6D-F8AC-4C36-BFF0-0C6514D61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7" name="value-342-5">
            <a:extLst xmlns:a="http://schemas.openxmlformats.org/drawingml/2006/main">
              <a:ext uri="{FF2B5EF4-FFF2-40B4-BE49-F238E27FC236}">
                <a16:creationId xmlns:a16="http://schemas.microsoft.com/office/drawing/2014/main" id="{B28BB663-B0C0-4248-8581-C3EAE2A4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28" name="value-342-6">
            <a:extLst xmlns:a="http://schemas.openxmlformats.org/drawingml/2006/main">
              <a:ext uri="{FF2B5EF4-FFF2-40B4-BE49-F238E27FC236}">
                <a16:creationId xmlns:a16="http://schemas.microsoft.com/office/drawing/2014/main" id="{BBFF35A3-877B-4F64-AC54-0500DB4C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29" name="value-342-7">
            <a:extLst xmlns:a="http://schemas.openxmlformats.org/drawingml/2006/main">
              <a:ext uri="{FF2B5EF4-FFF2-40B4-BE49-F238E27FC236}">
                <a16:creationId xmlns:a16="http://schemas.microsoft.com/office/drawing/2014/main" id="{7D867807-D17C-4B3E-8DA1-B14F3749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0" name="value-342-8">
            <a:extLst xmlns:a="http://schemas.openxmlformats.org/drawingml/2006/main">
              <a:ext uri="{FF2B5EF4-FFF2-40B4-BE49-F238E27FC236}">
                <a16:creationId xmlns:a16="http://schemas.microsoft.com/office/drawing/2014/main" id="{D79465B6-6DBF-4032-8B56-6E132CD5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1" name="value-342-9">
            <a:extLst xmlns:a="http://schemas.openxmlformats.org/drawingml/2006/main">
              <a:ext uri="{FF2B5EF4-FFF2-40B4-BE49-F238E27FC236}">
                <a16:creationId xmlns:a16="http://schemas.microsoft.com/office/drawing/2014/main" id="{25D3EB20-1480-4310-8B44-4B5CB1AB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2" name="value-342-10">
            <a:extLst xmlns:a="http://schemas.openxmlformats.org/drawingml/2006/main">
              <a:ext uri="{FF2B5EF4-FFF2-40B4-BE49-F238E27FC236}">
                <a16:creationId xmlns:a16="http://schemas.microsoft.com/office/drawing/2014/main" id="{F516B2DF-85D7-47A3-84B7-4F67C671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3" name="value-342-11">
            <a:extLst xmlns:a="http://schemas.openxmlformats.org/drawingml/2006/main">
              <a:ext uri="{FF2B5EF4-FFF2-40B4-BE49-F238E27FC236}">
                <a16:creationId xmlns:a16="http://schemas.microsoft.com/office/drawing/2014/main" id="{AD5817B2-67D0-4ECD-8DDD-B07F16DC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4" name="value-342-12">
            <a:extLst xmlns:a="http://schemas.openxmlformats.org/drawingml/2006/main">
              <a:ext uri="{FF2B5EF4-FFF2-40B4-BE49-F238E27FC236}">
                <a16:creationId xmlns:a16="http://schemas.microsoft.com/office/drawing/2014/main" id="{0B382DED-DCB9-471E-872A-3256DFAB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5" name="value-342-13">
            <a:extLst xmlns:a="http://schemas.openxmlformats.org/drawingml/2006/main">
              <a:ext uri="{FF2B5EF4-FFF2-40B4-BE49-F238E27FC236}">
                <a16:creationId xmlns:a16="http://schemas.microsoft.com/office/drawing/2014/main" id="{6F92CA39-63B9-46CE-87A6-67C05917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6" name="value-342-14">
            <a:extLst xmlns:a="http://schemas.openxmlformats.org/drawingml/2006/main">
              <a:ext uri="{FF2B5EF4-FFF2-40B4-BE49-F238E27FC236}">
                <a16:creationId xmlns:a16="http://schemas.microsoft.com/office/drawing/2014/main" id="{2CFC3CBF-795C-4A27-935C-789B3D27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232D"/>
          </a:solidFill>
          <a:ln xmlns:a="http://schemas.openxmlformats.org/drawingml/2006/main" w="0">
            <a:noFill/>
          </a:ln>
        </p:spPr>
      </p:sp>
      <p:sp>
        <p:nvSpPr>
          <p:cNvPr id="37" name="value-342-15">
            <a:extLst xmlns:a="http://schemas.openxmlformats.org/drawingml/2006/main">
              <a:ext uri="{FF2B5EF4-FFF2-40B4-BE49-F238E27FC236}">
                <a16:creationId xmlns:a16="http://schemas.microsoft.com/office/drawing/2014/main" id="{9536B70F-EDFC-481B-8D45-0CE10229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257550"/>
            <a:ext cx="552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75A"/>
          </a:solidFill>
          <a:ln xmlns:a="http://schemas.openxmlformats.org/drawingml/2006/main" w="0">
            <a:noFill/>
          </a:ln>
        </p:spPr>
      </p:sp>
      <p:sp>
        <p:nvSpPr>
          <p:cNvPr id="38" name="rle-rule">
            <a:extLst xmlns:a="http://schemas.openxmlformats.org/drawingml/2006/main">
              <a:ext uri="{FF2B5EF4-FFF2-40B4-BE49-F238E27FC236}">
                <a16:creationId xmlns:a16="http://schemas.microsoft.com/office/drawing/2014/main" id="{1B3E6BC4-937A-48DB-93AF-A53D87D5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34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每组：颜色编号1 B + 连续次数1 B</a:t>
            </a:r>
          </a:p>
        </p:txBody>
      </p:sp>
      <p:sp>
        <p:nvSpPr>
          <p:cNvPr id="39" name="counts">
            <a:extLst xmlns:a="http://schemas.openxmlformats.org/drawingml/2006/main">
              <a:ext uri="{FF2B5EF4-FFF2-40B4-BE49-F238E27FC236}">
                <a16:creationId xmlns:a16="http://schemas.microsoft.com/office/drawing/2014/main" id="{C964E42C-2877-4FC8-9AEF-B14FFF2E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A：16 B → 6 B       B：16 B → 32 B</a:t>
            </a:r>
          </a:p>
        </p:txBody>
      </p:sp>
    </p:spTree>
    <p:extLst>
      <p:ext uri="{BB962C8B-B14F-4D97-AF65-F5344CB8AC3E}">
        <p14:creationId xmlns:p14="http://schemas.microsoft.com/office/powerpoint/2010/main" val="20120282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-rail">
            <a:extLst xmlns:a="http://schemas.openxmlformats.org/drawingml/2006/main">
              <a:ext uri="{FF2B5EF4-FFF2-40B4-BE49-F238E27FC236}">
                <a16:creationId xmlns:a16="http://schemas.microsoft.com/office/drawing/2014/main" id="{586C2D71-5EB6-4D81-B4D1-EF218FFD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75DD036-27D9-4AEF-A52E-17974E79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CB4ED48-42AB-4898-868A-2589980B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相邻值接近，怎样完整记录？</a:t>
            </a:r>
          </a:p>
        </p:txBody>
      </p:sp>
      <p:sp>
        <p:nvSpPr>
          <p:cNvPr id="4" name="gray-219-0">
            <a:extLst xmlns:a="http://schemas.openxmlformats.org/drawingml/2006/main">
              <a:ext uri="{FF2B5EF4-FFF2-40B4-BE49-F238E27FC236}">
                <a16:creationId xmlns:a16="http://schemas.microsoft.com/office/drawing/2014/main" id="{60A4342F-241C-460A-96B5-98DF945A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5" name="gray-label-219-0">
            <a:extLst xmlns:a="http://schemas.openxmlformats.org/drawingml/2006/main">
              <a:ext uri="{FF2B5EF4-FFF2-40B4-BE49-F238E27FC236}">
                <a16:creationId xmlns:a16="http://schemas.microsoft.com/office/drawing/2014/main" id="{3A9267B0-2B6E-4E31-8A2E-3381F18A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6" name="gray-219-1">
            <a:extLst xmlns:a="http://schemas.openxmlformats.org/drawingml/2006/main">
              <a:ext uri="{FF2B5EF4-FFF2-40B4-BE49-F238E27FC236}">
                <a16:creationId xmlns:a16="http://schemas.microsoft.com/office/drawing/2014/main" id="{2AF006A7-F416-4BFF-8B97-494925A0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7" name="gray-label-219-1">
            <a:extLst xmlns:a="http://schemas.openxmlformats.org/drawingml/2006/main">
              <a:ext uri="{FF2B5EF4-FFF2-40B4-BE49-F238E27FC236}">
                <a16:creationId xmlns:a16="http://schemas.microsoft.com/office/drawing/2014/main" id="{757CFC9C-749C-4867-84C4-D2C8B565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8" name="gray-219-2">
            <a:extLst xmlns:a="http://schemas.openxmlformats.org/drawingml/2006/main">
              <a:ext uri="{FF2B5EF4-FFF2-40B4-BE49-F238E27FC236}">
                <a16:creationId xmlns:a16="http://schemas.microsoft.com/office/drawing/2014/main" id="{F9DEBD0A-96FE-444D-85BA-BAD88AB9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9" name="gray-label-219-2">
            <a:extLst xmlns:a="http://schemas.openxmlformats.org/drawingml/2006/main">
              <a:ext uri="{FF2B5EF4-FFF2-40B4-BE49-F238E27FC236}">
                <a16:creationId xmlns:a16="http://schemas.microsoft.com/office/drawing/2014/main" id="{D7E0EA64-4704-4159-B689-A1921E6E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10" name="gray-219-3">
            <a:extLst xmlns:a="http://schemas.openxmlformats.org/drawingml/2006/main">
              <a:ext uri="{FF2B5EF4-FFF2-40B4-BE49-F238E27FC236}">
                <a16:creationId xmlns:a16="http://schemas.microsoft.com/office/drawing/2014/main" id="{00C4B62F-EC25-4051-BC3E-13B98887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1" name="gray-label-219-3">
            <a:extLst xmlns:a="http://schemas.openxmlformats.org/drawingml/2006/main">
              <a:ext uri="{FF2B5EF4-FFF2-40B4-BE49-F238E27FC236}">
                <a16:creationId xmlns:a16="http://schemas.microsoft.com/office/drawing/2014/main" id="{83FF6F03-89BC-4F0F-891D-EB2589A1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2" name="gray-219-4">
            <a:extLst xmlns:a="http://schemas.openxmlformats.org/drawingml/2006/main">
              <a:ext uri="{FF2B5EF4-FFF2-40B4-BE49-F238E27FC236}">
                <a16:creationId xmlns:a16="http://schemas.microsoft.com/office/drawing/2014/main" id="{D3753C10-2368-45AB-AEB4-A0D0209B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3" name="gray-label-219-4">
            <a:extLst xmlns:a="http://schemas.openxmlformats.org/drawingml/2006/main">
              <a:ext uri="{FF2B5EF4-FFF2-40B4-BE49-F238E27FC236}">
                <a16:creationId xmlns:a16="http://schemas.microsoft.com/office/drawing/2014/main" id="{80678CBD-22C0-46B2-AFE3-E1806844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4" name="gray-219-5">
            <a:extLst xmlns:a="http://schemas.openxmlformats.org/drawingml/2006/main">
              <a:ext uri="{FF2B5EF4-FFF2-40B4-BE49-F238E27FC236}">
                <a16:creationId xmlns:a16="http://schemas.microsoft.com/office/drawing/2014/main" id="{4CC6D07B-5F7E-4550-99A1-E949AA13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5" name="gray-label-219-5">
            <a:extLst xmlns:a="http://schemas.openxmlformats.org/drawingml/2006/main">
              <a:ext uri="{FF2B5EF4-FFF2-40B4-BE49-F238E27FC236}">
                <a16:creationId xmlns:a16="http://schemas.microsoft.com/office/drawing/2014/main" id="{767AC34F-3B57-41C8-A9D6-ED8899A4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6" name="gray-219-6">
            <a:extLst xmlns:a="http://schemas.openxmlformats.org/drawingml/2006/main">
              <a:ext uri="{FF2B5EF4-FFF2-40B4-BE49-F238E27FC236}">
                <a16:creationId xmlns:a16="http://schemas.microsoft.com/office/drawing/2014/main" id="{C961F41C-474F-42E4-8780-14980B5F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7" name="gray-label-219-6">
            <a:extLst xmlns:a="http://schemas.openxmlformats.org/drawingml/2006/main">
              <a:ext uri="{FF2B5EF4-FFF2-40B4-BE49-F238E27FC236}">
                <a16:creationId xmlns:a16="http://schemas.microsoft.com/office/drawing/2014/main" id="{3D01AB47-6886-4787-9FB0-4218CFA2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8" name="gray-219-7">
            <a:extLst xmlns:a="http://schemas.openxmlformats.org/drawingml/2006/main">
              <a:ext uri="{FF2B5EF4-FFF2-40B4-BE49-F238E27FC236}">
                <a16:creationId xmlns:a16="http://schemas.microsoft.com/office/drawing/2014/main" id="{3BB6135F-0D61-483D-B0AF-C7195D6E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19" name="gray-label-219-7">
            <a:extLst xmlns:a="http://schemas.openxmlformats.org/drawingml/2006/main">
              <a:ext uri="{FF2B5EF4-FFF2-40B4-BE49-F238E27FC236}">
                <a16:creationId xmlns:a16="http://schemas.microsoft.com/office/drawing/2014/main" id="{92B0135A-2BD0-4853-9416-EFEC3341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20" name="gray-given">
            <a:extLst xmlns:a="http://schemas.openxmlformats.org/drawingml/2006/main">
              <a:ext uri="{FF2B5EF4-FFF2-40B4-BE49-F238E27FC236}">
                <a16:creationId xmlns:a16="http://schemas.microsoft.com/office/drawing/2014/main" id="{B2B8121B-F1ED-4942-8425-F04B62D3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灰度0–255，每项8 bit；必须完整恢复。</a:t>
            </a:r>
          </a:p>
        </p:txBody>
      </p:sp>
    </p:spTree>
    <p:extLst>
      <p:ext uri="{BB962C8B-B14F-4D97-AF65-F5344CB8AC3E}">
        <p14:creationId xmlns:p14="http://schemas.microsoft.com/office/powerpoint/2010/main" val="17179730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-rail">
            <a:extLst xmlns:a="http://schemas.openxmlformats.org/drawingml/2006/main">
              <a:ext uri="{FF2B5EF4-FFF2-40B4-BE49-F238E27FC236}">
                <a16:creationId xmlns:a16="http://schemas.microsoft.com/office/drawing/2014/main" id="{586C2D71-5EB6-4D81-B4D1-EF218FFD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75DD036-27D9-4AEF-A52E-17974E79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CB4ED48-42AB-4898-868A-2589980B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相邻值接近，怎样完整记录？</a:t>
            </a:r>
          </a:p>
        </p:txBody>
      </p:sp>
      <p:sp>
        <p:nvSpPr>
          <p:cNvPr id="4" name="gray-219-0">
            <a:extLst xmlns:a="http://schemas.openxmlformats.org/drawingml/2006/main">
              <a:ext uri="{FF2B5EF4-FFF2-40B4-BE49-F238E27FC236}">
                <a16:creationId xmlns:a16="http://schemas.microsoft.com/office/drawing/2014/main" id="{60A4342F-241C-460A-96B5-98DF945A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5" name="gray-label-219-0">
            <a:extLst xmlns:a="http://schemas.openxmlformats.org/drawingml/2006/main">
              <a:ext uri="{FF2B5EF4-FFF2-40B4-BE49-F238E27FC236}">
                <a16:creationId xmlns:a16="http://schemas.microsoft.com/office/drawing/2014/main" id="{3A9267B0-2B6E-4E31-8A2E-3381F18A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6" name="gray-219-1">
            <a:extLst xmlns:a="http://schemas.openxmlformats.org/drawingml/2006/main">
              <a:ext uri="{FF2B5EF4-FFF2-40B4-BE49-F238E27FC236}">
                <a16:creationId xmlns:a16="http://schemas.microsoft.com/office/drawing/2014/main" id="{2AF006A7-F416-4BFF-8B97-494925A0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7" name="gray-label-219-1">
            <a:extLst xmlns:a="http://schemas.openxmlformats.org/drawingml/2006/main">
              <a:ext uri="{FF2B5EF4-FFF2-40B4-BE49-F238E27FC236}">
                <a16:creationId xmlns:a16="http://schemas.microsoft.com/office/drawing/2014/main" id="{757CFC9C-749C-4867-84C4-D2C8B565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8" name="gray-219-2">
            <a:extLst xmlns:a="http://schemas.openxmlformats.org/drawingml/2006/main">
              <a:ext uri="{FF2B5EF4-FFF2-40B4-BE49-F238E27FC236}">
                <a16:creationId xmlns:a16="http://schemas.microsoft.com/office/drawing/2014/main" id="{F9DEBD0A-96FE-444D-85BA-BAD88AB9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9" name="gray-label-219-2">
            <a:extLst xmlns:a="http://schemas.openxmlformats.org/drawingml/2006/main">
              <a:ext uri="{FF2B5EF4-FFF2-40B4-BE49-F238E27FC236}">
                <a16:creationId xmlns:a16="http://schemas.microsoft.com/office/drawing/2014/main" id="{D7E0EA64-4704-4159-B689-A1921E6E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10" name="gray-219-3">
            <a:extLst xmlns:a="http://schemas.openxmlformats.org/drawingml/2006/main">
              <a:ext uri="{FF2B5EF4-FFF2-40B4-BE49-F238E27FC236}">
                <a16:creationId xmlns:a16="http://schemas.microsoft.com/office/drawing/2014/main" id="{00C4B62F-EC25-4051-BC3E-13B98887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1" name="gray-label-219-3">
            <a:extLst xmlns:a="http://schemas.openxmlformats.org/drawingml/2006/main">
              <a:ext uri="{FF2B5EF4-FFF2-40B4-BE49-F238E27FC236}">
                <a16:creationId xmlns:a16="http://schemas.microsoft.com/office/drawing/2014/main" id="{83FF6F03-89BC-4F0F-891D-EB2589A1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2" name="gray-219-4">
            <a:extLst xmlns:a="http://schemas.openxmlformats.org/drawingml/2006/main">
              <a:ext uri="{FF2B5EF4-FFF2-40B4-BE49-F238E27FC236}">
                <a16:creationId xmlns:a16="http://schemas.microsoft.com/office/drawing/2014/main" id="{D3753C10-2368-45AB-AEB4-A0D0209B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3" name="gray-label-219-4">
            <a:extLst xmlns:a="http://schemas.openxmlformats.org/drawingml/2006/main">
              <a:ext uri="{FF2B5EF4-FFF2-40B4-BE49-F238E27FC236}">
                <a16:creationId xmlns:a16="http://schemas.microsoft.com/office/drawing/2014/main" id="{80678CBD-22C0-46B2-AFE3-E1806844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4" name="gray-219-5">
            <a:extLst xmlns:a="http://schemas.openxmlformats.org/drawingml/2006/main">
              <a:ext uri="{FF2B5EF4-FFF2-40B4-BE49-F238E27FC236}">
                <a16:creationId xmlns:a16="http://schemas.microsoft.com/office/drawing/2014/main" id="{4CC6D07B-5F7E-4550-99A1-E949AA13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5" name="gray-label-219-5">
            <a:extLst xmlns:a="http://schemas.openxmlformats.org/drawingml/2006/main">
              <a:ext uri="{FF2B5EF4-FFF2-40B4-BE49-F238E27FC236}">
                <a16:creationId xmlns:a16="http://schemas.microsoft.com/office/drawing/2014/main" id="{767AC34F-3B57-41C8-A9D6-ED8899A4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6" name="gray-219-6">
            <a:extLst xmlns:a="http://schemas.openxmlformats.org/drawingml/2006/main">
              <a:ext uri="{FF2B5EF4-FFF2-40B4-BE49-F238E27FC236}">
                <a16:creationId xmlns:a16="http://schemas.microsoft.com/office/drawing/2014/main" id="{C961F41C-474F-42E4-8780-14980B5F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7" name="gray-label-219-6">
            <a:extLst xmlns:a="http://schemas.openxmlformats.org/drawingml/2006/main">
              <a:ext uri="{FF2B5EF4-FFF2-40B4-BE49-F238E27FC236}">
                <a16:creationId xmlns:a16="http://schemas.microsoft.com/office/drawing/2014/main" id="{3D01AB47-6886-4787-9FB0-4218CFA2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8" name="gray-219-7">
            <a:extLst xmlns:a="http://schemas.openxmlformats.org/drawingml/2006/main">
              <a:ext uri="{FF2B5EF4-FFF2-40B4-BE49-F238E27FC236}">
                <a16:creationId xmlns:a16="http://schemas.microsoft.com/office/drawing/2014/main" id="{3BB6135F-0D61-483D-B0AF-C7195D6E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19" name="gray-label-219-7">
            <a:extLst xmlns:a="http://schemas.openxmlformats.org/drawingml/2006/main">
              <a:ext uri="{FF2B5EF4-FFF2-40B4-BE49-F238E27FC236}">
                <a16:creationId xmlns:a16="http://schemas.microsoft.com/office/drawing/2014/main" id="{92B0135A-2BD0-4853-9416-EFEC3341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20" name="gray-given">
            <a:extLst xmlns:a="http://schemas.openxmlformats.org/drawingml/2006/main">
              <a:ext uri="{FF2B5EF4-FFF2-40B4-BE49-F238E27FC236}">
                <a16:creationId xmlns:a16="http://schemas.microsoft.com/office/drawing/2014/main" id="{B2B8121B-F1ED-4942-8425-F04B62D3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灰度0–255，每项8 bit；必须完整恢复。</a:t>
            </a:r>
          </a:p>
        </p:txBody>
      </p:sp>
      <p:sp>
        <p:nvSpPr>
          <p:cNvPr id="21" name="deltas">
            <a:extLst xmlns:a="http://schemas.openxmlformats.org/drawingml/2006/main">
              <a:ext uri="{FF2B5EF4-FFF2-40B4-BE49-F238E27FC236}">
                <a16:creationId xmlns:a16="http://schemas.microsoft.com/office/drawing/2014/main" id="{695DEB50-0563-411F-8980-C9D7E500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起点120；差值：+1，+1，−1，−1，0，+1，+1</a:t>
            </a:r>
          </a:p>
        </p:txBody>
      </p:sp>
    </p:spTree>
    <p:extLst>
      <p:ext uri="{BB962C8B-B14F-4D97-AF65-F5344CB8AC3E}">
        <p14:creationId xmlns:p14="http://schemas.microsoft.com/office/powerpoint/2010/main" val="17179730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op-rail">
            <a:extLst xmlns:a="http://schemas.openxmlformats.org/drawingml/2006/main">
              <a:ext uri="{FF2B5EF4-FFF2-40B4-BE49-F238E27FC236}">
                <a16:creationId xmlns:a16="http://schemas.microsoft.com/office/drawing/2014/main" id="{586C2D71-5EB6-4D81-B4D1-EF218FFD8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75DD036-27D9-4AEF-A52E-17974E79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0CB4ED48-42AB-4898-868A-2589980B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相邻值接近，怎样完整记录？</a:t>
            </a:r>
          </a:p>
        </p:txBody>
      </p:sp>
      <p:sp>
        <p:nvSpPr>
          <p:cNvPr id="4" name="gray-219-0">
            <a:extLst xmlns:a="http://schemas.openxmlformats.org/drawingml/2006/main">
              <a:ext uri="{FF2B5EF4-FFF2-40B4-BE49-F238E27FC236}">
                <a16:creationId xmlns:a16="http://schemas.microsoft.com/office/drawing/2014/main" id="{60A4342F-241C-460A-96B5-98DF945A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5" name="gray-label-219-0">
            <a:extLst xmlns:a="http://schemas.openxmlformats.org/drawingml/2006/main">
              <a:ext uri="{FF2B5EF4-FFF2-40B4-BE49-F238E27FC236}">
                <a16:creationId xmlns:a16="http://schemas.microsoft.com/office/drawing/2014/main" id="{3A9267B0-2B6E-4E31-8A2E-3381F18A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6" name="gray-219-1">
            <a:extLst xmlns:a="http://schemas.openxmlformats.org/drawingml/2006/main">
              <a:ext uri="{FF2B5EF4-FFF2-40B4-BE49-F238E27FC236}">
                <a16:creationId xmlns:a16="http://schemas.microsoft.com/office/drawing/2014/main" id="{2AF006A7-F416-4BFF-8B97-494925A0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7" name="gray-label-219-1">
            <a:extLst xmlns:a="http://schemas.openxmlformats.org/drawingml/2006/main">
              <a:ext uri="{FF2B5EF4-FFF2-40B4-BE49-F238E27FC236}">
                <a16:creationId xmlns:a16="http://schemas.microsoft.com/office/drawing/2014/main" id="{757CFC9C-749C-4867-84C4-D2C8B565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8" name="gray-219-2">
            <a:extLst xmlns:a="http://schemas.openxmlformats.org/drawingml/2006/main">
              <a:ext uri="{FF2B5EF4-FFF2-40B4-BE49-F238E27FC236}">
                <a16:creationId xmlns:a16="http://schemas.microsoft.com/office/drawing/2014/main" id="{F9DEBD0A-96FE-444D-85BA-BAD88AB9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9" name="gray-label-219-2">
            <a:extLst xmlns:a="http://schemas.openxmlformats.org/drawingml/2006/main">
              <a:ext uri="{FF2B5EF4-FFF2-40B4-BE49-F238E27FC236}">
                <a16:creationId xmlns:a16="http://schemas.microsoft.com/office/drawing/2014/main" id="{D7E0EA64-4704-4159-B689-A1921E6E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10" name="gray-219-3">
            <a:extLst xmlns:a="http://schemas.openxmlformats.org/drawingml/2006/main">
              <a:ext uri="{FF2B5EF4-FFF2-40B4-BE49-F238E27FC236}">
                <a16:creationId xmlns:a16="http://schemas.microsoft.com/office/drawing/2014/main" id="{00C4B62F-EC25-4051-BC3E-13B98887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1" name="gray-label-219-3">
            <a:extLst xmlns:a="http://schemas.openxmlformats.org/drawingml/2006/main">
              <a:ext uri="{FF2B5EF4-FFF2-40B4-BE49-F238E27FC236}">
                <a16:creationId xmlns:a16="http://schemas.microsoft.com/office/drawing/2014/main" id="{83FF6F03-89BC-4F0F-891D-EB2589A1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2" name="gray-219-4">
            <a:extLst xmlns:a="http://schemas.openxmlformats.org/drawingml/2006/main">
              <a:ext uri="{FF2B5EF4-FFF2-40B4-BE49-F238E27FC236}">
                <a16:creationId xmlns:a16="http://schemas.microsoft.com/office/drawing/2014/main" id="{D3753C10-2368-45AB-AEB4-A0D0209B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3" name="gray-label-219-4">
            <a:extLst xmlns:a="http://schemas.openxmlformats.org/drawingml/2006/main">
              <a:ext uri="{FF2B5EF4-FFF2-40B4-BE49-F238E27FC236}">
                <a16:creationId xmlns:a16="http://schemas.microsoft.com/office/drawing/2014/main" id="{80678CBD-22C0-46B2-AFE3-E1806844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4" name="gray-219-5">
            <a:extLst xmlns:a="http://schemas.openxmlformats.org/drawingml/2006/main">
              <a:ext uri="{FF2B5EF4-FFF2-40B4-BE49-F238E27FC236}">
                <a16:creationId xmlns:a16="http://schemas.microsoft.com/office/drawing/2014/main" id="{4CC6D07B-5F7E-4550-99A1-E949AA13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7878"/>
          </a:solidFill>
          <a:ln xmlns:a="http://schemas.openxmlformats.org/drawingml/2006/main" w="0">
            <a:noFill/>
          </a:ln>
        </p:spPr>
      </p:sp>
      <p:sp>
        <p:nvSpPr>
          <p:cNvPr id="15" name="gray-label-219-5">
            <a:extLst xmlns:a="http://schemas.openxmlformats.org/drawingml/2006/main">
              <a:ext uri="{FF2B5EF4-FFF2-40B4-BE49-F238E27FC236}">
                <a16:creationId xmlns:a16="http://schemas.microsoft.com/office/drawing/2014/main" id="{767AC34F-3B57-41C8-A9D6-ED8899A4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120</a:t>
            </a:r>
          </a:p>
        </p:txBody>
      </p:sp>
      <p:sp>
        <p:nvSpPr>
          <p:cNvPr id="16" name="gray-219-6">
            <a:extLst xmlns:a="http://schemas.openxmlformats.org/drawingml/2006/main">
              <a:ext uri="{FF2B5EF4-FFF2-40B4-BE49-F238E27FC236}">
                <a16:creationId xmlns:a16="http://schemas.microsoft.com/office/drawing/2014/main" id="{C961F41C-474F-42E4-8780-14980B5F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7979"/>
          </a:solidFill>
          <a:ln xmlns:a="http://schemas.openxmlformats.org/drawingml/2006/main" w="0">
            <a:noFill/>
          </a:ln>
        </p:spPr>
      </p:sp>
      <p:sp>
        <p:nvSpPr>
          <p:cNvPr id="17" name="gray-label-219-6">
            <a:extLst xmlns:a="http://schemas.openxmlformats.org/drawingml/2006/main">
              <a:ext uri="{FF2B5EF4-FFF2-40B4-BE49-F238E27FC236}">
                <a16:creationId xmlns:a16="http://schemas.microsoft.com/office/drawing/2014/main" id="{3D01AB47-6886-4787-9FB0-4218CFA2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121</a:t>
            </a:r>
          </a:p>
        </p:txBody>
      </p:sp>
      <p:sp>
        <p:nvSpPr>
          <p:cNvPr id="18" name="gray-219-7">
            <a:extLst xmlns:a="http://schemas.openxmlformats.org/drawingml/2006/main">
              <a:ext uri="{FF2B5EF4-FFF2-40B4-BE49-F238E27FC236}">
                <a16:creationId xmlns:a16="http://schemas.microsoft.com/office/drawing/2014/main" id="{3BB6135F-0D61-483D-B0AF-C7195D6E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085975"/>
            <a:ext cx="1190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7A7A"/>
          </a:solidFill>
          <a:ln xmlns:a="http://schemas.openxmlformats.org/drawingml/2006/main" w="0">
            <a:noFill/>
          </a:ln>
        </p:spPr>
      </p:sp>
      <p:sp>
        <p:nvSpPr>
          <p:cNvPr id="19" name="gray-label-219-7">
            <a:extLst xmlns:a="http://schemas.openxmlformats.org/drawingml/2006/main">
              <a:ext uri="{FF2B5EF4-FFF2-40B4-BE49-F238E27FC236}">
                <a16:creationId xmlns:a16="http://schemas.microsoft.com/office/drawing/2014/main" id="{92B0135A-2BD0-4853-9416-EFEC3341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790825"/>
            <a:ext cx="119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122</a:t>
            </a:r>
          </a:p>
        </p:txBody>
      </p:sp>
      <p:sp>
        <p:nvSpPr>
          <p:cNvPr id="20" name="gray-given">
            <a:extLst xmlns:a="http://schemas.openxmlformats.org/drawingml/2006/main">
              <a:ext uri="{FF2B5EF4-FFF2-40B4-BE49-F238E27FC236}">
                <a16:creationId xmlns:a16="http://schemas.microsoft.com/office/drawing/2014/main" id="{B2B8121B-F1ED-4942-8425-F04B62D3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灰度0–255，每项8 bit；必须完整恢复。</a:t>
            </a:r>
          </a:p>
        </p:txBody>
      </p:sp>
      <p:sp>
        <p:nvSpPr>
          <p:cNvPr id="21" name="deltas">
            <a:extLst xmlns:a="http://schemas.openxmlformats.org/drawingml/2006/main">
              <a:ext uri="{FF2B5EF4-FFF2-40B4-BE49-F238E27FC236}">
                <a16:creationId xmlns:a16="http://schemas.microsoft.com/office/drawing/2014/main" id="{695DEB50-0563-411F-8980-C9D7E500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起点120；差值：+1，+1，−1，−1，0，+1，+1</a:t>
            </a:r>
          </a:p>
        </p:txBody>
      </p:sp>
      <p:sp>
        <p:nvSpPr>
          <p:cNvPr id="22" name="delta-size">
            <a:extLst xmlns:a="http://schemas.openxmlformats.org/drawingml/2006/main">
              <a:ext uri="{FF2B5EF4-FFF2-40B4-BE49-F238E27FC236}">
                <a16:creationId xmlns:a16="http://schemas.microsoft.com/office/drawing/2014/main" id="{7E786581-DB69-4544-8A42-92F270A4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8 + 7 × 2 = 22 bit → 3 B（补2 bit）</a:t>
            </a:r>
          </a:p>
        </p:txBody>
      </p:sp>
    </p:spTree>
    <p:extLst>
      <p:ext uri="{BB962C8B-B14F-4D97-AF65-F5344CB8AC3E}">
        <p14:creationId xmlns:p14="http://schemas.microsoft.com/office/powerpoint/2010/main" val="171797303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op-rail">
            <a:extLst xmlns:a="http://schemas.openxmlformats.org/drawingml/2006/main">
              <a:ext uri="{FF2B5EF4-FFF2-40B4-BE49-F238E27FC236}">
                <a16:creationId xmlns:a16="http://schemas.microsoft.com/office/drawing/2014/main" id="{87214E01-3790-4053-9A8F-40A9A0E1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F337464-1B97-4E88-A11B-6ACC4110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1A60847-4EB8-43E0-A7B5-2C140760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只留近似值，还能找回原数吗？</a:t>
            </a:r>
          </a:p>
        </p:txBody>
      </p:sp>
      <p:sp>
        <p:nvSpPr>
          <p:cNvPr id="4" name="quant-rule">
            <a:extLst xmlns:a="http://schemas.openxmlformats.org/drawingml/2006/main">
              <a:ext uri="{FF2B5EF4-FFF2-40B4-BE49-F238E27FC236}">
                <a16:creationId xmlns:a16="http://schemas.microsoft.com/office/drawing/2014/main" id="{0E5C2E65-9E4E-4BF9-BA6D-C20CB732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归到最近的4的倍数；中点向上取。</a:t>
            </a:r>
          </a:p>
        </p:txBody>
      </p:sp>
      <p:sp>
        <p:nvSpPr>
          <p:cNvPr id="5" name="axis-116">
            <a:extLst xmlns:a="http://schemas.openxmlformats.org/drawingml/2006/main">
              <a:ext uri="{FF2B5EF4-FFF2-40B4-BE49-F238E27FC236}">
                <a16:creationId xmlns:a16="http://schemas.microsoft.com/office/drawing/2014/main" id="{3EEC3A34-2869-4342-B16C-BE235459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116</a:t>
            </a:r>
          </a:p>
        </p:txBody>
      </p:sp>
      <p:sp>
        <p:nvSpPr>
          <p:cNvPr id="6" name="axis-120">
            <a:extLst xmlns:a="http://schemas.openxmlformats.org/drawingml/2006/main">
              <a:ext uri="{FF2B5EF4-FFF2-40B4-BE49-F238E27FC236}">
                <a16:creationId xmlns:a16="http://schemas.microsoft.com/office/drawing/2014/main" id="{9D5DEAD8-2BAC-4E95-B618-DD4481CF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120</a:t>
            </a:r>
          </a:p>
        </p:txBody>
      </p:sp>
      <p:sp>
        <p:nvSpPr>
          <p:cNvPr id="7" name="axis-124">
            <a:extLst xmlns:a="http://schemas.openxmlformats.org/drawingml/2006/main">
              <a:ext uri="{FF2B5EF4-FFF2-40B4-BE49-F238E27FC236}">
                <a16:creationId xmlns:a16="http://schemas.microsoft.com/office/drawing/2014/main" id="{B764CA7B-8A0D-4E43-A2EC-418BC209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124</a:t>
            </a:r>
          </a:p>
        </p:txBody>
      </p:sp>
      <p:sp>
        <p:nvSpPr>
          <p:cNvPr id="8" name="axis-line">
            <a:extLst xmlns:a="http://schemas.openxmlformats.org/drawingml/2006/main">
              <a:ext uri="{FF2B5EF4-FFF2-40B4-BE49-F238E27FC236}">
                <a16:creationId xmlns:a16="http://schemas.microsoft.com/office/drawing/2014/main" id="{DB4ECB52-2ADD-422D-8468-7029FF98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00500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9" name="quant-ask">
            <a:extLst xmlns:a="http://schemas.openxmlformats.org/drawingml/2006/main">
              <a:ext uri="{FF2B5EF4-FFF2-40B4-BE49-F238E27FC236}">
                <a16:creationId xmlns:a16="http://schemas.microsoft.com/office/drawing/2014/main" id="{F1127241-DCA1-44D5-8146-9BF26E41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看到代表值120，原来可能是多少？</a:t>
            </a:r>
          </a:p>
        </p:txBody>
      </p:sp>
    </p:spTree>
    <p:extLst>
      <p:ext uri="{BB962C8B-B14F-4D97-AF65-F5344CB8AC3E}">
        <p14:creationId xmlns:p14="http://schemas.microsoft.com/office/powerpoint/2010/main" val="194212013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87214E01-3790-4053-9A8F-40A9A0E1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F337464-1B97-4E88-A11B-6ACC4110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1A60847-4EB8-43E0-A7B5-2C140760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只留近似值，还能找回原数吗？</a:t>
            </a:r>
          </a:p>
        </p:txBody>
      </p:sp>
      <p:sp>
        <p:nvSpPr>
          <p:cNvPr id="4" name="quant-rule">
            <a:extLst xmlns:a="http://schemas.openxmlformats.org/drawingml/2006/main">
              <a:ext uri="{FF2B5EF4-FFF2-40B4-BE49-F238E27FC236}">
                <a16:creationId xmlns:a16="http://schemas.microsoft.com/office/drawing/2014/main" id="{0E5C2E65-9E4E-4BF9-BA6D-C20CB732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归到最近的4的倍数；中点向上取。</a:t>
            </a:r>
          </a:p>
        </p:txBody>
      </p:sp>
      <p:sp>
        <p:nvSpPr>
          <p:cNvPr id="5" name="axis-116">
            <a:extLst xmlns:a="http://schemas.openxmlformats.org/drawingml/2006/main">
              <a:ext uri="{FF2B5EF4-FFF2-40B4-BE49-F238E27FC236}">
                <a16:creationId xmlns:a16="http://schemas.microsoft.com/office/drawing/2014/main" id="{3EEC3A34-2869-4342-B16C-BE235459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116</a:t>
            </a:r>
          </a:p>
        </p:txBody>
      </p:sp>
      <p:sp>
        <p:nvSpPr>
          <p:cNvPr id="6" name="axis-120">
            <a:extLst xmlns:a="http://schemas.openxmlformats.org/drawingml/2006/main">
              <a:ext uri="{FF2B5EF4-FFF2-40B4-BE49-F238E27FC236}">
                <a16:creationId xmlns:a16="http://schemas.microsoft.com/office/drawing/2014/main" id="{9D5DEAD8-2BAC-4E95-B618-DD4481CF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120</a:t>
            </a:r>
          </a:p>
        </p:txBody>
      </p:sp>
      <p:sp>
        <p:nvSpPr>
          <p:cNvPr id="7" name="axis-124">
            <a:extLst xmlns:a="http://schemas.openxmlformats.org/drawingml/2006/main">
              <a:ext uri="{FF2B5EF4-FFF2-40B4-BE49-F238E27FC236}">
                <a16:creationId xmlns:a16="http://schemas.microsoft.com/office/drawing/2014/main" id="{B764CA7B-8A0D-4E43-A2EC-418BC209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124</a:t>
            </a:r>
          </a:p>
        </p:txBody>
      </p:sp>
      <p:sp>
        <p:nvSpPr>
          <p:cNvPr id="8" name="axis-line">
            <a:extLst xmlns:a="http://schemas.openxmlformats.org/drawingml/2006/main">
              <a:ext uri="{FF2B5EF4-FFF2-40B4-BE49-F238E27FC236}">
                <a16:creationId xmlns:a16="http://schemas.microsoft.com/office/drawing/2014/main" id="{DB4ECB52-2ADD-422D-8468-7029FF98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00500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9" name="quant-ask">
            <a:extLst xmlns:a="http://schemas.openxmlformats.org/drawingml/2006/main">
              <a:ext uri="{FF2B5EF4-FFF2-40B4-BE49-F238E27FC236}">
                <a16:creationId xmlns:a16="http://schemas.microsoft.com/office/drawing/2014/main" id="{F1127241-DCA1-44D5-8146-9BF26E41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看到代表值120，原来可能是多少？</a:t>
            </a:r>
          </a:p>
        </p:txBody>
      </p:sp>
      <p:sp>
        <p:nvSpPr>
          <p:cNvPr id="10" name="many-to-one">
            <a:extLst xmlns:a="http://schemas.openxmlformats.org/drawingml/2006/main">
              <a:ext uri="{FF2B5EF4-FFF2-40B4-BE49-F238E27FC236}">
                <a16:creationId xmlns:a16="http://schemas.microsoft.com/office/drawing/2014/main" id="{0274948F-4F6D-4D3E-981F-33D95816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120 → 120       121 → 120</a:t>
            </a:r>
          </a:p>
        </p:txBody>
      </p:sp>
    </p:spTree>
    <p:extLst>
      <p:ext uri="{BB962C8B-B14F-4D97-AF65-F5344CB8AC3E}">
        <p14:creationId xmlns:p14="http://schemas.microsoft.com/office/powerpoint/2010/main" val="19421201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op-rail">
            <a:extLst xmlns:a="http://schemas.openxmlformats.org/drawingml/2006/main">
              <a:ext uri="{FF2B5EF4-FFF2-40B4-BE49-F238E27FC236}">
                <a16:creationId xmlns:a16="http://schemas.microsoft.com/office/drawing/2014/main" id="{87214E01-3790-4053-9A8F-40A9A0E1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6F337464-1B97-4E88-A11B-6ACC4110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81A60847-4EB8-43E0-A7B5-2C140760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只留近似值，还能找回原数吗？</a:t>
            </a:r>
          </a:p>
        </p:txBody>
      </p:sp>
      <p:sp>
        <p:nvSpPr>
          <p:cNvPr id="4" name="quant-rule">
            <a:extLst xmlns:a="http://schemas.openxmlformats.org/drawingml/2006/main">
              <a:ext uri="{FF2B5EF4-FFF2-40B4-BE49-F238E27FC236}">
                <a16:creationId xmlns:a16="http://schemas.microsoft.com/office/drawing/2014/main" id="{0E5C2E65-9E4E-4BF9-BA6D-C20CB732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归到最近的4的倍数；中点向上取。</a:t>
            </a:r>
          </a:p>
        </p:txBody>
      </p:sp>
      <p:sp>
        <p:nvSpPr>
          <p:cNvPr id="5" name="axis-116">
            <a:extLst xmlns:a="http://schemas.openxmlformats.org/drawingml/2006/main">
              <a:ext uri="{FF2B5EF4-FFF2-40B4-BE49-F238E27FC236}">
                <a16:creationId xmlns:a16="http://schemas.microsoft.com/office/drawing/2014/main" id="{3EEC3A34-2869-4342-B16C-BE235459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116</a:t>
            </a:r>
          </a:p>
        </p:txBody>
      </p:sp>
      <p:sp>
        <p:nvSpPr>
          <p:cNvPr id="6" name="axis-120">
            <a:extLst xmlns:a="http://schemas.openxmlformats.org/drawingml/2006/main">
              <a:ext uri="{FF2B5EF4-FFF2-40B4-BE49-F238E27FC236}">
                <a16:creationId xmlns:a16="http://schemas.microsoft.com/office/drawing/2014/main" id="{9D5DEAD8-2BAC-4E95-B618-DD4481CFE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120</a:t>
            </a:r>
          </a:p>
        </p:txBody>
      </p:sp>
      <p:sp>
        <p:nvSpPr>
          <p:cNvPr id="7" name="axis-124">
            <a:extLst xmlns:a="http://schemas.openxmlformats.org/drawingml/2006/main">
              <a:ext uri="{FF2B5EF4-FFF2-40B4-BE49-F238E27FC236}">
                <a16:creationId xmlns:a16="http://schemas.microsoft.com/office/drawing/2014/main" id="{B764CA7B-8A0D-4E43-A2EC-418BC209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2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124</a:t>
            </a:r>
          </a:p>
        </p:txBody>
      </p:sp>
      <p:sp>
        <p:nvSpPr>
          <p:cNvPr id="8" name="axis-line">
            <a:extLst xmlns:a="http://schemas.openxmlformats.org/drawingml/2006/main">
              <a:ext uri="{FF2B5EF4-FFF2-40B4-BE49-F238E27FC236}">
                <a16:creationId xmlns:a16="http://schemas.microsoft.com/office/drawing/2014/main" id="{DB4ECB52-2ADD-422D-8468-7029FF98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00500"/>
            <a:ext cx="838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08080"/>
          </a:solidFill>
          <a:ln xmlns:a="http://schemas.openxmlformats.org/drawingml/2006/main" w="0">
            <a:noFill/>
          </a:ln>
        </p:spPr>
      </p:sp>
      <p:sp>
        <p:nvSpPr>
          <p:cNvPr id="9" name="quant-ask">
            <a:extLst xmlns:a="http://schemas.openxmlformats.org/drawingml/2006/main">
              <a:ext uri="{FF2B5EF4-FFF2-40B4-BE49-F238E27FC236}">
                <a16:creationId xmlns:a16="http://schemas.microsoft.com/office/drawing/2014/main" id="{F1127241-DCA1-44D5-8146-9BF26E41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53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看到代表值120，原来可能是多少？</a:t>
            </a:r>
          </a:p>
        </p:txBody>
      </p:sp>
      <p:sp>
        <p:nvSpPr>
          <p:cNvPr id="10" name="many-to-one">
            <a:extLst xmlns:a="http://schemas.openxmlformats.org/drawingml/2006/main">
              <a:ext uri="{FF2B5EF4-FFF2-40B4-BE49-F238E27FC236}">
                <a16:creationId xmlns:a16="http://schemas.microsoft.com/office/drawing/2014/main" id="{0274948F-4F6D-4D3E-981F-33D95816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120 → 120       121 → 120</a:t>
            </a:r>
          </a:p>
        </p:txBody>
      </p:sp>
      <p:sp>
        <p:nvSpPr>
          <p:cNvPr id="11" name="lossy-size">
            <a:extLst xmlns:a="http://schemas.openxmlformats.org/drawingml/2006/main">
              <a:ext uri="{FF2B5EF4-FFF2-40B4-BE49-F238E27FC236}">
                <a16:creationId xmlns:a16="http://schemas.microsoft.com/office/drawing/2014/main" id="{D0014869-3698-4494-8994-33B97391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8 × 6 = 48 bit = 6 B；不能保证完整恢复</a:t>
            </a:r>
          </a:p>
        </p:txBody>
      </p:sp>
    </p:spTree>
    <p:extLst>
      <p:ext uri="{BB962C8B-B14F-4D97-AF65-F5344CB8AC3E}">
        <p14:creationId xmlns:p14="http://schemas.microsoft.com/office/powerpoint/2010/main" val="19421201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C9BCBAC6-7529-444A-BAFE-0CB3DADB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E0C15AA-D45B-4367-BDEE-C95F889B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A987BF8-4FA6-484F-AF7D-D3983F11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cdbea4bf348fc"/>
          <a:stretch xmlns:a="http://schemas.openxmlformats.org/drawingml/2006/main"/>
        </p:blipFill>
        <p:spPr>
          <a:xfrm xmlns:a="http://schemas.openxmlformats.org/drawingml/2006/main">
            <a:off x="609600" y="2362200"/>
            <a:ext cx="5143500" cy="2893219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df16b5eb7640aa"/>
          <a:stretch xmlns:a="http://schemas.openxmlformats.org/drawingml/2006/main"/>
        </p:blipFill>
        <p:spPr>
          <a:xfrm xmlns:a="http://schemas.openxmlformats.org/drawingml/2006/main">
            <a:off x="6419850" y="2362200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35F2590C-1497-4516-B7FE-3CC0ECE5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E8D21DFA-FBD1-4733-A00F-FAE3A947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same-size">
            <a:extLst xmlns:a="http://schemas.openxmlformats.org/drawingml/2006/main">
              <a:ext uri="{FF2B5EF4-FFF2-40B4-BE49-F238E27FC236}">
                <a16:creationId xmlns:a16="http://schemas.microsoft.com/office/drawing/2014/main" id="{BD922E5D-4685-4D99-AAD3-09E549AB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两图均为384 × 216像素。</a:t>
            </a:r>
          </a:p>
        </p:txBody>
      </p:sp>
    </p:spTree>
    <p:extLst>
      <p:ext uri="{BB962C8B-B14F-4D97-AF65-F5344CB8AC3E}">
        <p14:creationId xmlns:p14="http://schemas.microsoft.com/office/powerpoint/2010/main" val="12918540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C9BCBAC6-7529-444A-BAFE-0CB3DADB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E0C15AA-D45B-4367-BDEE-C95F889B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A987BF8-4FA6-484F-AF7D-D3983F11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cf15c2ed8e4475"/>
          <a:stretch xmlns:a="http://schemas.openxmlformats.org/drawingml/2006/main"/>
        </p:blipFill>
        <p:spPr>
          <a:xfrm xmlns:a="http://schemas.openxmlformats.org/drawingml/2006/main">
            <a:off x="609600" y="2362200"/>
            <a:ext cx="5143500" cy="2893219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e6e79941b4a7d"/>
          <a:stretch xmlns:a="http://schemas.openxmlformats.org/drawingml/2006/main"/>
        </p:blipFill>
        <p:spPr>
          <a:xfrm xmlns:a="http://schemas.openxmlformats.org/drawingml/2006/main">
            <a:off x="6419850" y="2362200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35F2590C-1497-4516-B7FE-3CC0ECE5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E8D21DFA-FBD1-4733-A00F-FAE3A947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same-size">
            <a:extLst xmlns:a="http://schemas.openxmlformats.org/drawingml/2006/main">
              <a:ext uri="{FF2B5EF4-FFF2-40B4-BE49-F238E27FC236}">
                <a16:creationId xmlns:a16="http://schemas.microsoft.com/office/drawing/2014/main" id="{BD922E5D-4685-4D99-AAD3-09E549AB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两图均为384 × 216像素。</a:t>
            </a:r>
          </a:p>
        </p:txBody>
      </p:sp>
      <p:sp>
        <p:nvSpPr>
          <p:cNvPr id="9" name="format-a">
            <a:extLst xmlns:a="http://schemas.openxmlformats.org/drawingml/2006/main">
              <a:ext uri="{FF2B5EF4-FFF2-40B4-BE49-F238E27FC236}">
                <a16:creationId xmlns:a16="http://schemas.microsoft.com/office/drawing/2014/main" id="{E826C1E3-617B-4842-9140-CF7A7480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PNG：回读像素一致</a:t>
            </a:r>
          </a:p>
        </p:txBody>
      </p:sp>
      <p:sp>
        <p:nvSpPr>
          <p:cNvPr id="10" name="format-b">
            <a:extLst xmlns:a="http://schemas.openxmlformats.org/drawingml/2006/main">
              <a:ext uri="{FF2B5EF4-FFF2-40B4-BE49-F238E27FC236}">
                <a16:creationId xmlns:a16="http://schemas.microsoft.com/office/drawing/2014/main" id="{5A54C4E9-A29B-4ECE-8124-542C380A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JPEG：28,917个像素不同</a:t>
            </a:r>
          </a:p>
        </p:txBody>
      </p:sp>
    </p:spTree>
    <p:extLst>
      <p:ext uri="{BB962C8B-B14F-4D97-AF65-F5344CB8AC3E}">
        <p14:creationId xmlns:p14="http://schemas.microsoft.com/office/powerpoint/2010/main" val="129185400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op-rail">
            <a:extLst xmlns:a="http://schemas.openxmlformats.org/drawingml/2006/main">
              <a:ext uri="{FF2B5EF4-FFF2-40B4-BE49-F238E27FC236}">
                <a16:creationId xmlns:a16="http://schemas.microsoft.com/office/drawing/2014/main" id="{C9BCBAC6-7529-444A-BAFE-0CB3DADB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E0C15AA-D45B-4367-BDEE-C95F889B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A987BF8-4FA6-484F-AF7D-D3983F11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0919bc6754d5d"/>
          <a:stretch xmlns:a="http://schemas.openxmlformats.org/drawingml/2006/main"/>
        </p:blipFill>
        <p:spPr>
          <a:xfrm xmlns:a="http://schemas.openxmlformats.org/drawingml/2006/main">
            <a:off x="609600" y="2362200"/>
            <a:ext cx="5143500" cy="2893219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c37cd239a4713"/>
          <a:stretch xmlns:a="http://schemas.openxmlformats.org/drawingml/2006/main"/>
        </p:blipFill>
        <p:spPr>
          <a:xfrm xmlns:a="http://schemas.openxmlformats.org/drawingml/2006/main">
            <a:off x="6419850" y="2362200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35F2590C-1497-4516-B7FE-3CC0ECE5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E8D21DFA-FBD1-4733-A00F-FAE3A947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same-size">
            <a:extLst xmlns:a="http://schemas.openxmlformats.org/drawingml/2006/main">
              <a:ext uri="{FF2B5EF4-FFF2-40B4-BE49-F238E27FC236}">
                <a16:creationId xmlns:a16="http://schemas.microsoft.com/office/drawing/2014/main" id="{BD922E5D-4685-4D99-AAD3-09E549AB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两图均为384 × 216像素。</a:t>
            </a:r>
          </a:p>
        </p:txBody>
      </p:sp>
      <p:sp>
        <p:nvSpPr>
          <p:cNvPr id="9" name="format-a">
            <a:extLst xmlns:a="http://schemas.openxmlformats.org/drawingml/2006/main">
              <a:ext uri="{FF2B5EF4-FFF2-40B4-BE49-F238E27FC236}">
                <a16:creationId xmlns:a16="http://schemas.microsoft.com/office/drawing/2014/main" id="{E826C1E3-617B-4842-9140-CF7A7480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PNG：回读像素一致</a:t>
            </a:r>
          </a:p>
        </p:txBody>
      </p:sp>
      <p:sp>
        <p:nvSpPr>
          <p:cNvPr id="10" name="format-b">
            <a:extLst xmlns:a="http://schemas.openxmlformats.org/drawingml/2006/main">
              <a:ext uri="{FF2B5EF4-FFF2-40B4-BE49-F238E27FC236}">
                <a16:creationId xmlns:a16="http://schemas.microsoft.com/office/drawing/2014/main" id="{5A54C4E9-A29B-4ECE-8124-542C380A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JPEG：28,917个像素不同</a:t>
            </a:r>
          </a:p>
        </p:txBody>
      </p:sp>
      <p:sp>
        <p:nvSpPr>
          <p:cNvPr id="11" name="crop-overlay">
            <a:extLst xmlns:a="http://schemas.openxmlformats.org/drawingml/2006/main">
              <a:ext uri="{FF2B5EF4-FFF2-40B4-BE49-F238E27FC236}">
                <a16:creationId xmlns:a16="http://schemas.microsoft.com/office/drawing/2014/main" id="{A2100368-6F87-4F02-BC52-DE0B2FF3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537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ec5b66d3744ba"/>
          <a:stretch xmlns:a="http://schemas.openxmlformats.org/drawingml/2006/main"/>
        </p:blipFill>
        <p:spPr>
          <a:xfrm xmlns:a="http://schemas.openxmlformats.org/drawingml/2006/main">
            <a:off x="609600" y="2438400"/>
            <a:ext cx="5143500" cy="257175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104b269ce4b98"/>
          <a:stretch xmlns:a="http://schemas.openxmlformats.org/drawingml/2006/main"/>
        </p:blipFill>
        <p:spPr>
          <a:xfrm xmlns:a="http://schemas.openxmlformats.org/drawingml/2006/main">
            <a:off x="6419850" y="2438400"/>
            <a:ext cx="5143500" cy="2571750"/>
          </a:xfrm>
          <a:prstGeom xmlns:a="http://schemas.openxmlformats.org/drawingml/2006/main" prst="rect">
            <a:avLst/>
          </a:prstGeom>
        </p:spPr>
      </p:pic>
      <p:sp>
        <p:nvSpPr>
          <p:cNvPr id="14" name="crop-caption">
            <a:extLst xmlns:a="http://schemas.openxmlformats.org/drawingml/2006/main">
              <a:ext uri="{FF2B5EF4-FFF2-40B4-BE49-F238E27FC236}">
                <a16:creationId xmlns:a16="http://schemas.microsoft.com/office/drawing/2014/main" id="{C3F3B87E-24D9-42A1-8EC2-F4F13AF5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同一96 × 48像素区域，最近邻放大8倍</a:t>
            </a:r>
          </a:p>
        </p:txBody>
      </p:sp>
    </p:spTree>
    <p:extLst>
      <p:ext uri="{BB962C8B-B14F-4D97-AF65-F5344CB8AC3E}">
        <p14:creationId xmlns:p14="http://schemas.microsoft.com/office/powerpoint/2010/main" val="129185400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op-rail">
            <a:extLst xmlns:a="http://schemas.openxmlformats.org/drawingml/2006/main">
              <a:ext uri="{FF2B5EF4-FFF2-40B4-BE49-F238E27FC236}">
                <a16:creationId xmlns:a16="http://schemas.microsoft.com/office/drawing/2014/main" id="{C9BCBAC6-7529-444A-BAFE-0CB3DADB4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DE0C15AA-D45B-4367-BDEE-C95F889B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EA987BF8-4FA6-484F-AF7D-D3983F11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看起来差不多，能否叫无损？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692fa38564900"/>
          <a:stretch xmlns:a="http://schemas.openxmlformats.org/drawingml/2006/main"/>
        </p:blipFill>
        <p:spPr>
          <a:xfrm xmlns:a="http://schemas.openxmlformats.org/drawingml/2006/main">
            <a:off x="609600" y="2362200"/>
            <a:ext cx="5143500" cy="2893219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8f4e61e9a444f"/>
          <a:stretch xmlns:a="http://schemas.openxmlformats.org/drawingml/2006/main"/>
        </p:blipFill>
        <p:spPr>
          <a:xfrm xmlns:a="http://schemas.openxmlformats.org/drawingml/2006/main">
            <a:off x="6419850" y="2362200"/>
            <a:ext cx="5143500" cy="2893219"/>
          </a:xfrm>
          <a:prstGeom xmlns:a="http://schemas.openxmlformats.org/drawingml/2006/main" prst="rect">
            <a:avLst/>
          </a:prstGeom>
        </p:spPr>
      </p:pic>
      <p:sp>
        <p:nvSpPr>
          <p:cNvPr id="6" name="image-a">
            <a:extLst xmlns:a="http://schemas.openxmlformats.org/drawingml/2006/main">
              <a:ext uri="{FF2B5EF4-FFF2-40B4-BE49-F238E27FC236}">
                <a16:creationId xmlns:a16="http://schemas.microsoft.com/office/drawing/2014/main" id="{35F2590C-1497-4516-B7FE-3CC0ECE5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A</a:t>
            </a:r>
          </a:p>
        </p:txBody>
      </p:sp>
      <p:sp>
        <p:nvSpPr>
          <p:cNvPr id="7" name="image-b">
            <a:extLst xmlns:a="http://schemas.openxmlformats.org/drawingml/2006/main">
              <a:ext uri="{FF2B5EF4-FFF2-40B4-BE49-F238E27FC236}">
                <a16:creationId xmlns:a16="http://schemas.microsoft.com/office/drawing/2014/main" id="{E8D21DFA-FBD1-4733-A00F-FAE3A947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383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B</a:t>
            </a:r>
          </a:p>
        </p:txBody>
      </p:sp>
      <p:sp>
        <p:nvSpPr>
          <p:cNvPr id="8" name="same-size">
            <a:extLst xmlns:a="http://schemas.openxmlformats.org/drawingml/2006/main">
              <a:ext uri="{FF2B5EF4-FFF2-40B4-BE49-F238E27FC236}">
                <a16:creationId xmlns:a16="http://schemas.microsoft.com/office/drawing/2014/main" id="{BD922E5D-4685-4D99-AAD3-09E549AB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两图均为384 × 216像素。</a:t>
            </a:r>
          </a:p>
        </p:txBody>
      </p:sp>
      <p:sp>
        <p:nvSpPr>
          <p:cNvPr id="9" name="format-a">
            <a:extLst xmlns:a="http://schemas.openxmlformats.org/drawingml/2006/main">
              <a:ext uri="{FF2B5EF4-FFF2-40B4-BE49-F238E27FC236}">
                <a16:creationId xmlns:a16="http://schemas.microsoft.com/office/drawing/2014/main" id="{E826C1E3-617B-4842-9140-CF7A7480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PNG：回读像素一致</a:t>
            </a:r>
          </a:p>
        </p:txBody>
      </p:sp>
      <p:sp>
        <p:nvSpPr>
          <p:cNvPr id="10" name="format-b">
            <a:extLst xmlns:a="http://schemas.openxmlformats.org/drawingml/2006/main">
              <a:ext uri="{FF2B5EF4-FFF2-40B4-BE49-F238E27FC236}">
                <a16:creationId xmlns:a16="http://schemas.microsoft.com/office/drawing/2014/main" id="{5A54C4E9-A29B-4ECE-8124-542C380A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1977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JPEG：28,917个像素不同</a:t>
            </a:r>
          </a:p>
        </p:txBody>
      </p:sp>
      <p:sp>
        <p:nvSpPr>
          <p:cNvPr id="11" name="crop-overlay">
            <a:extLst xmlns:a="http://schemas.openxmlformats.org/drawingml/2006/main">
              <a:ext uri="{FF2B5EF4-FFF2-40B4-BE49-F238E27FC236}">
                <a16:creationId xmlns:a16="http://schemas.microsoft.com/office/drawing/2014/main" id="{A2100368-6F87-4F02-BC52-DE0B2FF3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95375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c6269d46f401e"/>
          <a:stretch xmlns:a="http://schemas.openxmlformats.org/drawingml/2006/main"/>
        </p:blipFill>
        <p:spPr>
          <a:xfrm xmlns:a="http://schemas.openxmlformats.org/drawingml/2006/main">
            <a:off x="609600" y="2438400"/>
            <a:ext cx="5143500" cy="2571750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c0287230a24b67"/>
          <a:stretch xmlns:a="http://schemas.openxmlformats.org/drawingml/2006/main"/>
        </p:blipFill>
        <p:spPr>
          <a:xfrm xmlns:a="http://schemas.openxmlformats.org/drawingml/2006/main">
            <a:off x="6419850" y="2438400"/>
            <a:ext cx="5143500" cy="2571750"/>
          </a:xfrm>
          <a:prstGeom xmlns:a="http://schemas.openxmlformats.org/drawingml/2006/main" prst="rect">
            <a:avLst/>
          </a:prstGeom>
        </p:spPr>
      </p:pic>
      <p:sp>
        <p:nvSpPr>
          <p:cNvPr id="14" name="crop-caption">
            <a:extLst xmlns:a="http://schemas.openxmlformats.org/drawingml/2006/main">
              <a:ext uri="{FF2B5EF4-FFF2-40B4-BE49-F238E27FC236}">
                <a16:creationId xmlns:a16="http://schemas.microsoft.com/office/drawing/2014/main" id="{C3F3B87E-24D9-42A1-8EC2-F4F13AF5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同一96 × 48像素区域，最近邻放大8倍</a:t>
            </a:r>
          </a:p>
        </p:txBody>
      </p:sp>
      <p:sp>
        <p:nvSpPr>
          <p:cNvPr id="15" name="file-size">
            <a:extLst xmlns:a="http://schemas.openxmlformats.org/drawingml/2006/main">
              <a:ext uri="{FF2B5EF4-FFF2-40B4-BE49-F238E27FC236}">
                <a16:creationId xmlns:a16="http://schemas.microsoft.com/office/drawing/2014/main" id="{74A8AC99-8FB0-4A4F-9B8A-7EC7D266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PNG 4,441 B      JPEG 10,766 B</a:t>
            </a:r>
          </a:p>
        </p:txBody>
      </p:sp>
    </p:spTree>
    <p:extLst>
      <p:ext uri="{BB962C8B-B14F-4D97-AF65-F5344CB8AC3E}">
        <p14:creationId xmlns:p14="http://schemas.microsoft.com/office/powerpoint/2010/main" val="129185400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op-rail">
            <a:extLst xmlns:a="http://schemas.openxmlformats.org/drawingml/2006/main">
              <a:ext uri="{FF2B5EF4-FFF2-40B4-BE49-F238E27FC236}">
                <a16:creationId xmlns:a16="http://schemas.microsoft.com/office/drawing/2014/main" id="{43F375AF-4709-448F-9F1C-6AEFA259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381754C-BAFF-48FD-8848-2A1A9AA2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C7EE5F9-13F1-4707-935F-A99925D7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同一种误差，哪些任务能接受？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53750" cy="3076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变化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通知原文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本周五交作业 → 本周交作业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score &gt;= 60 → score &gt; 60；输入60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照片浏览副本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像素略变，人物与活动内容仍清楚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786261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op-rail">
            <a:extLst xmlns:a="http://schemas.openxmlformats.org/drawingml/2006/main">
              <a:ext uri="{FF2B5EF4-FFF2-40B4-BE49-F238E27FC236}">
                <a16:creationId xmlns:a16="http://schemas.microsoft.com/office/drawing/2014/main" id="{43F375AF-4709-448F-9F1C-6AEFA259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2381754C-BAFF-48FD-8848-2A1A9AA2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6C7EE5F9-13F1-4707-935F-A99925D7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同一种误差，哪些任务能接受？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905000"/>
          <a:ext xmlns:a="http://schemas.openxmlformats.org/drawingml/2006/main" cx="10953750" cy="3076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变化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通知原文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本周五交作业 → 本周交作业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score &gt;= 60 → score &gt; 60；输入60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照片浏览副本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像素略变，人物与活动内容仍清楚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use-answer">
            <a:extLst xmlns:a="http://schemas.openxmlformats.org/drawingml/2006/main">
              <a:ext uri="{FF2B5EF4-FFF2-40B4-BE49-F238E27FC236}">
                <a16:creationId xmlns:a16="http://schemas.microsoft.com/office/drawing/2014/main" id="{AB1A79E5-8C29-4E8A-9345-BE112D6A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953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文本文档／程序必须无损；媒体要检查用途与质量。</a:t>
            </a:r>
          </a:p>
        </p:txBody>
      </p:sp>
    </p:spTree>
    <p:extLst>
      <p:ext uri="{BB962C8B-B14F-4D97-AF65-F5344CB8AC3E}">
        <p14:creationId xmlns:p14="http://schemas.microsoft.com/office/powerpoint/2010/main" val="137786261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0AAF2506-BB48-4B12-AE88-60E47802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A812713-6A51-4611-BCED-2493FB90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864AEBF-0951-4288-AA9D-8229E2D8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看扩展名，就能判定压缩方式吗？</a:t>
            </a:r>
          </a:p>
        </p:txBody>
      </p:sp>
      <p:sp>
        <p:nvSpPr>
          <p:cNvPr id="4" name="format-claim">
            <a:extLst xmlns:a="http://schemas.openxmlformats.org/drawingml/2006/main">
              <a:ext uri="{FF2B5EF4-FFF2-40B4-BE49-F238E27FC236}">
                <a16:creationId xmlns:a16="http://schemas.microsoft.com/office/drawing/2014/main" id="{87A38F63-9060-4603-BA45-0200865B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“JPG、TIF、MP3、MPEG都是有损；图片不能无损。”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3295650"/>
          <a:ext xmlns:a="http://schemas.openxmlformats.org/drawingml/2006/main" cx="1095375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TIFF配置卡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可选方式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编码设置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未压缩／LZW无损／JPEG有损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ng-recall">
            <a:extLst xmlns:a="http://schemas.openxmlformats.org/drawingml/2006/main">
              <a:ext uri="{FF2B5EF4-FFF2-40B4-BE49-F238E27FC236}">
                <a16:creationId xmlns:a16="http://schemas.microsoft.com/office/drawing/2014/main" id="{49F75B3D-3CFB-42F7-A7F1-CD77B620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已有证据：本课PNG回读像素一致。</a:t>
            </a:r>
          </a:p>
        </p:txBody>
      </p:sp>
    </p:spTree>
    <p:extLst>
      <p:ext uri="{BB962C8B-B14F-4D97-AF65-F5344CB8AC3E}">
        <p14:creationId xmlns:p14="http://schemas.microsoft.com/office/powerpoint/2010/main" val="20469682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0AAF2506-BB48-4B12-AE88-60E47802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A812713-6A51-4611-BCED-2493FB90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864AEBF-0951-4288-AA9D-8229E2D8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看扩展名，就能判定压缩方式吗？</a:t>
            </a:r>
          </a:p>
        </p:txBody>
      </p:sp>
      <p:sp>
        <p:nvSpPr>
          <p:cNvPr id="4" name="format-claim">
            <a:extLst xmlns:a="http://schemas.openxmlformats.org/drawingml/2006/main">
              <a:ext uri="{FF2B5EF4-FFF2-40B4-BE49-F238E27FC236}">
                <a16:creationId xmlns:a16="http://schemas.microsoft.com/office/drawing/2014/main" id="{87A38F63-9060-4603-BA45-0200865B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“JPG、TIF、MP3、MPEG都是有损；图片不能无损。”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3295650"/>
          <a:ext xmlns:a="http://schemas.openxmlformats.org/drawingml/2006/main" cx="1095375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TIFF配置卡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可选方式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编码设置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未压缩／LZW无损／JPEG有损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ng-recall">
            <a:extLst xmlns:a="http://schemas.openxmlformats.org/drawingml/2006/main">
              <a:ext uri="{FF2B5EF4-FFF2-40B4-BE49-F238E27FC236}">
                <a16:creationId xmlns:a16="http://schemas.microsoft.com/office/drawing/2014/main" id="{49F75B3D-3CFB-42F7-A7F1-CD77B620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已有证据：本课PNG回读像素一致。</a:t>
            </a:r>
          </a:p>
        </p:txBody>
      </p:sp>
      <p:sp>
        <p:nvSpPr>
          <p:cNvPr id="7" name="format-fix">
            <a:extLst xmlns:a="http://schemas.openxmlformats.org/drawingml/2006/main">
              <a:ext uri="{FF2B5EF4-FFF2-40B4-BE49-F238E27FC236}">
                <a16:creationId xmlns:a16="http://schemas.microsoft.com/office/drawing/2014/main" id="{E7923E77-FBAD-4B58-8E1F-AB814BC8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TIF需看编码；图片也能无损压缩。</a:t>
            </a:r>
          </a:p>
        </p:txBody>
      </p:sp>
    </p:spTree>
    <p:extLst>
      <p:ext uri="{BB962C8B-B14F-4D97-AF65-F5344CB8AC3E}">
        <p14:creationId xmlns:p14="http://schemas.microsoft.com/office/powerpoint/2010/main" val="204696826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op-rail">
            <a:extLst xmlns:a="http://schemas.openxmlformats.org/drawingml/2006/main">
              <a:ext uri="{FF2B5EF4-FFF2-40B4-BE49-F238E27FC236}">
                <a16:creationId xmlns:a16="http://schemas.microsoft.com/office/drawing/2014/main" id="{0AAF2506-BB48-4B12-AE88-60E47802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EA812713-6A51-4611-BCED-2493FB90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864AEBF-0951-4288-AA9D-8229E2D8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看扩展名，就能判定压缩方式吗？</a:t>
            </a:r>
          </a:p>
        </p:txBody>
      </p:sp>
      <p:sp>
        <p:nvSpPr>
          <p:cNvPr id="4" name="format-claim">
            <a:extLst xmlns:a="http://schemas.openxmlformats.org/drawingml/2006/main">
              <a:ext uri="{FF2B5EF4-FFF2-40B4-BE49-F238E27FC236}">
                <a16:creationId xmlns:a16="http://schemas.microsoft.com/office/drawing/2014/main" id="{87A38F63-9060-4603-BA45-0200865B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“JPG、TIF、MP3、MPEG都是有损；图片不能无损。”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3295650"/>
          <a:ext xmlns:a="http://schemas.openxmlformats.org/drawingml/2006/main" cx="1095375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286750"/>
              </a:tblGrid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TIFF配置卡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可选方式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7429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编码设置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未压缩／LZW无损／JPEG有损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png-recall">
            <a:extLst xmlns:a="http://schemas.openxmlformats.org/drawingml/2006/main">
              <a:ext uri="{FF2B5EF4-FFF2-40B4-BE49-F238E27FC236}">
                <a16:creationId xmlns:a16="http://schemas.microsoft.com/office/drawing/2014/main" id="{49F75B3D-3CFB-42F7-A7F1-CD77B620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已有证据：本课PNG回读像素一致。</a:t>
            </a:r>
          </a:p>
        </p:txBody>
      </p:sp>
      <p:sp>
        <p:nvSpPr>
          <p:cNvPr id="7" name="format-fix">
            <a:extLst xmlns:a="http://schemas.openxmlformats.org/drawingml/2006/main">
              <a:ext uri="{FF2B5EF4-FFF2-40B4-BE49-F238E27FC236}">
                <a16:creationId xmlns:a16="http://schemas.microsoft.com/office/drawing/2014/main" id="{E7923E77-FBAD-4B58-8E1F-AB814BC8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TIF需看编码；图片也能无损压缩。</a:t>
            </a:r>
          </a:p>
        </p:txBody>
      </p:sp>
      <p:sp>
        <p:nvSpPr>
          <p:cNvPr id="8" name="format-overlay">
            <a:extLst xmlns:a="http://schemas.openxmlformats.org/drawingml/2006/main">
              <a:ext uri="{FF2B5EF4-FFF2-40B4-BE49-F238E27FC236}">
                <a16:creationId xmlns:a16="http://schemas.microsoft.com/office/drawing/2014/main" id="{8094A3BD-B5C3-4505-A443-9F9DF2D25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537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10953750" cy="4019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952750"/>
                <a:gridCol w="5715000"/>
              </a:tblGrid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名称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常见用途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本课保留的边界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JPG/JPEG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常见照片保存通常有损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TIF/TIFF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图像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需看所用编码方式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MP3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音频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常见有损音频编码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0391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MPEG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视频相关标准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常见视频用途采用有损编码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format-key">
            <a:extLst xmlns:a="http://schemas.openxmlformats.org/drawingml/2006/main">
              <a:ext uri="{FF2B5EF4-FFF2-40B4-BE49-F238E27FC236}">
                <a16:creationId xmlns:a16="http://schemas.microsoft.com/office/drawing/2014/main" id="{FD571F4D-559F-418F-AF2C-C39217B8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5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先看用途与保存方式，再判断。</a:t>
            </a:r>
          </a:p>
        </p:txBody>
      </p:sp>
    </p:spTree>
    <p:extLst>
      <p:ext uri="{BB962C8B-B14F-4D97-AF65-F5344CB8AC3E}">
        <p14:creationId xmlns:p14="http://schemas.microsoft.com/office/powerpoint/2010/main" val="204696826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80BB3968-5E06-49AF-869F-9AFF83DC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227CD59-4ABC-42C1-8C84-46DC3235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49657B1-6B8E-4E7E-8688-83E22A20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大小和信息要求，怎样同时满足？</a:t>
            </a:r>
          </a:p>
        </p:txBody>
      </p:sp>
      <p:sp>
        <p:nvSpPr>
          <p:cNvPr id="4" name="limit">
            <a:extLst xmlns:a="http://schemas.openxmlformats.org/drawingml/2006/main">
              <a:ext uri="{FF2B5EF4-FFF2-40B4-BE49-F238E27FC236}">
                <a16:creationId xmlns:a16="http://schemas.microsoft.com/office/drawing/2014/main" id="{A2D6D20D-8E76-493F-9504-F92E1E14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限额100 KiB；1 KiB = 1024 B。以下为题目给定结果。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5375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62375"/>
                <a:gridCol w="3762375"/>
              </a:tblGrid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任务（原120 KiB）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方案A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方案B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bytes须完整恢复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无损80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解压bytes一致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删改内容50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不能恢复原bytes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照片浏览，人物主题清楚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无损110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回读像素一致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有损70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人物主题仍清楚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ecision-prompt">
            <a:extLst xmlns:a="http://schemas.openxmlformats.org/drawingml/2006/main">
              <a:ext uri="{FF2B5EF4-FFF2-40B4-BE49-F238E27FC236}">
                <a16:creationId xmlns:a16="http://schemas.microsoft.com/office/drawing/2014/main" id="{AE006E9B-677B-4886-8263-B0DC2CC6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逐份选方案，并说明另一种为什么不合格。</a:t>
            </a:r>
          </a:p>
        </p:txBody>
      </p:sp>
    </p:spTree>
    <p:extLst>
      <p:ext uri="{BB962C8B-B14F-4D97-AF65-F5344CB8AC3E}">
        <p14:creationId xmlns:p14="http://schemas.microsoft.com/office/powerpoint/2010/main" val="127503943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op-rail">
            <a:extLst xmlns:a="http://schemas.openxmlformats.org/drawingml/2006/main">
              <a:ext uri="{FF2B5EF4-FFF2-40B4-BE49-F238E27FC236}">
                <a16:creationId xmlns:a16="http://schemas.microsoft.com/office/drawing/2014/main" id="{80BB3968-5E06-49AF-869F-9AFF83DC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A227CD59-4ABC-42C1-8C84-46DC3235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49657B1-6B8E-4E7E-8688-83E22A20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大小和信息要求，怎样同时满足？</a:t>
            </a:r>
          </a:p>
        </p:txBody>
      </p:sp>
      <p:sp>
        <p:nvSpPr>
          <p:cNvPr id="4" name="limit">
            <a:extLst xmlns:a="http://schemas.openxmlformats.org/drawingml/2006/main">
              <a:ext uri="{FF2B5EF4-FFF2-40B4-BE49-F238E27FC236}">
                <a16:creationId xmlns:a16="http://schemas.microsoft.com/office/drawing/2014/main" id="{A2D6D20D-8E76-493F-9504-F92E1E14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限额100 KiB；1 KiB = 1024 B。以下为题目给定结果。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667000"/>
          <a:ext xmlns:a="http://schemas.openxmlformats.org/drawingml/2006/main" cx="10953750" cy="2647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762375"/>
                <a:gridCol w="3762375"/>
              </a:tblGrid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任务（原120 KiB）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方案A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115 Black"/>
                          <a:ea typeface="Alibaba PuHuiTi 3.0 115 Black"/>
                          <a:cs typeface="Alibaba PuHuiTi 3.0 115 Black"/>
                        </a:rPr>
                        <a:t>方案B</a:t>
                      </a:r>
                    </a:p>
                  </a:txBody>
                  <a:tcPr marL="91440" marR="91440" marT="45720" marB="45720" anchor="ctr">
                    <a:solidFill>
                      <a:srgbClr val="F0EDF7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源程序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bytes须完整恢复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无损80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解压bytes一致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删改内容50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不能恢复原bytes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82650"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照片浏览，人物主题清楚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无损110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回读像素一致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76200" tIns="57150" rIns="76200" bIns="57150">
                      <a:noAutofit/>
                    </a:bodyPr>
                    <a:lstStyle/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有损70 KiB</a:t>
                      </a:r>
                    </a:p>
                    <a:p>
                      <a:pPr algn="l"/>
                      <a:r>
                        <a:rPr sz="2200">
                          <a:solidFill>
                            <a:srgbClr val="000000"/>
                          </a:solidFill>
                          <a:latin typeface="Alibaba PuHuiTi 3.0 55 Regular"/>
                          <a:ea typeface="Alibaba PuHuiTi 3.0 55 Regular"/>
                          <a:cs typeface="Alibaba PuHuiTi 3.0 55 Regular"/>
                        </a:rPr>
                        <a:t>人物主题仍清楚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ecision-prompt">
            <a:extLst xmlns:a="http://schemas.openxmlformats.org/drawingml/2006/main">
              <a:ext uri="{FF2B5EF4-FFF2-40B4-BE49-F238E27FC236}">
                <a16:creationId xmlns:a16="http://schemas.microsoft.com/office/drawing/2014/main" id="{AE006E9B-677B-4886-8263-B0DC2CC6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逐份选方案，并说明另一种为什么不合格。</a:t>
            </a:r>
          </a:p>
        </p:txBody>
      </p:sp>
      <p:sp>
        <p:nvSpPr>
          <p:cNvPr id="7" name="choice-answer">
            <a:extLst xmlns:a="http://schemas.openxmlformats.org/drawingml/2006/main">
              <a:ext uri="{FF2B5EF4-FFF2-40B4-BE49-F238E27FC236}">
                <a16:creationId xmlns:a16="http://schemas.microsoft.com/office/drawing/2014/main" id="{AD4754CC-F7F2-4D77-92FB-7142AB24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200">
                <a:solidFill>
                  <a:srgbClr val="007C9B"/>
                </a:solidFill>
                <a:latin typeface="Alibaba PuHuiTi 3.0 55 Regular"/>
                <a:ea typeface="Alibaba PuHuiTi 3.0 55 Regular"/>
                <a:cs typeface="Alibaba PuHuiTi 3.0 55 Regular"/>
              </a:rPr>
              <a:t>源程序选A；照片浏览副本选B。两项要求都要满足。</a:t>
            </a:r>
          </a:p>
        </p:txBody>
      </p:sp>
    </p:spTree>
    <p:extLst>
      <p:ext uri="{BB962C8B-B14F-4D97-AF65-F5344CB8AC3E}">
        <p14:creationId xmlns:p14="http://schemas.microsoft.com/office/powerpoint/2010/main" val="127503943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9A9A70F5-C8AF-4B82-8D49-DA2A33F9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4C0316AD-8AB9-49E6-8464-D7AE5153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ED39B85-2346-43E7-A3FA-043AD196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数据压缩：改变表示，检查用途</a:t>
            </a:r>
          </a:p>
        </p:txBody>
      </p:sp>
      <p:sp>
        <p:nvSpPr>
          <p:cNvPr id="4" name="definition">
            <a:extLst xmlns:a="http://schemas.openxmlformats.org/drawingml/2006/main">
              <a:ext uri="{FF2B5EF4-FFF2-40B4-BE49-F238E27FC236}">
                <a16:creationId xmlns:a16="http://schemas.microsoft.com/office/drawing/2014/main" id="{5A98DB24-2898-4287-808C-FB01C553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1095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存储和传输时采用特殊编码，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8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使数据占用的空间相对减少。</a:t>
            </a:r>
          </a:p>
        </p:txBody>
      </p:sp>
      <p:sp>
        <p:nvSpPr>
          <p:cNvPr id="5" name="lossless">
            <a:extLst xmlns:a="http://schemas.openxmlformats.org/drawingml/2006/main">
              <a:ext uri="{FF2B5EF4-FFF2-40B4-BE49-F238E27FC236}">
                <a16:creationId xmlns:a16="http://schemas.microsoft.com/office/drawing/2014/main" id="{0A50B5D8-D0DD-4154-95FC-7F14FEFB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无损：解压后可完全恢复原始数据。</a:t>
            </a:r>
          </a:p>
        </p:txBody>
      </p:sp>
      <p:sp>
        <p:nvSpPr>
          <p:cNvPr id="6" name="lossy">
            <a:extLst xmlns:a="http://schemas.openxmlformats.org/drawingml/2006/main">
              <a:ext uri="{FF2B5EF4-FFF2-40B4-BE49-F238E27FC236}">
                <a16:creationId xmlns:a16="http://schemas.microsoft.com/office/drawing/2014/main" id="{F1C0BA1A-830F-4CC1-82F4-0E1FD318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有损：不能保证完整恢复；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400">
                <a:solidFill>
                  <a:srgbClr val="262626"/>
                </a:solidFill>
                <a:latin typeface="Alibaba PuHuiTi 3.0 55 Regular"/>
                <a:ea typeface="Alibaba PuHuiTi 3.0 55 Regular"/>
                <a:cs typeface="Alibaba PuHuiTi 3.0 55 Regular"/>
              </a:rPr>
              <a:t>前提是所需主要信息仍能获取。</a:t>
            </a:r>
          </a:p>
        </p:txBody>
      </p:sp>
    </p:spTree>
    <p:extLst>
      <p:ext uri="{BB962C8B-B14F-4D97-AF65-F5344CB8AC3E}">
        <p14:creationId xmlns:p14="http://schemas.microsoft.com/office/powerpoint/2010/main" val="186220844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op-rail">
            <a:extLst xmlns:a="http://schemas.openxmlformats.org/drawingml/2006/main">
              <a:ext uri="{FF2B5EF4-FFF2-40B4-BE49-F238E27FC236}">
                <a16:creationId xmlns:a16="http://schemas.microsoft.com/office/drawing/2014/main" id="{DC0D8B31-4B58-4DD6-984C-DB8C0A9A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E5DC9E6-6DB1-4F2B-845D-5CFBEC96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2A7148C-32CB-4238-AC99-7024DAB1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用两句话检查自己的判断</a:t>
            </a:r>
          </a:p>
        </p:txBody>
      </p:sp>
      <p:sp>
        <p:nvSpPr>
          <p:cNvPr id="4" name="exit-task">
            <a:extLst xmlns:a="http://schemas.openxmlformats.org/drawingml/2006/main">
              <a:ext uri="{FF2B5EF4-FFF2-40B4-BE49-F238E27FC236}">
                <a16:creationId xmlns:a16="http://schemas.microsoft.com/office/drawing/2014/main" id="{EB20F475-31A0-445D-865A-A11E8495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独立写40秒：</a:t>
            </a:r>
          </a:p>
        </p:txBody>
      </p:sp>
      <p:sp>
        <p:nvSpPr>
          <p:cNvPr id="5" name="exit-one">
            <a:extLst xmlns:a="http://schemas.openxmlformats.org/drawingml/2006/main">
              <a:ext uri="{FF2B5EF4-FFF2-40B4-BE49-F238E27FC236}">
                <a16:creationId xmlns:a16="http://schemas.microsoft.com/office/drawing/2014/main" id="{2CA84BB9-1118-4194-A9BD-B7EAB12C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无损判断要比较 ______ 与 ______。</a:t>
            </a:r>
          </a:p>
        </p:txBody>
      </p:sp>
      <p:sp>
        <p:nvSpPr>
          <p:cNvPr id="6" name="exit-two">
            <a:extLst xmlns:a="http://schemas.openxmlformats.org/drawingml/2006/main">
              <a:ext uri="{FF2B5EF4-FFF2-40B4-BE49-F238E27FC236}">
                <a16:creationId xmlns:a16="http://schemas.microsoft.com/office/drawing/2014/main" id="{1D77A8B6-F1A4-4CB0-A555-FDC83340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照片看不出变化仍可能有损，因为 ______。</a:t>
            </a:r>
          </a:p>
        </p:txBody>
      </p:sp>
    </p:spTree>
    <p:extLst>
      <p:ext uri="{BB962C8B-B14F-4D97-AF65-F5344CB8AC3E}">
        <p14:creationId xmlns:p14="http://schemas.microsoft.com/office/powerpoint/2010/main" val="169015974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op-rail">
            <a:extLst xmlns:a="http://schemas.openxmlformats.org/drawingml/2006/main">
              <a:ext uri="{FF2B5EF4-FFF2-40B4-BE49-F238E27FC236}">
                <a16:creationId xmlns:a16="http://schemas.microsoft.com/office/drawing/2014/main" id="{DC0D8B31-4B58-4DD6-984C-DB8C0A9A9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2" name="bottom-rail">
            <a:extLst xmlns:a="http://schemas.openxmlformats.org/drawingml/2006/main">
              <a:ext uri="{FF2B5EF4-FFF2-40B4-BE49-F238E27FC236}">
                <a16:creationId xmlns:a16="http://schemas.microsoft.com/office/drawing/2014/main" id="{3E5DC9E6-6DB1-4F2B-845D-5CFBEC96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5640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1B1"/>
          </a:solidFill>
          <a:ln xmlns:a="http://schemas.openxmlformats.org/drawingml/2006/main" w="0">
            <a:noFill/>
          </a:ln>
        </p:spPr>
      </p:sp>
      <p:sp>
        <p:nvSpPr>
          <p:cNvPr id="3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F2A7148C-32CB-4238-AC99-7024DAB1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" y="608076"/>
            <a:ext cx="10972800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36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用两句话检查自己的判断</a:t>
            </a:r>
          </a:p>
        </p:txBody>
      </p:sp>
      <p:sp>
        <p:nvSpPr>
          <p:cNvPr id="4" name="exit-task">
            <a:extLst xmlns:a="http://schemas.openxmlformats.org/drawingml/2006/main">
              <a:ext uri="{FF2B5EF4-FFF2-40B4-BE49-F238E27FC236}">
                <a16:creationId xmlns:a16="http://schemas.microsoft.com/office/drawing/2014/main" id="{EB20F475-31A0-445D-865A-A11E8495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262626"/>
                </a:solidFill>
                <a:latin typeface="Alibaba PuHuiTi 3.0 115 Black"/>
                <a:ea typeface="Alibaba PuHuiTi 3.0 115 Black"/>
                <a:cs typeface="Alibaba PuHuiTi 3.0 115 Black"/>
              </a:rPr>
              <a:t>独立写40秒：</a:t>
            </a:r>
          </a:p>
        </p:txBody>
      </p:sp>
      <p:sp>
        <p:nvSpPr>
          <p:cNvPr id="5" name="exit-one">
            <a:extLst xmlns:a="http://schemas.openxmlformats.org/drawingml/2006/main">
              <a:ext uri="{FF2B5EF4-FFF2-40B4-BE49-F238E27FC236}">
                <a16:creationId xmlns:a16="http://schemas.microsoft.com/office/drawing/2014/main" id="{2CA84BB9-1118-4194-A9BD-B7EAB12C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无损判断要比较 ______ 与 ______。</a:t>
            </a:r>
          </a:p>
        </p:txBody>
      </p:sp>
      <p:sp>
        <p:nvSpPr>
          <p:cNvPr id="6" name="exit-two">
            <a:extLst xmlns:a="http://schemas.openxmlformats.org/drawingml/2006/main">
              <a:ext uri="{FF2B5EF4-FFF2-40B4-BE49-F238E27FC236}">
                <a16:creationId xmlns:a16="http://schemas.microsoft.com/office/drawing/2014/main" id="{1D77A8B6-F1A4-4CB0-A555-FDC83340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defRPr>
            </a:pPr>
            <a:r>
              <a:rPr sz="2800">
                <a:solidFill>
                  <a:srgbClr val="000000"/>
                </a:solidFill>
                <a:latin typeface="Alibaba PuHuiTi 3.0 55 Regular"/>
                <a:ea typeface="Alibaba PuHuiTi 3.0 55 Regular"/>
                <a:cs typeface="Alibaba PuHuiTi 3.0 55 Regular"/>
              </a:rPr>
              <a:t>照片看不出变化仍可能有损，因为 ______。</a:t>
            </a:r>
          </a:p>
        </p:txBody>
      </p:sp>
      <p:sp>
        <p:nvSpPr>
          <p:cNvPr id="7" name="exit-answer-one">
            <a:extLst xmlns:a="http://schemas.openxmlformats.org/drawingml/2006/main">
              <a:ext uri="{FF2B5EF4-FFF2-40B4-BE49-F238E27FC236}">
                <a16:creationId xmlns:a16="http://schemas.microsoft.com/office/drawing/2014/main" id="{750E5788-8CFB-44FB-B601-F7C6071D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解压结果 与 原始输入</a:t>
            </a:r>
          </a:p>
        </p:txBody>
      </p:sp>
      <p:sp>
        <p:nvSpPr>
          <p:cNvPr id="8" name="exit-answer-two">
            <a:extLst xmlns:a="http://schemas.openxmlformats.org/drawingml/2006/main">
              <a:ext uri="{FF2B5EF4-FFF2-40B4-BE49-F238E27FC236}">
                <a16:creationId xmlns:a16="http://schemas.microsoft.com/office/drawing/2014/main" id="{8B59F7C4-1426-48FF-8154-268B047A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defRPr>
            </a:pPr>
            <a:r>
              <a:rPr sz="2400">
                <a:solidFill>
                  <a:srgbClr val="007C9B"/>
                </a:solidFill>
                <a:latin typeface="Alibaba PuHuiTi 3.0 115 Black"/>
                <a:ea typeface="Alibaba PuHuiTi 3.0 115 Black"/>
                <a:cs typeface="Alibaba PuHuiTi 3.0 115 Black"/>
              </a:rPr>
              <a:t>感知相似，不能证明每个原值都相同。</a:t>
            </a:r>
          </a:p>
        </p:txBody>
      </p:sp>
    </p:spTree>
    <p:extLst>
      <p:ext uri="{BB962C8B-B14F-4D97-AF65-F5344CB8AC3E}">
        <p14:creationId xmlns:p14="http://schemas.microsoft.com/office/powerpoint/2010/main" val="16901597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2026-10-01T00:14:24.9300000Z</dcterms:created>
  <dcterms:modified xsi:type="dcterms:W3CDTF">2026-10-01T00:14:24.9310000Z</dcterms:modified>
</coreProperties>
</file>