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7015b90514bd4" /><Relationship Type="http://schemas.openxmlformats.org/officeDocument/2006/relationships/extended-properties" Target="/docProps/app.xml" Id="R6e7435fb0aa04798" /><Relationship Type="http://schemas.openxmlformats.org/officeDocument/2006/relationships/officeDocument" Target="/ppt/presentation.xml" Id="Rba69605bb8e4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bf9c1af48462e"/>
  </p:sldMasterIdLst>
  <p:notesMasterIdLst>
    <p:notesMasterId xmlns:r="http://schemas.openxmlformats.org/officeDocument/2006/relationships" r:id="Rba7c8ed526e942cd"/>
  </p:notesMasterIdLst>
  <p:sldIdLst>
    <p:sldId xmlns:r="http://schemas.openxmlformats.org/officeDocument/2006/relationships" id="256" r:id="Rf69dc2f351d14c74"/>
    <p:sldId xmlns:r="http://schemas.openxmlformats.org/officeDocument/2006/relationships" id="257" r:id="R60e25f66b7fd4650"/>
    <p:sldId xmlns:r="http://schemas.openxmlformats.org/officeDocument/2006/relationships" id="258" r:id="Rd477fa5882e54312"/>
    <p:sldId xmlns:r="http://schemas.openxmlformats.org/officeDocument/2006/relationships" id="259" r:id="R512ce4541525467a"/>
    <p:sldId xmlns:r="http://schemas.openxmlformats.org/officeDocument/2006/relationships" id="260" r:id="Rbbcf63e04e2e4dd9"/>
    <p:sldId xmlns:r="http://schemas.openxmlformats.org/officeDocument/2006/relationships" id="261" r:id="R63b69b7a3e264285"/>
    <p:sldId xmlns:r="http://schemas.openxmlformats.org/officeDocument/2006/relationships" id="262" r:id="Rf3e9d672e6a64cb0"/>
    <p:sldId xmlns:r="http://schemas.openxmlformats.org/officeDocument/2006/relationships" id="263" r:id="Rd42a8d29ef064559"/>
    <p:sldId xmlns:r="http://schemas.openxmlformats.org/officeDocument/2006/relationships" id="264" r:id="R5db81c9f13ed4ba8"/>
    <p:sldId xmlns:r="http://schemas.openxmlformats.org/officeDocument/2006/relationships" id="265" r:id="R3ebff045b80e4676"/>
    <p:sldId xmlns:r="http://schemas.openxmlformats.org/officeDocument/2006/relationships" id="266" r:id="R2539807a85db4cf2"/>
    <p:sldId xmlns:r="http://schemas.openxmlformats.org/officeDocument/2006/relationships" id="267" r:id="R273318e4f4a44b1e"/>
    <p:sldId xmlns:r="http://schemas.openxmlformats.org/officeDocument/2006/relationships" id="268" r:id="Re3fc8fe70d864715"/>
    <p:sldId xmlns:r="http://schemas.openxmlformats.org/officeDocument/2006/relationships" id="269" r:id="R708d3bf572ec44fd"/>
    <p:sldId xmlns:r="http://schemas.openxmlformats.org/officeDocument/2006/relationships" id="270" r:id="Rf89287b8afda4e99"/>
    <p:sldId xmlns:r="http://schemas.openxmlformats.org/officeDocument/2006/relationships" id="271" r:id="R0536ec159bd14816"/>
    <p:sldId xmlns:r="http://schemas.openxmlformats.org/officeDocument/2006/relationships" id="272" r:id="R80a3e61257f8493a"/>
    <p:sldId xmlns:r="http://schemas.openxmlformats.org/officeDocument/2006/relationships" id="273" r:id="R3df0ab0846a649c9"/>
    <p:sldId xmlns:r="http://schemas.openxmlformats.org/officeDocument/2006/relationships" id="274" r:id="R95aef0373d46428c"/>
    <p:sldId xmlns:r="http://schemas.openxmlformats.org/officeDocument/2006/relationships" id="275" r:id="R730f03f40347419a"/>
    <p:sldId xmlns:r="http://schemas.openxmlformats.org/officeDocument/2006/relationships" id="276" r:id="R2ec5cc86cee64960"/>
    <p:sldId xmlns:r="http://schemas.openxmlformats.org/officeDocument/2006/relationships" id="277" r:id="Ra5d3713b0a5647a4"/>
    <p:sldId xmlns:r="http://schemas.openxmlformats.org/officeDocument/2006/relationships" id="278" r:id="R7fe8c7faa9f1491e"/>
    <p:sldId xmlns:r="http://schemas.openxmlformats.org/officeDocument/2006/relationships" id="279" r:id="Rb5e02323ce504b8f"/>
    <p:sldId xmlns:r="http://schemas.openxmlformats.org/officeDocument/2006/relationships" id="280" r:id="R499cdbb53de34268"/>
    <p:sldId xmlns:r="http://schemas.openxmlformats.org/officeDocument/2006/relationships" id="281" r:id="Re08e3babf55348b5"/>
    <p:sldId xmlns:r="http://schemas.openxmlformats.org/officeDocument/2006/relationships" id="282" r:id="Rdf002c1ba4064542"/>
    <p:sldId xmlns:r="http://schemas.openxmlformats.org/officeDocument/2006/relationships" id="283" r:id="R08c2c8e4ce9b429a"/>
    <p:sldId xmlns:r="http://schemas.openxmlformats.org/officeDocument/2006/relationships" id="284" r:id="Rf9a2be1e5e6f4453"/>
    <p:sldId xmlns:r="http://schemas.openxmlformats.org/officeDocument/2006/relationships" id="285" r:id="Reda5a232870543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29ef60f9ec4d3c" /><Relationship Type="http://schemas.openxmlformats.org/officeDocument/2006/relationships/slideMaster" Target="/ppt/slideMasters/slideMaster1.xml" Id="R19cbf9c1af48462e" /><Relationship Type="http://schemas.openxmlformats.org/officeDocument/2006/relationships/notesMaster" Target="/ppt/notesMasters/notesMaster1.xml" Id="Rba7c8ed526e942cd" /><Relationship Type="http://schemas.openxmlformats.org/officeDocument/2006/relationships/presProps" Target="/ppt/presProps.xml" Id="R3a4d9bcb03fe44a7" /><Relationship Type="http://schemas.openxmlformats.org/officeDocument/2006/relationships/tableStyles" Target="/ppt/tableStyles.xml" Id="R8401db6345154627" /><Relationship Type="http://schemas.openxmlformats.org/officeDocument/2006/relationships/slide" Target="/ppt/slides/slide1.xml" Id="Rf69dc2f351d14c74" /><Relationship Type="http://schemas.openxmlformats.org/officeDocument/2006/relationships/slide" Target="/ppt/slides/slide2.xml" Id="R60e25f66b7fd4650" /><Relationship Type="http://schemas.openxmlformats.org/officeDocument/2006/relationships/slide" Target="/ppt/slides/slide3.xml" Id="Rd477fa5882e54312" /><Relationship Type="http://schemas.openxmlformats.org/officeDocument/2006/relationships/slide" Target="/ppt/slides/slide4.xml" Id="R512ce4541525467a" /><Relationship Type="http://schemas.openxmlformats.org/officeDocument/2006/relationships/slide" Target="/ppt/slides/slide5.xml" Id="Rbbcf63e04e2e4dd9" /><Relationship Type="http://schemas.openxmlformats.org/officeDocument/2006/relationships/slide" Target="/ppt/slides/slide6.xml" Id="R63b69b7a3e264285" /><Relationship Type="http://schemas.openxmlformats.org/officeDocument/2006/relationships/slide" Target="/ppt/slides/slide7.xml" Id="Rf3e9d672e6a64cb0" /><Relationship Type="http://schemas.openxmlformats.org/officeDocument/2006/relationships/slide" Target="/ppt/slides/slide8.xml" Id="Rd42a8d29ef064559" /><Relationship Type="http://schemas.openxmlformats.org/officeDocument/2006/relationships/slide" Target="/ppt/slides/slide9.xml" Id="R5db81c9f13ed4ba8" /><Relationship Type="http://schemas.openxmlformats.org/officeDocument/2006/relationships/slide" Target="/ppt/slides/slide10.xml" Id="R3ebff045b80e4676" /><Relationship Type="http://schemas.openxmlformats.org/officeDocument/2006/relationships/slide" Target="/ppt/slides/slide11.xml" Id="R2539807a85db4cf2" /><Relationship Type="http://schemas.openxmlformats.org/officeDocument/2006/relationships/slide" Target="/ppt/slides/slide12.xml" Id="R273318e4f4a44b1e" /><Relationship Type="http://schemas.openxmlformats.org/officeDocument/2006/relationships/slide" Target="/ppt/slides/slide13.xml" Id="Re3fc8fe70d864715" /><Relationship Type="http://schemas.openxmlformats.org/officeDocument/2006/relationships/slide" Target="/ppt/slides/slide14.xml" Id="R708d3bf572ec44fd" /><Relationship Type="http://schemas.openxmlformats.org/officeDocument/2006/relationships/slide" Target="/ppt/slides/slide15.xml" Id="Rf89287b8afda4e99" /><Relationship Type="http://schemas.openxmlformats.org/officeDocument/2006/relationships/slide" Target="/ppt/slides/slide16.xml" Id="R0536ec159bd14816" /><Relationship Type="http://schemas.openxmlformats.org/officeDocument/2006/relationships/slide" Target="/ppt/slides/slide17.xml" Id="R80a3e61257f8493a" /><Relationship Type="http://schemas.openxmlformats.org/officeDocument/2006/relationships/slide" Target="/ppt/slides/slide18.xml" Id="R3df0ab0846a649c9" /><Relationship Type="http://schemas.openxmlformats.org/officeDocument/2006/relationships/slide" Target="/ppt/slides/slide19.xml" Id="R95aef0373d46428c" /><Relationship Type="http://schemas.openxmlformats.org/officeDocument/2006/relationships/slide" Target="/ppt/slides/slide20.xml" Id="R730f03f40347419a" /><Relationship Type="http://schemas.openxmlformats.org/officeDocument/2006/relationships/slide" Target="/ppt/slides/slide21.xml" Id="R2ec5cc86cee64960" /><Relationship Type="http://schemas.openxmlformats.org/officeDocument/2006/relationships/slide" Target="/ppt/slides/slide22.xml" Id="Ra5d3713b0a5647a4" /><Relationship Type="http://schemas.openxmlformats.org/officeDocument/2006/relationships/slide" Target="/ppt/slides/slide23.xml" Id="R7fe8c7faa9f1491e" /><Relationship Type="http://schemas.openxmlformats.org/officeDocument/2006/relationships/slide" Target="/ppt/slides/slide24.xml" Id="Rb5e02323ce504b8f" /><Relationship Type="http://schemas.openxmlformats.org/officeDocument/2006/relationships/slide" Target="/ppt/slides/slide25.xml" Id="R499cdbb53de34268" /><Relationship Type="http://schemas.openxmlformats.org/officeDocument/2006/relationships/slide" Target="/ppt/slides/slide26.xml" Id="Re08e3babf55348b5" /><Relationship Type="http://schemas.openxmlformats.org/officeDocument/2006/relationships/slide" Target="/ppt/slides/slide27.xml" Id="Rdf002c1ba4064542" /><Relationship Type="http://schemas.openxmlformats.org/officeDocument/2006/relationships/slide" Target="/ppt/slides/slide28.xml" Id="R08c2c8e4ce9b429a" /><Relationship Type="http://schemas.openxmlformats.org/officeDocument/2006/relationships/slide" Target="/ppt/slides/slide29.xml" Id="Rf9a2be1e5e6f4453" /><Relationship Type="http://schemas.openxmlformats.org/officeDocument/2006/relationships/slide" Target="/ppt/slides/slide30.xml" Id="Reda5a232870543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4a94a0c49e47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078c57a69d4d86" /><Relationship Type="http://schemas.openxmlformats.org/officeDocument/2006/relationships/notesMaster" Target="/ppt/notesMasters/notesMaster1.xml" Id="Re487011262f1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6e1a076f8547cb" /><Relationship Type="http://schemas.openxmlformats.org/officeDocument/2006/relationships/notesMaster" Target="/ppt/notesMasters/notesMaster1.xml" Id="R413122017e4b40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7089529e5841ed" /><Relationship Type="http://schemas.openxmlformats.org/officeDocument/2006/relationships/notesMaster" Target="/ppt/notesMasters/notesMaster1.xml" Id="R040840867b7a42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8b202f5a5544ef" /><Relationship Type="http://schemas.openxmlformats.org/officeDocument/2006/relationships/notesMaster" Target="/ppt/notesMasters/notesMaster1.xml" Id="Rc5bcbb3fdf7448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e8493b4eb74566" /><Relationship Type="http://schemas.openxmlformats.org/officeDocument/2006/relationships/notesMaster" Target="/ppt/notesMasters/notesMaster1.xml" Id="R3941a42687c841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8ece3f123482f" /><Relationship Type="http://schemas.openxmlformats.org/officeDocument/2006/relationships/notesMaster" Target="/ppt/notesMasters/notesMaster1.xml" Id="R76f86d7b8d684d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ac459b478f4344" /><Relationship Type="http://schemas.openxmlformats.org/officeDocument/2006/relationships/notesMaster" Target="/ppt/notesMasters/notesMaster1.xml" Id="R60fcba8aedbc41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59828772048d6" /><Relationship Type="http://schemas.openxmlformats.org/officeDocument/2006/relationships/notesMaster" Target="/ppt/notesMasters/notesMaster1.xml" Id="R15ef11ef7c374d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02756fd894e4d" /><Relationship Type="http://schemas.openxmlformats.org/officeDocument/2006/relationships/notesMaster" Target="/ppt/notesMasters/notesMaster1.xml" Id="R92839a83ccf640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c578b5c6e14e31" /><Relationship Type="http://schemas.openxmlformats.org/officeDocument/2006/relationships/notesMaster" Target="/ppt/notesMasters/notesMaster1.xml" Id="Reaae2e134b3143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cb3ae430d94c39" /><Relationship Type="http://schemas.openxmlformats.org/officeDocument/2006/relationships/notesMaster" Target="/ppt/notesMasters/notesMaster1.xml" Id="R33cd5184c58f42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ce2e1988aa47ab" /><Relationship Type="http://schemas.openxmlformats.org/officeDocument/2006/relationships/notesMaster" Target="/ppt/notesMasters/notesMaster1.xml" Id="R4ae1dc4b71c744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4e0f1824de48b6" /><Relationship Type="http://schemas.openxmlformats.org/officeDocument/2006/relationships/notesMaster" Target="/ppt/notesMasters/notesMaster1.xml" Id="Rf9cbf31960c745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23ee1ae51149e3" /><Relationship Type="http://schemas.openxmlformats.org/officeDocument/2006/relationships/notesMaster" Target="/ppt/notesMasters/notesMaster1.xml" Id="R35bb71df236f45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3817ae2a6348c0" /><Relationship Type="http://schemas.openxmlformats.org/officeDocument/2006/relationships/notesMaster" Target="/ppt/notesMasters/notesMaster1.xml" Id="R11b3916324c041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862f300822466c" /><Relationship Type="http://schemas.openxmlformats.org/officeDocument/2006/relationships/notesMaster" Target="/ppt/notesMasters/notesMaster1.xml" Id="R81bee2cc15aa45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12e06c4a2b4844" /><Relationship Type="http://schemas.openxmlformats.org/officeDocument/2006/relationships/notesMaster" Target="/ppt/notesMasters/notesMaster1.xml" Id="R18dd1ecb95114d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affa4c23334bca" /><Relationship Type="http://schemas.openxmlformats.org/officeDocument/2006/relationships/notesMaster" Target="/ppt/notesMasters/notesMaster1.xml" Id="R6fcf06b3aea642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84c1e1af4c45a1" /><Relationship Type="http://schemas.openxmlformats.org/officeDocument/2006/relationships/notesMaster" Target="/ppt/notesMasters/notesMaster1.xml" Id="Rc0fd4f664e3e4f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069878890f41be" /><Relationship Type="http://schemas.openxmlformats.org/officeDocument/2006/relationships/notesMaster" Target="/ppt/notesMasters/notesMaster1.xml" Id="R72314f67d6b04e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5a124563c914da3" /><Relationship Type="http://schemas.openxmlformats.org/officeDocument/2006/relationships/notesMaster" Target="/ppt/notesMasters/notesMaster1.xml" Id="Rabeb133965fa44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5873a1be8d446a" /><Relationship Type="http://schemas.openxmlformats.org/officeDocument/2006/relationships/notesMaster" Target="/ppt/notesMasters/notesMaster1.xml" Id="Rb4cba630aa4749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c6bae48bb34ffe" /><Relationship Type="http://schemas.openxmlformats.org/officeDocument/2006/relationships/notesMaster" Target="/ppt/notesMasters/notesMaster1.xml" Id="Rdf6731ba51f44b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5ed9a5254fa4df1" /><Relationship Type="http://schemas.openxmlformats.org/officeDocument/2006/relationships/notesMaster" Target="/ppt/notesMasters/notesMaster1.xml" Id="Rc42dd2ec43d744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191aa866024668" /><Relationship Type="http://schemas.openxmlformats.org/officeDocument/2006/relationships/notesMaster" Target="/ppt/notesMasters/notesMaster1.xml" Id="Rf73beeac673b44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ef6cd7cb284e32" /><Relationship Type="http://schemas.openxmlformats.org/officeDocument/2006/relationships/notesMaster" Target="/ppt/notesMasters/notesMaster1.xml" Id="R1f68f160710840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a99eeb2e10479d" /><Relationship Type="http://schemas.openxmlformats.org/officeDocument/2006/relationships/notesMaster" Target="/ppt/notesMasters/notesMaster1.xml" Id="R217719d0cc40435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a71b35d95124891" /><Relationship Type="http://schemas.openxmlformats.org/officeDocument/2006/relationships/notesMaster" Target="/ppt/notesMasters/notesMaster1.xml" Id="R8da9e908b98746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f9c1e9db3244f5" /><Relationship Type="http://schemas.openxmlformats.org/officeDocument/2006/relationships/notesMaster" Target="/ppt/notesMasters/notesMaster1.xml" Id="Reec3047532ea45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9cc518d377d4247" /><Relationship Type="http://schemas.openxmlformats.org/officeDocument/2006/relationships/notesMaster" Target="/ppt/notesMasters/notesMaster1.xml" Id="R171e868b3d934c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开场：从文件大小提出问题</a:t>
            </a:r>
          </a:p>
          <a:p xmlns:a="http://schemas.openxmlformats.org/drawingml/2006/main">
            <a:r>
              <a:t>[内部编号] 收束 · 开场：从文件大小提出问题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前面算过数据需要多少空间。今天先看一个反常现象：文件一下小了很多，图却还能还原。请保留你的第一反应，后面我们用数据来检查。先不要背定义。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同一幅64×64颜色图，A有4096个bytes，B是用A编码得到的，只有38个bytes。先写一个猜测：变小以后，哪些内容可能发生变化？说出你想检查什么。先不给答案。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现在把B读回图像。你看到少了哪一块吗？看上去一样，还不够证明每一个数都相同。我们先找一种能变短又能画回的规则，第三问再检查所有bytes。</a:t>
            </a:r>
          </a:p>
          <a:p xmlns:a="http://schemas.openxmlformats.org/drawingml/2006/main">
            <a:r>
              <a:t>[教师提示] 64×64与码表预先约定；这是颜色编号数据，不冒充PNG。38B是随包记录，现场大小若不同以实际输出为准。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这次只看16个颜色。怎样少写一些，又让同桌恢复原来的顺序和数量？发送者看折叠卡，接收者先不看原串。给你们60秒写规则与短消息，30秒画回，再展开卡核对。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先听你们的规则。红绿蓝三个字能找回多少个吗？这一种保留了颜色、连续次数和段的顺序。红8代表连续8个红，不是全图所有红的总数。它把重复展开的依据留了下来。</a:t>
            </a:r>
          </a:p>
          <a:p xmlns:a="http://schemas.openxmlformats.org/drawingml/2006/main">
            <a:r>
              <a:t>[教师提示] 私有变体只给发送者，接收者先画回再展开原卡。写8红5绿3蓝也可，不因格式不同判错。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接收者说已经恢复了，你准备怎样检查？先提出方法，再动手对比下面两行。不要只说长度一样。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把两行按位置对齐。第9个位置原来是绿，待查却是蓝。两串都是16格，也可能有一个数不同。现在回到开场，比较的应是解压结果与原输入。</a:t>
            </a:r>
          </a:p>
          <a:p xmlns:a="http://schemas.openxmlformats.org/drawingml/2006/main">
            <a:r>
              <a:t>[教师提示] 比较对象：还原与原始输入；不是比较原文件与压缩文件。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程序逐byte比较，得到True。解压得到4096个bytes，每个位置与输入相同。能完全恢复原始数据，才叫无损。记住检验对象，下一问我们试同一个规则能否一直省空间。</a:t>
            </a:r>
          </a:p>
          <a:p xmlns:a="http://schemas.openxmlformats.org/drawingml/2006/main">
            <a:r>
              <a:t>[教师提示] D1只在本阶段调用opening(True)。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两串都是16个颜色。按连续段存编号和次数：编号1B、次数1B。先投票，再分工数两串各有几段，算编码后的数据量。不要把红绿交替改写为红8绿8。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A有三段，3×2等于6B。B有十六段，每段只有一个颜色，16×2等于32B。它仍能准确恢复，却更大了。无损说的是可恢复，不是保证变小。</a:t>
            </a:r>
          </a:p>
          <a:p xmlns:a="http://schemas.openxmlformats.org/drawingml/2006/main">
            <a:r>
              <a:t>[教师提示] 只比payload；双方共享码表。256个相同色需拆255+1，不能让次数溢出。ZIP压JPEG效果需实测。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这一行灰度几乎一样，数却不完全相同。要求完整恢复，除了逐个写8bit，还能怎样记录？先想规则。必要时从第一个120出发，问下一格比它多多少。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给首值120，前三个差值已经列出。请填末四个，再只看首值与差值读回末三个数。负号不能丢，每次加在刚读回的前值上。变化都还在，才能恢复原来每一项。</a:t>
            </a:r>
          </a:p>
          <a:p xmlns:a="http://schemas.openxmlformats.org/drawingml/2006/main">
            <a:r>
              <a:t>[教师提示] A2正常版：首值及前三个差值已给，末四个学生填；迟到版仅减少一空。先活动后揭示。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这一串差值只有三种，我们另约定−1为00、0为01、+1为10。首值8bit加七个2bit差值，共22bit，装入完整bytes是3B，末尾补2bit。差值项数没有减少，变短来自更合适的编码。</a:t>
            </a:r>
          </a:p>
          <a:p xmlns:a="http://schemas.openxmlformats.org/drawingml/2006/main">
            <a:r>
              <a:t>[教师提示] 长度、模式和码表未计入。一般图像有大差值，不能套三种值码表；PNG可逆滤波仍输出同数量bytes，后续压缩另处理。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现在换个规则：归到最近的4的倍数，中点向上取，最高只到252。看到120这一档，能确定原数吗？请写至少两个可能原数，再填A2下半表。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120会恢复为120，121也恢复为120。你如果再加1，就会把原来本来是120的情况选错。没有保存区分它们的依据，不能唯一倒回原数。</a:t>
            </a:r>
          </a:p>
          <a:p xmlns:a="http://schemas.openxmlformats.org/drawingml/2006/main">
            <a:r>
              <a:t>[教师提示] 119也映射到120。课堂模型不是JPEG，也不是初始数字化过程。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64个等级只需6bit编号。八格64bit变成48bit，即6B；但变小同时丢失了区分。某些值恰好不变，不代表这种规则能保证精确恢复。这是有损的例子。</a:t>
            </a:r>
          </a:p>
          <a:p xmlns:a="http://schemas.openxmlformats.org/drawingml/2006/main">
            <a:r>
              <a:t>[教师提示] 还原八项为120,120,124,120,120,120,120,124；不能用明暗看不出代替数字证据。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两图尺寸相同。先按正常大小观察，你能指出哪里不同？再回答另一个问题：看不出变化，足以证明每个像素都一样吗？先收判断，不显示格式和大小。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揭开格式：A是PNG，B是常见有损JPEG，quality80。逐像素比较，PNG回读与源RGB一致，JPEG有28917个像素不同。有人能看出变化，有人不能，都不影响这个数据检验。</a:t>
            </a:r>
          </a:p>
          <a:p xmlns:a="http://schemas.openxmlformats.org/drawingml/2006/main">
            <a:r>
              <a:t>[教师提示] 两份完整文件来自相同RGB。JPEG固定subsampling=0，直接源图编码。图像检验对象为像素，不保证所有源文件metadata。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现在只看同一坐标的细节，放大8倍，使用最近邻，不另做锐化。先说差别在哪，再换用途：展示明暗渐变方向，这些近似仍能传达；若要读取原灰度做测量，就不能用外观过关。</a:t>
            </a:r>
          </a:p>
          <a:p xmlns:a="http://schemas.openxmlformats.org/drawingml/2006/main">
            <a:r>
              <a:t>[教师提示] 替换本页正常图时保留问题不动。照片任务改变必须重新检验。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完整文件大小也要实测。本例PNG4441B，JPEG10766B，PNG反而更小。原RGB数据248832B是像素数据量，不是PNG大小。有损和无损不能替我们排大小；还要看数据和编码。</a:t>
            </a:r>
          </a:p>
          <a:p xmlns:a="http://schemas.openxmlformats.org/drawingml/2006/main">
            <a:r>
              <a:t>[教师提示] 数字来自随包执行记录。quality20可在Notebook拓展，不增加核心45分钟讲授。MP3有损感知编码不只是删20kHz以上。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先不要报格式名，判断每份材料要保留什么。通知少了一个五，程序少了等号，照片少量像素改变。三件事都能接受吗？同桌写一条理由。程序用60测试。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60大于等于60成立，60大于60不成立。符号很少，功能却变了。通知原文与源程序本体都要求无损。照片作为题中浏览副本，可以在质量达标时用有损方式。若要读角落小字，重新检查。</a:t>
            </a:r>
          </a:p>
          <a:p xmlns:a="http://schemas.openxmlformats.org/drawingml/2006/main">
            <a:r>
              <a:t>[教师提示] 不把删改内容称为原文件的合格压缩。测量和编辑母版可能同样要求无损。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同学说这几个名字都是有损，图片不能无损。先找一个反例，再改他的说法。配置卡是依据技术文档做的规则表，软件保存设置可能不同。不能只看后缀。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PNG已经推翻图片不能无损。TIFF同一后缀可以采用不同方式，所以需要看保存配置。常见照片JPEG通常有损；不能把一个文件格式名字等同唯一压缩算法。</a:t>
            </a:r>
          </a:p>
          <a:p xmlns:a="http://schemas.openxmlformats.org/drawingml/2006/main">
            <a:r>
              <a:t>[教师提示] JPEG标准还包含无损模式，本课不要求学生记标准编号。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最后给名字放回常见用途：JPG图像通常有损，TIF图像看设置，MP3音频有损，MPEG视频相关标准常见用途采用有损编码。MPEG是一组标准，MP3是Audio Layer III，不是MPEG-3。长技术边界留在教师材料。</a:t>
            </a:r>
          </a:p>
          <a:p xmlns:a="http://schemas.openxmlformats.org/drawingml/2006/main">
            <a:r>
              <a:t>[教师提示] 本页替换配置卡区域，不增加新问题。MP4后缀也不能直接等同某一种算法。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传送限额100KiB，下面是题目给定的候选结果，不是现场测量。先个人选，再同桌分两列检查：大小是否过关，信息是否过关。请说明另一方案为什么不合格。给90秒。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程序A同时满足两关，B虽小但不能交回原bytes。照片B同时满足两关，A虽无损却超限。照片B的合格限于题中浏览用途。回看开场猜测，请把文件变小一定删内容改成更准确的一句。</a:t>
            </a:r>
          </a:p>
          <a:p xmlns:a="http://schemas.openxmlformats.org/drawingml/2006/main">
            <a:r>
              <a:t>[教师提示] 300秒：30读题、90判断、60报告、30回扣、30定义、40出口、20收取。下两页收束只用剩余90秒；出口答案页课后显示。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形成概念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刚才的三件事连起来：是否变小，是否完整恢复，是否适合当前任务。重复可以写成次数，相关性可以写成起点和变化，感知允许的近似可以舍弃部分区分。没有一种标签替我们完成全部判断。定义说的是存储与传输采用特殊编码，结果还取决于数据与开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出口检查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现在自己写两句话，不跟同桌讨论。第一句要写出两个比较对象，第二句要区分人的感受与数据相等。40秒后收取，抽看三份。不要现在翻到参考答案页，避免学生照抄。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exit-answer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这一页只在收取后或课后核对。比较解压结果与原始输入；没有看出变化只说明感知接近，不能证明原值一致。若学生只写原图与压缩图，回到Q3要求说明还原对象；若仍凭肉眼判无损，回到Q6两个原数映到120。</a:t>
            </a:r>
          </a:p>
          <a:p xmlns:a="http://schemas.openxmlformats.org/drawingml/2006/main">
            <a:r>
              <a:t>[教师提示] 收取前不投影。作为课后反馈，可直接结束在上一页。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4d4ec9e95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29d649e1f7417d" /><Relationship Type="http://schemas.openxmlformats.org/officeDocument/2006/relationships/slideLayout" Target="/ppt/slideLayouts/slideLayout1.xml" Id="Rfd728e100035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728e100035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c2f20828a4f90" /><Relationship Type="http://schemas.openxmlformats.org/officeDocument/2006/relationships/notesSlide" Target="/ppt/notesSlides/notesSlide1.xml" Id="R9cedab7d5e134d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344e9f934178" /><Relationship Type="http://schemas.openxmlformats.org/officeDocument/2006/relationships/image" Target="/ppt/media/image.png" Id="Rb1c6b613bc024dcc" /><Relationship Type="http://schemas.openxmlformats.org/officeDocument/2006/relationships/notesSlide" Target="/ppt/notesSlides/notesSlide2.xml" Id="R4b26aa2c7f754d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b66e096fa41ad" /><Relationship Type="http://schemas.openxmlformats.org/officeDocument/2006/relationships/image" Target="/ppt/media/image.png" Id="R0849496b73344ef0" /><Relationship Type="http://schemas.openxmlformats.org/officeDocument/2006/relationships/image" Target="/ppt/media/image2.png" Id="R0398d2f0aeab4d62" /><Relationship Type="http://schemas.openxmlformats.org/officeDocument/2006/relationships/notesSlide" Target="/ppt/notesSlides/notesSlide3.xml" Id="R7584c41e6a8b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fa8138a0a4dce" /><Relationship Type="http://schemas.openxmlformats.org/officeDocument/2006/relationships/notesSlide" Target="/ppt/notesSlides/notesSlide4.xml" Id="Rfa04475ad36d41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332a1aeb346c2" /><Relationship Type="http://schemas.openxmlformats.org/officeDocument/2006/relationships/notesSlide" Target="/ppt/notesSlides/notesSlide5.xml" Id="Rb9b36ca4f0d544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c91ea078c461a" /><Relationship Type="http://schemas.openxmlformats.org/officeDocument/2006/relationships/notesSlide" Target="/ppt/notesSlides/notesSlide6.xml" Id="R2b5e37c3c49c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0f80a67e54721" /><Relationship Type="http://schemas.openxmlformats.org/officeDocument/2006/relationships/notesSlide" Target="/ppt/notesSlides/notesSlide7.xml" Id="R4d2ae4191ba34a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49642e804037" /><Relationship Type="http://schemas.openxmlformats.org/officeDocument/2006/relationships/notesSlide" Target="/ppt/notesSlides/notesSlide8.xml" Id="R3866d76ecb7b46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21a44bf6e4d6d" /><Relationship Type="http://schemas.openxmlformats.org/officeDocument/2006/relationships/notesSlide" Target="/ppt/notesSlides/notesSlide9.xml" Id="Rb852ebdc04d842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1ad6baa2e477c" /><Relationship Type="http://schemas.openxmlformats.org/officeDocument/2006/relationships/notesSlide" Target="/ppt/notesSlides/notesSlide10.xml" Id="R269ffbc82c7949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fbc96a6364cb0" /><Relationship Type="http://schemas.openxmlformats.org/officeDocument/2006/relationships/notesSlide" Target="/ppt/notesSlides/notesSlide11.xml" Id="R934562a922544d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ac49b088942f6" /><Relationship Type="http://schemas.openxmlformats.org/officeDocument/2006/relationships/notesSlide" Target="/ppt/notesSlides/notesSlide12.xml" Id="Rbd81f127007140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d1df75e904fde" /><Relationship Type="http://schemas.openxmlformats.org/officeDocument/2006/relationships/notesSlide" Target="/ppt/notesSlides/notesSlide13.xml" Id="R5188bc25eb4645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aad51bfdd4a8b" /><Relationship Type="http://schemas.openxmlformats.org/officeDocument/2006/relationships/notesSlide" Target="/ppt/notesSlides/notesSlide14.xml" Id="R18450be11b2b43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4fec9fea14559" /><Relationship Type="http://schemas.openxmlformats.org/officeDocument/2006/relationships/notesSlide" Target="/ppt/notesSlides/notesSlide15.xml" Id="R64e1e271157946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40bc15d3a44bd" /><Relationship Type="http://schemas.openxmlformats.org/officeDocument/2006/relationships/notesSlide" Target="/ppt/notesSlides/notesSlide16.xml" Id="R6cf328a8f1ef4f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40e4189f34222" /><Relationship Type="http://schemas.openxmlformats.org/officeDocument/2006/relationships/image" Target="/ppt/media/image3.png" Id="R2372f393ff92433e" /><Relationship Type="http://schemas.openxmlformats.org/officeDocument/2006/relationships/image" Target="/ppt/media/image.jpeg" Id="R96ffcbeb6c734baf" /><Relationship Type="http://schemas.openxmlformats.org/officeDocument/2006/relationships/notesSlide" Target="/ppt/notesSlides/notesSlide17.xml" Id="R95ed323a51f545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02038f29a4b34" /><Relationship Type="http://schemas.openxmlformats.org/officeDocument/2006/relationships/image" Target="/ppt/media/image3.png" Id="Re257df46e9d54a42" /><Relationship Type="http://schemas.openxmlformats.org/officeDocument/2006/relationships/image" Target="/ppt/media/image.jpeg" Id="R0c51b5d4ec1a45a5" /><Relationship Type="http://schemas.openxmlformats.org/officeDocument/2006/relationships/notesSlide" Target="/ppt/notesSlides/notesSlide18.xml" Id="Rd3b8c2eba0f746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2039289c4743" /><Relationship Type="http://schemas.openxmlformats.org/officeDocument/2006/relationships/image" Target="/ppt/media/image3.png" Id="R1d6e03fe9516410b" /><Relationship Type="http://schemas.openxmlformats.org/officeDocument/2006/relationships/image" Target="/ppt/media/image.jpeg" Id="R593aa0a86a874829" /><Relationship Type="http://schemas.openxmlformats.org/officeDocument/2006/relationships/image" Target="/ppt/media/image4.png" Id="R91302cffe34240c2" /><Relationship Type="http://schemas.openxmlformats.org/officeDocument/2006/relationships/image" Target="/ppt/media/image5.png" Id="R3ac43594ec5d4d9b" /><Relationship Type="http://schemas.openxmlformats.org/officeDocument/2006/relationships/notesSlide" Target="/ppt/notesSlides/notesSlide19.xml" Id="Re69fd10edf7143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b6805f9b84174" /><Relationship Type="http://schemas.openxmlformats.org/officeDocument/2006/relationships/image" Target="/ppt/media/image3.png" Id="R73f9d27947b745c2" /><Relationship Type="http://schemas.openxmlformats.org/officeDocument/2006/relationships/image" Target="/ppt/media/image.jpeg" Id="Rf8684314f2f647a4" /><Relationship Type="http://schemas.openxmlformats.org/officeDocument/2006/relationships/image" Target="/ppt/media/image4.png" Id="R1784980e09ae42e7" /><Relationship Type="http://schemas.openxmlformats.org/officeDocument/2006/relationships/image" Target="/ppt/media/image5.png" Id="R59ee89e6eebb4292" /><Relationship Type="http://schemas.openxmlformats.org/officeDocument/2006/relationships/notesSlide" Target="/ppt/notesSlides/notesSlide20.xml" Id="R8b2fc9d706914f3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dbc4f3f6b4d56" /><Relationship Type="http://schemas.openxmlformats.org/officeDocument/2006/relationships/notesSlide" Target="/ppt/notesSlides/notesSlide21.xml" Id="R350f260d875947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f6baf9f9e43d7" /><Relationship Type="http://schemas.openxmlformats.org/officeDocument/2006/relationships/notesSlide" Target="/ppt/notesSlides/notesSlide22.xml" Id="Rea16738b44e54a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6a5400a1d474b" /><Relationship Type="http://schemas.openxmlformats.org/officeDocument/2006/relationships/notesSlide" Target="/ppt/notesSlides/notesSlide23.xml" Id="R92b2259fa6044a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a39aefd884613" /><Relationship Type="http://schemas.openxmlformats.org/officeDocument/2006/relationships/notesSlide" Target="/ppt/notesSlides/notesSlide24.xml" Id="Rf0e10e1edf074d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c3bddf4794a4e" /><Relationship Type="http://schemas.openxmlformats.org/officeDocument/2006/relationships/notesSlide" Target="/ppt/notesSlides/notesSlide25.xml" Id="Rb5236e644fe843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0adcb511a41e4" /><Relationship Type="http://schemas.openxmlformats.org/officeDocument/2006/relationships/notesSlide" Target="/ppt/notesSlides/notesSlide26.xml" Id="R1bf095db5a7744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a950f3828461c" /><Relationship Type="http://schemas.openxmlformats.org/officeDocument/2006/relationships/notesSlide" Target="/ppt/notesSlides/notesSlide27.xml" Id="R167c88df1ef24d8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6457f8893418f" /><Relationship Type="http://schemas.openxmlformats.org/officeDocument/2006/relationships/notesSlide" Target="/ppt/notesSlides/notesSlide28.xml" Id="R0d92ce82f5a74cc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0010716a14a7c" /><Relationship Type="http://schemas.openxmlformats.org/officeDocument/2006/relationships/notesSlide" Target="/ppt/notesSlides/notesSlide29.xml" Id="Rc437a52a3d4f42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26e79335e4716" /><Relationship Type="http://schemas.openxmlformats.org/officeDocument/2006/relationships/notesSlide" Target="/ppt/notesSlides/notesSlide30.xml" Id="R3bc5e7bffe8744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5E89766C-1486-428B-A131-2E1833F8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7BAF2B4-8391-41F9-87B7-82386B5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FA009C-018F-4EAC-978F-486B3A8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数据压缩入门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C0A1AB6-3A49-4803-A5D4-DD126D2E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信息去哪了？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53E155D-1EFB-48C5-94BE-76D8A71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 compression 101</a:t>
            </a:r>
          </a:p>
        </p:txBody>
      </p:sp>
    </p:spTree>
    <p:extLst>
      <p:ext uri="{BB962C8B-B14F-4D97-AF65-F5344CB8AC3E}">
        <p14:creationId xmlns:p14="http://schemas.microsoft.com/office/powerpoint/2010/main" val="303622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FF23D35E-D0D3-4798-BEF9-EE64439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6BA1BD0-5EA4-4B68-A0F2-CC6192DC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49C39A3-4855-4431-BF89-B34F1C38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6b613bc024dcc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1118EBDC-5D9B-4430-9CC0-2CABF96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EA890A3C-9DBB-4FEB-8281-3DEC863E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0E2F4BEF-3661-415B-B33A-20BBE0A1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</p:spTree>
    <p:extLst>
      <p:ext uri="{BB962C8B-B14F-4D97-AF65-F5344CB8AC3E}">
        <p14:creationId xmlns:p14="http://schemas.microsoft.com/office/powerpoint/2010/main" val="1531891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FF23D35E-D0D3-4798-BEF9-EE64439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6BA1BD0-5EA4-4B68-A0F2-CC6192DC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49C39A3-4855-4431-BF89-B34F1C38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9496b73344ef0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1118EBDC-5D9B-4430-9CC0-2CABF96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EA890A3C-9DBB-4FEB-8281-3DEC863E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0E2F4BEF-3661-415B-B33A-20BBE0A1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8d2f0aeab4d62"/>
          <a:stretch xmlns:a="http://schemas.openxmlformats.org/drawingml/2006/main"/>
        </p:blipFill>
        <p:spPr>
          <a:xfrm xmlns:a="http://schemas.openxmlformats.org/drawingml/2006/main">
            <a:off x="822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restored-label">
            <a:extLst xmlns:a="http://schemas.openxmlformats.org/drawingml/2006/main">
              <a:ext uri="{FF2B5EF4-FFF2-40B4-BE49-F238E27FC236}">
                <a16:creationId xmlns:a16="http://schemas.microsoft.com/office/drawing/2014/main" id="{E4E8BFC8-8FD1-4A05-A3A4-B8EBB3B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76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从B读回的图</a:t>
            </a:r>
          </a:p>
        </p:txBody>
      </p:sp>
    </p:spTree>
    <p:extLst>
      <p:ext uri="{BB962C8B-B14F-4D97-AF65-F5344CB8AC3E}">
        <p14:creationId xmlns:p14="http://schemas.microsoft.com/office/powerpoint/2010/main" val="1531891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C8D29B0B-E739-4638-A1D5-DD3B75A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32F5932-38E0-479B-B024-BE246B5F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C28DD8-870C-445E-B4E1-5DFC0F34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F172F103-295C-4596-8196-8D42BC3A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157F585B-F1C7-4067-8BAD-693BD1E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5FE31E62-7928-47B3-8DCF-B8C30F29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FADD6A79-F0EA-498C-AD0B-8B38336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F1602FD3-4B2C-4BDC-B7D9-019C1A01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0B020CB6-B5B2-40F2-92A0-1B1ABB2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72C4AA47-27B1-4843-812F-711A877E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BABEDD33-CB5D-4211-8B28-D50A43B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228D1F3E-0B6A-47F9-B6D3-DDF0A09D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536A90BE-3A3F-4755-8D31-8632C55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1E9D0C52-4C18-45D7-B4A6-DBB3C220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D6EF979A-ECFE-45F9-AE48-337B5FF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D7D59573-5F92-4DAF-A024-05F73277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D64E8545-DF09-4239-A178-86839345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86A640EC-DCF8-4E89-AD32-B532A900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A1903275-C750-4863-8C09-846BD0A2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029C784E-CB4F-4703-9C94-1CD9D97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</p:spTree>
    <p:extLst>
      <p:ext uri="{BB962C8B-B14F-4D97-AF65-F5344CB8AC3E}">
        <p14:creationId xmlns:p14="http://schemas.microsoft.com/office/powerpoint/2010/main" val="1526869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C8D29B0B-E739-4638-A1D5-DD3B75A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32F5932-38E0-479B-B024-BE246B5F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C28DD8-870C-445E-B4E1-5DFC0F34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F172F103-295C-4596-8196-8D42BC3A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157F585B-F1C7-4067-8BAD-693BD1E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5FE31E62-7928-47B3-8DCF-B8C30F29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FADD6A79-F0EA-498C-AD0B-8B38336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F1602FD3-4B2C-4BDC-B7D9-019C1A01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0B020CB6-B5B2-40F2-92A0-1B1ABB2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72C4AA47-27B1-4843-812F-711A877E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BABEDD33-CB5D-4211-8B28-D50A43B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228D1F3E-0B6A-47F9-B6D3-DDF0A09D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536A90BE-3A3F-4755-8D31-8632C55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1E9D0C52-4C18-45D7-B4A6-DBB3C220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D6EF979A-ECFE-45F9-AE48-337B5FF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D7D59573-5F92-4DAF-A024-05F73277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D64E8545-DF09-4239-A178-86839345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86A640EC-DCF8-4E89-AD32-B532A900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A1903275-C750-4863-8C09-846BD0A2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029C784E-CB4F-4703-9C94-1CD9D97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  <p:sp>
        <p:nvSpPr>
          <p:cNvPr id="21" name="rle-result">
            <a:extLst xmlns:a="http://schemas.openxmlformats.org/drawingml/2006/main">
              <a:ext uri="{FF2B5EF4-FFF2-40B4-BE49-F238E27FC236}">
                <a16:creationId xmlns:a16="http://schemas.microsoft.com/office/drawing/2014/main" id="{1F8ECCDC-03CC-40D5-930F-B5639A89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红 8     绿 5     蓝 3</a:t>
            </a:r>
          </a:p>
        </p:txBody>
      </p:sp>
      <p:sp>
        <p:nvSpPr>
          <p:cNvPr id="22" name="rle-name">
            <a:extLst xmlns:a="http://schemas.openxmlformats.org/drawingml/2006/main">
              <a:ext uri="{FF2B5EF4-FFF2-40B4-BE49-F238E27FC236}">
                <a16:creationId xmlns:a16="http://schemas.microsoft.com/office/drawing/2014/main" id="{AFE63339-A6EC-4D11-A69C-BBE2F533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游程编码  Run-Length Encoding（RLE）</a:t>
            </a:r>
          </a:p>
        </p:txBody>
      </p:sp>
    </p:spTree>
    <p:extLst>
      <p:ext uri="{BB962C8B-B14F-4D97-AF65-F5344CB8AC3E}">
        <p14:creationId xmlns:p14="http://schemas.microsoft.com/office/powerpoint/2010/main" val="1526869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77A28F18-CD1E-4324-AA17-39BBF2F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39E3A2F-B6D1-4134-A1B7-4A556781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87AB5D-53CB-400F-B464-383C2500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96975556-8935-4412-91B1-F2AD338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405B5CC4-718E-40A0-95CF-C6FFF7FA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F8886E3A-ED19-457A-A335-5404B1F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6037E49B-0B12-4449-82FC-40A677C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069FBE26-4FE6-460E-8CA2-2326D47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0CAC8001-3442-43EF-BF49-960BF60E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E60EC593-9EEE-4F2D-9646-DCE4635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F5D438D-8A1D-4F36-8EE2-9DCF730E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2F5327D4-5A7D-4B97-9F37-E878BD33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CD3089E5-CE21-4D1F-9C95-073DE270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631F6CBC-5792-42CD-B1BD-8FF7B81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066649ED-09B7-4C3C-AD9F-25C3F33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FA5E7FD9-F025-4367-9BD2-BFBF117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4DD600BC-1D4A-4FF8-B7C4-0E0B0D2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3EAA2E4A-F05D-4815-99AD-37E20B2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FBF5192A-24DF-44FF-9C08-20512A5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5EDB8286-FEE3-4C58-9068-065B7D5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EE489FE0-9E7D-4928-B087-9D8CE69C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855459A7-B868-4640-AF46-ECD4086C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FD2CA8DF-0164-4E05-8E6E-EFD8DC4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19ED98F8-CE33-4760-A7B5-50D82C5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4CCFC7EC-C6E8-46B2-9BDB-CE53F47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E356EB7B-53F0-4818-98FE-C618AD4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E9F1E9C8-9110-49FB-BFF5-8368671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4C2DE6BD-5C87-49E6-872F-15534AB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12CA702A-67EB-4331-9DEC-F67E6E1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593EAE54-A19F-40DF-8AA7-DB2DE7C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B81B8409-0895-4850-BED6-DC8FF92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BC9A4527-FFAB-43F3-B027-51EFECFD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17C26CF9-B59A-410D-822E-C1406B6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5CC5A66F-2A83-47C5-AAA3-B6BEE0B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00011B1E-9083-41B0-8810-C140FE2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D934EF95-5003-4066-A21F-B12AC874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5897DD51-EC0A-49A1-A7C3-FC7EAB7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24596E6A-D40D-44F3-83F7-94EA0B9D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</p:spTree>
    <p:extLst>
      <p:ext uri="{BB962C8B-B14F-4D97-AF65-F5344CB8AC3E}">
        <p14:creationId xmlns:p14="http://schemas.microsoft.com/office/powerpoint/2010/main" val="2119463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77A28F18-CD1E-4324-AA17-39BBF2F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39E3A2F-B6D1-4134-A1B7-4A556781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87AB5D-53CB-400F-B464-383C2500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96975556-8935-4412-91B1-F2AD338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405B5CC4-718E-40A0-95CF-C6FFF7FA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F8886E3A-ED19-457A-A335-5404B1F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6037E49B-0B12-4449-82FC-40A677C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069FBE26-4FE6-460E-8CA2-2326D47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0CAC8001-3442-43EF-BF49-960BF60E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E60EC593-9EEE-4F2D-9646-DCE4635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F5D438D-8A1D-4F36-8EE2-9DCF730E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2F5327D4-5A7D-4B97-9F37-E878BD33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CD3089E5-CE21-4D1F-9C95-073DE270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631F6CBC-5792-42CD-B1BD-8FF7B81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066649ED-09B7-4C3C-AD9F-25C3F33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FA5E7FD9-F025-4367-9BD2-BFBF117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4DD600BC-1D4A-4FF8-B7C4-0E0B0D2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3EAA2E4A-F05D-4815-99AD-37E20B2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FBF5192A-24DF-44FF-9C08-20512A5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5EDB8286-FEE3-4C58-9068-065B7D5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EE489FE0-9E7D-4928-B087-9D8CE69C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855459A7-B868-4640-AF46-ECD4086C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FD2CA8DF-0164-4E05-8E6E-EFD8DC4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19ED98F8-CE33-4760-A7B5-50D82C5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4CCFC7EC-C6E8-46B2-9BDB-CE53F47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E356EB7B-53F0-4818-98FE-C618AD4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E9F1E9C8-9110-49FB-BFF5-8368671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4C2DE6BD-5C87-49E6-872F-15534AB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12CA702A-67EB-4331-9DEC-F67E6E1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593EAE54-A19F-40DF-8AA7-DB2DE7C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B81B8409-0895-4850-BED6-DC8FF92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BC9A4527-FFAB-43F3-B027-51EFECFD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17C26CF9-B59A-410D-822E-C1406B6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5CC5A66F-2A83-47C5-AAA3-B6BEE0B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00011B1E-9083-41B0-8810-C140FE2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D934EF95-5003-4066-A21F-B12AC874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5897DD51-EC0A-49A1-A7C3-FC7EAB7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24596E6A-D40D-44F3-83F7-94EA0B9D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D6D28502-6533-4D99-BE44-EF42B743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</p:spTree>
    <p:extLst>
      <p:ext uri="{BB962C8B-B14F-4D97-AF65-F5344CB8AC3E}">
        <p14:creationId xmlns:p14="http://schemas.microsoft.com/office/powerpoint/2010/main" val="2119463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77A28F18-CD1E-4324-AA17-39BBF2F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39E3A2F-B6D1-4134-A1B7-4A556781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87AB5D-53CB-400F-B464-383C2500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96975556-8935-4412-91B1-F2AD338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405B5CC4-718E-40A0-95CF-C6FFF7FA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F8886E3A-ED19-457A-A335-5404B1F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6037E49B-0B12-4449-82FC-40A677C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069FBE26-4FE6-460E-8CA2-2326D47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0CAC8001-3442-43EF-BF49-960BF60E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E60EC593-9EEE-4F2D-9646-DCE4635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F5D438D-8A1D-4F36-8EE2-9DCF730E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2F5327D4-5A7D-4B97-9F37-E878BD33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CD3089E5-CE21-4D1F-9C95-073DE270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631F6CBC-5792-42CD-B1BD-8FF7B81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066649ED-09B7-4C3C-AD9F-25C3F33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FA5E7FD9-F025-4367-9BD2-BFBF117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4DD600BC-1D4A-4FF8-B7C4-0E0B0D2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3EAA2E4A-F05D-4815-99AD-37E20B2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FBF5192A-24DF-44FF-9C08-20512A5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5EDB8286-FEE3-4C58-9068-065B7D5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EE489FE0-9E7D-4928-B087-9D8CE69C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855459A7-B868-4640-AF46-ECD4086C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FD2CA8DF-0164-4E05-8E6E-EFD8DC4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19ED98F8-CE33-4760-A7B5-50D82C5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4CCFC7EC-C6E8-46B2-9BDB-CE53F47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E356EB7B-53F0-4818-98FE-C618AD4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E9F1E9C8-9110-49FB-BFF5-8368671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4C2DE6BD-5C87-49E6-872F-15534AB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12CA702A-67EB-4331-9DEC-F67E6E1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593EAE54-A19F-40DF-8AA7-DB2DE7C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B81B8409-0895-4850-BED6-DC8FF92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BC9A4527-FFAB-43F3-B027-51EFECFD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17C26CF9-B59A-410D-822E-C1406B6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5CC5A66F-2A83-47C5-AAA3-B6BEE0B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00011B1E-9083-41B0-8810-C140FE2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D934EF95-5003-4066-A21F-B12AC874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5897DD51-EC0A-49A1-A7C3-FC7EAB7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24596E6A-D40D-44F3-83F7-94EA0B9D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D6D28502-6533-4D99-BE44-EF42B743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byte-comparison">
            <a:extLst xmlns:a="http://schemas.openxmlformats.org/drawingml/2006/main">
              <a:ext uri="{FF2B5EF4-FFF2-40B4-BE49-F238E27FC236}">
                <a16:creationId xmlns:a16="http://schemas.microsoft.com/office/drawing/2014/main" id="{37CECCEE-F7AF-49B4-A07B-523AA5C3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== 原始输入  →  True</a:t>
            </a:r>
          </a:p>
        </p:txBody>
      </p:sp>
    </p:spTree>
    <p:extLst>
      <p:ext uri="{BB962C8B-B14F-4D97-AF65-F5344CB8AC3E}">
        <p14:creationId xmlns:p14="http://schemas.microsoft.com/office/powerpoint/2010/main" val="2119463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0A101B50-73E5-42E6-A9E6-88A9F58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DA3272B-8E8E-43C8-9733-E423E1C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D205894-30FF-4303-8D9F-9DB399EA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69F37231-5BAA-4A40-A7FF-3AF029A6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5E196544-8710-48BB-BE87-F918686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6688697B-66FA-42C0-93E0-A83A20FD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83BC9E6E-8EBD-4C26-AC96-0F0281B0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59BC7594-48FA-4A54-A6F4-0F880EC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55D19980-8B84-4486-BD9C-CCA616C2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7A425741-2D3D-4E16-B510-9D47ACEA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41A73906-62BA-4402-9C51-5EF9E82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613EBC2F-6B65-4627-AC41-3CA07D5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28819C8A-B2D0-42E8-8BA7-789C3B4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B7F545F4-46BD-42A8-BF17-A04CFBA3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82E0971D-AF38-430A-9C4F-2509E36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01BAE17A-DC96-413D-97E9-28288C6A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AC47CEA6-B010-4F3F-BD60-C1D8D319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BC6DED87-1506-44BE-A9C1-A527A03C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CC9189F0-6BF1-4851-81FE-2929CCC0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EF68AC48-8C69-45B1-ABCD-585C918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969334AF-0DAF-4767-9B6A-5E2F7A60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8399FFF6-0DA7-40DC-835B-42E58812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1B5D924D-F7F2-42AB-B28C-0B64939B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388E6EE2-5CB0-4065-9F4A-3843175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C834EB4E-C7CB-4367-9C8E-F5FF8072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2A7867B6-C381-4A66-AC62-FE05C91B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9964B7A8-FB67-418A-8390-BB753DA2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69BA4FB4-7522-4CA4-A738-CF6CB99B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B584E038-C45A-4590-ACB2-D6076CB2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BDB42A3F-C844-41BD-9BFA-E5868DBA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2ABE2BB3-55E5-40D7-879B-B88C58C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9B4060F5-C350-4926-A646-CAB2CE3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946617E4-9293-4B66-A436-542990D0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D2ABE016-06EA-48E0-B5B4-D8E2399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0FD958B1-96E1-41CC-B2F1-5DC0082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A3C938A4-2C15-4DBE-90C1-F1DAF26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F0BA6557-BC74-47FB-8548-3EB04D2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CEFAD04F-B1A8-4477-858E-3B485FED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</p:spTree>
    <p:extLst>
      <p:ext uri="{BB962C8B-B14F-4D97-AF65-F5344CB8AC3E}">
        <p14:creationId xmlns:p14="http://schemas.microsoft.com/office/powerpoint/2010/main" val="1309271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0A101B50-73E5-42E6-A9E6-88A9F58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DA3272B-8E8E-43C8-9733-E423E1C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D205894-30FF-4303-8D9F-9DB399EA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69F37231-5BAA-4A40-A7FF-3AF029A6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5E196544-8710-48BB-BE87-F918686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6688697B-66FA-42C0-93E0-A83A20FD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83BC9E6E-8EBD-4C26-AC96-0F0281B0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59BC7594-48FA-4A54-A6F4-0F880EC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55D19980-8B84-4486-BD9C-CCA616C2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7A425741-2D3D-4E16-B510-9D47ACEA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41A73906-62BA-4402-9C51-5EF9E82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613EBC2F-6B65-4627-AC41-3CA07D5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28819C8A-B2D0-42E8-8BA7-789C3B4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B7F545F4-46BD-42A8-BF17-A04CFBA3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82E0971D-AF38-430A-9C4F-2509E36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01BAE17A-DC96-413D-97E9-28288C6A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AC47CEA6-B010-4F3F-BD60-C1D8D319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BC6DED87-1506-44BE-A9C1-A527A03C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CC9189F0-6BF1-4851-81FE-2929CCC0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EF68AC48-8C69-45B1-ABCD-585C918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969334AF-0DAF-4767-9B6A-5E2F7A60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8399FFF6-0DA7-40DC-835B-42E58812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1B5D924D-F7F2-42AB-B28C-0B64939B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388E6EE2-5CB0-4065-9F4A-3843175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C834EB4E-C7CB-4367-9C8E-F5FF8072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2A7867B6-C381-4A66-AC62-FE05C91B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9964B7A8-FB67-418A-8390-BB753DA2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69BA4FB4-7522-4CA4-A738-CF6CB99B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B584E038-C45A-4590-ACB2-D6076CB2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BDB42A3F-C844-41BD-9BFA-E5868DBA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2ABE2BB3-55E5-40D7-879B-B88C58C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9B4060F5-C350-4926-A646-CAB2CE3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946617E4-9293-4B66-A436-542990D0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D2ABE016-06EA-48E0-B5B4-D8E2399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0FD958B1-96E1-41CC-B2F1-5DC0082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A3C938A4-2C15-4DBE-90C1-F1DAF26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F0BA6557-BC74-47FB-8548-3EB04D2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CEFAD04F-B1A8-4477-858E-3B485FED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  <p:sp>
        <p:nvSpPr>
          <p:cNvPr id="39" name="counts">
            <a:extLst xmlns:a="http://schemas.openxmlformats.org/drawingml/2006/main">
              <a:ext uri="{FF2B5EF4-FFF2-40B4-BE49-F238E27FC236}">
                <a16:creationId xmlns:a16="http://schemas.microsoft.com/office/drawing/2014/main" id="{39E875B1-18B3-480D-A05F-DBBC88A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A：16 B → 6 B       B：16 B → 32 B</a:t>
            </a:r>
          </a:p>
        </p:txBody>
      </p:sp>
    </p:spTree>
    <p:extLst>
      <p:ext uri="{BB962C8B-B14F-4D97-AF65-F5344CB8AC3E}">
        <p14:creationId xmlns:p14="http://schemas.microsoft.com/office/powerpoint/2010/main" val="1309271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0CB7D92B-5959-480C-AC70-926CA63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43F086A-C1AF-40A3-9355-7F05E3D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A0253E4-51DA-41F9-8046-B3ECB5B7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23231AC4-F919-4020-9472-B07394E6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5FB998EA-1BF9-443C-8286-62C8A533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92B600DF-B079-4743-8725-30E2809A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4FBE5324-5922-44DF-9EAD-5226081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273EA014-4483-4883-BFD1-7B3195F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DCDAD79C-373C-4D57-951F-4CCEF82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B8FBF9BB-B55C-4403-8EF1-B4B6C07D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9C83FB3D-5141-4CDF-A910-70002B6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7543CAA5-6164-41B1-B704-EF449501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22A40E18-1170-4E97-954D-376EAA1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521767D1-CAA9-4BEC-BDE5-6346951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CAD374BF-B40E-4154-B7EE-B7B0D0F2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4F8284A3-87BD-4FBA-BFF3-7FB0D4A5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96C002C1-C910-43C0-ABCD-C58E4AA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C3A827C9-9288-4601-9D4C-061F7F99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5A19E17D-7951-4D64-98A3-19866749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3BC0210D-2946-44FA-A771-1B3E27E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</p:spTree>
    <p:extLst>
      <p:ext uri="{BB962C8B-B14F-4D97-AF65-F5344CB8AC3E}">
        <p14:creationId xmlns:p14="http://schemas.microsoft.com/office/powerpoint/2010/main" val="1735142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0CB7D92B-5959-480C-AC70-926CA63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43F086A-C1AF-40A3-9355-7F05E3D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A0253E4-51DA-41F9-8046-B3ECB5B7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23231AC4-F919-4020-9472-B07394E6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5FB998EA-1BF9-443C-8286-62C8A533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92B600DF-B079-4743-8725-30E2809A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4FBE5324-5922-44DF-9EAD-5226081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273EA014-4483-4883-BFD1-7B3195F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DCDAD79C-373C-4D57-951F-4CCEF82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B8FBF9BB-B55C-4403-8EF1-B4B6C07D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9C83FB3D-5141-4CDF-A910-70002B6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7543CAA5-6164-41B1-B704-EF449501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22A40E18-1170-4E97-954D-376EAA1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521767D1-CAA9-4BEC-BDE5-6346951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CAD374BF-B40E-4154-B7EE-B7B0D0F2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4F8284A3-87BD-4FBA-BFF3-7FB0D4A5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96C002C1-C910-43C0-ABCD-C58E4AA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C3A827C9-9288-4601-9D4C-061F7F99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5A19E17D-7951-4D64-98A3-19866749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3BC0210D-2946-44FA-A771-1B3E27E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BECB254B-A320-4E5D-9257-5A670698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</p:spTree>
    <p:extLst>
      <p:ext uri="{BB962C8B-B14F-4D97-AF65-F5344CB8AC3E}">
        <p14:creationId xmlns:p14="http://schemas.microsoft.com/office/powerpoint/2010/main" val="17351425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0CB7D92B-5959-480C-AC70-926CA63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43F086A-C1AF-40A3-9355-7F05E3D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A0253E4-51DA-41F9-8046-B3ECB5B7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23231AC4-F919-4020-9472-B07394E6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5FB998EA-1BF9-443C-8286-62C8A533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92B600DF-B079-4743-8725-30E2809A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4FBE5324-5922-44DF-9EAD-5226081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273EA014-4483-4883-BFD1-7B3195F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DCDAD79C-373C-4D57-951F-4CCEF82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B8FBF9BB-B55C-4403-8EF1-B4B6C07D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9C83FB3D-5141-4CDF-A910-70002B6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7543CAA5-6164-41B1-B704-EF449501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22A40E18-1170-4E97-954D-376EAA1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521767D1-CAA9-4BEC-BDE5-6346951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CAD374BF-B40E-4154-B7EE-B7B0D0F2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4F8284A3-87BD-4FBA-BFF3-7FB0D4A5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96C002C1-C910-43C0-ABCD-C58E4AA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C3A827C9-9288-4601-9D4C-061F7F99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5A19E17D-7951-4D64-98A3-19866749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3BC0210D-2946-44FA-A771-1B3E27E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BECB254B-A320-4E5D-9257-5A670698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  <p:sp>
        <p:nvSpPr>
          <p:cNvPr id="22" name="delta-size">
            <a:extLst xmlns:a="http://schemas.openxmlformats.org/drawingml/2006/main">
              <a:ext uri="{FF2B5EF4-FFF2-40B4-BE49-F238E27FC236}">
                <a16:creationId xmlns:a16="http://schemas.microsoft.com/office/drawing/2014/main" id="{B65E766C-988C-40B7-A979-B480B9E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+ 7 × 2 = 22 bit → 3 B（补2 bit）</a:t>
            </a:r>
          </a:p>
        </p:txBody>
      </p:sp>
    </p:spTree>
    <p:extLst>
      <p:ext uri="{BB962C8B-B14F-4D97-AF65-F5344CB8AC3E}">
        <p14:creationId xmlns:p14="http://schemas.microsoft.com/office/powerpoint/2010/main" val="1735142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803FAAB2-3562-49B3-8151-1A6A6D0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5D0FFB8-D16E-4D0A-955A-441864D0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FA6436F-68C7-4CFD-BA04-CC581C7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CF17410-4F1A-4FEC-96D5-DDE93F0A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6424E90F-7A18-4680-AFCA-0019F26E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9AAE38EB-EC1D-40AD-85C0-AAF6BB62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CF6213B9-AE88-483F-A3C0-23450749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0BFEDD5B-6304-4AD0-8C35-ECC27F06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A3DB058-E13D-41E0-808B-8A040A3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</p:spTree>
    <p:extLst>
      <p:ext uri="{BB962C8B-B14F-4D97-AF65-F5344CB8AC3E}">
        <p14:creationId xmlns:p14="http://schemas.microsoft.com/office/powerpoint/2010/main" val="19948599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803FAAB2-3562-49B3-8151-1A6A6D0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5D0FFB8-D16E-4D0A-955A-441864D0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FA6436F-68C7-4CFD-BA04-CC581C7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CF17410-4F1A-4FEC-96D5-DDE93F0A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6424E90F-7A18-4680-AFCA-0019F26E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9AAE38EB-EC1D-40AD-85C0-AAF6BB62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CF6213B9-AE88-483F-A3C0-23450749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0BFEDD5B-6304-4AD0-8C35-ECC27F06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A3DB058-E13D-41E0-808B-8A040A3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6C14A329-4EC9-4E23-AE23-537F88F6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</p:spTree>
    <p:extLst>
      <p:ext uri="{BB962C8B-B14F-4D97-AF65-F5344CB8AC3E}">
        <p14:creationId xmlns:p14="http://schemas.microsoft.com/office/powerpoint/2010/main" val="19948599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803FAAB2-3562-49B3-8151-1A6A6D0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5D0FFB8-D16E-4D0A-955A-441864D0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FA6436F-68C7-4CFD-BA04-CC581C7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CF17410-4F1A-4FEC-96D5-DDE93F0A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6424E90F-7A18-4680-AFCA-0019F26E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9AAE38EB-EC1D-40AD-85C0-AAF6BB62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CF6213B9-AE88-483F-A3C0-23450749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0BFEDD5B-6304-4AD0-8C35-ECC27F06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A3DB058-E13D-41E0-808B-8A040A3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6C14A329-4EC9-4E23-AE23-537F88F6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  <p:sp>
        <p:nvSpPr>
          <p:cNvPr id="11" name="lossy-size">
            <a:extLst xmlns:a="http://schemas.openxmlformats.org/drawingml/2006/main">
              <a:ext uri="{FF2B5EF4-FFF2-40B4-BE49-F238E27FC236}">
                <a16:creationId xmlns:a16="http://schemas.microsoft.com/office/drawing/2014/main" id="{13DE2540-D397-4FA0-83BF-308B2EA3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× 6 = 48 bit = 6 B；不能保证完整恢复</a:t>
            </a:r>
          </a:p>
        </p:txBody>
      </p:sp>
    </p:spTree>
    <p:extLst>
      <p:ext uri="{BB962C8B-B14F-4D97-AF65-F5344CB8AC3E}">
        <p14:creationId xmlns:p14="http://schemas.microsoft.com/office/powerpoint/2010/main" val="19948599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F9A222E-C25E-46D0-9BB9-E908612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D581656-7F76-463F-BCCF-64B9A4B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BAD4BAD-8FC6-4EC0-8F49-C54F725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2f393ff92433e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cbeb6c734baf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EFA12F44-A4AB-4F25-A014-555BFD1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2B0931C6-5EDC-4725-99C7-B75A520A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7011B9D8-807A-485D-A1DD-E5FF936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</p:spTree>
    <p:extLst>
      <p:ext uri="{BB962C8B-B14F-4D97-AF65-F5344CB8AC3E}">
        <p14:creationId xmlns:p14="http://schemas.microsoft.com/office/powerpoint/2010/main" val="18710320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6F9A222E-C25E-46D0-9BB9-E908612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D581656-7F76-463F-BCCF-64B9A4B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BAD4BAD-8FC6-4EC0-8F49-C54F725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7df46e9d54a42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1b5d4ec1a45a5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EFA12F44-A4AB-4F25-A014-555BFD1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2B0931C6-5EDC-4725-99C7-B75A520A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7011B9D8-807A-485D-A1DD-E5FF936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6BD7D48F-6853-4F44-B8D7-CDF657A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299CBAB8-C6E4-43F4-AAFE-22C87637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67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</p:spTree>
    <p:extLst>
      <p:ext uri="{BB962C8B-B14F-4D97-AF65-F5344CB8AC3E}">
        <p14:creationId xmlns:p14="http://schemas.microsoft.com/office/powerpoint/2010/main" val="18710320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6F9A222E-C25E-46D0-9BB9-E908612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D581656-7F76-463F-BCCF-64B9A4B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BAD4BAD-8FC6-4EC0-8F49-C54F725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e03fe9516410b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aa0a86a874829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EFA12F44-A4AB-4F25-A014-555BFD1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2B0931C6-5EDC-4725-99C7-B75A520A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7011B9D8-807A-485D-A1DD-E5FF936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6BD7D48F-6853-4F44-B8D7-CDF657A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299CBAB8-C6E4-43F4-AAFE-22C87637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67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46858B88-F274-4016-B28B-1989842B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02cffe34240c2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43594ec5d4d9b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326B129E-E6B0-40CC-A4E4-C469B09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</p:spTree>
    <p:extLst>
      <p:ext uri="{BB962C8B-B14F-4D97-AF65-F5344CB8AC3E}">
        <p14:creationId xmlns:p14="http://schemas.microsoft.com/office/powerpoint/2010/main" val="18710320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6F9A222E-C25E-46D0-9BB9-E908612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D581656-7F76-463F-BCCF-64B9A4B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BAD4BAD-8FC6-4EC0-8F49-C54F725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9d27947b745c2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84314f2f647a4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EFA12F44-A4AB-4F25-A014-555BFD1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2B0931C6-5EDC-4725-99C7-B75A520A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7011B9D8-807A-485D-A1DD-E5FF936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6BD7D48F-6853-4F44-B8D7-CDF657A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299CBAB8-C6E4-43F4-AAFE-22C87637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67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46858B88-F274-4016-B28B-1989842B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4980e09ae42e7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e89e6eebb4292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326B129E-E6B0-40CC-A4E4-C469B09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  <p:sp>
        <p:nvSpPr>
          <p:cNvPr id="15" name="file-size">
            <a:extLst xmlns:a="http://schemas.openxmlformats.org/drawingml/2006/main">
              <a:ext uri="{FF2B5EF4-FFF2-40B4-BE49-F238E27FC236}">
                <a16:creationId xmlns:a16="http://schemas.microsoft.com/office/drawing/2014/main" id="{4522DE02-E9F7-4C78-92C5-0099CEE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      JPEG 10,766 B</a:t>
            </a:r>
          </a:p>
        </p:txBody>
      </p:sp>
    </p:spTree>
    <p:extLst>
      <p:ext uri="{BB962C8B-B14F-4D97-AF65-F5344CB8AC3E}">
        <p14:creationId xmlns:p14="http://schemas.microsoft.com/office/powerpoint/2010/main" val="18710320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5E3A6E85-1DA3-467B-AB15-AADE8892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FECD1C6-CD18-4D94-9370-508F8B42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E972BD-3D75-4AC0-9D8E-D954480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1006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5E3A6E85-1DA3-467B-AB15-AADE8892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FECD1C6-CD18-4D94-9370-508F8B42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E972BD-3D75-4AC0-9D8E-D954480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use-answer">
            <a:extLst xmlns:a="http://schemas.openxmlformats.org/drawingml/2006/main">
              <a:ext uri="{FF2B5EF4-FFF2-40B4-BE49-F238E27FC236}">
                <a16:creationId xmlns:a16="http://schemas.microsoft.com/office/drawing/2014/main" id="{8B3A8C59-DCAF-4200-A771-DEFFEEEF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文本文档／程序必须无损；媒体要检查用途与质量。</a:t>
            </a:r>
          </a:p>
        </p:txBody>
      </p:sp>
    </p:spTree>
    <p:extLst>
      <p:ext uri="{BB962C8B-B14F-4D97-AF65-F5344CB8AC3E}">
        <p14:creationId xmlns:p14="http://schemas.microsoft.com/office/powerpoint/2010/main" val="4351006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18E431D2-0F24-416E-A795-E0BD168C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E24D58-DE5F-4F26-BE87-D0406FE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D5878D6-0760-4FF1-9A4C-7FCC07E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836ADB4-C820-4457-88C8-D08C459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BDEFF2DF-E20F-47D7-B493-F6F221D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</p:spTree>
    <p:extLst>
      <p:ext uri="{BB962C8B-B14F-4D97-AF65-F5344CB8AC3E}">
        <p14:creationId xmlns:p14="http://schemas.microsoft.com/office/powerpoint/2010/main" val="20258030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18E431D2-0F24-416E-A795-E0BD168C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E24D58-DE5F-4F26-BE87-D0406FE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D5878D6-0760-4FF1-9A4C-7FCC07E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836ADB4-C820-4457-88C8-D08C459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BDEFF2DF-E20F-47D7-B493-F6F221D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CE5956D8-8B88-410B-9AF0-2FA2A3F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20258030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18E431D2-0F24-416E-A795-E0BD168C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E24D58-DE5F-4F26-BE87-D0406FE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D5878D6-0760-4FF1-9A4C-7FCC07E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836ADB4-C820-4457-88C8-D08C459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BDEFF2DF-E20F-47D7-B493-F6F221D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CE5956D8-8B88-410B-9AF0-2FA2A3F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  <p:sp>
        <p:nvSpPr>
          <p:cNvPr id="8" name="format-overlay">
            <a:extLst xmlns:a="http://schemas.openxmlformats.org/drawingml/2006/main">
              <a:ext uri="{FF2B5EF4-FFF2-40B4-BE49-F238E27FC236}">
                <a16:creationId xmlns:a16="http://schemas.microsoft.com/office/drawing/2014/main" id="{EA96998E-6E30-4724-9B6F-4B6C4FF3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5375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5715000"/>
              </a:tblGrid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常见用途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本课保留的边界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JPG/JPEG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常见照片保存通常有损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TIF/TIFF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需看所用编码方式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常见有损音频编码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视频相关标准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常见视频用途采用有损编码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rmat-key">
            <a:extLst xmlns:a="http://schemas.openxmlformats.org/drawingml/2006/main">
              <a:ext uri="{FF2B5EF4-FFF2-40B4-BE49-F238E27FC236}">
                <a16:creationId xmlns:a16="http://schemas.microsoft.com/office/drawing/2014/main" id="{F7B9650F-6751-4308-BEE5-667FA83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先看用途与保存方式，再判断。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20258030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F9392AB5-5EA7-41A8-8C54-444330A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D4AA301-9279-4117-BB87-D2F5CD55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D34A61-A399-4666-B72F-1EF57595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FAEC988D-C07D-452A-AA57-298CED8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源程序，bytes需完整恢复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05DD311A-B13C-457D-BA6E-793EA6B6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</p:spTree>
    <p:extLst>
      <p:ext uri="{BB962C8B-B14F-4D97-AF65-F5344CB8AC3E}">
        <p14:creationId xmlns:p14="http://schemas.microsoft.com/office/powerpoint/2010/main" val="7667705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F9392AB5-5EA7-41A8-8C54-444330A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D4AA301-9279-4117-BB87-D2F5CD55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D34A61-A399-4666-B72F-1EF57595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FAEC988D-C07D-452A-AA57-298CED8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源程序，bytes需完整恢复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05DD311A-B13C-457D-BA6E-793EA6B6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  <p:sp>
        <p:nvSpPr>
          <p:cNvPr id="7" name="choice-answer">
            <a:extLst xmlns:a="http://schemas.openxmlformats.org/drawingml/2006/main">
              <a:ext uri="{FF2B5EF4-FFF2-40B4-BE49-F238E27FC236}">
                <a16:creationId xmlns:a16="http://schemas.microsoft.com/office/drawing/2014/main" id="{6F6791C2-E389-40E5-AFA8-3FE38F7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源程序选A；照片浏览副本选B。两项要求都要满足。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7667705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0C6F1C9A-4F86-4933-8575-FA8A1DE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C00D4CB-B116-4287-87A9-7AC5BBD4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449D791-3CB4-4819-B896-CA88BF7D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数据压缩：改变表示，检查用途</a:t>
            </a:r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C658B982-2733-435E-A85A-05673495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存储和传输时采用特殊编码，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使数据占用的空间相对减少。</a:t>
            </a:r>
          </a:p>
        </p:txBody>
      </p:sp>
      <p:sp>
        <p:nvSpPr>
          <p:cNvPr id="5" name="lossless">
            <a:extLst xmlns:a="http://schemas.openxmlformats.org/drawingml/2006/main">
              <a:ext uri="{FF2B5EF4-FFF2-40B4-BE49-F238E27FC236}">
                <a16:creationId xmlns:a16="http://schemas.microsoft.com/office/drawing/2014/main" id="{0AE4E29A-714B-4802-B5B2-238075FE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无损：解压后可完全恢复原始数据。</a:t>
            </a:r>
          </a:p>
        </p:txBody>
      </p:sp>
      <p:sp>
        <p:nvSpPr>
          <p:cNvPr id="6" name="lossy">
            <a:extLst xmlns:a="http://schemas.openxmlformats.org/drawingml/2006/main">
              <a:ext uri="{FF2B5EF4-FFF2-40B4-BE49-F238E27FC236}">
                <a16:creationId xmlns:a16="http://schemas.microsoft.com/office/drawing/2014/main" id="{BBA3CFD0-7AA2-4849-A97E-080464A4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有损：不能保证完整恢复；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前提是所需主要信息仍能获取。</a:t>
            </a:r>
          </a:p>
        </p:txBody>
      </p:sp>
    </p:spTree>
    <p:extLst>
      <p:ext uri="{BB962C8B-B14F-4D97-AF65-F5344CB8AC3E}">
        <p14:creationId xmlns:p14="http://schemas.microsoft.com/office/powerpoint/2010/main" val="13737817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F2C370F0-163B-4CCA-859D-A93ABE71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D49D6A5-55A0-4C3C-ABE1-F25D46A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623B546-D8E4-462E-8CDF-A6C808A1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DC3E6CEC-2BF6-402F-B8AA-73E8359E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2AFCB2E0-5FC7-4DA5-8026-8A4BCE66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9AD7F042-BF69-4626-9368-DADEAEE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</p:spTree>
    <p:extLst>
      <p:ext uri="{BB962C8B-B14F-4D97-AF65-F5344CB8AC3E}">
        <p14:creationId xmlns:p14="http://schemas.microsoft.com/office/powerpoint/2010/main" val="13575970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F2C370F0-163B-4CCA-859D-A93ABE71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D49D6A5-55A0-4C3C-ABE1-F25D46A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623B546-D8E4-462E-8CDF-A6C808A1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DC3E6CEC-2BF6-402F-B8AA-73E8359E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2AFCB2E0-5FC7-4DA5-8026-8A4BCE66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9AD7F042-BF69-4626-9368-DADEAEE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  <p:sp>
        <p:nvSpPr>
          <p:cNvPr id="7" name="exit-answer-one">
            <a:extLst xmlns:a="http://schemas.openxmlformats.org/drawingml/2006/main">
              <a:ext uri="{FF2B5EF4-FFF2-40B4-BE49-F238E27FC236}">
                <a16:creationId xmlns:a16="http://schemas.microsoft.com/office/drawing/2014/main" id="{9EB9CD98-BB5B-4959-9F98-99154AC6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与 原始输入</a:t>
            </a:r>
          </a:p>
        </p:txBody>
      </p:sp>
      <p:sp>
        <p:nvSpPr>
          <p:cNvPr id="8" name="exit-answer-two">
            <a:extLst xmlns:a="http://schemas.openxmlformats.org/drawingml/2006/main">
              <a:ext uri="{FF2B5EF4-FFF2-40B4-BE49-F238E27FC236}">
                <a16:creationId xmlns:a16="http://schemas.microsoft.com/office/drawing/2014/main" id="{366A2F40-F853-4E96-AA1D-AFCA3F64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感知相似，不能证明每个原值都相同。</a:t>
            </a:r>
          </a:p>
        </p:txBody>
      </p:sp>
    </p:spTree>
    <p:extLst>
      <p:ext uri="{BB962C8B-B14F-4D97-AF65-F5344CB8AC3E}">
        <p14:creationId xmlns:p14="http://schemas.microsoft.com/office/powerpoint/2010/main" val="1357597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2026-10-01T00:08:26.3100000Z</dcterms:created>
  <dcterms:modified xsi:type="dcterms:W3CDTF">2026-10-01T00:08:26.3100000Z</dcterms:modified>
</coreProperties>
</file>