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eaf00c68b4b91" /><Relationship Type="http://schemas.openxmlformats.org/officeDocument/2006/relationships/extended-properties" Target="/docProps/app.xml" Id="R13532aa0b04b456b" /><Relationship Type="http://schemas.openxmlformats.org/officeDocument/2006/relationships/officeDocument" Target="/ppt/presentation.xml" Id="Rcf2ba53aa1ff44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385cec7064c45"/>
  </p:sldMasterIdLst>
  <p:notesMasterIdLst>
    <p:notesMasterId xmlns:r="http://schemas.openxmlformats.org/officeDocument/2006/relationships" r:id="Rb3fcad5391064670"/>
  </p:notesMasterIdLst>
  <p:sldIdLst>
    <p:sldId xmlns:r="http://schemas.openxmlformats.org/officeDocument/2006/relationships" id="256" r:id="R5ad8a57e33934cb8"/>
    <p:sldId xmlns:r="http://schemas.openxmlformats.org/officeDocument/2006/relationships" id="257" r:id="R1346b09966334a8c"/>
    <p:sldId xmlns:r="http://schemas.openxmlformats.org/officeDocument/2006/relationships" id="258" r:id="R88a5d473be744ec8"/>
    <p:sldId xmlns:r="http://schemas.openxmlformats.org/officeDocument/2006/relationships" id="259" r:id="Re21c3862b60f47fb"/>
    <p:sldId xmlns:r="http://schemas.openxmlformats.org/officeDocument/2006/relationships" id="260" r:id="R1a4b69905d964349"/>
    <p:sldId xmlns:r="http://schemas.openxmlformats.org/officeDocument/2006/relationships" id="261" r:id="Rf10a413c35624d40"/>
    <p:sldId xmlns:r="http://schemas.openxmlformats.org/officeDocument/2006/relationships" id="262" r:id="Rbf605b95590640cd"/>
    <p:sldId xmlns:r="http://schemas.openxmlformats.org/officeDocument/2006/relationships" id="263" r:id="Rd172225223d94daf"/>
    <p:sldId xmlns:r="http://schemas.openxmlformats.org/officeDocument/2006/relationships" id="264" r:id="R61829d2c3e6548ad"/>
    <p:sldId xmlns:r="http://schemas.openxmlformats.org/officeDocument/2006/relationships" id="265" r:id="R573daa740abb45d3"/>
    <p:sldId xmlns:r="http://schemas.openxmlformats.org/officeDocument/2006/relationships" id="266" r:id="R62a77d06804f42f9"/>
    <p:sldId xmlns:r="http://schemas.openxmlformats.org/officeDocument/2006/relationships" id="267" r:id="Ra8ba18e253544cfd"/>
    <p:sldId xmlns:r="http://schemas.openxmlformats.org/officeDocument/2006/relationships" id="268" r:id="Ra87a865855184054"/>
    <p:sldId xmlns:r="http://schemas.openxmlformats.org/officeDocument/2006/relationships" id="269" r:id="R1511e4f1d5784454"/>
    <p:sldId xmlns:r="http://schemas.openxmlformats.org/officeDocument/2006/relationships" id="270" r:id="R971e7664e3324406"/>
    <p:sldId xmlns:r="http://schemas.openxmlformats.org/officeDocument/2006/relationships" id="271" r:id="Ra4f883e861a347aa"/>
    <p:sldId xmlns:r="http://schemas.openxmlformats.org/officeDocument/2006/relationships" id="272" r:id="Rd1c61c2fb0684bc3"/>
    <p:sldId xmlns:r="http://schemas.openxmlformats.org/officeDocument/2006/relationships" id="273" r:id="Rfab6506e99164dc5"/>
    <p:sldId xmlns:r="http://schemas.openxmlformats.org/officeDocument/2006/relationships" id="274" r:id="R45dfb5d233d74029"/>
    <p:sldId xmlns:r="http://schemas.openxmlformats.org/officeDocument/2006/relationships" id="275" r:id="Ra530ee0ffc1b425d"/>
    <p:sldId xmlns:r="http://schemas.openxmlformats.org/officeDocument/2006/relationships" id="276" r:id="R040cfe3d74cb41ee"/>
    <p:sldId xmlns:r="http://schemas.openxmlformats.org/officeDocument/2006/relationships" id="277" r:id="R389d4649b9194768"/>
    <p:sldId xmlns:r="http://schemas.openxmlformats.org/officeDocument/2006/relationships" id="278" r:id="R7176f40be2f642f7"/>
    <p:sldId xmlns:r="http://schemas.openxmlformats.org/officeDocument/2006/relationships" id="279" r:id="R4775c4ecbe6a4f82"/>
    <p:sldId xmlns:r="http://schemas.openxmlformats.org/officeDocument/2006/relationships" id="280" r:id="R26aa02a073744137"/>
    <p:sldId xmlns:r="http://schemas.openxmlformats.org/officeDocument/2006/relationships" id="281" r:id="R8b3398eaa8e940de"/>
    <p:sldId xmlns:r="http://schemas.openxmlformats.org/officeDocument/2006/relationships" id="282" r:id="R82b925d0bbf946e9"/>
    <p:sldId xmlns:r="http://schemas.openxmlformats.org/officeDocument/2006/relationships" id="283" r:id="R03040d9505d74feb"/>
    <p:sldId xmlns:r="http://schemas.openxmlformats.org/officeDocument/2006/relationships" id="284" r:id="R78347545b7044566"/>
    <p:sldId xmlns:r="http://schemas.openxmlformats.org/officeDocument/2006/relationships" id="285" r:id="Ree2c3a0ce02045ee"/>
    <p:sldId xmlns:r="http://schemas.openxmlformats.org/officeDocument/2006/relationships" id="286" r:id="R8954868e50044fa5"/>
    <p:sldId xmlns:r="http://schemas.openxmlformats.org/officeDocument/2006/relationships" id="287" r:id="R7323a299f3c84294"/>
    <p:sldId xmlns:r="http://schemas.openxmlformats.org/officeDocument/2006/relationships" id="288" r:id="R80b2a071b8cf45b5"/>
    <p:sldId xmlns:r="http://schemas.openxmlformats.org/officeDocument/2006/relationships" id="289" r:id="R95807767d9ba4639"/>
    <p:sldId xmlns:r="http://schemas.openxmlformats.org/officeDocument/2006/relationships" id="290" r:id="R1d8dcaca72864554"/>
    <p:sldId xmlns:r="http://schemas.openxmlformats.org/officeDocument/2006/relationships" id="291" r:id="R8f535fa543ea4f82"/>
    <p:sldId xmlns:r="http://schemas.openxmlformats.org/officeDocument/2006/relationships" id="292" r:id="R6209006504f9486a"/>
    <p:sldId xmlns:r="http://schemas.openxmlformats.org/officeDocument/2006/relationships" id="293" r:id="Rd33c971021ab490e"/>
    <p:sldId xmlns:r="http://schemas.openxmlformats.org/officeDocument/2006/relationships" id="294" r:id="R6b14a7d6111847ae"/>
    <p:sldId xmlns:r="http://schemas.openxmlformats.org/officeDocument/2006/relationships" id="295" r:id="R58d10ee417d840d0"/>
    <p:sldId xmlns:r="http://schemas.openxmlformats.org/officeDocument/2006/relationships" id="296" r:id="R7a7dd6f1a4eb40e0"/>
    <p:sldId xmlns:r="http://schemas.openxmlformats.org/officeDocument/2006/relationships" id="297" r:id="Rb2cc799518b442c1"/>
    <p:sldId xmlns:r="http://schemas.openxmlformats.org/officeDocument/2006/relationships" id="298" r:id="R03524bdaeace4f72"/>
    <p:sldId xmlns:r="http://schemas.openxmlformats.org/officeDocument/2006/relationships" id="299" r:id="Rbf11128d4e6d45ea"/>
    <p:sldId xmlns:r="http://schemas.openxmlformats.org/officeDocument/2006/relationships" id="300" r:id="R500fdd554f494a84"/>
    <p:sldId xmlns:r="http://schemas.openxmlformats.org/officeDocument/2006/relationships" id="301" r:id="R966855034e7f4e18"/>
    <p:sldId xmlns:r="http://schemas.openxmlformats.org/officeDocument/2006/relationships" id="302" r:id="R0320d28ee4e44d88"/>
    <p:sldId xmlns:r="http://schemas.openxmlformats.org/officeDocument/2006/relationships" id="303" r:id="Rf17798a235434d52"/>
    <p:sldId xmlns:r="http://schemas.openxmlformats.org/officeDocument/2006/relationships" id="304" r:id="R42c28ec468344c4d"/>
    <p:sldId xmlns:r="http://schemas.openxmlformats.org/officeDocument/2006/relationships" id="305" r:id="Red6940e70bd74618"/>
    <p:sldId xmlns:r="http://schemas.openxmlformats.org/officeDocument/2006/relationships" id="306" r:id="R822c74f69bea4c9b"/>
    <p:sldId xmlns:r="http://schemas.openxmlformats.org/officeDocument/2006/relationships" id="307" r:id="Rf642c86484cf4f64"/>
    <p:sldId xmlns:r="http://schemas.openxmlformats.org/officeDocument/2006/relationships" id="308" r:id="R888fa9721a234d36"/>
    <p:sldId xmlns:r="http://schemas.openxmlformats.org/officeDocument/2006/relationships" id="309" r:id="Rf608c9b08ea34e20"/>
    <p:sldId xmlns:r="http://schemas.openxmlformats.org/officeDocument/2006/relationships" id="310" r:id="R17e9511f198048ae"/>
    <p:sldId xmlns:r="http://schemas.openxmlformats.org/officeDocument/2006/relationships" id="311" r:id="R7a5122eae3054c65"/>
    <p:sldId xmlns:r="http://schemas.openxmlformats.org/officeDocument/2006/relationships" id="312" r:id="Rfd01e08924364ccc"/>
    <p:sldId xmlns:r="http://schemas.openxmlformats.org/officeDocument/2006/relationships" id="313" r:id="Re857df256ddb45db"/>
    <p:sldId xmlns:r="http://schemas.openxmlformats.org/officeDocument/2006/relationships" id="314" r:id="R9e7ebd113ab8434e"/>
    <p:sldId xmlns:r="http://schemas.openxmlformats.org/officeDocument/2006/relationships" id="315" r:id="R085a00bad4644303"/>
    <p:sldId xmlns:r="http://schemas.openxmlformats.org/officeDocument/2006/relationships" id="316" r:id="R950dd95a673b4c19"/>
    <p:sldId xmlns:r="http://schemas.openxmlformats.org/officeDocument/2006/relationships" id="317" r:id="R70976abc1efc46cb"/>
    <p:sldId xmlns:r="http://schemas.openxmlformats.org/officeDocument/2006/relationships" id="318" r:id="Re6f66bbd3eb248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c32b63b594f28" /><Relationship Type="http://schemas.openxmlformats.org/officeDocument/2006/relationships/slideMaster" Target="/ppt/slideMasters/slideMaster1.xml" Id="R9c7385cec7064c45" /><Relationship Type="http://schemas.openxmlformats.org/officeDocument/2006/relationships/notesMaster" Target="/ppt/notesMasters/notesMaster1.xml" Id="Rb3fcad5391064670" /><Relationship Type="http://schemas.openxmlformats.org/officeDocument/2006/relationships/presProps" Target="/ppt/presProps.xml" Id="R2dab67efae814262" /><Relationship Type="http://schemas.openxmlformats.org/officeDocument/2006/relationships/tableStyles" Target="/ppt/tableStyles.xml" Id="R152747f56b674c2f" /><Relationship Type="http://schemas.openxmlformats.org/officeDocument/2006/relationships/slide" Target="/ppt/slides/slide1.xml" Id="R5ad8a57e33934cb8" /><Relationship Type="http://schemas.openxmlformats.org/officeDocument/2006/relationships/slide" Target="/ppt/slides/slide2.xml" Id="R1346b09966334a8c" /><Relationship Type="http://schemas.openxmlformats.org/officeDocument/2006/relationships/slide" Target="/ppt/slides/slide3.xml" Id="R88a5d473be744ec8" /><Relationship Type="http://schemas.openxmlformats.org/officeDocument/2006/relationships/slide" Target="/ppt/slides/slide4.xml" Id="Re21c3862b60f47fb" /><Relationship Type="http://schemas.openxmlformats.org/officeDocument/2006/relationships/slide" Target="/ppt/slides/slide5.xml" Id="R1a4b69905d964349" /><Relationship Type="http://schemas.openxmlformats.org/officeDocument/2006/relationships/slide" Target="/ppt/slides/slide6.xml" Id="Rf10a413c35624d40" /><Relationship Type="http://schemas.openxmlformats.org/officeDocument/2006/relationships/slide" Target="/ppt/slides/slide7.xml" Id="Rbf605b95590640cd" /><Relationship Type="http://schemas.openxmlformats.org/officeDocument/2006/relationships/slide" Target="/ppt/slides/slide8.xml" Id="Rd172225223d94daf" /><Relationship Type="http://schemas.openxmlformats.org/officeDocument/2006/relationships/slide" Target="/ppt/slides/slide9.xml" Id="R61829d2c3e6548ad" /><Relationship Type="http://schemas.openxmlformats.org/officeDocument/2006/relationships/slide" Target="/ppt/slides/slide10.xml" Id="R573daa740abb45d3" /><Relationship Type="http://schemas.openxmlformats.org/officeDocument/2006/relationships/slide" Target="/ppt/slides/slide11.xml" Id="R62a77d06804f42f9" /><Relationship Type="http://schemas.openxmlformats.org/officeDocument/2006/relationships/slide" Target="/ppt/slides/slide12.xml" Id="Ra8ba18e253544cfd" /><Relationship Type="http://schemas.openxmlformats.org/officeDocument/2006/relationships/slide" Target="/ppt/slides/slide13.xml" Id="Ra87a865855184054" /><Relationship Type="http://schemas.openxmlformats.org/officeDocument/2006/relationships/slide" Target="/ppt/slides/slide14.xml" Id="R1511e4f1d5784454" /><Relationship Type="http://schemas.openxmlformats.org/officeDocument/2006/relationships/slide" Target="/ppt/slides/slide15.xml" Id="R971e7664e3324406" /><Relationship Type="http://schemas.openxmlformats.org/officeDocument/2006/relationships/slide" Target="/ppt/slides/slide16.xml" Id="Ra4f883e861a347aa" /><Relationship Type="http://schemas.openxmlformats.org/officeDocument/2006/relationships/slide" Target="/ppt/slides/slide17.xml" Id="Rd1c61c2fb0684bc3" /><Relationship Type="http://schemas.openxmlformats.org/officeDocument/2006/relationships/slide" Target="/ppt/slides/slide18.xml" Id="Rfab6506e99164dc5" /><Relationship Type="http://schemas.openxmlformats.org/officeDocument/2006/relationships/slide" Target="/ppt/slides/slide19.xml" Id="R45dfb5d233d74029" /><Relationship Type="http://schemas.openxmlformats.org/officeDocument/2006/relationships/slide" Target="/ppt/slides/slide20.xml" Id="Ra530ee0ffc1b425d" /><Relationship Type="http://schemas.openxmlformats.org/officeDocument/2006/relationships/slide" Target="/ppt/slides/slide21.xml" Id="R040cfe3d74cb41ee" /><Relationship Type="http://schemas.openxmlformats.org/officeDocument/2006/relationships/slide" Target="/ppt/slides/slide22.xml" Id="R389d4649b9194768" /><Relationship Type="http://schemas.openxmlformats.org/officeDocument/2006/relationships/slide" Target="/ppt/slides/slide23.xml" Id="R7176f40be2f642f7" /><Relationship Type="http://schemas.openxmlformats.org/officeDocument/2006/relationships/slide" Target="/ppt/slides/slide24.xml" Id="R4775c4ecbe6a4f82" /><Relationship Type="http://schemas.openxmlformats.org/officeDocument/2006/relationships/slide" Target="/ppt/slides/slide25.xml" Id="R26aa02a073744137" /><Relationship Type="http://schemas.openxmlformats.org/officeDocument/2006/relationships/slide" Target="/ppt/slides/slide26.xml" Id="R8b3398eaa8e940de" /><Relationship Type="http://schemas.openxmlformats.org/officeDocument/2006/relationships/slide" Target="/ppt/slides/slide27.xml" Id="R82b925d0bbf946e9" /><Relationship Type="http://schemas.openxmlformats.org/officeDocument/2006/relationships/slide" Target="/ppt/slides/slide28.xml" Id="R03040d9505d74feb" /><Relationship Type="http://schemas.openxmlformats.org/officeDocument/2006/relationships/slide" Target="/ppt/slides/slide29.xml" Id="R78347545b7044566" /><Relationship Type="http://schemas.openxmlformats.org/officeDocument/2006/relationships/slide" Target="/ppt/slides/slide30.xml" Id="Ree2c3a0ce02045ee" /><Relationship Type="http://schemas.openxmlformats.org/officeDocument/2006/relationships/slide" Target="/ppt/slides/slide31.xml" Id="R8954868e50044fa5" /><Relationship Type="http://schemas.openxmlformats.org/officeDocument/2006/relationships/slide" Target="/ppt/slides/slide32.xml" Id="R7323a299f3c84294" /><Relationship Type="http://schemas.openxmlformats.org/officeDocument/2006/relationships/slide" Target="/ppt/slides/slide33.xml" Id="R80b2a071b8cf45b5" /><Relationship Type="http://schemas.openxmlformats.org/officeDocument/2006/relationships/slide" Target="/ppt/slides/slide34.xml" Id="R95807767d9ba4639" /><Relationship Type="http://schemas.openxmlformats.org/officeDocument/2006/relationships/slide" Target="/ppt/slides/slide35.xml" Id="R1d8dcaca72864554" /><Relationship Type="http://schemas.openxmlformats.org/officeDocument/2006/relationships/slide" Target="/ppt/slides/slide36.xml" Id="R8f535fa543ea4f82" /><Relationship Type="http://schemas.openxmlformats.org/officeDocument/2006/relationships/slide" Target="/ppt/slides/slide37.xml" Id="R6209006504f9486a" /><Relationship Type="http://schemas.openxmlformats.org/officeDocument/2006/relationships/slide" Target="/ppt/slides/slide38.xml" Id="Rd33c971021ab490e" /><Relationship Type="http://schemas.openxmlformats.org/officeDocument/2006/relationships/slide" Target="/ppt/slides/slide39.xml" Id="R6b14a7d6111847ae" /><Relationship Type="http://schemas.openxmlformats.org/officeDocument/2006/relationships/slide" Target="/ppt/slides/slide40.xml" Id="R58d10ee417d840d0" /><Relationship Type="http://schemas.openxmlformats.org/officeDocument/2006/relationships/slide" Target="/ppt/slides/slide41.xml" Id="R7a7dd6f1a4eb40e0" /><Relationship Type="http://schemas.openxmlformats.org/officeDocument/2006/relationships/slide" Target="/ppt/slides/slide42.xml" Id="Rb2cc799518b442c1" /><Relationship Type="http://schemas.openxmlformats.org/officeDocument/2006/relationships/slide" Target="/ppt/slides/slide43.xml" Id="R03524bdaeace4f72" /><Relationship Type="http://schemas.openxmlformats.org/officeDocument/2006/relationships/slide" Target="/ppt/slides/slide44.xml" Id="Rbf11128d4e6d45ea" /><Relationship Type="http://schemas.openxmlformats.org/officeDocument/2006/relationships/slide" Target="/ppt/slides/slide45.xml" Id="R500fdd554f494a84" /><Relationship Type="http://schemas.openxmlformats.org/officeDocument/2006/relationships/slide" Target="/ppt/slides/slide46.xml" Id="R966855034e7f4e18" /><Relationship Type="http://schemas.openxmlformats.org/officeDocument/2006/relationships/slide" Target="/ppt/slides/slide47.xml" Id="R0320d28ee4e44d88" /><Relationship Type="http://schemas.openxmlformats.org/officeDocument/2006/relationships/slide" Target="/ppt/slides/slide48.xml" Id="Rf17798a235434d52" /><Relationship Type="http://schemas.openxmlformats.org/officeDocument/2006/relationships/slide" Target="/ppt/slides/slide49.xml" Id="R42c28ec468344c4d" /><Relationship Type="http://schemas.openxmlformats.org/officeDocument/2006/relationships/slide" Target="/ppt/slides/slide50.xml" Id="Red6940e70bd74618" /><Relationship Type="http://schemas.openxmlformats.org/officeDocument/2006/relationships/slide" Target="/ppt/slides/slide51.xml" Id="R822c74f69bea4c9b" /><Relationship Type="http://schemas.openxmlformats.org/officeDocument/2006/relationships/slide" Target="/ppt/slides/slide52.xml" Id="Rf642c86484cf4f64" /><Relationship Type="http://schemas.openxmlformats.org/officeDocument/2006/relationships/slide" Target="/ppt/slides/slide53.xml" Id="R888fa9721a234d36" /><Relationship Type="http://schemas.openxmlformats.org/officeDocument/2006/relationships/slide" Target="/ppt/slides/slide54.xml" Id="Rf608c9b08ea34e20" /><Relationship Type="http://schemas.openxmlformats.org/officeDocument/2006/relationships/slide" Target="/ppt/slides/slide55.xml" Id="R17e9511f198048ae" /><Relationship Type="http://schemas.openxmlformats.org/officeDocument/2006/relationships/slide" Target="/ppt/slides/slide56.xml" Id="R7a5122eae3054c65" /><Relationship Type="http://schemas.openxmlformats.org/officeDocument/2006/relationships/slide" Target="/ppt/slides/slide57.xml" Id="Rfd01e08924364ccc" /><Relationship Type="http://schemas.openxmlformats.org/officeDocument/2006/relationships/slide" Target="/ppt/slides/slide58.xml" Id="Re857df256ddb45db" /><Relationship Type="http://schemas.openxmlformats.org/officeDocument/2006/relationships/slide" Target="/ppt/slides/slide59.xml" Id="R9e7ebd113ab8434e" /><Relationship Type="http://schemas.openxmlformats.org/officeDocument/2006/relationships/slide" Target="/ppt/slides/slide60.xml" Id="R085a00bad4644303" /><Relationship Type="http://schemas.openxmlformats.org/officeDocument/2006/relationships/slide" Target="/ppt/slides/slide61.xml" Id="R950dd95a673b4c19" /><Relationship Type="http://schemas.openxmlformats.org/officeDocument/2006/relationships/slide" Target="/ppt/slides/slide62.xml" Id="R70976abc1efc46cb" /><Relationship Type="http://schemas.openxmlformats.org/officeDocument/2006/relationships/slide" Target="/ppt/slides/slide63.xml" Id="Re6f66bbd3eb248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42af2395cd43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77c16ab6904796" /><Relationship Type="http://schemas.openxmlformats.org/officeDocument/2006/relationships/notesMaster" Target="/ppt/notesMasters/notesMaster1.xml" Id="Rd5d0aace4ae44f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0f482bf7b4dc0" /><Relationship Type="http://schemas.openxmlformats.org/officeDocument/2006/relationships/notesMaster" Target="/ppt/notesMasters/notesMaster1.xml" Id="Rf14a224e8844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0b736194ce427d" /><Relationship Type="http://schemas.openxmlformats.org/officeDocument/2006/relationships/notesMaster" Target="/ppt/notesMasters/notesMaster1.xml" Id="Rf3896be3c68249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010dca450416e" /><Relationship Type="http://schemas.openxmlformats.org/officeDocument/2006/relationships/notesMaster" Target="/ppt/notesMasters/notesMaster1.xml" Id="Ra330d57fcf91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1f527506d24247" /><Relationship Type="http://schemas.openxmlformats.org/officeDocument/2006/relationships/notesMaster" Target="/ppt/notesMasters/notesMaster1.xml" Id="R868f0a559d3745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c27cbb38944bb1" /><Relationship Type="http://schemas.openxmlformats.org/officeDocument/2006/relationships/notesMaster" Target="/ppt/notesMasters/notesMaster1.xml" Id="Rfd5093a91f58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ff2deb1ab84583" /><Relationship Type="http://schemas.openxmlformats.org/officeDocument/2006/relationships/notesMaster" Target="/ppt/notesMasters/notesMaster1.xml" Id="Rf51ead1c5f4949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99dfa439754cb1" /><Relationship Type="http://schemas.openxmlformats.org/officeDocument/2006/relationships/notesMaster" Target="/ppt/notesMasters/notesMaster1.xml" Id="R10e4ad1641f6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4ce730e83b4996" /><Relationship Type="http://schemas.openxmlformats.org/officeDocument/2006/relationships/notesMaster" Target="/ppt/notesMasters/notesMaster1.xml" Id="Re4e7d9282ebd48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8720753ade4fa0" /><Relationship Type="http://schemas.openxmlformats.org/officeDocument/2006/relationships/notesMaster" Target="/ppt/notesMasters/notesMaster1.xml" Id="Rc5931bc9f67348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736be7e60f4a44" /><Relationship Type="http://schemas.openxmlformats.org/officeDocument/2006/relationships/notesMaster" Target="/ppt/notesMasters/notesMaster1.xml" Id="Rc82102936a0b47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308e28286141e9" /><Relationship Type="http://schemas.openxmlformats.org/officeDocument/2006/relationships/notesMaster" Target="/ppt/notesMasters/notesMaster1.xml" Id="R3d260fc5d2cf46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ba7cbfa1084168" /><Relationship Type="http://schemas.openxmlformats.org/officeDocument/2006/relationships/notesMaster" Target="/ppt/notesMasters/notesMaster1.xml" Id="Rdba07ba1d2154e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605957819942b6" /><Relationship Type="http://schemas.openxmlformats.org/officeDocument/2006/relationships/notesMaster" Target="/ppt/notesMasters/notesMaster1.xml" Id="Rb9df91355a9545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654d1ffd8e48d1" /><Relationship Type="http://schemas.openxmlformats.org/officeDocument/2006/relationships/notesMaster" Target="/ppt/notesMasters/notesMaster1.xml" Id="R620d905e74084a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7efd368aac45cf" /><Relationship Type="http://schemas.openxmlformats.org/officeDocument/2006/relationships/notesMaster" Target="/ppt/notesMasters/notesMaster1.xml" Id="R38269f7360de48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b788c7cb394f00" /><Relationship Type="http://schemas.openxmlformats.org/officeDocument/2006/relationships/notesMaster" Target="/ppt/notesMasters/notesMaster1.xml" Id="R974140b5118046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e9525db5e849f9" /><Relationship Type="http://schemas.openxmlformats.org/officeDocument/2006/relationships/notesMaster" Target="/ppt/notesMasters/notesMaster1.xml" Id="Rc01772fff81e4a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0139d787b147eb" /><Relationship Type="http://schemas.openxmlformats.org/officeDocument/2006/relationships/notesMaster" Target="/ppt/notesMasters/notesMaster1.xml" Id="Re698b15758a044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788a36400e4cc0" /><Relationship Type="http://schemas.openxmlformats.org/officeDocument/2006/relationships/notesMaster" Target="/ppt/notesMasters/notesMaster1.xml" Id="R1eb1730fb1ed44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3ea23bc3e84b0b" /><Relationship Type="http://schemas.openxmlformats.org/officeDocument/2006/relationships/notesMaster" Target="/ppt/notesMasters/notesMaster1.xml" Id="Rd9327f08547c4f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d8cf0169d449b3" /><Relationship Type="http://schemas.openxmlformats.org/officeDocument/2006/relationships/notesMaster" Target="/ppt/notesMasters/notesMaster1.xml" Id="Rc080ae09d5924ac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c69ae064dd4a59" /><Relationship Type="http://schemas.openxmlformats.org/officeDocument/2006/relationships/notesMaster" Target="/ppt/notesMasters/notesMaster1.xml" Id="R6b6eca2fb4304a2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a23a8e10ea4f63" /><Relationship Type="http://schemas.openxmlformats.org/officeDocument/2006/relationships/notesMaster" Target="/ppt/notesMasters/notesMaster1.xml" Id="Rafd17d072ef743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576d7565e44e0d" /><Relationship Type="http://schemas.openxmlformats.org/officeDocument/2006/relationships/notesMaster" Target="/ppt/notesMasters/notesMaster1.xml" Id="R7ae371a20f9f41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890f9ddfb44901" /><Relationship Type="http://schemas.openxmlformats.org/officeDocument/2006/relationships/notesMaster" Target="/ppt/notesMasters/notesMaster1.xml" Id="R09b8cfbd399144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ee86f682d445f1" /><Relationship Type="http://schemas.openxmlformats.org/officeDocument/2006/relationships/notesMaster" Target="/ppt/notesMasters/notesMaster1.xml" Id="R37289a72210d4a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fc2699ec4b4efd" /><Relationship Type="http://schemas.openxmlformats.org/officeDocument/2006/relationships/notesMaster" Target="/ppt/notesMasters/notesMaster1.xml" Id="R7f4fd82621b749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9977c632d6442e2" /><Relationship Type="http://schemas.openxmlformats.org/officeDocument/2006/relationships/notesMaster" Target="/ppt/notesMasters/notesMaster1.xml" Id="R06c48e8b27014a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b9f0ff132c24f09" /><Relationship Type="http://schemas.openxmlformats.org/officeDocument/2006/relationships/notesMaster" Target="/ppt/notesMasters/notesMaster1.xml" Id="Rfa62917ec83a4e1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56ef07bf2545ff" /><Relationship Type="http://schemas.openxmlformats.org/officeDocument/2006/relationships/notesMaster" Target="/ppt/notesMasters/notesMaster1.xml" Id="Rd0c5b419e132435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d5bd6da072343f9" /><Relationship Type="http://schemas.openxmlformats.org/officeDocument/2006/relationships/notesMaster" Target="/ppt/notesMasters/notesMaster1.xml" Id="R61645c3d2fb940f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77962baa5514521" /><Relationship Type="http://schemas.openxmlformats.org/officeDocument/2006/relationships/notesMaster" Target="/ppt/notesMasters/notesMaster1.xml" Id="R08e3a8ef0b01426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dc1a89c16ae468c" /><Relationship Type="http://schemas.openxmlformats.org/officeDocument/2006/relationships/notesMaster" Target="/ppt/notesMasters/notesMaster1.xml" Id="R4c616451d47342c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3717cd210f244d7" /><Relationship Type="http://schemas.openxmlformats.org/officeDocument/2006/relationships/notesMaster" Target="/ppt/notesMasters/notesMaster1.xml" Id="R9b9815da27664d7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c4a5ccfe7b94551" /><Relationship Type="http://schemas.openxmlformats.org/officeDocument/2006/relationships/notesMaster" Target="/ppt/notesMasters/notesMaster1.xml" Id="R303fde7e4e604e8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02bb50370b49ff" /><Relationship Type="http://schemas.openxmlformats.org/officeDocument/2006/relationships/notesMaster" Target="/ppt/notesMasters/notesMaster1.xml" Id="Rbf1d3ca3cb3442f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0b5a0a81504438f" /><Relationship Type="http://schemas.openxmlformats.org/officeDocument/2006/relationships/notesMaster" Target="/ppt/notesMasters/notesMaster1.xml" Id="R0f815cdfe87249b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82a5551e5d14961" /><Relationship Type="http://schemas.openxmlformats.org/officeDocument/2006/relationships/notesMaster" Target="/ppt/notesMasters/notesMaster1.xml" Id="R7c0032eccd8b4d3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6227ea187c44059" /><Relationship Type="http://schemas.openxmlformats.org/officeDocument/2006/relationships/notesMaster" Target="/ppt/notesMasters/notesMaster1.xml" Id="R8b119fe813b64a5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b4cbec9a00d42d5" /><Relationship Type="http://schemas.openxmlformats.org/officeDocument/2006/relationships/notesMaster" Target="/ppt/notesMasters/notesMaster1.xml" Id="Rc6359b9d96e942e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de644562cab4843" /><Relationship Type="http://schemas.openxmlformats.org/officeDocument/2006/relationships/notesMaster" Target="/ppt/notesMasters/notesMaster1.xml" Id="R7209564ad467494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7ac0a76353d4ed6" /><Relationship Type="http://schemas.openxmlformats.org/officeDocument/2006/relationships/notesMaster" Target="/ppt/notesMasters/notesMaster1.xml" Id="R4e3591c1f595488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9034ab760f44bc5" /><Relationship Type="http://schemas.openxmlformats.org/officeDocument/2006/relationships/notesMaster" Target="/ppt/notesMasters/notesMaster1.xml" Id="R633ba90478064f3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09451e270204c3d" /><Relationship Type="http://schemas.openxmlformats.org/officeDocument/2006/relationships/notesMaster" Target="/ppt/notesMasters/notesMaster1.xml" Id="R29731bba56944b8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52d7d69d56d43b7" /><Relationship Type="http://schemas.openxmlformats.org/officeDocument/2006/relationships/notesMaster" Target="/ppt/notesMasters/notesMaster1.xml" Id="R9d9c07bc0ed4429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fbcb987bbe74522" /><Relationship Type="http://schemas.openxmlformats.org/officeDocument/2006/relationships/notesMaster" Target="/ppt/notesMasters/notesMaster1.xml" Id="R1adc3048f6714b1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1a74021502f406e" /><Relationship Type="http://schemas.openxmlformats.org/officeDocument/2006/relationships/notesMaster" Target="/ppt/notesMasters/notesMaster1.xml" Id="Rbb14a83641134bb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3bd7ce4d19c400e" /><Relationship Type="http://schemas.openxmlformats.org/officeDocument/2006/relationships/notesMaster" Target="/ppt/notesMasters/notesMaster1.xml" Id="Rdf5086f32d3d402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8f6681c0a724b0b" /><Relationship Type="http://schemas.openxmlformats.org/officeDocument/2006/relationships/notesMaster" Target="/ppt/notesMasters/notesMaster1.xml" Id="Ra53a249528ac4e0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3dfd3b5c0984935" /><Relationship Type="http://schemas.openxmlformats.org/officeDocument/2006/relationships/notesMaster" Target="/ppt/notesMasters/notesMaster1.xml" Id="Rb72e985dcf734dd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bda38a52b3746e6" /><Relationship Type="http://schemas.openxmlformats.org/officeDocument/2006/relationships/notesMaster" Target="/ppt/notesMasters/notesMaster1.xml" Id="R53f8447a3fff450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79d8c0f57654eb2" /><Relationship Type="http://schemas.openxmlformats.org/officeDocument/2006/relationships/notesMaster" Target="/ppt/notesMasters/notesMaster1.xml" Id="R67a0e449325c4eb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af6fcf5c9c24f20" /><Relationship Type="http://schemas.openxmlformats.org/officeDocument/2006/relationships/notesMaster" Target="/ppt/notesMasters/notesMaster1.xml" Id="Rc5af4c62af5c4c0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b662c47ae9a43f9" /><Relationship Type="http://schemas.openxmlformats.org/officeDocument/2006/relationships/notesMaster" Target="/ppt/notesMasters/notesMaster1.xml" Id="R9a6e41b76bd04fd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204a171b40548cf" /><Relationship Type="http://schemas.openxmlformats.org/officeDocument/2006/relationships/notesMaster" Target="/ppt/notesMasters/notesMaster1.xml" Id="Rf73df60baa444bb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94f2a8b585747bd" /><Relationship Type="http://schemas.openxmlformats.org/officeDocument/2006/relationships/notesMaster" Target="/ppt/notesMasters/notesMaster1.xml" Id="R75a92cec28db43a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70564860f7044d4" /><Relationship Type="http://schemas.openxmlformats.org/officeDocument/2006/relationships/notesMaster" Target="/ppt/notesMasters/notesMaster1.xml" Id="Rbdf935bb20a04e9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13039b1d22448fc" /><Relationship Type="http://schemas.openxmlformats.org/officeDocument/2006/relationships/notesMaster" Target="/ppt/notesMasters/notesMaster1.xml" Id="Ra81066f5311542c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ede1560ab074388" /><Relationship Type="http://schemas.openxmlformats.org/officeDocument/2006/relationships/notesMaster" Target="/ppt/notesMasters/notesMaster1.xml" Id="Rc2b67e7736ab462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1d4aef39e8e24abf" /><Relationship Type="http://schemas.openxmlformats.org/officeDocument/2006/relationships/notesMaster" Target="/ppt/notesMasters/notesMaster1.xml" Id="Rfedaa13aaebd460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d1c8ab6e0bf4b6d" /><Relationship Type="http://schemas.openxmlformats.org/officeDocument/2006/relationships/notesMaster" Target="/ppt/notesMasters/notesMaster1.xml" Id="Ra309f300ad4e451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a81777f9d0d4712" /><Relationship Type="http://schemas.openxmlformats.org/officeDocument/2006/relationships/notesMaster" Target="/ppt/notesMasters/notesMaster1.xml" Id="Rbc654d7c1087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从字符编码转入图像编码</a:t>
            </a:r>
          </a:p>
          <a:p xmlns:a="http://schemas.openxmlformats.org/drawingml/2006/main">
            <a:r>
              <a:t>[内部编号] Q0</a:t>
            </a:r>
          </a:p>
          <a:p xmlns:a="http://schemas.openxmlformats.org/drawingml/2006/main">
            <a:r>
              <a:t>[教师逐字稿] 前面讨论过字符怎样保存。今天换成图像：这只熊猫看起来有轮廓、颜色和明暗，计算机记录的是什么？先别急着说二进制，下一页从放大眼睛开始观察。</a:t>
            </a:r>
          </a:p>
          <a:p xmlns:a="http://schemas.openxmlformats.org/drawingml/2006/main">
            <a:r>
              <a:t>[来源与改编] 沿用course-design.qmd Q0的衔接逻辑。熊猫图来自用户提供的assets/pandas.jpg，属于数字角色插图；本版未生成替代图片。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question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先看这张熊猫图。不断放大它，会看到更多细节，还是会出现别的现象？红框圈出了眼睛里很小的一块。先说预测，再看这一块的放大结果。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Q1；原课PDF 00:00:43–00:02:48；Snip 3–5。原课问题链不变，本版熊猫数据为经用户确认的素材与参数改编，不冒充原课原始矩阵。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answer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右边放大的是红框中的16×16个原始像素，直接把每个像素画成一个色块。现在能找到绿色眼睛的边界吗？这些小格就是位图的图像单元，叫像素。没有在格子之间补颜色，也没有生成新的细节。先记住这个观察，后面用它解释放大的限制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Q1；原课PDF 00:00:43–00:02:48；Snip 3–5。原课问题链不变，本版熊猫数据为经用户确认的素材与参数改编，不冒充原课原始矩阵。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question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设想把这张熊猫图印在纸上，再用相机拍下来。眼睛为什么能看见纸上的图案？进入相机的又是什么？先说光走过的路径。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Q2；原课PDF 00:02:48–00:06:12；Snip 6–7。原课问题链不变，本版熊猫数据为经用户确认的素材与参数改编，不冒充原课原始矩阵。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answer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光照到纸面，反射光经镜头进入相机，在图像传感器上成像。相机记录的是光的信息。我们接下来用一个很简化的模型：在有限位置采集信息，每处留下一个局部样本。先留一个问题：采样位置是不是越多越好？算完数据量再回来回答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Q2；原课PDF 00:02:48–00:06:12；Snip 6–7。原课问题链不变，本版熊猫数据为经用户确认的素材与参数改编，不冒充原课原始矩阵。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question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网格横向8个位置，纵向8个位置。总数是多少？只写64，能知道横向和纵向各有几个吗？想一想，4×16也有64个位置。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Q3；原课PDF 00:06:12–00:06:45；Snip 7–8。原课问题链不变，本版熊猫数据为经用户确认的素材与参数改编，不冒充原课原始矩阵。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answer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8×8告诉我们两个方向的数量，也保留了排列形状。8乘8一共64个位置。按一定的空间位置取得样本，叫采样；本课用横向像素数乘纵向像素数表示图像分辨率。后续每格只保留一个代表值。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Q3；原课PDF 00:06:12–00:06:45；Snip 7–8。原课问题链不变，本版熊猫数据为经用户确认的素材与参数改编，不冒充原课原始矩阵。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question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先只看红框这一格。我们把这块区域的颜色取平均，得到右边的样本色。现在规定只能从下方四种颜色里选一种，你会选哪一个？先比较，再说理由。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Q4；原课PDF 00:06:45–00:09:00；Snip 8–9。原课问题链不变，本版熊猫数据为经用户确认的素材与参数改编，不冒充原课原始矩阵。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answer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这一格在第2行第3列，平均色更接近第三种可选色。把取得的样本映射到规定的有限等级，叫量化。请注意：取了哪些位置的样本，与最后允许用哪些颜色，是两个决定。下一页把同一规则用到全部64个位置。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Q4；原课PDF 00:06:45–00:09:00；Snip 8–9。原课问题链不变，本版熊猫数据为经用户确认的素材与参数改编，不冒充原课原始矩阵。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把同一规则应用到64个样本</a:t>
            </a:r>
          </a:p>
          <a:p xmlns:a="http://schemas.openxmlformats.org/drawingml/2006/main">
            <a:r>
              <a:t>[内部编号] Q4 / evidence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从左到右看：先确定8×8个位置，取得每个区域的样本，这里用区域平均色表示；再把每一个平均色映射到四种可选颜色。中间图还没有限制成四种颜色。我们在已存在的数字图片上演示这两种作用，真实相机的采集过程更复杂。现在取得了有限颜色，下一步才讨论每种颜色至少用几位来编码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Q4；原课PDF 00:06:45–00:09:00；Snip 8–9。原课问题链不变，本版熊猫数据为经用户确认的素材与参数改编，不冒充原课原始矩阵。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question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现在要给一个像素的颜色编码。该数的是整幅图的64个位置，还是这个像素可能取的四种颜色？先试一位够不够，再给出最少位数。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Q5；原课PDF 00:09:00–00:13:35；Snip 9–10。原课问题链不变，本版熊猫数据为经用户确认的素材与参数改编，不冒充原课原始矩阵。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answer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1bit只有两种码字，不够区分四种颜色。2bit有00、01、10、11，刚好够。我们按图中从深到浅的顺序编号0、1、2、3，再对应这四个码字。这里的对应关系是全班约定的，编码与解码时要一致。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Q5；原课PDF 00:09:00–00:13:35；Snip 9–10。原课问题链不变，本版熊猫数据为经用户确认的素材与参数改编，不冒充原课原始矩阵。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question</a:t>
            </a:r>
          </a:p>
          <a:p xmlns:a="http://schemas.openxmlformats.org/drawingml/2006/main">
            <a:r>
              <a:t>[教学意图] 聚焦第四行，核对编号与二进制码字，不要求一次读完整幅矩阵。</a:t>
            </a:r>
          </a:p>
          <a:p xmlns:a="http://schemas.openxmlformats.org/drawingml/2006/main">
            <a:r>
              <a:t>[教师逐字稿] 先只看红框中的第四行，其他行暂时不读。把颜色编号换成码字，每个像素都要保留几位？试着把0、1、2、3各找一个出来。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Q6；原课PDF 00:13:35–00:14:46；Snip 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answer</a:t>
            </a:r>
          </a:p>
          <a:p xmlns:a="http://schemas.openxmlformats.org/drawingml/2006/main">
            <a:r>
              <a:t>[教学意图] 聚焦第四行，核对编号与二进制码字，不要求一次读完整幅矩阵。</a:t>
            </a:r>
          </a:p>
          <a:p xmlns:a="http://schemas.openxmlformats.org/drawingml/2006/main">
            <a:r>
              <a:t>[教师逐字稿] 第四行的3、3、2、0、1、2、1、1，分别换成11、11、10、00、01、10、01、01。下面各行照同一规则处理。编号换成二进制码字叫编码；每个像素使用2bit，这个位数叫位深度。整幅图的总位数还要乘像素个数。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Q6；原课PDF 00:13:35–00:14:46；Snip 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先看8×8的熊猫，眼睛和嘴部有些难辨认。你会怎么改？若有人提出增加颜色，先记下来。这一轮保持四种颜色不变，只改变取样位置的数量。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两幅图取的是同一个头部范围，显示大小也相同。横、纵都从8增到16，格子变小，轮廓和五官能表示得更细。颜色仍是同一组四种，因此每格仍然是2bit。右图从原图重新计算16×16个样本，没有把左边的64个格子直接放大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这次只读红框中的一段：从上往下第6行，从左往右第5到12列，共8格。先读颜色编号，再按右上方的码表换成二进制。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8个编号依次是3、3、1、0、0、1、3、0。对应码字是11、11、01、00、00、01、11、00。每像素2bit，8个像素共16bit，也就是2B。红框只是这一行的一段，整幅图仍然有16×16个像素。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question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刚才的熊猫用像素格表示。继续放大位图，边缘会怎样？再想一条用图形描述保存的矢量线：改变显示尺寸时，边界怎样画出来？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Q8；原课PDF 00:17:43–00:18:51；逐字稿。原课问题链不变，本版熊猫数据为经用户确认的素材与参数改编，不冒充原课原始矩阵。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answer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Q8；原课PDF 00:17:43–00:18:51；逐字稿。原课问题链不变，本版熊猫数据为经用户确认的素材与参数改编，不冒充原课原始矩阵。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现在两幅图必须都保持16×16个格子。四种颜色有些生硬，还能改什么？先看眼睛周围和脸颊，想一想给量化增加哪些选择。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右边保留原有四种颜色，又增加两种中间色。位置和每格的样本都没变，只是可选颜色更多了。一些明暗过渡因此能表达得更接近原图。接下来判断：一个像素若可能取六种颜色，原来的2bit够不够？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同一个样本，增加两种近似选择</a:t>
            </a:r>
          </a:p>
          <a:p xmlns:a="http://schemas.openxmlformats.org/drawingml/2006/main">
            <a:r>
              <a:t>[内部编号] Q9 / evidence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红框指向第10行第13列。把它的样本平均色单独放大。四色时，最近的是原调色板编号0；增加两种中间色后，编号4更接近这个样本。样本没有重算，取样位置也没有变。即使投影颜色不容易分清，也能用这个规则解释：原来的选择都保留，多两个选择不会让最近距离更大。这里不要求学生计算颜色距离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现在只看一个格子：它有六种可能的颜色。两位够吗？三位有几种码字？找出最少而且够用的位数。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2的2次方是4，小于6，不够。2的3次方是8，足够容纳六种颜色，所以最少3bit。可以给编号0到5分别使用000到101，110和111暂时不用。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先回忆三轮实验。第一轮是怎样把图变成码字的？第二轮改了什么，第三轮又改了什么？先在纸上填出三个步骤，再说分辨率提高后格子怎样变化。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第一轮建立采样、量化、编码的模型。第二轮只增加空间采样，格子更小；第三轮保持格子不变，增加可选颜色。请对照自己写的词，说明每个步骤处理的是什么。增加采样要从保有细节的原始对象取得新样本，不能把旧格子插值放大当成重新拍摄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继续填写：四种颜色变成六种，最少位数怎样变？推广到n个bit，最多能表示多少种颜色？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本实验从2bit变成3bit。位深度n最多表示2的n次方种颜色。增加颜色种类时，只有超过原有位数的容量，才必须增加位数。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三幅图的像素码字，各占几 bit？</a:t>
            </a:r>
          </a:p>
          <a:p xmlns:a="http://schemas.openxmlformats.org/drawingml/2006/main">
            <a:r>
              <a:t>[内部编号] Q11 / question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这次只统计未压缩的像素码字，不算文件头或调色板。三轮分别有多少个像素，每个像素用了几位？先列出三个乘法。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Q11；原课PDF 00:22:29–00:25:14；Snip 14–15。原课问题链不变，本版熊猫数据为经用户确认的素材与参数改编，不冒充原课原始矩阵。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三幅图的像素码字，各占几 bit？</a:t>
            </a:r>
          </a:p>
          <a:p xmlns:a="http://schemas.openxmlformats.org/drawingml/2006/main">
            <a:r>
              <a:t>[内部编号] Q11 / answer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第一幅8×8，共64个像素，每个2bit，得到128bit。第二幅16×16，每个仍是2bit，得到512bit。第三幅还是256个像素，但每个3bit，得到768bit。好比人数乘每人巧克力数，像素总数乘每像素位数，就是总bit。这就是增加分辨率和颜色等级的存储代价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Q11；原课PDF 00:22:29–00:25:14；Snip 14–15。原课问题链不变，本版熊猫数据为经用户确认的素材与参数改编，不冒充原课原始矩阵。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question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前一页是128、512和768bit。若题目要求用B作单位，应该乘8还是除8？写出三个结果，再归纳一般式。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Q12；原课PDF 00:25:14–00:26:28；Snip 15–16。原课问题链不变，本版熊猫数据为经用户确认的素材与参数改编，不冒充原课原始矩阵。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answer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1B等于8bit，因此分别除8，得到16B、64B和96B。一般式是横向像素数乘纵向像素数乘位深度，再除8。继续除1024可换成KiB。这只算像素码字连续排列的理想数据量，完整文件还需要别的信息。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Q12；原课PDF 00:25:14–00:26:28；Snip 15–16。原课问题链不变，本版熊猫数据为经用户确认的素材与参数改编，不冒充原课原始矩阵。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question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先别看答案。黑白只有两种状态，需要几位？16 色和 256 色分别找哪个 2 的幂？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Q13；原课PDF 00:26:28–00:28:25；Snip 17–18。原课问题链不变，本版熊猫数据为经用户确认的素材与参数改编，不冒充原课原始矩阵。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answer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黑白 1 bit，16 色 4 bit，256 色 8 bit。若分辨率是 M×N，代入前页公式即可得到理想像素数据量。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Q13；原课PDF 00:26:28–00:28:25；Snip 17–18。原课问题链不变，本版熊猫数据为经用户确认的素材与参数改编，不冒充原课原始矩阵。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刚才已经算过黑白、16色和256色。现在直接给位深度24，请写出最多颜色数，再列M×N图像的像素数据量。先不用求出颜色数的十进制值。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24位最多表示2的24次方种颜色，数据量是M×N×24除8字节。计算方法完全相同。为什么照片常用24位？下一页看红、绿、蓝三个通道怎样组成它。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R、G、B各使用8bit，一个通道有多少个等级？三个通道组合，最多有多少种颜色？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同一种颜色，为什么有2bit和24bit？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比较调色板编号与RGB通道值，衔接两个位深度模型。</a:t>
            </a:r>
          </a:p>
          <a:p xmlns:a="http://schemas.openxmlformats.org/drawingml/2006/main">
            <a:r>
              <a:t>[教师逐字稿] 同一块深色，刚才可以用00表示，现在又能写成三个8位通道。它的颜色没变，为什么位数不同？先想：00本身能告诉别人这是什么颜色吗？</a:t>
            </a:r>
          </a:p>
          <a:p xmlns:a="http://schemas.openxmlformats.org/drawingml/2006/main">
            <a:r>
              <a:t>[预期学生反应] 可能以为所有颜色都只需2bit，或认为同色位数必须相同。</a:t>
            </a:r>
          </a:p>
          <a:p xmlns:a="http://schemas.openxmlformats.org/drawingml/2006/main">
            <a:r>
              <a:t>[追问问题] 如果把同一四色图保存成24位RGB，每像素仍只占2bit吗？</a:t>
            </a:r>
          </a:p>
          <a:p xmlns:a="http://schemas.openxmlformats.org/drawingml/2006/main">
            <a:r>
              <a:t>[下一问] 用眼睛里的真实像素练习RGB通道编码。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同一种颜色，为什么有2bit和24bit？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比较调色板编号与RGB通道值，衔接两个位深度模型。</a:t>
            </a:r>
          </a:p>
          <a:p xmlns:a="http://schemas.openxmlformats.org/drawingml/2006/main">
            <a:r>
              <a:t>[教师逐字稿] 2bit记录的是四色表里的编号，还必须知道约定的码表才能查到颜色。24位RGB直接记录R、G、B三个通道值。这块颜色是36、33、27，所以是三个8位。两种表示的规则不同；位深度不能脱离表示方案来讨论。</a:t>
            </a:r>
          </a:p>
          <a:p xmlns:a="http://schemas.openxmlformats.org/drawingml/2006/main">
            <a:r>
              <a:t>[预期学生反应] 可能以为所有颜色都只需2bit，或认为同色位数必须相同。</a:t>
            </a:r>
          </a:p>
          <a:p xmlns:a="http://schemas.openxmlformats.org/drawingml/2006/main">
            <a:r>
              <a:t>[追问问题] 如果把同一四色图保存成24位RGB，每像素仍只占2bit吗？</a:t>
            </a:r>
          </a:p>
          <a:p xmlns:a="http://schemas.openxmlformats.org/drawingml/2006/main">
            <a:r>
              <a:t>[下一问] 用眼睛里的真实像素练习RGB通道编码。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R=138，怎样写成8位二进制？</a:t>
            </a:r>
          </a:p>
          <a:p xmlns:a="http://schemas.openxmlformats.org/drawingml/2006/main">
            <a:r>
              <a:t>[内部编号] Q15 / question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红框中心的像素读出R为138、G为179、B为111。先只换算R通道。下表从左到右给出8个位权，哪些位置填1，合起来正好是138？给30秒写在纸上。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R通道换算留30秒；其余通道口头核对。 所有证据均嵌入，可离线讲授。</a:t>
            </a:r>
          </a:p>
          <a:p xmlns:a="http://schemas.openxmlformats.org/drawingml/2006/main">
            <a:r>
              <a:t>[来源与改编] course-design.qmd Q15；原课PDF 00:30:06–00:31:13；Snip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R=138，怎样写成8位二进制？</a:t>
            </a:r>
          </a:p>
          <a:p xmlns:a="http://schemas.openxmlformats.org/drawingml/2006/main">
            <a:r>
              <a:t>[内部编号] Q15 / answer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138等于128加8加2。对应的三个位置填1，其余填0，得到10001010。每个通道固定8位；请用同样方法检查G和B。下一页给出完整的三个通道，尤其留意B通道前面的0。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Q15；原课PDF 00:30:06–00:31:13；Snip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一个RGB像素：三个8位通道</a:t>
            </a:r>
          </a:p>
          <a:p xmlns:a="http://schemas.openxmlformats.org/drawingml/2006/main">
            <a:r>
              <a:t>[内部编号] Q15 / evidence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这是同一个眼睛像素的完整RGB表示。R刚才已经算过，G等于128加32加16加2加1，B等于64加32加8加4加2加1。注意B前面的0也必须写，它让每个通道都保持8位。三个通道总共24bit，也就是3bytes。这里读取的是JPEG解码后的像素，不是说JPEG内部直接按这个顺序存放每像素的三个字节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Q15；原课PDF 00:30:06–00:31:13；Snip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question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另外给出一幅假定图像：500×333像素，每像素24bit。先列式再算，用B和KiB分别表示。这组尺寸是计算题的条件。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独立计算60–90秒，听两种解法后翻页。 所有证据均嵌入，可离线讲授。</a:t>
            </a:r>
          </a:p>
          <a:p xmlns:a="http://schemas.openxmlformats.org/drawingml/2006/main">
            <a:r>
              <a:t>[来源与改编] course-design.qmd Q16；原课PDF 00:31:13–00:33:09；Snip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answer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500乘333是像素数，乘24得到bit，除8得到499500B，再除1024约487.79KiB。算的是未压缩像素码字的有效载荷。下一页把它与完整文件大小分开。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Q16；原课PDF 00:31:13–00:33:09；Snip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公式计算的是像素数据量</a:t>
            </a:r>
          </a:p>
          <a:p xmlns:a="http://schemas.openxmlformats.org/drawingml/2006/main">
            <a:r>
              <a:t>[内部编号] Q16 / evidence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刚才的公式只统计像素码字连续排列后的理想数据量。文件可能增加头部、调色板和行填充；压缩又会改变数据的保存方式。所以不能直接把磁盘上的JPEG文件大小代入这个公式倒推位深度。500×333是本题假定尺寸，熊猫原JPEG实际是886×1000；原课文件属性截图不再用于熊猫版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Q16；原课PDF 00:31:13–00:33:09；Snip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放大熊猫图，就能看清新细节吗？</a:t>
            </a:r>
          </a:p>
          <a:p xmlns:a="http://schemas.openxmlformats.org/drawingml/2006/main">
            <a:r>
              <a:t>[内部编号] Q17 / question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回到开头的眼睛。把图显示得更大，图像文件记录的原始信息增加了吗？如果想得到更多真实拍摄细节，应该在拍摄时做什么？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Q17；原课PDF 00:33:09–00:33:39；Snip 21。原课问题链不变，本版熊猫数据为经用户确认的素材与参数改编，不冒充原课原始矩阵。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放大熊猫图，就能看清新细节吗？</a:t>
            </a:r>
          </a:p>
          <a:p xmlns:a="http://schemas.openxmlformats.org/drawingml/2006/main">
            <a:r>
              <a:t>[内部编号] Q17 / answer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右边仍是左边红框中已有的16×16个像素，只是显示得更大。软件也可以插入中间值让边缘平滑，但并未重新采集原始细节。拍摄时可以适当提高真实采样分辨率，同时考虑镜头、对焦、光照与存储代价。现有数字插图能放大到多清楚，同样受原始信息限制。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Q17；原课PDF 00:33:09–00:33:39；Snip 21。原课问题链不变，本版熊猫数据为经用户确认的素材与参数改编，不冒充原课原始矩阵。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 / question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照片有大片缺损。请观察剩下的脸、衣服和背景，猜哪些线索能用来推断缺失处。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回到纸面反射光与像素数据，比较连续与离散。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Q18；原课PDF 00:33:39–00:37:19；Snip 22–25。原课问题链不变，本版熊猫数据为经用户确认的素材与参数改编，不冒充原课原始矩阵。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 / answer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指出破损区，再观察周围还留下哪些线索。模型可以利用周边内容和学到的图像规律推断缺损处，给这些位置补上颜色数据。右边是原课展示的修复结果。看起来合理，并不能证明补出的部分就是原来的真实细节。这也能解释同学为什么会遇到“修得不像”的情况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回到纸面反射光与像素数据，比较连续与离散。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Q18；原课PDF 00:33:39–00:37:19；Snip 22–25。原课问题链不变，本版熊猫数据为经用户确认的素材与参数改编，不冒充原课原始矩阵。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照片修复：推断缺损处的像素</a:t>
            </a:r>
          </a:p>
          <a:p xmlns:a="http://schemas.openxmlformats.org/drawingml/2006/main">
            <a:r>
              <a:t>[内部编号] Q18 / evidence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找到损坏的位置，再利用完好区和图像规律推断缺的内容，给这些位置补上像素颜色并保存。原课把第三步称为“重新采样”，这里按它的教学意图说成“补全像素”。它不是相机重新看到过去，也不是所有AI算法都固定经过这四步。下一步回到纸上的熊猫图：自然光和计算机中的图像，表示方式有什么差别？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回到纸面反射光与像素数据，比较连续与离散。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Q18；原课PDF 00:33:39–00:37:19；Snip 22–25。原课问题链不变，本版熊猫数据为经用户确认的素材与参数改编，不冒充原课原始矩阵。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这些例子主要随时间还是空间变化？</a:t>
            </a:r>
          </a:p>
          <a:p xmlns:a="http://schemas.openxmlformats.org/drawingml/2006/main">
            <a:r>
              <a:t>[内部编号] Q19 / question</a:t>
            </a:r>
          </a:p>
          <a:p xmlns:a="http://schemas.openxmlformats.org/drawingml/2006/main">
            <a:r>
              <a:t>[教学意图] 按指定观察情境分类，避免按物理量名称机械分类。</a:t>
            </a:r>
          </a:p>
          <a:p xmlns:a="http://schemas.openxmlformats.org/drawingml/2006/main">
            <a:r>
              <a:t>[教师逐字稿] 看清每一行指定的观察情境：同一地点一天的气温、固定位置的声波、水下不同深度的压强、房间不同位置的光照。分别主要看时间变化，还是空间变化？同一种物理量可以换一种观察方式，所以不要只背名称。</a:t>
            </a:r>
          </a:p>
          <a:p xmlns:a="http://schemas.openxmlformats.org/drawingml/2006/main">
            <a:r>
              <a:t>[预期学生反应] 能按给定情境分类；可能以为温度只能随时间、光照只能随空间。</a:t>
            </a:r>
          </a:p>
          <a:p xmlns:a="http://schemas.openxmlformats.org/drawingml/2006/main">
            <a:r>
              <a:t>[追问问题] 如果改看同一时刻不同地点的温度，横轴还应该是时间吗？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Q19；原课PDF 00:37:19–00:41:41；Snip 26。原课问题链不变，本版熊猫数据为经用户确认的素材与参数改编，不冒充原课原始矩阵。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这些例子主要随时间还是空间变化？</a:t>
            </a:r>
          </a:p>
          <a:p xmlns:a="http://schemas.openxmlformats.org/drawingml/2006/main">
            <a:r>
              <a:t>[内部编号] Q19 / answer</a:t>
            </a:r>
          </a:p>
          <a:p xmlns:a="http://schemas.openxmlformats.org/drawingml/2006/main">
            <a:r>
              <a:t>[教学意图] 按指定观察情境分类，避免按物理量名称机械分类。</a:t>
            </a:r>
          </a:p>
          <a:p xmlns:a="http://schemas.openxmlformats.org/drawingml/2006/main">
            <a:r>
              <a:t>[教师逐字稿] 前两行在同一位置比较不同时刻，因此主要随时间；后两行在不同位置比较，因此主要随空间。分类取决于这次观察的情境。接下来还要问：这些量只能取几个固定数值吗？连续变化才是建立模拟量概念的关键。</a:t>
            </a:r>
          </a:p>
          <a:p xmlns:a="http://schemas.openxmlformats.org/drawingml/2006/main">
            <a:r>
              <a:t>[预期学生反应] 能按给定情境分类；可能以为温度只能随时间、光照只能随空间。</a:t>
            </a:r>
          </a:p>
          <a:p xmlns:a="http://schemas.openxmlformats.org/drawingml/2006/main">
            <a:r>
              <a:t>[追问问题] 如果改看同一时刻不同地点的温度，横轴还应该是时间吗？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Q19；原课PDF 00:37:19–00:41:41；Snip 26。原课问题链不变，本版熊猫数据为经用户确认的素材与参数改编，不冒充原课原始矩阵。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温度从25到26，只能跳着变化吗？</a:t>
            </a:r>
          </a:p>
          <a:p xmlns:a="http://schemas.openxmlformats.org/drawingml/2006/main">
            <a:r>
              <a:t>[内部编号] Q19 / question</a:t>
            </a:r>
          </a:p>
          <a:p xmlns:a="http://schemas.openxmlformats.org/drawingml/2006/main">
            <a:r>
              <a:t>[教学意图] 从可取中间值的具体问题形成连续量的模型。</a:t>
            </a:r>
          </a:p>
          <a:p xmlns:a="http://schemas.openxmlformats.org/drawingml/2006/main">
            <a:r>
              <a:t>[教师逐字稿] 某处温度在这段时间由25摄氏度变成26摄氏度。中间可能经过25.5吗？还可能经过25.51吗？不要先看温度计显示了几位，要想实际温度的变化。</a:t>
            </a:r>
          </a:p>
          <a:p xmlns:a="http://schemas.openxmlformats.org/drawingml/2006/main">
            <a:r>
              <a:t>[预期学生反应] 学生可能把数字温度计显示的跳变当成实际温度只能跳变。</a:t>
            </a:r>
          </a:p>
          <a:p xmlns:a="http://schemas.openxmlformats.org/drawingml/2006/main">
            <a:r>
              <a:t>[追问问题] 仪表只显示一位小数，能证明实际温度只能取这些数吗？</a:t>
            </a:r>
          </a:p>
          <a:p xmlns:a="http://schemas.openxmlformats.org/drawingml/2006/main">
            <a:r>
              <a:t>[下一问] 回看图像采样和量化，说明哪些选择变得离散。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Q19；原课PDF 00:37:19–00:41:41；Snip 26。原课问题链不变，本版熊猫数据为经用户确认的素材与参数改编，不冒充原课原始矩阵。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温度从25到26，只能跳着变化吗？</a:t>
            </a:r>
          </a:p>
          <a:p xmlns:a="http://schemas.openxmlformats.org/drawingml/2006/main">
            <a:r>
              <a:t>[内部编号] Q19 / answer</a:t>
            </a:r>
          </a:p>
          <a:p xmlns:a="http://schemas.openxmlformats.org/drawingml/2006/main">
            <a:r>
              <a:t>[教学意图] 从可取中间值的具体问题形成连续量的模型。</a:t>
            </a:r>
          </a:p>
          <a:p xmlns:a="http://schemas.openxmlformats.org/drawingml/2006/main">
            <a:r>
              <a:t>[教师逐字稿] 在本课的连续模型里，温度可以经过这些中间值。仪表只显示整数或一位小数，是读数方式的限制。我们用连续变化的物理量描述温度、声波或光照，称为模拟量。下一页对照图像中的取样位置和有限颜色等级。</a:t>
            </a:r>
          </a:p>
          <a:p xmlns:a="http://schemas.openxmlformats.org/drawingml/2006/main">
            <a:r>
              <a:t>[预期学生反应] 学生可能把数字温度计显示的跳变当成实际温度只能跳变。</a:t>
            </a:r>
          </a:p>
          <a:p xmlns:a="http://schemas.openxmlformats.org/drawingml/2006/main">
            <a:r>
              <a:t>[追问问题] 仪表只显示一位小数，能证明实际温度只能取这些数吗？</a:t>
            </a:r>
          </a:p>
          <a:p xmlns:a="http://schemas.openxmlformats.org/drawingml/2006/main">
            <a:r>
              <a:t>[下一问] 回看图像采样和量化，说明哪些选择变得离散。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Q19；原课PDF 00:37:19–00:41:41；Snip 26。原课问题链不变，本版熊猫数据为经用户确认的素材与参数改编，不冒充原课原始矩阵。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question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回看图像模型：位置按格子取样，颜色只能从有限几种里选。这与刚才的连续变化有什么不同？最后怎样写成可保存的码字？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Q20；原课PDF 00:41:41–00:43:11；Snip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answer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Q20；原课PDF 00:41:41–00:43:11；Snip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question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回顾纸上的熊猫图被相机记录的思想实验。反射光怎样一步步变成可保存的数字图像？请依次说出三个动作，再说每一步解决什么问题。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综合应用留60秒，要求写条件和单位。 所有证据均嵌入，可离线讲授。</a:t>
            </a:r>
          </a:p>
          <a:p xmlns:a="http://schemas.openxmlformats.org/drawingml/2006/main">
            <a:r>
              <a:t>[来源与改编] course-design.qmd Q21；原课PDF 00:43:11–00:43:32；Snip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answer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Q21；原课PDF 00:43:11–00:43:32；Snip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只允许32 B，该怎样选择参数？</a:t>
            </a:r>
          </a:p>
          <a:p xmlns:a="http://schemas.openxmlformats.org/drawingml/2006/main">
            <a:r>
              <a:t>[内部编号] Q21 / question</a:t>
            </a:r>
          </a:p>
          <a:p xmlns:a="http://schemas.openxmlformats.org/drawingml/2006/main">
            <a:r>
              <a:t>[教学意图] 同时运用颜色容量与像素数据量，诊断不满足条件的方案。</a:t>
            </a:r>
          </a:p>
          <a:p xmlns:a="http://schemas.openxmlformats.org/drawingml/2006/main">
            <a:r>
              <a:t>[教师逐字稿] 离开前完成这一题。仍用四种颜色，采用固定长度编码，只算未压缩像素码字，最多32B。四个方案可以选哪些？写出像素数乘位深度再除8，别只看像素个数。</a:t>
            </a:r>
          </a:p>
          <a:p xmlns:a="http://schemas.openxmlformats.org/drawingml/2006/main">
            <a:r>
              <a:t>[预期学生反应] 容易只算字节数而误选C，或只选恰好32B的B而漏选D。</a:t>
            </a:r>
          </a:p>
          <a:p xmlns:a="http://schemas.openxmlformats.org/drawingml/2006/main">
            <a:r>
              <a:t>[追问问题] 最多32B是否要求一定用满32B？</a:t>
            </a:r>
          </a:p>
          <a:p xmlns:a="http://schemas.openxmlformats.org/drawingml/2006/main">
            <a:r>
              <a:t>[下一问] 课后继续练习并写明单位。</a:t>
            </a:r>
          </a:p>
          <a:p xmlns:a="http://schemas.openxmlformats.org/drawingml/2006/main">
            <a:r>
              <a:t>[课堂操作] 综合应用留60秒，要求写条件和单位。 所有证据均嵌入，可离线讲授。</a:t>
            </a:r>
          </a:p>
          <a:p xmlns:a="http://schemas.openxmlformats.org/drawingml/2006/main">
            <a:r>
              <a:t>[来源与改编] course-design.qmd Q21；原课PDF 00:43:11–00:43:32；Snip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四个方案覆盖同一取景范围，M、N分别为横纵采样数；本题只比较能否满足约束，不宣称B在所有视觉目标上最好。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只允许32 B，该怎样选择参数？</a:t>
            </a:r>
          </a:p>
          <a:p xmlns:a="http://schemas.openxmlformats.org/drawingml/2006/main">
            <a:r>
              <a:t>[内部编号] Q21 / answer</a:t>
            </a:r>
          </a:p>
          <a:p xmlns:a="http://schemas.openxmlformats.org/drawingml/2006/main">
            <a:r>
              <a:t>[教学意图] 同时运用颜色容量与像素数据量，诊断不满足条件的方案。</a:t>
            </a:r>
          </a:p>
          <a:p xmlns:a="http://schemas.openxmlformats.org/drawingml/2006/main">
            <a:r>
              <a:t>[教师逐字稿] A是16乘16乘2除8，等于64B，超过限制。B是16乘8乘2除8，等于32B，可以。C虽然只有32B，但1bit只能区分两种颜色，达不到四种颜色的要求。D是8乘8乘2除8，等于16B，也可以。B比D保留更多采样位置，但长宽采样数不同。决定之前要同时核对颜色容量和数据量，不能只看字节数。</a:t>
            </a:r>
          </a:p>
          <a:p xmlns:a="http://schemas.openxmlformats.org/drawingml/2006/main">
            <a:r>
              <a:t>[预期学生反应] 容易只算字节数而误选C，或只选恰好32B的B而漏选D。</a:t>
            </a:r>
          </a:p>
          <a:p xmlns:a="http://schemas.openxmlformats.org/drawingml/2006/main">
            <a:r>
              <a:t>[追问问题] 最多32B是否要求一定用满32B？</a:t>
            </a:r>
          </a:p>
          <a:p xmlns:a="http://schemas.openxmlformats.org/drawingml/2006/main">
            <a:r>
              <a:t>[下一问] 课后继续练习并写明单位。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Q21；原课PDF 00:43:11–00:43:32；Snip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原图assets/pandas.jpg；实验固定区域(x=280,y=100,w=288,h=288)，坐标零起始。8×8/16×16均从这一区域计算，码表固定。完整数据与算法见panda-deck-design.md和.codex-build/panda-data.json；本次审查修订见panda-v2-audit.md。</a:t>
            </a:r>
          </a:p>
          <a:p xmlns:a="http://schemas.openxmlformats.org/drawingml/2006/main">
            <a:r>
              <a:t>[技术注解] 四个方案覆盖同一取景范围，M、N分别为横纵采样数；本题只比较能否满足约束，不宣称B在所有视觉目标上最好。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课后检查位深度、像素数据量和放大的边界</a:t>
            </a:r>
          </a:p>
          <a:p xmlns:a="http://schemas.openxmlformats.org/drawingml/2006/main">
            <a:r>
              <a:t>[内部编号] Q22</a:t>
            </a:r>
          </a:p>
          <a:p xmlns:a="http://schemas.openxmlformats.org/drawingml/2006/main">
            <a:r>
              <a:t>[教师逐字稿] 今天先完成这三题。第一题请写判断位数的不等式；第二题写清像素数、每像素位数和单位转换；第三题用“原始信息”解释。原课布置的是新发讲义第二页，但源资料没有那张讲义，这三题是重建版补充题，可直接抄在纸上作答。</a:t>
            </a:r>
          </a:p>
          <a:p xmlns:a="http://schemas.openxmlformats.org/drawingml/2006/main">
            <a:r>
              <a:t>[参考答案] 1. 3bit，4&lt;6≤8。2. 800×600×24÷8=1440000B。3. 没有；插值增加像素数量，不等于增加真实采集的细节。</a:t>
            </a:r>
          </a:p>
          <a:p xmlns:a="http://schemas.openxmlformats.org/drawingml/2006/main">
            <a:r>
              <a:t>[来源] 原课作业位置00:43:32以后；题目为重建补充，不冒充原题。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efbe1679f46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750fc1aa064773" /><Relationship Type="http://schemas.openxmlformats.org/officeDocument/2006/relationships/slideLayout" Target="/ppt/slideLayouts/slideLayout1.xml" Id="R4c15282c777d44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5282c777d44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729d1f8b4403e" /><Relationship Type="http://schemas.openxmlformats.org/officeDocument/2006/relationships/image" Target="/ppt/media/image.jpeg" Id="Rec516135d80f4a26" /><Relationship Type="http://schemas.openxmlformats.org/officeDocument/2006/relationships/notesSlide" Target="/ppt/notesSlides/notesSlide1.xml" Id="R42a763642dac49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1a7b34bda4f78" /><Relationship Type="http://schemas.openxmlformats.org/officeDocument/2006/relationships/image" Target="/ppt/media/image2.jpeg" Id="R083a82a94d044e78" /><Relationship Type="http://schemas.openxmlformats.org/officeDocument/2006/relationships/notesSlide" Target="/ppt/notesSlides/notesSlide2.xml" Id="R9291908f473f41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057ea88b6488d" /><Relationship Type="http://schemas.openxmlformats.org/officeDocument/2006/relationships/image" Target="/ppt/media/image2.jpeg" Id="Re0d8506ce4ac4418" /><Relationship Type="http://schemas.openxmlformats.org/officeDocument/2006/relationships/notesSlide" Target="/ppt/notesSlides/notesSlide3.xml" Id="Rd68d33d3738945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089f6b8164bcf" /><Relationship Type="http://schemas.openxmlformats.org/officeDocument/2006/relationships/image" Target="/ppt/media/image3.jpeg" Id="Rb0132e2551244c01" /><Relationship Type="http://schemas.openxmlformats.org/officeDocument/2006/relationships/notesSlide" Target="/ppt/notesSlides/notesSlide4.xml" Id="Rc7ffc47473da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1971d58d6412f" /><Relationship Type="http://schemas.openxmlformats.org/officeDocument/2006/relationships/image" Target="/ppt/media/image3.jpeg" Id="Re3135bc92d0f412a" /><Relationship Type="http://schemas.openxmlformats.org/officeDocument/2006/relationships/notesSlide" Target="/ppt/notesSlides/notesSlide5.xml" Id="R9ebf56e10b9f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5b4b949034731" /><Relationship Type="http://schemas.openxmlformats.org/officeDocument/2006/relationships/image" Target="/ppt/media/image4.jpeg" Id="R7202c243868f428a" /><Relationship Type="http://schemas.openxmlformats.org/officeDocument/2006/relationships/notesSlide" Target="/ppt/notesSlides/notesSlide6.xml" Id="R7a42c9e28e7e43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69c3bfabc4365" /><Relationship Type="http://schemas.openxmlformats.org/officeDocument/2006/relationships/image" Target="/ppt/media/image4.jpeg" Id="Rd79133bdfdbe4fce" /><Relationship Type="http://schemas.openxmlformats.org/officeDocument/2006/relationships/notesSlide" Target="/ppt/notesSlides/notesSlide7.xml" Id="R6180d1eb7ab74f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f1c0243244f77" /><Relationship Type="http://schemas.openxmlformats.org/officeDocument/2006/relationships/image" Target="/ppt/media/image5.jpeg" Id="R0227f6ee1c3348e0" /><Relationship Type="http://schemas.openxmlformats.org/officeDocument/2006/relationships/notesSlide" Target="/ppt/notesSlides/notesSlide8.xml" Id="Rce3d3ffa9b3944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d68e1903149c0" /><Relationship Type="http://schemas.openxmlformats.org/officeDocument/2006/relationships/image" Target="/ppt/media/image5.jpeg" Id="Rfd4008662409446c" /><Relationship Type="http://schemas.openxmlformats.org/officeDocument/2006/relationships/notesSlide" Target="/ppt/notesSlides/notesSlide9.xml" Id="R2e96eceb13d149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e5fe083c442ea" /><Relationship Type="http://schemas.openxmlformats.org/officeDocument/2006/relationships/image" Target="/ppt/media/image6.jpeg" Id="Rd9657633ecd34b7f" /><Relationship Type="http://schemas.openxmlformats.org/officeDocument/2006/relationships/notesSlide" Target="/ppt/notesSlides/notesSlide10.xml" Id="R946f60b1d96d4d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cd1fcc58449be" /><Relationship Type="http://schemas.openxmlformats.org/officeDocument/2006/relationships/notesSlide" Target="/ppt/notesSlides/notesSlide11.xml" Id="R09568a7a0cb742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8746cdddb4e41" /><Relationship Type="http://schemas.openxmlformats.org/officeDocument/2006/relationships/notesSlide" Target="/ppt/notesSlides/notesSlide12.xml" Id="R34723a0f0b0f4f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c4d8e72e4e2b" /><Relationship Type="http://schemas.openxmlformats.org/officeDocument/2006/relationships/notesSlide" Target="/ppt/notesSlides/notesSlide13.xml" Id="Re01d22d7d5d34b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2ea6cb35d4e88" /><Relationship Type="http://schemas.openxmlformats.org/officeDocument/2006/relationships/notesSlide" Target="/ppt/notesSlides/notesSlide14.xml" Id="R819f28e13e344b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0c7449e044957" /><Relationship Type="http://schemas.openxmlformats.org/officeDocument/2006/relationships/notesSlide" Target="/ppt/notesSlides/notesSlide15.xml" Id="Rb6e972d4c95448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78a7453cb404a" /><Relationship Type="http://schemas.openxmlformats.org/officeDocument/2006/relationships/notesSlide" Target="/ppt/notesSlides/notesSlide16.xml" Id="Rff2844536e3448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d0dd267db4eeb" /><Relationship Type="http://schemas.openxmlformats.org/officeDocument/2006/relationships/notesSlide" Target="/ppt/notesSlides/notesSlide17.xml" Id="Rd417dc0cd35e49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805dd6f3847ac" /><Relationship Type="http://schemas.openxmlformats.org/officeDocument/2006/relationships/notesSlide" Target="/ppt/notesSlides/notesSlide18.xml" Id="Ra7a30d27be514c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a1f326df44fdb" /><Relationship Type="http://schemas.openxmlformats.org/officeDocument/2006/relationships/notesSlide" Target="/ppt/notesSlides/notesSlide19.xml" Id="Rf4d9e6ac54384b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ac53eda514109" /><Relationship Type="http://schemas.openxmlformats.org/officeDocument/2006/relationships/notesSlide" Target="/ppt/notesSlides/notesSlide20.xml" Id="R2f426bd17f4a40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f2d3dc2544f50" /><Relationship Type="http://schemas.openxmlformats.org/officeDocument/2006/relationships/notesSlide" Target="/ppt/notesSlides/notesSlide21.xml" Id="R82e0d31157e64c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e80b900ef4a03" /><Relationship Type="http://schemas.openxmlformats.org/officeDocument/2006/relationships/notesSlide" Target="/ppt/notesSlides/notesSlide22.xml" Id="R5f9e7fcd1da042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ae27dbf249d5" /><Relationship Type="http://schemas.openxmlformats.org/officeDocument/2006/relationships/notesSlide" Target="/ppt/notesSlides/notesSlide23.xml" Id="R70ee7d4aebf446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0ad80b2bd41c7" /><Relationship Type="http://schemas.openxmlformats.org/officeDocument/2006/relationships/notesSlide" Target="/ppt/notesSlides/notesSlide24.xml" Id="R1d2c71acc95b4d5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7870c69b448fc" /><Relationship Type="http://schemas.openxmlformats.org/officeDocument/2006/relationships/notesSlide" Target="/ppt/notesSlides/notesSlide25.xml" Id="R0a15bca46a5c4e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cb424a0c647e5" /><Relationship Type="http://schemas.openxmlformats.org/officeDocument/2006/relationships/notesSlide" Target="/ppt/notesSlides/notesSlide26.xml" Id="R2cf5f8b7a8064cd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45d83c4bd4348" /><Relationship Type="http://schemas.openxmlformats.org/officeDocument/2006/relationships/notesSlide" Target="/ppt/notesSlides/notesSlide27.xml" Id="R4dcf0861c28449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6cbe2bfb9413f" /><Relationship Type="http://schemas.openxmlformats.org/officeDocument/2006/relationships/notesSlide" Target="/ppt/notesSlides/notesSlide28.xml" Id="R6a8061785cff4c3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2466c435d4a2d" /><Relationship Type="http://schemas.openxmlformats.org/officeDocument/2006/relationships/notesSlide" Target="/ppt/notesSlides/notesSlide29.xml" Id="Rdf61d3466a0741e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548a1c16d41f7" /><Relationship Type="http://schemas.openxmlformats.org/officeDocument/2006/relationships/notesSlide" Target="/ppt/notesSlides/notesSlide30.xml" Id="R6d54a022c9bf43a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28ce2001d41bb" /><Relationship Type="http://schemas.openxmlformats.org/officeDocument/2006/relationships/notesSlide" Target="/ppt/notesSlides/notesSlide31.xml" Id="R496fe08ecd614f6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d0b5e3041467e" /><Relationship Type="http://schemas.openxmlformats.org/officeDocument/2006/relationships/notesSlide" Target="/ppt/notesSlides/notesSlide32.xml" Id="R78749fdbb19f429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f4bedb175435e" /><Relationship Type="http://schemas.openxmlformats.org/officeDocument/2006/relationships/notesSlide" Target="/ppt/notesSlides/notesSlide33.xml" Id="R183efde78712478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e94141e45489a" /><Relationship Type="http://schemas.openxmlformats.org/officeDocument/2006/relationships/notesSlide" Target="/ppt/notesSlides/notesSlide34.xml" Id="R1120e937fc3840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31c7fab4540f9" /><Relationship Type="http://schemas.openxmlformats.org/officeDocument/2006/relationships/notesSlide" Target="/ppt/notesSlides/notesSlide35.xml" Id="Rd73c0caea80b43e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b8851559b4fba" /><Relationship Type="http://schemas.openxmlformats.org/officeDocument/2006/relationships/notesSlide" Target="/ppt/notesSlides/notesSlide36.xml" Id="R449bd5d137ce4c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d7b443dc940d3" /><Relationship Type="http://schemas.openxmlformats.org/officeDocument/2006/relationships/notesSlide" Target="/ppt/notesSlides/notesSlide37.xml" Id="R15016634098b49c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9a2224a52447c" /><Relationship Type="http://schemas.openxmlformats.org/officeDocument/2006/relationships/notesSlide" Target="/ppt/notesSlides/notesSlide38.xml" Id="R853462519e2943b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807d3a154319" /><Relationship Type="http://schemas.openxmlformats.org/officeDocument/2006/relationships/notesSlide" Target="/ppt/notesSlides/notesSlide39.xml" Id="R58700f9d9f3d4d0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3cf387afd4ed5" /><Relationship Type="http://schemas.openxmlformats.org/officeDocument/2006/relationships/notesSlide" Target="/ppt/notesSlides/notesSlide40.xml" Id="R26b58c4d19244d2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28649bf2247e3" /><Relationship Type="http://schemas.openxmlformats.org/officeDocument/2006/relationships/notesSlide" Target="/ppt/notesSlides/notesSlide41.xml" Id="R0592261fd46f492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ec5fd14544906" /><Relationship Type="http://schemas.openxmlformats.org/officeDocument/2006/relationships/image" Target="/ppt/media/image7.jpeg" Id="R83021566e2fc4195" /><Relationship Type="http://schemas.openxmlformats.org/officeDocument/2006/relationships/notesSlide" Target="/ppt/notesSlides/notesSlide42.xml" Id="Re54915b048e34c9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6258de6ec4cbc" /><Relationship Type="http://schemas.openxmlformats.org/officeDocument/2006/relationships/image" Target="/ppt/media/image7.jpeg" Id="R59ebb4bc9961441e" /><Relationship Type="http://schemas.openxmlformats.org/officeDocument/2006/relationships/notesSlide" Target="/ppt/notesSlides/notesSlide43.xml" Id="R82613b3d72724a2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083d9a2442be" /><Relationship Type="http://schemas.openxmlformats.org/officeDocument/2006/relationships/notesSlide" Target="/ppt/notesSlides/notesSlide44.xml" Id="R219b75066038411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02dfa8f5f4b24" /><Relationship Type="http://schemas.openxmlformats.org/officeDocument/2006/relationships/notesSlide" Target="/ppt/notesSlides/notesSlide45.xml" Id="R3e00101c8b294d9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daf077ad242bd" /><Relationship Type="http://schemas.openxmlformats.org/officeDocument/2006/relationships/notesSlide" Target="/ppt/notesSlides/notesSlide46.xml" Id="Rcff09253e56949c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4e763fdaa4dfe" /><Relationship Type="http://schemas.openxmlformats.org/officeDocument/2006/relationships/notesSlide" Target="/ppt/notesSlides/notesSlide47.xml" Id="R4c68e9af144c439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f5c5ffc7c45ce" /><Relationship Type="http://schemas.openxmlformats.org/officeDocument/2006/relationships/image" Target="/ppt/media/image8.jpeg" Id="Rf896a097a14840db" /><Relationship Type="http://schemas.openxmlformats.org/officeDocument/2006/relationships/notesSlide" Target="/ppt/notesSlides/notesSlide48.xml" Id="R5b952c2a6a37402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ddb9a84124ce5" /><Relationship Type="http://schemas.openxmlformats.org/officeDocument/2006/relationships/image" Target="/ppt/media/image8.jpeg" Id="R9f3d20302cba4111" /><Relationship Type="http://schemas.openxmlformats.org/officeDocument/2006/relationships/notesSlide" Target="/ppt/notesSlides/notesSlide49.xml" Id="R2d2fc70a679b40a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578afc848464b" /><Relationship Type="http://schemas.openxmlformats.org/officeDocument/2006/relationships/image" Target="/ppt/media/image.png" Id="Rf4a5553262c94464" /><Relationship Type="http://schemas.openxmlformats.org/officeDocument/2006/relationships/notesSlide" Target="/ppt/notesSlides/notesSlide50.xml" Id="R6433a2abee684e8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d444594f04d40" /><Relationship Type="http://schemas.openxmlformats.org/officeDocument/2006/relationships/image" Target="/ppt/media/image.png" Id="R85a99cbbc15a4525" /><Relationship Type="http://schemas.openxmlformats.org/officeDocument/2006/relationships/image" Target="/ppt/media/image2.png" Id="Ra8dd890f8faa411c" /><Relationship Type="http://schemas.openxmlformats.org/officeDocument/2006/relationships/notesSlide" Target="/ppt/notesSlides/notesSlide51.xml" Id="R95edb85b3925474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e6a86e9284c65" /><Relationship Type="http://schemas.openxmlformats.org/officeDocument/2006/relationships/notesSlide" Target="/ppt/notesSlides/notesSlide52.xml" Id="R34349627b28240a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37e6390254f6b" /><Relationship Type="http://schemas.openxmlformats.org/officeDocument/2006/relationships/notesSlide" Target="/ppt/notesSlides/notesSlide53.xml" Id="R9bd9c32d60ab482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081c03cff4cb1" /><Relationship Type="http://schemas.openxmlformats.org/officeDocument/2006/relationships/notesSlide" Target="/ppt/notesSlides/notesSlide54.xml" Id="Rffae1f38961e447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e4831c4eb493e" /><Relationship Type="http://schemas.openxmlformats.org/officeDocument/2006/relationships/notesSlide" Target="/ppt/notesSlides/notesSlide55.xml" Id="Rc3e0bcf8ae5745a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6c57c44db49fc" /><Relationship Type="http://schemas.openxmlformats.org/officeDocument/2006/relationships/notesSlide" Target="/ppt/notesSlides/notesSlide56.xml" Id="R3acad2e9fd484f6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69bc932e24a06" /><Relationship Type="http://schemas.openxmlformats.org/officeDocument/2006/relationships/notesSlide" Target="/ppt/notesSlides/notesSlide57.xml" Id="R36686bea1152447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b3b20a0954be8" /><Relationship Type="http://schemas.openxmlformats.org/officeDocument/2006/relationships/notesSlide" Target="/ppt/notesSlides/notesSlide58.xml" Id="R3157058752084ac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f54e910fa4473" /><Relationship Type="http://schemas.openxmlformats.org/officeDocument/2006/relationships/notesSlide" Target="/ppt/notesSlides/notesSlide59.xml" Id="Rc077ba009e934e9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de18b64334c19" /><Relationship Type="http://schemas.openxmlformats.org/officeDocument/2006/relationships/notesSlide" Target="/ppt/notesSlides/notesSlide60.xml" Id="R2c78720d07c543f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e61b1306c4b33" /><Relationship Type="http://schemas.openxmlformats.org/officeDocument/2006/relationships/notesSlide" Target="/ppt/notesSlides/notesSlide61.xml" Id="R77eaab77b99b403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e15ccbf6a474a" /><Relationship Type="http://schemas.openxmlformats.org/officeDocument/2006/relationships/notesSlide" Target="/ppt/notesSlides/notesSlide62.xml" Id="Rd434a194c7ac4fa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338540d984377" /><Relationship Type="http://schemas.openxmlformats.org/officeDocument/2006/relationships/notesSlide" Target="/ppt/notesSlides/notesSlide63.xml" Id="R1645fc3381da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5854D-8321-4B14-A770-1CEA72B5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B10DF-C22A-4BEE-A2D6-E89594C9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2C917B-1333-4FD4-937B-AE9FF8CA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7AC80A-F51B-4BE5-A915-17AA93E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7334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一只熊猫怎样变成</a:t>
            </a:r>
          </a:p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16135d80f4a26"/>
          <a:stretch xmlns:a="http://schemas.openxmlformats.org/drawingml/2006/main"/>
        </p:blipFill>
        <p:spPr>
          <a:xfrm xmlns:a="http://schemas.openxmlformats.org/drawingml/2006/main">
            <a:off x="8334375" y="2203543"/>
            <a:ext cx="2762250" cy="3117664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C671854-FF94-46B8-902A-3621658D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从像素到图像数据</a:t>
            </a:r>
          </a:p>
        </p:txBody>
      </p:sp>
    </p:spTree>
    <p:extLst>
      <p:ext uri="{BB962C8B-B14F-4D97-AF65-F5344CB8AC3E}">
        <p14:creationId xmlns:p14="http://schemas.microsoft.com/office/powerpoint/2010/main" val="50266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4A1B7-0E7B-439A-B4C0-6D68247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A63E3-A26B-4B7D-9D97-E881B599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9FCDAF-5EF2-4D78-9866-2A17DBC3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a82a94d044e78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793D1-1A32-4221-B96D-A0DAA9DE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A156EB2-19AF-47A7-9EF7-09C998C9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</p:spTree>
    <p:extLst>
      <p:ext uri="{BB962C8B-B14F-4D97-AF65-F5344CB8AC3E}">
        <p14:creationId xmlns:p14="http://schemas.microsoft.com/office/powerpoint/2010/main" val="1367171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374A1B7-0E7B-439A-B4C0-6D68247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A63E3-A26B-4B7D-9D97-E881B599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9FCDAF-5EF2-4D78-9866-2A17DBC3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8506ce4ac4418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793D1-1A32-4221-B96D-A0DAA9DE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A156EB2-19AF-47A7-9EF7-09C998C9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ED421-8E66-4DC4-BE45-0F1D7E6C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66488-F9CC-4DC4-8A99-D512A42E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B54FE-4383-4A21-8896-E1DCD084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2A23D-84A3-4A3D-8662-95216CEC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39982-DCF9-4630-89B4-504C67B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1A0BF-291D-44F5-9B05-E633B52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B39E2-B381-4513-A46E-01C71C42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54DEE-86C6-426D-B51D-D443D6C6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CAE9A-CF72-44C1-970D-3136E94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75AB4-1011-4B21-BE90-5CA6D57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74F0A-CA98-4FC0-AD72-0C8B6295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58E5C-804E-4058-8972-96DE02F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4CF91-6772-4EA2-9687-AE48AED3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FE04C-FE26-49B5-89D9-FDF14FB2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6CFC8-649C-4254-B26D-A4C9143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C806B-B3FD-452F-AEFE-6C316163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DF319-103A-48D3-A1E4-188060BB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380B2-DEFE-4094-8F43-1B33C57E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15B56-1C0B-4DEF-B065-78DE3FF6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4EDF1-397C-4930-9E90-DE77700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7F4F2-0418-4508-9847-253C51D3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E16FCF-D052-41B2-BDCC-13EA0CC2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B725E-CCC1-4E44-97B0-136AE56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3567A-8D34-4D22-8D27-8C6C4288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6A37A4-5F2F-40B3-B332-805C1EB1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92DB92-A954-4BF7-BBFD-B0C0463C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22D7D6-A4E9-4785-A7B1-3593010E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3CD09-A0C5-4896-99A7-B3F7CFC8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4F7919-7268-4FD3-94F1-A1FE96CE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6B558-1398-49CB-B36F-40F9D814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D05D50-7F7C-4A87-88D3-9341123F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29A090-7F87-458F-8B9B-904F62D2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2A3302-D14F-4AA3-9A43-DD2E43D1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BFBF8D-1A91-4260-A7FB-935907B2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22C079-054D-43BA-9ECC-1D38CB70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B3D407-82BB-49E6-A3C7-7462F76E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158635-00D9-4535-860B-CCE00D54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70BD95-A8FD-4546-835A-DD79FC8A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8B24CA-4210-4866-9686-7E98BA4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7227F1-2A69-454A-B22A-66FB48C0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741E2D-868D-4EBD-B36D-6D5B4109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F6D014-E934-4AB5-B989-A28B1578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FF8B6A-C8EB-49FE-9818-88339712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0C8B25-746E-4359-91E1-E5AED3EB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41B68C-8CCE-457C-8648-D036D6E8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5AB5C2-9ACF-4251-B257-54036B9C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220435-07B4-4C51-8D62-DBF7221B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866A01-4AC9-468F-B946-F3FDC7CB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26CD52-9CFA-449E-AAC8-11D8EBC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B0FDDD-0DCA-41F0-A921-8F26F65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07C112-490C-4056-9E22-66E1B0B6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F1F647-D083-4D13-BC14-3960838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F93E0B-15AB-437A-9852-AD908886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47EA0A-4F0E-4CCD-82A9-BC4AD31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0C546B-5C12-41EF-9B81-78623C58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266A99-E029-487B-8667-5849697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A93B48-7697-45AC-BB30-2C6A6FC8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5EE207-054E-4637-A496-11A9739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D42F30-8B1C-4196-80CD-BBD8BC72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D8144E-4044-4C86-813A-8C0EE7B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7E1185-1FAC-4923-B9CF-D7B40CD6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8EFA1C-31EF-486C-8BB9-1C0D9B24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DC1E85-EDD5-4ED2-B472-08BC7019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BC9B1F-07A8-404D-BD5C-F0A592FF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602DFBC-3A01-4D34-917A-CB943A65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A4D8C5-BF50-4951-A7D2-0C97A77C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A49CEC-35A6-4659-A76A-5CF475D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0595A86-1E56-419F-9F05-2EDE934D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DFB9998-B09E-44C5-9BAA-8E292E37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510D10-B554-4E77-92E0-E255B6FF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D31CF5E-667E-4FA5-A545-FE87C94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2B5F845-50D6-4303-8E0D-367E70D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1458580-8B23-49C6-A094-C15B133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CF9CB3A-F723-4C11-8133-F9A82439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BE1B961-5A2D-4C18-9095-FA8A28A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183FAE-64C8-4150-A3BA-5109EEB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938713-3A2A-4BDE-8404-455CBD56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B9E1428-EDBA-4A84-94B0-135D429F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E21DE14-77EF-4242-844D-1426D77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9871A9-18A7-49E0-9CE2-0477417F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C76C6F-3C38-4677-AA42-A145D11A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67347E-0B41-4B68-B4ED-176B1C01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F8FE8B3-F33B-4000-908D-B0452EC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61BCDDC-D7AE-4491-9549-21869071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5E3DB0-D448-43E7-BBA0-38482C5C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3FE3005-A1D6-4C98-97E3-5DB4BE80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6466F6-725A-400D-AAD2-E083B538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DBE1D1-3A00-4022-96D0-4F9D4D27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4E28A0-AE26-4AAD-8591-3ED11B50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036318-509D-48E5-B8EB-C72F27A8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711EC4-5CA4-4239-8904-0D72239D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EAF502E-D3F1-46C9-90E7-4C259658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F22206-8119-4F0E-AA74-9D069361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A9D1F0F-C23C-4572-81C7-7F7FB23B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8333B42-01C0-4903-8AF9-6EAEAE63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E1ACE39-1257-472A-96E8-EE87653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9EB15B4-EF13-4E98-B296-56A65308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071E9BA-6974-49DD-A13E-228C702A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D26DBB-3D1B-42AD-B46B-E7A97578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8216D3E-2685-4B2A-A700-538B5222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C11C087-D108-4B18-B52A-72AE1BC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36B77DF-34DC-46F8-BAE9-A2BD2CF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F93BDC-AD8A-4C1F-8571-187FFE55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7A28D2-95E0-4E82-AE97-2398FB7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6A134FE-91DC-4E79-A6E7-2364775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E90F496-4066-4FAB-A3CC-FBB98258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292AE74-6064-45DD-90A3-290D8776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6D1A6D9-0E9B-4B6F-953A-2656B97D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266F071-DA48-49AD-99BA-A3BA980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C32B9DD-ACD2-4988-B56F-579F1393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35D260B-E8D9-40B0-ACE9-E15F4A52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8C8FA18-9935-41E4-912F-19B48AC4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AF044F9-1329-4083-B558-6317BA5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8D84718-959C-4E40-8280-C2927E11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D3A7799-B95F-453F-8840-6E54E911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4D44178-2F66-445A-BE0B-2EE7A8AA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821F511-03D1-40E8-A8E4-AEC9542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D8ADB6D-1364-484D-B95D-903B733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189DFCE-8FCF-4B14-91AB-6229752A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30285D5-3191-4AFF-8132-CCF171C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029268D-99A6-46EC-85C6-91C4262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9E5C216-F6FC-478F-8430-34E96BC5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293C261-80F2-47E7-9C72-88CEBA6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98F29EF-0D9A-41DA-ADF3-93F8A157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268D20E-7BF5-4909-A6E4-1F660B6F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C155EFA-8025-4B41-A838-97564B4E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57FB1A4-1EBE-45D5-A99E-4CEA7049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54A9B82-31AA-4125-9A76-67CE3834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3AFEDD5-9D49-485D-9CFD-CDA671F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7B42007-EB5D-4552-A010-D02CA26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812EC8C-F8A8-49BC-B958-C6FE39C4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D575CE3-A563-491E-943F-89E8DF9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2541C44-ED00-42F6-B596-29414AED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5091E82-F82C-4396-A6E6-F2EEE537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CE7657C-40CC-47F0-BD3A-8606F33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88B2235-A513-48B2-A9C6-6CA6965F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355DE34-1AC9-40FA-8BE9-CF6414DE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3EF92B4-FCAF-4A3C-BD86-BB683F3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E3BBE79-F0EA-416E-9C81-9999DC90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FDF6FC0-9AF3-4259-AB28-9C42470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DABAA30-F744-4637-B658-84B13E2F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A3239B0-34FE-4B2D-B99B-9B2C42C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34028DD-9B0F-4D87-B321-8418CBDC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3FD99FD-BEAB-4A1B-B32E-54FDAE83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8468938-3F56-4E10-AA59-C028E9F8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26442AF-157C-41F4-BA42-1A4543A5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6CB774F-D60C-43A9-98EE-22374A30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9B3650B-3117-4CE1-B2A8-69B6D82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8F8007D-F3EA-4276-9DA1-9B8030B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F0A1D90-9E72-4909-95DE-A109CC1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0BBAE65-5AE3-4ACB-AEEF-2398BC55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0F978E7-27C7-459D-9393-04F98080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78B2023-C560-4C5E-B522-3B1F881B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71121DF-BB47-4BBA-8A96-60BFE56A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506AC95-2ADF-4F9E-98D4-525BC1D7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923BA8B-8342-4570-8E92-8F471C38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24BF5B2-2CE1-481C-805E-96498D8A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22D2CAD-8BF1-428B-B45E-65A8E27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D87AD89-BD09-4914-8ECC-B09D57A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CA2CDA7-26F2-4D88-8178-1AEE90AB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2156ADD-CE27-4CAC-923E-9221E946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37C923F-E004-49DA-BF28-98C14FA4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0DB948E-78E3-4A32-B2C6-BBB17B55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B30FC67-310D-4B5B-8829-DA191B3F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F739B3A-E0A7-4088-BAE6-AE3A93F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C7450CF-DB1A-42F3-815C-57587198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9A4FD93-19BB-44F1-BDB9-313F6865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7897F97-9050-45A5-90B3-A1CE4FA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1F80DA4-289A-48D4-B393-AEBB62D5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75716CE-DDF0-4E6A-BABE-22AE0A37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3DBA4C1-28F0-4D67-88EA-06DCCB9D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104F1D4-9019-4857-B78C-73BCDCE9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59F9DD7-0A65-48D9-A39F-78981440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D7151EC-CF81-4386-A164-0F79ACEE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AB17538-7CE4-47F3-9669-F6EC081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0C9C499-7C37-4ED9-B127-E46DED1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5EAEFD6-C708-44A3-9A08-C1D2DB97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4F96754-699B-4BB5-9660-5C7ACAFC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4DD6082-7476-471D-B0F9-6EF44776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11C0478-4B41-4BCC-AAF5-664E808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B38627C-EAF4-4412-8FA1-21712DFB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72EF734-9FE8-4A55-89B0-4CB4B792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56C86F9-E6CC-455A-ACB6-31E9C6AF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3835EF9-44BC-42B8-887D-60AC02CC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351644B-30A2-46F4-9532-8CF53FE0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7BAE8FA-DA5E-4C18-8506-A1790F41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C8A8040-10C1-4806-9857-4F67EAC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EE29871-6E37-45E6-ABD0-F20BD718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45F79C3-25E1-4841-89CD-2ADC932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206A1AE-5167-47B0-B769-4F1F8319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CFC96E2-FE18-48A7-934A-FA17CE9D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DB0C491-1183-45A8-8EC7-E8946A26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E226EFF-F404-4E49-86AF-0F8695E9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AD2753A-B4A8-4513-8E12-0067F89C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1E444A7-A4F3-4200-996A-17D1BCD7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BB944F4-EB7D-486E-9A7A-805595F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857981F-E8AB-463F-8820-A79D90DA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CFD51D1-392F-4A10-9BE2-16A1B62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36D6A1C-2101-42AE-96FA-2819095C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510028D-118C-4441-90EE-CEC7B6EF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C488426-C8DE-4A42-AFB6-4FC62277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63116E4-0557-40A0-A07E-6C81391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155B6E2-12F8-4903-825E-B05957D4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DCE1FA0-066D-4280-A206-E8F7EDD5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DC17FED-E2B9-4D67-BF53-D3E9B2EF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E35B2AA-9912-4B0D-9464-E2FF7F76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9FE98CE-0CDB-49C9-8CB3-6215D580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3844871-2089-4CEA-9E59-BCBC54CA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9703758-B61C-4007-B928-FB03BECC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A4416EE-072A-4CB8-A8E9-5C5E789F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B1BF01C-7BE9-4F3C-8CFF-E19D283A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B479450-A412-4161-937C-5D4FAB07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D8F3FE0-7D98-46F3-A17B-3094ED0F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224F872-0558-49AC-AEE4-E07912B4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527F32E-99AA-4C7A-9B20-942D5A8A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235705B-327D-439B-A17B-1620F3FA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F39E1D6-AEEC-49A8-AD8C-7E4426C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E1CBC11-7BA3-4A31-961E-87A495C5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C2E51FB-A2D4-4C5C-86D7-712E1DEA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0B750C0-2B2C-431F-BC2F-59384D2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EDAAEBF-6C28-4599-A0DF-01291B1B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E478219-B14C-4D68-A2C9-C9650AB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5352C1E-2EC3-4174-BF99-EDF7C98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5B10E40-1777-403D-ACF1-52725860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42A008B-77E5-4C27-AEFB-C9AF2940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E53A1AC-4811-4ABE-9242-6FD8C45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CE98CF1-CBF7-464F-9F43-8B07261F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D373228-38D1-4ED3-A32C-63F605C0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15B3C49-A114-4013-B0B9-16D805F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2248492-8D6A-4DCF-B987-164D6B6D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8D4ACAE-1E78-4E2A-BA31-5DE30CE4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1B2EEB2-1215-4F87-962D-A5C9E123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A93BB6B-F1F7-4A72-9016-7198EA63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B35ACCB-6B93-4764-8E57-10F09A6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448ACD0-754A-46A1-BD91-99730B4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BAE05C0-5101-45F1-B7A6-56F75E3A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DE07A4E-7E60-472C-8CA5-8D0BAB9E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A1AD1D9-F64C-4861-A17E-EE6ADBD6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FCA0AE7-1BFB-419D-A3D0-B2AE316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0594026-8866-46B3-A6E9-0DD5DB54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4ED3411-A7F9-4A34-8AC0-62A5FED5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0919136-17E3-4FF4-944D-590898DA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30014C8-4536-47D9-9B16-48E12D22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C058A46-7A35-4A73-8638-23CC9505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8FA21A0-1D8C-47F6-B29E-276E1FA0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7F809A6-F0AB-4766-9270-E8A214D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C564C17-86A4-414F-A1AC-660FFE4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D78A697-E96D-4F0F-A79C-68814C42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A2B854C-B853-4A71-A97C-E5DD7C36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8EEF24B-FA51-41CA-B66A-2731668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3F535C5-31F3-4B09-B2A2-1378282E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2A8C767-A996-457F-8AD7-ADB9198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9126C6C-224B-4653-817F-D756E1E7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7BE516E-6CCE-4901-87E8-B99D2A01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472ADB7-00A7-4C77-9EB7-F9C1AD18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8C29C72-F193-4BE9-916C-FD4C3A7D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8AA335B7-CB25-4360-8013-11164B4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像素：位图中的图像单元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62E2A5D-D059-4F8F-A00C-BCBF3CA0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7700" y="3571875"/>
            <a:ext cx="2543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7171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7CB0A-1109-4AE9-A696-B01875C1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B7B31-E8CC-4834-9DF5-233C1E2B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014F688-6266-4482-9250-AE69D39A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32e2551244c01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259CB93-6116-4D13-B44E-7E6FD95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</p:spTree>
    <p:extLst>
      <p:ext uri="{BB962C8B-B14F-4D97-AF65-F5344CB8AC3E}">
        <p14:creationId xmlns:p14="http://schemas.microsoft.com/office/powerpoint/2010/main" val="1455821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7CB0A-1109-4AE9-A696-B01875C1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B7B31-E8CC-4834-9DF5-233C1E2B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014F688-6266-4482-9250-AE69D39A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5bc92d0f412a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259CB93-6116-4D13-B44E-7E6FD95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843182E-0ECF-4B20-B9C3-31152669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反射光 → 镜头 → 图像传感器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AEADF5D-14F7-4834-B462-C999057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在有限位置采集光的信息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A0F1BC5-E70D-4BED-AD6C-747074A4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每处留下一个局部样本</a:t>
            </a:r>
          </a:p>
        </p:txBody>
      </p:sp>
    </p:spTree>
    <p:extLst>
      <p:ext uri="{BB962C8B-B14F-4D97-AF65-F5344CB8AC3E}">
        <p14:creationId xmlns:p14="http://schemas.microsoft.com/office/powerpoint/2010/main" val="1455821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5DA1B-F282-478F-871C-DD2F24EC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3FB3B-5142-4BB2-A5A6-2EB00FE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641BBD-2958-4C91-BE00-335AF7A0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2c243868f428a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ECD1-8FB8-407F-9EDA-1EB255A1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BFF6E-F51D-487F-9ED4-3068816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B8332-E564-467C-81DD-6719593D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320DA-048D-4884-B97A-5DD73492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B90E0-9090-4139-AB60-C7F387E1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D60B-7633-403A-A165-7E8F120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2F08E-2D64-483B-8682-F8FC699D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EAC80-27D8-4818-8D6C-C6845AD5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8A8F6-5E19-4D22-8450-4D231FF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B8466-CA0A-4C61-BB9F-D1A77E9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6A362-6678-407F-86F6-BF7839AA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E5528-B9C1-491C-82AB-DAF18F5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8C156-E3B8-43AF-A35E-A874BF7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64F65-3E83-4028-A226-9AB7037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C6A70-7F08-4EF6-881D-459B445A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ED2AC-D6D2-42D9-A119-C6C52B1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D4082-77BF-437E-9170-39F8FCE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37484-4CC6-4966-8F60-826AF8AA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090706CB-B3F6-4E42-8E80-30EA1CC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</p:spTree>
    <p:extLst>
      <p:ext uri="{BB962C8B-B14F-4D97-AF65-F5344CB8AC3E}">
        <p14:creationId xmlns:p14="http://schemas.microsoft.com/office/powerpoint/2010/main" val="1421691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5DA1B-F282-478F-871C-DD2F24EC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3FB3B-5142-4BB2-A5A6-2EB00FE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641BBD-2958-4C91-BE00-335AF7A0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133bdfdbe4fce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ECD1-8FB8-407F-9EDA-1EB255A1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BFF6E-F51D-487F-9ED4-3068816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B8332-E564-467C-81DD-6719593D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320DA-048D-4884-B97A-5DD73492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B90E0-9090-4139-AB60-C7F387E1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D60B-7633-403A-A165-7E8F120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2F08E-2D64-483B-8682-F8FC699D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EAC80-27D8-4818-8D6C-C6845AD5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8A8F6-5E19-4D22-8450-4D231FF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B8466-CA0A-4C61-BB9F-D1A77E9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6A362-6678-407F-86F6-BF7839AA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E5528-B9C1-491C-82AB-DAF18F5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8C156-E3B8-43AF-A35E-A874BF7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64F65-3E83-4028-A226-9AB7037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C6A70-7F08-4EF6-881D-459B445A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ED2AC-D6D2-42D9-A119-C6C52B1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D4082-77BF-437E-9170-39F8FCE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37484-4CC6-4966-8F60-826AF8AA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090706CB-B3F6-4E42-8E80-30EA1CC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D32C8D10-910B-455D-A6B3-79CDF27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8×8 = 64 个位置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4E55E947-498C-4E74-9F78-AF49465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8×8保留二维排列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AB6390C7-8572-4099-A15F-C190B81E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取得样本：采样</a:t>
            </a:r>
          </a:p>
        </p:txBody>
      </p:sp>
    </p:spTree>
    <p:extLst>
      <p:ext uri="{BB962C8B-B14F-4D97-AF65-F5344CB8AC3E}">
        <p14:creationId xmlns:p14="http://schemas.microsoft.com/office/powerpoint/2010/main" val="1421691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D95ED-006D-4727-B1B4-34D3998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EC0D3-77F9-4CAD-AE1D-E9ED57E3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31BA10-57CE-4C80-9105-7D81633D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7f6ee1c3348e0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A6A56-B001-42EA-AF03-150A2F6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07DE2-9D98-4AAD-9E19-E3413E48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EF762-7132-4602-9586-D46529C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6352F-4254-4607-B781-9622F4F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427D6-C811-4607-AFD1-6655BB4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F4675-3564-4880-8151-0E0EDFA1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3DA5-4835-4FB0-8A13-D79AD94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D8FFE-40F0-4E44-8AD8-5761FA3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F1C71-90A2-45BD-A90A-B867245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C9EB5-ADD9-4E86-85BF-D704CCBE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965A9-7299-4355-B493-C6CBF8D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4E2CF-AA1F-4FD6-9257-1BF1A291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6A4D5-AB20-43FD-BF84-BD3AA63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D8209-FD13-4DB3-8B24-9C9535E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4D823-223C-453B-BC28-1D11FB65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C5E8F-A01D-4AC1-AC62-E89F9D4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991CD-91CC-4FC4-889B-725E695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4A44E-0344-4C8A-85A8-203B62C6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01B4B-F6AA-4B92-9FA3-DA39D271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464E986B-3D1D-4B33-B228-CA9CEDF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7EDE39D4-EA1D-4BC4-AAC4-98B93DB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449BE-0063-4FA6-8D1F-D30DDC98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DD65A6DF-D98C-418D-9F2C-8A143C0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DC70E-822D-46F9-BF8D-D02E78F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EEB47-FC7A-4A86-B2A2-CC8198F3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B03036-4779-4315-951A-853ABDBF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0F85D1-C6A7-4E9C-9696-8134E14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4862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ED95ED-006D-4727-B1B4-34D3998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EC0D3-77F9-4CAD-AE1D-E9ED57E3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31BA10-57CE-4C80-9105-7D81633D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008662409446c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A6A56-B001-42EA-AF03-150A2F6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07DE2-9D98-4AAD-9E19-E3413E48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EF762-7132-4602-9586-D46529C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6352F-4254-4607-B781-9622F4F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427D6-C811-4607-AFD1-6655BB4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F4675-3564-4880-8151-0E0EDFA1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3DA5-4835-4FB0-8A13-D79AD94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D8FFE-40F0-4E44-8AD8-5761FA3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F1C71-90A2-45BD-A90A-B867245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C9EB5-ADD9-4E86-85BF-D704CCBE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965A9-7299-4355-B493-C6CBF8D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4E2CF-AA1F-4FD6-9257-1BF1A291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6A4D5-AB20-43FD-BF84-BD3AA63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D8209-FD13-4DB3-8B24-9C9535E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4D823-223C-453B-BC28-1D11FB65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C5E8F-A01D-4AC1-AC62-E89F9D4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991CD-91CC-4FC4-889B-725E695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4A44E-0344-4C8A-85A8-203B62C6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01B4B-F6AA-4B92-9FA3-DA39D271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464E986B-3D1D-4B33-B228-CA9CEDF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7EDE39D4-EA1D-4BC4-AAC4-98B93DB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449BE-0063-4FA6-8D1F-D30DDC98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DD65A6DF-D98C-418D-9F2C-8A143C0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DC70E-822D-46F9-BF8D-D02E78F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EEB47-FC7A-4A86-B2A2-CC8198F3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B03036-4779-4315-951A-853ABDBF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0F85D1-C6A7-4E9C-9696-8134E14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60749-F622-42E7-B5EC-35F002C8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33342FFC-F021-4496-9126-E2198CBB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29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映射到有限等级：量化</a:t>
            </a:r>
          </a:p>
        </p:txBody>
      </p:sp>
    </p:spTree>
    <p:extLst>
      <p:ext uri="{BB962C8B-B14F-4D97-AF65-F5344CB8AC3E}">
        <p14:creationId xmlns:p14="http://schemas.microsoft.com/office/powerpoint/2010/main" val="12948624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B6792C3-702A-4BEE-BCCB-C68185AD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244D7-ACAD-473E-BF92-6B33AFB7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05A7DE-BC2A-4285-9C9D-E4410171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把同一规则应用到64个样本</a:t>
            </a:r>
          </a:p>
        </p:txBody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57633ecd34b7f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228600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7F81A-DF30-4ADD-898B-4A1FD1EA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1439E-AC68-41B2-84FB-8C6BBF2A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EB42D-C567-4C64-9DB1-3F18A75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EDFBB-8508-40FC-976B-31DA390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67C02-0689-4284-B22E-15B9B34C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3B1A6-FC08-491D-B70C-EC2CED6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F3007-A0AF-4CAC-885E-81897116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86254-2186-4E7F-A4BE-24A2D255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83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D89DB-794E-4242-BEA8-D1C2DFBE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D4949-99C9-4A8A-9114-2F3DE826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B7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7C9AC-6183-4382-90FC-AF7C8D4B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FFEAD-9925-48CA-8657-DE592FF6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8E9C6-D604-4D31-AF55-4151E269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0C2C6-CD5D-48E2-AE83-16A7BB5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CD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71244-BC6A-4420-B809-51B5A79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1149D-B294-4454-A860-09E929A8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E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4858D-C9B7-434B-A8AA-56AE405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C171B-A92A-4A4F-B06C-58B61F95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EDD57-71BF-404C-97AF-32E1AF5D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10265-25FD-4739-955A-F41003C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D7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E20FA-C1FC-42F9-8597-E598198D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C6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B17B7-73EC-4C1A-A8FB-30E50F5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09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DF494-B80E-494B-85E1-B5160125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932A9-BFE1-4EA6-8484-922279E5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8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E104E-C4D2-432B-BB11-CF34ED93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5D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F83E0-CD92-41BA-A828-AC69BE7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B37EB-73BD-4CE9-8CA8-4685B67B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51CC7F-13F2-44D8-A015-BAC00E83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54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A04987-C354-4A35-8851-562AC34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E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A1E837-7FAE-422C-9804-0D408FC3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BB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C7599-D27F-4C8B-B46B-EEAEC924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65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8DD757-CCF3-4358-B6AF-3DEC98F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56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E21819-1F80-4D54-84A0-B16C9C20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C073E5-F666-4A5D-B38C-7E012F57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8C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EF4EC8-2015-4F35-A1D8-FC5E6497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5A942B-C4D8-4D43-A573-BA1F848A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F9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28EB15-5EDD-4B6A-A077-3F2F4FE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39393E-F34C-4E4C-A407-374441B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4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4305D8-EBF1-42FF-9714-2C30B927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97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34E814-D086-4D22-9735-F859AED4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493453-F6DB-409B-A81C-D6940344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B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DFC37B-5719-4746-882E-03FC80A2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95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F956F0-5596-4153-83A0-2ABF8AA8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A7A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CC5AD9-5F63-417F-92C2-CEBE31DF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9C9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418CD2-C460-4E53-A8D4-7AF4445F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1A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C286F6-9A45-43E3-BB40-149D1707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3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FF99BB-E6D2-48BB-8EFF-1C7A8B5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08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A6C701-1DD4-4760-811B-26F026B0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84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EE1BB2-623B-4604-8947-37C7C095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C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CC0A59-E6FC-4280-AC4B-75B89371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1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03088A-F28A-4B2C-96F4-9710C65D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2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27BE5F-0978-4F34-9156-BA6A2EFA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2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C41730-9FBF-4A9E-9129-F88B45B4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89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1632D2-6C20-4655-9314-FDF63FF8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929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A55267-AE04-4FDD-BF2E-E1BDEF5D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D6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A805AB-306A-4855-B11F-B042EC2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B1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E33FF3-7BEB-4690-A7C2-D12B88D8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E2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CEDCC8-3727-40AE-9022-FDBD05F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72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E03B7D-F577-47DA-BC0D-CB362996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57A6F4-EDF5-4ED2-818F-E45DD9A7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81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3A0A39-FAAC-4FB1-8564-36F93C7D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32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B7D099-CAC7-4699-AEB5-CE58CFB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F94F75-159B-401B-A2D9-66F94898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56CBF1-BBEB-43E6-AA96-16650B75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AB88BE-5C44-49F7-AC7E-5BE85CB9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93F7D3-763A-4A3D-AE56-8A30E3C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DF2CF1-0D56-4F4B-9363-5AF937EB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C55C3E-6C6F-4F62-BFF7-3FB8F2B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8E66C3-750A-4788-B35A-5EE3E1D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5E4158-EACF-40B2-A0D1-6037D68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D20BF7-6D16-4614-8C24-D863544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CAF690-8E7D-4606-9993-248D99A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2658046-3FC9-4AAC-8675-0F9B166D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839E51E-7545-480E-9B3C-C938AF6F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FDE3251-D9AA-44B4-8926-F683BAB3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B3E98D-FA1A-438D-B3AE-E6DA00C8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B7F1AE-5E99-42B2-9798-BDF2B704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BBE2E8-4E69-417A-9596-1EC56E1D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00173F-6E1D-456E-972D-54D61B7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481272E-E6DA-47C8-8089-648C9757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E6D282-945E-439F-9234-4714AC3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27F426D-7C39-406A-9C85-882CACFB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087653-7101-4500-9BE8-96C90CD1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2320DB5-330B-4052-BBC3-B9CD579A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DF2E84-C8CB-45A3-AE59-FAD2971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02C078-7ACE-4ACC-BD3E-CB85318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45B8911-1952-4508-ACE1-698A3E1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FB0BDB7-78F9-4A46-9D81-8A22B7D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DA95EB-E51E-4562-809B-2139F368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8AB802-EFDD-487F-9C08-8C572FA8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996A88E-D41D-4EA7-AEFB-A470199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E49BF8A-F0A8-41D0-908F-013847F1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6D50CB-13B7-4896-ADD9-6B005F24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DB74D21-EDCC-43A0-8EF1-CFE8CC86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A1CBE1-4A20-47F3-9B1F-C319168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46CDB8-E7E0-4181-8887-A981C1E5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DD4BF2-DBE7-466B-BB35-FF29EA6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1263C93-572C-4C60-95E9-936999CA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E580A91-E848-4B44-B4AD-71668259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487B24-53F7-425E-9B8A-0433DCA8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688C55-2F5B-4B64-9CD6-4FE124C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41BE46-090C-46C4-B72F-A480BEA1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76C923-FFC0-46C4-8049-6AF19F1A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E89C3DF-BCFE-40E7-BD76-F6B25E82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1DA94B9-DC23-4DEC-B65F-715C9BC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85115EF-ABC4-4F5E-851C-416BD315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8602950-A1C7-4401-A3E6-02280280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B022395-A733-4154-A69A-8FD27627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299D32-3CF9-4753-B946-348889E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C9FA873-B04C-49D4-BB4D-0FA6CD8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3C274E-582B-4F05-BC61-8E8BA461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5AD0C41-5DF9-4782-BBA3-9D224642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3504F88-9DFD-48CD-9604-7A730DF0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BE62FE7-E3F7-495A-AF6C-78E240C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9CBCD10-5265-4E59-8792-261A8F0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0ABC6D-A0D6-4CB5-B231-2BA6751A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DA799B3-AE79-4F11-9EE1-5DBC9D24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0476E0E-55A4-429C-8ABE-F4C08C07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D09B5B1-B9A4-44DF-90FA-C5B7013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293A3E-7A74-4CEA-A99D-1EE91157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7148CE7-9590-4A84-8AE4-DD6B19EC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F4B4B9E-4324-444E-A0DB-0EC5017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6C4733-EDCE-4942-A05B-18236C11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EB3BEA7-206B-42C2-A809-590ADCD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C1FFD0D-EE57-42A7-87B9-CAAF883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ED93ADC-77E3-482C-8040-78BC69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BE54001-D5B3-415E-B625-07DEDED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5B64C37-E7C9-4FF9-A703-39D137D2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text-131">
            <a:extLst xmlns:a="http://schemas.openxmlformats.org/drawingml/2006/main">
              <a:ext uri="{FF2B5EF4-FFF2-40B4-BE49-F238E27FC236}">
                <a16:creationId xmlns:a16="http://schemas.microsoft.com/office/drawing/2014/main" id="{BC40B2FF-A290-4B37-872E-DA827325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原图同一区域</a:t>
            </a:r>
          </a:p>
        </p:txBody>
      </p:sp>
      <p:sp>
        <p:nvSpPr>
          <p:cNvPr id="134" name="text-132">
            <a:extLst xmlns:a="http://schemas.openxmlformats.org/drawingml/2006/main">
              <a:ext uri="{FF2B5EF4-FFF2-40B4-BE49-F238E27FC236}">
                <a16:creationId xmlns:a16="http://schemas.microsoft.com/office/drawing/2014/main" id="{6BC53F1B-4149-4656-BB03-F1230A31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每格的平均色</a:t>
            </a:r>
          </a:p>
        </p:txBody>
      </p:sp>
      <p:sp>
        <p:nvSpPr>
          <p:cNvPr id="135" name="text-133">
            <a:extLst xmlns:a="http://schemas.openxmlformats.org/drawingml/2006/main">
              <a:ext uri="{FF2B5EF4-FFF2-40B4-BE49-F238E27FC236}">
                <a16:creationId xmlns:a16="http://schemas.microsoft.com/office/drawing/2014/main" id="{6D83285D-928B-4E29-B048-5B61DECB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限制为4种颜色</a:t>
            </a:r>
          </a:p>
        </p:txBody>
      </p:sp>
      <p:sp>
        <p:nvSpPr>
          <p:cNvPr id="136" name="text-134">
            <a:extLst xmlns:a="http://schemas.openxmlformats.org/drawingml/2006/main">
              <a:ext uri="{FF2B5EF4-FFF2-40B4-BE49-F238E27FC236}">
                <a16:creationId xmlns:a16="http://schemas.microsoft.com/office/drawing/2014/main" id="{61061155-1BFC-434B-B464-9A09ACE6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7" name="text-135">
            <a:extLst xmlns:a="http://schemas.openxmlformats.org/drawingml/2006/main">
              <a:ext uri="{FF2B5EF4-FFF2-40B4-BE49-F238E27FC236}">
                <a16:creationId xmlns:a16="http://schemas.microsoft.com/office/drawing/2014/main" id="{1CB2F71D-A4DB-40D5-AE73-CA4A9850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8" name="text-136">
            <a:extLst xmlns:a="http://schemas.openxmlformats.org/drawingml/2006/main">
              <a:ext uri="{FF2B5EF4-FFF2-40B4-BE49-F238E27FC236}">
                <a16:creationId xmlns:a16="http://schemas.microsoft.com/office/drawing/2014/main" id="{7E97E0A3-5BC8-4B1D-AB8F-420987E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采样确定位置；量化选择有限颜色。</a:t>
            </a:r>
          </a:p>
        </p:txBody>
      </p:sp>
    </p:spTree>
    <p:extLst>
      <p:ext uri="{BB962C8B-B14F-4D97-AF65-F5344CB8AC3E}">
        <p14:creationId xmlns:p14="http://schemas.microsoft.com/office/powerpoint/2010/main" val="170533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B90CC-F8B0-4D2B-B866-DDA7720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33FE0-895B-408E-AA73-E7A99A0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A01152-F10E-4B4D-87C2-98FF359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BDAE87-4A9C-44BA-8153-AE1C2B4C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88FF5-8770-4BF4-84FF-0F19681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B400E-BD89-47D2-96AF-6C74175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7A33E-856A-4665-868C-35E89CD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AAE18-6C5B-4C5D-9409-3537F0EB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454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B90CC-F8B0-4D2B-B866-DDA7720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33FE0-895B-408E-AA73-E7A99A0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A01152-F10E-4B4D-87C2-98FF359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BDAE87-4A9C-44BA-8153-AE1C2B4C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88FF5-8770-4BF4-84FF-0F19681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B400E-BD89-47D2-96AF-6C74175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7A33E-856A-4665-868C-35E89CD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AAE18-6C5B-4C5D-9409-3537F0EB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BDF3009-D56A-4197-A3FD-DEFC1F0B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有 4 种状态，刚好够用</a:t>
            </a:r>
          </a:p>
        </p:txBody>
      </p:sp>
    </p:spTree>
    <p:extLst>
      <p:ext uri="{BB962C8B-B14F-4D97-AF65-F5344CB8AC3E}">
        <p14:creationId xmlns:p14="http://schemas.microsoft.com/office/powerpoint/2010/main" val="1934541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F1710F9-0001-4C4C-B9AF-F6026656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EB608-7BBF-4C46-B4AB-A7672AD0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506EE7-D10D-480E-BC25-647C9AAF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492E5-E670-4518-8F28-57C137F2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77CB6F3-A5F5-48EA-8494-1EA48B0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9E3AB-0626-46F9-ADB7-8DB4DA2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5546CF5-CA8A-4238-976F-38ACD34B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9B81B-6A78-48E4-8ECE-84CB151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42E4C3E-9BBD-4E6A-90C8-24DBB0F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3C8BA-E3C0-4993-ADBA-048F435A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917081A-33C1-407E-ABC0-FEDCFE8C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4B7A4-8164-4D4C-BFCD-CD4F602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C783368-BA06-4003-8CD4-F63D48B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88691-E48C-46F5-ADCC-F6FB058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1719639-68D4-409B-853B-71DA817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21C74-FA81-4610-86E2-AABEA21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025C2770-09A8-48DD-BA0C-28F2A7EC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28C5A-95C1-4819-B4AE-3254FC9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398EA5F-350A-4783-B7FE-8DDF995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E6F83-402C-4B57-9D96-A0F7BDE5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D82B439-3963-4258-91D1-7C0C9F10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C02D3-AE5D-4E0F-8FF6-D90D50C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A6926D3-8EEE-444B-B6AE-F7A32A7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D6957-CEF7-4820-AD08-590AD4C9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C145D13-506A-41D1-80B2-372E846E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80CFA-143E-4F77-89DD-B7D094EA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96198C97-0F26-42B6-8419-5CD2999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54F57-3912-4A3F-BE6D-FCEC392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D6740374-3DA9-4AF5-9963-277C31C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F9EC7-D0CD-4600-92AC-3F2DA60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783AC6F1-3AD3-4D12-A50F-18E4DDF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2E06D-6120-4B76-A56D-6210E52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02363653-C315-49B9-9115-DB50542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36696-E104-426F-A4CB-DD44DF9B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035741B-9D68-40A0-9B5B-D0569C4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EC2D3-6FD4-4DE0-B638-301AD4B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EE8F5B20-95D1-4299-835C-C80B4A9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F732C6-5D6F-4F07-A57E-C544FBE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1C6F555-9553-4482-8941-77477A7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21DAA2-EB20-45B1-B72B-7BD6D8E4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CF58B10-B3A7-4381-8416-950A00F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529E5-EE3D-4450-91EA-1D79C131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E539F301-740F-4C77-92A3-E301589D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3B17E9-1F43-407A-A23E-C43FDA6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C55859E9-4E36-44E5-8E8C-29F1C2EA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592DE0-C823-4DA7-8FBD-5FD4E0AF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E0A11EB9-2CD3-4606-905B-0D8381F0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57959C-B355-431C-860C-3EF55F3F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CAEA9555-5FCA-4C8D-86C4-78097BB0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5BC06F-559D-4779-AD92-0089F6E9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0A12E2AE-D8E4-400D-8B93-9100ECDE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2CAFBC-5436-4D48-AD9E-10DCA67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C935B917-ED23-40FE-9DC4-E59FA968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0B9066-7DDE-4BEA-B92F-BD742F9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6AFC1010-4430-40B7-BE04-2D3FC72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30E89E-9B66-4B20-ABA8-3F07D76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F01608CB-7C4F-4E7F-9AB8-524CEDD2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1E3F66-2318-4457-A49C-2CB946C2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73C72AD8-F9C0-4C19-AD05-5661FA4F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929B6E-2067-4C9C-BCC3-BBC398B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115ECD18-2F71-4293-81B3-4DE97930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DA8564-F193-4369-B042-1F0247B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824118B7-E20D-43EF-B3D8-6673E24E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0408FF-4E65-47F7-ACA4-6ABEBF3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4F2008E8-D961-45DC-9249-3141971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D68F07-29DD-43D9-BF94-60D43449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F5DED753-FDC2-4B0A-9807-02AFA6F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940DE4-6484-4B28-B4CE-EBCA60B5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35AC08D6-3348-432B-9398-FDEC078E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227107-D734-4AD3-A5C1-0EF748A9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AA8D91F4-DD89-445F-98FD-02E8A0F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08F3DD-A99A-4227-80DF-69BD591A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17BD7EB5-5413-4BFA-B95C-1F53CFEF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814EC2-AF34-434F-96B8-52A6ACEF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5E149C0D-C6D4-450D-8447-D839E8B2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2192A9-F5AB-49AC-AD55-C3D4488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C5B21F0B-40B9-4B31-966D-470ACD4A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76BA3A-4928-4FB3-8AC4-22966999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5D63850E-FC52-48BD-8111-6B8AB408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1BD1D5-FD48-449E-8203-DAE76D8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C0A2394-A800-4E3B-98B7-0D3E0FC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96D8ED-FFA2-4B42-A9C5-57C0695B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98CA2D2E-99D3-4C7C-A631-52AC80A3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5C34BB-4A86-427B-8F36-0997DC3B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D2F0673E-CB4D-408E-9E88-107E79D1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FD12A1-7442-4F52-8D9D-65C2E2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5945436E-0ED0-45BE-8283-F79E0BD9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E01057-49F9-4F43-963D-9CEA37D3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644E8BD8-A8CB-416F-88A4-C8C8F41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F063A5B-A709-4542-9D79-8924227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A053D590-C580-4AFE-B299-17843038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8B9364-C101-47D9-87B4-666A241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CE1EA2A1-A305-4A80-B01D-C4F76A73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698397-2820-4A57-A866-C21BB211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D994926E-F3FA-4633-B918-E3F6415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B2329E-DBBE-4613-9548-DB6EB327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1D124ACF-407B-4CEE-909B-AE65EC3C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EB6F3EC-8CCA-44CD-982A-19B96927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DCEE1A27-B8D1-49C1-9460-C96710F3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41E026-EB64-4B4F-A172-93004B9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CB9120E7-B440-466F-9398-AD548608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89878F-C1FB-4EF9-A5BF-5F3C2B19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5CF6A118-ABD5-4574-B7A3-705327C7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4FE1B2-F6D9-435F-91AA-1F945E7E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BE362729-CA09-402B-B0F4-DD133AC0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40A587F-AA5A-49FF-93C0-2D434F23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714E4F10-34AD-4B6E-AD05-46C74A1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77FD4D-D522-4B8D-9DE5-B2F843D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66FCEA7C-3960-4999-92D6-A442E61A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275ED31-9661-4FF4-932A-C81F29B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FC180250-8D57-4644-A762-1EAF224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F5FD881-9ABF-4E06-8262-13F033ED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BA3FFDC9-8628-4DF7-9C18-FA3A6DEF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D4B1FE4-928A-454D-8CE6-BCC2369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28282C74-6DD6-4D85-BC4A-29CEB03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CBF5DE-26EF-479C-88C5-CEA35E74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5FD8A53-A94D-4ACF-BCA4-76EA2A6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7ABAEA-6B20-405E-8C45-D5677D25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2EEF9C53-9C84-4708-AF83-29C09C5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8FFBB20-A402-4F6F-B866-6181812A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703D5490-A0BC-4CBF-8989-6436A308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6D884BA-69DD-412E-BB79-48AEB43F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3A0519E2-332B-42D4-8C07-ADD32044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C11EAB8-2B40-4BD8-BDE4-E20F92A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8E46FDC2-9F81-45D0-9886-8AE831FA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B42A03-F6E1-40D6-823E-B6006F35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76A50260-7DD5-4045-B27A-06FC176B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36F110-B920-41C8-B756-08D06E8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A43CEA62-952B-4279-9BED-E2B529E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8B5B638-B9E4-45E0-BE0A-3F2D92DC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4CD63C7C-0E49-41BD-8212-38A0E72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67090C6-6874-4515-96FD-59C8B965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17EDC777-D92F-4534-BC22-32C50D6A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C40F781C-3ADE-4F4B-8E72-68C65D0B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</p:spTree>
    <p:extLst>
      <p:ext uri="{BB962C8B-B14F-4D97-AF65-F5344CB8AC3E}">
        <p14:creationId xmlns:p14="http://schemas.microsoft.com/office/powerpoint/2010/main" val="900378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F1710F9-0001-4C4C-B9AF-F6026656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EB608-7BBF-4C46-B4AB-A7672AD0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506EE7-D10D-480E-BC25-647C9AAF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492E5-E670-4518-8F28-57C137F2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77CB6F3-A5F5-48EA-8494-1EA48B0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9E3AB-0626-46F9-ADB7-8DB4DA2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5546CF5-CA8A-4238-976F-38ACD34B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9B81B-6A78-48E4-8ECE-84CB151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42E4C3E-9BBD-4E6A-90C8-24DBB0F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3C8BA-E3C0-4993-ADBA-048F435A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917081A-33C1-407E-ABC0-FEDCFE8C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4B7A4-8164-4D4C-BFCD-CD4F602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C783368-BA06-4003-8CD4-F63D48B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88691-E48C-46F5-ADCC-F6FB058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1719639-68D4-409B-853B-71DA817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21C74-FA81-4610-86E2-AABEA21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025C2770-09A8-48DD-BA0C-28F2A7EC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28C5A-95C1-4819-B4AE-3254FC9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398EA5F-350A-4783-B7FE-8DDF995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E6F83-402C-4B57-9D96-A0F7BDE5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D82B439-3963-4258-91D1-7C0C9F10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C02D3-AE5D-4E0F-8FF6-D90D50C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A6926D3-8EEE-444B-B6AE-F7A32A7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D6957-CEF7-4820-AD08-590AD4C9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C145D13-506A-41D1-80B2-372E846E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80CFA-143E-4F77-89DD-B7D094EA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96198C97-0F26-42B6-8419-5CD2999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54F57-3912-4A3F-BE6D-FCEC392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D6740374-3DA9-4AF5-9963-277C31C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F9EC7-D0CD-4600-92AC-3F2DA60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783AC6F1-3AD3-4D12-A50F-18E4DDF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2E06D-6120-4B76-A56D-6210E52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02363653-C315-49B9-9115-DB50542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36696-E104-426F-A4CB-DD44DF9B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035741B-9D68-40A0-9B5B-D0569C4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EC2D3-6FD4-4DE0-B638-301AD4B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EE8F5B20-95D1-4299-835C-C80B4A9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F732C6-5D6F-4F07-A57E-C544FBE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1C6F555-9553-4482-8941-77477A7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21DAA2-EB20-45B1-B72B-7BD6D8E4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CF58B10-B3A7-4381-8416-950A00F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529E5-EE3D-4450-91EA-1D79C131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E539F301-740F-4C77-92A3-E301589D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3B17E9-1F43-407A-A23E-C43FDA6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C55859E9-4E36-44E5-8E8C-29F1C2EA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592DE0-C823-4DA7-8FBD-5FD4E0AF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E0A11EB9-2CD3-4606-905B-0D8381F0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57959C-B355-431C-860C-3EF55F3F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CAEA9555-5FCA-4C8D-86C4-78097BB0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5BC06F-559D-4779-AD92-0089F6E9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0A12E2AE-D8E4-400D-8B93-9100ECDE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2CAFBC-5436-4D48-AD9E-10DCA67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C935B917-ED23-40FE-9DC4-E59FA968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0B9066-7DDE-4BEA-B92F-BD742F9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6AFC1010-4430-40B7-BE04-2D3FC72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30E89E-9B66-4B20-ABA8-3F07D76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F01608CB-7C4F-4E7F-9AB8-524CEDD2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1E3F66-2318-4457-A49C-2CB946C2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73C72AD8-F9C0-4C19-AD05-5661FA4F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929B6E-2067-4C9C-BCC3-BBC398B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115ECD18-2F71-4293-81B3-4DE97930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DA8564-F193-4369-B042-1F0247B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824118B7-E20D-43EF-B3D8-6673E24E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0408FF-4E65-47F7-ACA4-6ABEBF3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4F2008E8-D961-45DC-9249-3141971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D68F07-29DD-43D9-BF94-60D43449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F5DED753-FDC2-4B0A-9807-02AFA6F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940DE4-6484-4B28-B4CE-EBCA60B5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35AC08D6-3348-432B-9398-FDEC078E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227107-D734-4AD3-A5C1-0EF748A9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AA8D91F4-DD89-445F-98FD-02E8A0F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08F3DD-A99A-4227-80DF-69BD591A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17BD7EB5-5413-4BFA-B95C-1F53CFEF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814EC2-AF34-434F-96B8-52A6ACEF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5E149C0D-C6D4-450D-8447-D839E8B2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2192A9-F5AB-49AC-AD55-C3D4488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C5B21F0B-40B9-4B31-966D-470ACD4A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76BA3A-4928-4FB3-8AC4-22966999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5D63850E-FC52-48BD-8111-6B8AB408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1BD1D5-FD48-449E-8203-DAE76D8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C0A2394-A800-4E3B-98B7-0D3E0FC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96D8ED-FFA2-4B42-A9C5-57C0695B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98CA2D2E-99D3-4C7C-A631-52AC80A3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5C34BB-4A86-427B-8F36-0997DC3B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D2F0673E-CB4D-408E-9E88-107E79D1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FD12A1-7442-4F52-8D9D-65C2E2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5945436E-0ED0-45BE-8283-F79E0BD9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E01057-49F9-4F43-963D-9CEA37D3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644E8BD8-A8CB-416F-88A4-C8C8F41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F063A5B-A709-4542-9D79-8924227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A053D590-C580-4AFE-B299-17843038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8B9364-C101-47D9-87B4-666A241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CE1EA2A1-A305-4A80-B01D-C4F76A73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698397-2820-4A57-A866-C21BB211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D994926E-F3FA-4633-B918-E3F6415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B2329E-DBBE-4613-9548-DB6EB327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1D124ACF-407B-4CEE-909B-AE65EC3C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EB6F3EC-8CCA-44CD-982A-19B96927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DCEE1A27-B8D1-49C1-9460-C96710F3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41E026-EB64-4B4F-A172-93004B9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CB9120E7-B440-466F-9398-AD548608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89878F-C1FB-4EF9-A5BF-5F3C2B19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5CF6A118-ABD5-4574-B7A3-705327C7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4FE1B2-F6D9-435F-91AA-1F945E7E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BE362729-CA09-402B-B0F4-DD133AC0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40A587F-AA5A-49FF-93C0-2D434F23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714E4F10-34AD-4B6E-AD05-46C74A1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77FD4D-D522-4B8D-9DE5-B2F843D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66FCEA7C-3960-4999-92D6-A442E61A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275ED31-9661-4FF4-932A-C81F29B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FC180250-8D57-4644-A762-1EAF224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F5FD881-9ABF-4E06-8262-13F033ED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BA3FFDC9-8628-4DF7-9C18-FA3A6DEF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D4B1FE4-928A-454D-8CE6-BCC2369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28282C74-6DD6-4D85-BC4A-29CEB03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CBF5DE-26EF-479C-88C5-CEA35E74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5FD8A53-A94D-4ACF-BCA4-76EA2A6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7ABAEA-6B20-405E-8C45-D5677D25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2EEF9C53-9C84-4708-AF83-29C09C5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8FFBB20-A402-4F6F-B866-6181812A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703D5490-A0BC-4CBF-8989-6436A308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6D884BA-69DD-412E-BB79-48AEB43F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3A0519E2-332B-42D4-8C07-ADD32044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C11EAB8-2B40-4BD8-BDE4-E20F92A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8E46FDC2-9F81-45D0-9886-8AE831FA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B42A03-F6E1-40D6-823E-B6006F35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76A50260-7DD5-4045-B27A-06FC176B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36F110-B920-41C8-B756-08D06E8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A43CEA62-952B-4279-9BED-E2B529E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8B5B638-B9E4-45E0-BE0A-3F2D92DC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4CD63C7C-0E49-41BD-8212-38A0E72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67090C6-6874-4515-96FD-59C8B965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17EDC777-D92F-4534-BC22-32C50D6A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C40F781C-3ADE-4F4B-8E72-68C65D0B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1A795CA-D915-4C7F-8BBD-413094CD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text-135">
            <a:extLst xmlns:a="http://schemas.openxmlformats.org/drawingml/2006/main">
              <a:ext uri="{FF2B5EF4-FFF2-40B4-BE49-F238E27FC236}">
                <a16:creationId xmlns:a16="http://schemas.microsoft.com/office/drawing/2014/main" id="{FD169B15-DB24-4EA2-8A5D-ECFD1D0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3E551CE-3A41-403A-BFDA-956E372B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text-137">
            <a:extLst xmlns:a="http://schemas.openxmlformats.org/drawingml/2006/main">
              <a:ext uri="{FF2B5EF4-FFF2-40B4-BE49-F238E27FC236}">
                <a16:creationId xmlns:a16="http://schemas.microsoft.com/office/drawing/2014/main" id="{9EE2627C-0A88-411E-98F2-1841BDFF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7721C3B-5D62-44DF-B242-5D8864F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text-139">
            <a:extLst xmlns:a="http://schemas.openxmlformats.org/drawingml/2006/main">
              <a:ext uri="{FF2B5EF4-FFF2-40B4-BE49-F238E27FC236}">
                <a16:creationId xmlns:a16="http://schemas.microsoft.com/office/drawing/2014/main" id="{AA6AE823-55D7-4300-B774-BC9C8D06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9E504C4-4AD4-4D69-A703-97205323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text-141">
            <a:extLst xmlns:a="http://schemas.openxmlformats.org/drawingml/2006/main">
              <a:ext uri="{FF2B5EF4-FFF2-40B4-BE49-F238E27FC236}">
                <a16:creationId xmlns:a16="http://schemas.microsoft.com/office/drawing/2014/main" id="{250D4A9A-BCD3-4243-9996-7787E9D7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5F88A99-9589-402E-9BE9-88310F44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text-143">
            <a:extLst xmlns:a="http://schemas.openxmlformats.org/drawingml/2006/main">
              <a:ext uri="{FF2B5EF4-FFF2-40B4-BE49-F238E27FC236}">
                <a16:creationId xmlns:a16="http://schemas.microsoft.com/office/drawing/2014/main" id="{950B2293-0F79-43BF-83E5-981671E1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221DAE4-3012-4211-9D4B-4DE14A93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text-145">
            <a:extLst xmlns:a="http://schemas.openxmlformats.org/drawingml/2006/main">
              <a:ext uri="{FF2B5EF4-FFF2-40B4-BE49-F238E27FC236}">
                <a16:creationId xmlns:a16="http://schemas.microsoft.com/office/drawing/2014/main" id="{D743201E-504F-4C35-86B7-D072C16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185A581-CFEF-49CC-B1C6-82B12A5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text-147">
            <a:extLst xmlns:a="http://schemas.openxmlformats.org/drawingml/2006/main">
              <a:ext uri="{FF2B5EF4-FFF2-40B4-BE49-F238E27FC236}">
                <a16:creationId xmlns:a16="http://schemas.microsoft.com/office/drawing/2014/main" id="{C1B0C1C9-19FD-40A7-AE36-9C61650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A54A93A-977C-41C5-B6F8-B7C11CC0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text-149">
            <a:extLst xmlns:a="http://schemas.openxmlformats.org/drawingml/2006/main">
              <a:ext uri="{FF2B5EF4-FFF2-40B4-BE49-F238E27FC236}">
                <a16:creationId xmlns:a16="http://schemas.microsoft.com/office/drawing/2014/main" id="{F8A061B6-32C2-4D95-AE77-6EFD7CE3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54A2987-D51A-4566-A957-5743C6CD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text-151">
            <a:extLst xmlns:a="http://schemas.openxmlformats.org/drawingml/2006/main">
              <a:ext uri="{FF2B5EF4-FFF2-40B4-BE49-F238E27FC236}">
                <a16:creationId xmlns:a16="http://schemas.microsoft.com/office/drawing/2014/main" id="{7116FA2E-1115-4F8A-B1A2-A62E4F52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290B30C-0258-4115-92A3-02FAEAEA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text-153">
            <a:extLst xmlns:a="http://schemas.openxmlformats.org/drawingml/2006/main">
              <a:ext uri="{FF2B5EF4-FFF2-40B4-BE49-F238E27FC236}">
                <a16:creationId xmlns:a16="http://schemas.microsoft.com/office/drawing/2014/main" id="{312C4FD0-F327-41C0-81B6-323120A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0706760-91A7-429E-BF96-8A42E2D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text-155">
            <a:extLst xmlns:a="http://schemas.openxmlformats.org/drawingml/2006/main">
              <a:ext uri="{FF2B5EF4-FFF2-40B4-BE49-F238E27FC236}">
                <a16:creationId xmlns:a16="http://schemas.microsoft.com/office/drawing/2014/main" id="{43BB5A5F-0E2D-4127-9EFA-5CC475AA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75D9529-22D9-4267-8B6A-1F10055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text-157">
            <a:extLst xmlns:a="http://schemas.openxmlformats.org/drawingml/2006/main">
              <a:ext uri="{FF2B5EF4-FFF2-40B4-BE49-F238E27FC236}">
                <a16:creationId xmlns:a16="http://schemas.microsoft.com/office/drawing/2014/main" id="{2AEC3566-FCB5-4B02-8C46-E9FE8C28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6A9D7BB-7AB6-448B-B32C-9733C8C4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text-159">
            <a:extLst xmlns:a="http://schemas.openxmlformats.org/drawingml/2006/main">
              <a:ext uri="{FF2B5EF4-FFF2-40B4-BE49-F238E27FC236}">
                <a16:creationId xmlns:a16="http://schemas.microsoft.com/office/drawing/2014/main" id="{87527B50-1B38-4415-94AB-9994006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11E9C2D-BC05-4A07-9D2E-47700C0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text-161">
            <a:extLst xmlns:a="http://schemas.openxmlformats.org/drawingml/2006/main">
              <a:ext uri="{FF2B5EF4-FFF2-40B4-BE49-F238E27FC236}">
                <a16:creationId xmlns:a16="http://schemas.microsoft.com/office/drawing/2014/main" id="{29EC681A-AD27-456D-A715-558DDE02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D662D20-4D21-4590-8A4B-6A635067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text-163">
            <a:extLst xmlns:a="http://schemas.openxmlformats.org/drawingml/2006/main">
              <a:ext uri="{FF2B5EF4-FFF2-40B4-BE49-F238E27FC236}">
                <a16:creationId xmlns:a16="http://schemas.microsoft.com/office/drawing/2014/main" id="{38314D39-49DB-4F5E-8CAE-332E22D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F955072-7923-4918-97F9-3D97AA33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text-165">
            <a:extLst xmlns:a="http://schemas.openxmlformats.org/drawingml/2006/main">
              <a:ext uri="{FF2B5EF4-FFF2-40B4-BE49-F238E27FC236}">
                <a16:creationId xmlns:a16="http://schemas.microsoft.com/office/drawing/2014/main" id="{E21E2197-30A3-489A-A635-664FE641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F85EA1B-4084-4BBD-93D3-81B63547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text-167">
            <a:extLst xmlns:a="http://schemas.openxmlformats.org/drawingml/2006/main">
              <a:ext uri="{FF2B5EF4-FFF2-40B4-BE49-F238E27FC236}">
                <a16:creationId xmlns:a16="http://schemas.microsoft.com/office/drawing/2014/main" id="{AE9D41BD-C709-41C4-B410-A16198F0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DC0AEC0-1930-489A-A58C-853E2617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text-169">
            <a:extLst xmlns:a="http://schemas.openxmlformats.org/drawingml/2006/main">
              <a:ext uri="{FF2B5EF4-FFF2-40B4-BE49-F238E27FC236}">
                <a16:creationId xmlns:a16="http://schemas.microsoft.com/office/drawing/2014/main" id="{B944F37C-5991-4A8F-893C-2875934D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CBEE070-8FEE-40F5-B51A-B607B60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text-171">
            <a:extLst xmlns:a="http://schemas.openxmlformats.org/drawingml/2006/main">
              <a:ext uri="{FF2B5EF4-FFF2-40B4-BE49-F238E27FC236}">
                <a16:creationId xmlns:a16="http://schemas.microsoft.com/office/drawing/2014/main" id="{693ECAF0-CCD1-4F8C-96E0-36521DA9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F05661C-16A0-412A-B423-5352FAD9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text-173">
            <a:extLst xmlns:a="http://schemas.openxmlformats.org/drawingml/2006/main">
              <a:ext uri="{FF2B5EF4-FFF2-40B4-BE49-F238E27FC236}">
                <a16:creationId xmlns:a16="http://schemas.microsoft.com/office/drawing/2014/main" id="{51BE19CF-3D7F-4AA4-AB92-9EF65C7B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0D91CE9-7282-4467-853D-5ABD19D1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text-175">
            <a:extLst xmlns:a="http://schemas.openxmlformats.org/drawingml/2006/main">
              <a:ext uri="{FF2B5EF4-FFF2-40B4-BE49-F238E27FC236}">
                <a16:creationId xmlns:a16="http://schemas.microsoft.com/office/drawing/2014/main" id="{58CFDE73-5A26-4F12-9FF0-DAB81EA9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F008199-8178-4AA2-A76E-DF283A41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text-177">
            <a:extLst xmlns:a="http://schemas.openxmlformats.org/drawingml/2006/main">
              <a:ext uri="{FF2B5EF4-FFF2-40B4-BE49-F238E27FC236}">
                <a16:creationId xmlns:a16="http://schemas.microsoft.com/office/drawing/2014/main" id="{D7E2DD32-788B-48C2-8D8F-A6D6674C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62E8E80-04D6-46A4-A36E-1DFFEF3F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text-179">
            <a:extLst xmlns:a="http://schemas.openxmlformats.org/drawingml/2006/main">
              <a:ext uri="{FF2B5EF4-FFF2-40B4-BE49-F238E27FC236}">
                <a16:creationId xmlns:a16="http://schemas.microsoft.com/office/drawing/2014/main" id="{8612190A-434F-4929-A051-733E99D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6DD25EA-8A90-4E8A-93D9-0C96CAE2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text-181">
            <a:extLst xmlns:a="http://schemas.openxmlformats.org/drawingml/2006/main">
              <a:ext uri="{FF2B5EF4-FFF2-40B4-BE49-F238E27FC236}">
                <a16:creationId xmlns:a16="http://schemas.microsoft.com/office/drawing/2014/main" id="{577CEFAB-4F43-4908-BB95-3482DAA5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D8642A8-D7C6-4712-989C-577D0AD0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text-183">
            <a:extLst xmlns:a="http://schemas.openxmlformats.org/drawingml/2006/main">
              <a:ext uri="{FF2B5EF4-FFF2-40B4-BE49-F238E27FC236}">
                <a16:creationId xmlns:a16="http://schemas.microsoft.com/office/drawing/2014/main" id="{CF6F4397-926B-4F4A-9C63-829E9596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AB1C7F0-A1EA-4526-A189-D98FDF43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text-185">
            <a:extLst xmlns:a="http://schemas.openxmlformats.org/drawingml/2006/main">
              <a:ext uri="{FF2B5EF4-FFF2-40B4-BE49-F238E27FC236}">
                <a16:creationId xmlns:a16="http://schemas.microsoft.com/office/drawing/2014/main" id="{D08D90D5-DBAD-4549-A2D0-B04A3CCC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3F6C897-DAE0-4E80-A1A0-15D35BC2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text-187">
            <a:extLst xmlns:a="http://schemas.openxmlformats.org/drawingml/2006/main">
              <a:ext uri="{FF2B5EF4-FFF2-40B4-BE49-F238E27FC236}">
                <a16:creationId xmlns:a16="http://schemas.microsoft.com/office/drawing/2014/main" id="{E260451F-9171-4896-9E60-5D035ADE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2242EF2-CCFF-4271-A999-510709A9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text-189">
            <a:extLst xmlns:a="http://schemas.openxmlformats.org/drawingml/2006/main">
              <a:ext uri="{FF2B5EF4-FFF2-40B4-BE49-F238E27FC236}">
                <a16:creationId xmlns:a16="http://schemas.microsoft.com/office/drawing/2014/main" id="{F257D170-90DC-4B85-9368-6C7DC136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C86616F-CDCE-4F4E-90AA-682C4F4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text-191">
            <a:extLst xmlns:a="http://schemas.openxmlformats.org/drawingml/2006/main">
              <a:ext uri="{FF2B5EF4-FFF2-40B4-BE49-F238E27FC236}">
                <a16:creationId xmlns:a16="http://schemas.microsoft.com/office/drawing/2014/main" id="{1CE4C7AD-1226-4387-A5D1-8CD86EA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0A298BE-4E2A-4332-A029-ABD24E1D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text-193">
            <a:extLst xmlns:a="http://schemas.openxmlformats.org/drawingml/2006/main">
              <a:ext uri="{FF2B5EF4-FFF2-40B4-BE49-F238E27FC236}">
                <a16:creationId xmlns:a16="http://schemas.microsoft.com/office/drawing/2014/main" id="{9B3BD17E-F356-45B4-A599-663D563E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A8021E8-4F5C-47B2-8650-013EF0D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text-195">
            <a:extLst xmlns:a="http://schemas.openxmlformats.org/drawingml/2006/main">
              <a:ext uri="{FF2B5EF4-FFF2-40B4-BE49-F238E27FC236}">
                <a16:creationId xmlns:a16="http://schemas.microsoft.com/office/drawing/2014/main" id="{EDF3AFCC-A0F5-44A1-BC5B-813F00A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AEC60B1-0B50-42BE-AC63-C5B53BE4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text-197">
            <a:extLst xmlns:a="http://schemas.openxmlformats.org/drawingml/2006/main">
              <a:ext uri="{FF2B5EF4-FFF2-40B4-BE49-F238E27FC236}">
                <a16:creationId xmlns:a16="http://schemas.microsoft.com/office/drawing/2014/main" id="{CE8FF67A-100E-4BCA-B357-885F8AA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C9040F4-8646-496A-ACEC-44BE5B3E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text-199">
            <a:extLst xmlns:a="http://schemas.openxmlformats.org/drawingml/2006/main">
              <a:ext uri="{FF2B5EF4-FFF2-40B4-BE49-F238E27FC236}">
                <a16:creationId xmlns:a16="http://schemas.microsoft.com/office/drawing/2014/main" id="{783F5DE0-E09C-4200-8596-12B620C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43C561E-8EF7-40D3-BC5A-5D63324A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text-201">
            <a:extLst xmlns:a="http://schemas.openxmlformats.org/drawingml/2006/main">
              <a:ext uri="{FF2B5EF4-FFF2-40B4-BE49-F238E27FC236}">
                <a16:creationId xmlns:a16="http://schemas.microsoft.com/office/drawing/2014/main" id="{6CE466C3-089E-4E3A-9E9B-2B66F33B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E82382E-4F5B-4053-A050-7C738B6D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text-203">
            <a:extLst xmlns:a="http://schemas.openxmlformats.org/drawingml/2006/main">
              <a:ext uri="{FF2B5EF4-FFF2-40B4-BE49-F238E27FC236}">
                <a16:creationId xmlns:a16="http://schemas.microsoft.com/office/drawing/2014/main" id="{9926DAE1-008F-4383-BEB5-DBD5355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BB5DA5C-FD0E-4B80-A446-397A25B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text-205">
            <a:extLst xmlns:a="http://schemas.openxmlformats.org/drawingml/2006/main">
              <a:ext uri="{FF2B5EF4-FFF2-40B4-BE49-F238E27FC236}">
                <a16:creationId xmlns:a16="http://schemas.microsoft.com/office/drawing/2014/main" id="{09B2C665-D8F0-42BA-945D-8C50030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1AD5FE1-5076-45B4-A4BD-31026C6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text-207">
            <a:extLst xmlns:a="http://schemas.openxmlformats.org/drawingml/2006/main">
              <a:ext uri="{FF2B5EF4-FFF2-40B4-BE49-F238E27FC236}">
                <a16:creationId xmlns:a16="http://schemas.microsoft.com/office/drawing/2014/main" id="{96DB6B54-291D-4F4B-8E5E-C2C11C98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405D16B-981E-47E1-8BD2-046F0968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text-209">
            <a:extLst xmlns:a="http://schemas.openxmlformats.org/drawingml/2006/main">
              <a:ext uri="{FF2B5EF4-FFF2-40B4-BE49-F238E27FC236}">
                <a16:creationId xmlns:a16="http://schemas.microsoft.com/office/drawing/2014/main" id="{3F31AE88-B7EC-42AA-8EB0-F5D67EB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378C702-D20C-4985-8F25-FFFD8B4C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text-211">
            <a:extLst xmlns:a="http://schemas.openxmlformats.org/drawingml/2006/main">
              <a:ext uri="{FF2B5EF4-FFF2-40B4-BE49-F238E27FC236}">
                <a16:creationId xmlns:a16="http://schemas.microsoft.com/office/drawing/2014/main" id="{5F117316-C226-47F1-9FE0-236FE21F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DDFDA8C-E0D8-4BB3-8578-BE7061B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text-213">
            <a:extLst xmlns:a="http://schemas.openxmlformats.org/drawingml/2006/main">
              <a:ext uri="{FF2B5EF4-FFF2-40B4-BE49-F238E27FC236}">
                <a16:creationId xmlns:a16="http://schemas.microsoft.com/office/drawing/2014/main" id="{3CCFC93E-549E-472F-8C46-B0D6FCE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7C4B9FE-D564-4085-8658-EA686510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text-215">
            <a:extLst xmlns:a="http://schemas.openxmlformats.org/drawingml/2006/main">
              <a:ext uri="{FF2B5EF4-FFF2-40B4-BE49-F238E27FC236}">
                <a16:creationId xmlns:a16="http://schemas.microsoft.com/office/drawing/2014/main" id="{56260CE7-40D5-4F7B-9AC6-1C80F63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F508A18-7278-4554-BB25-AE676FAC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text-217">
            <a:extLst xmlns:a="http://schemas.openxmlformats.org/drawingml/2006/main">
              <a:ext uri="{FF2B5EF4-FFF2-40B4-BE49-F238E27FC236}">
                <a16:creationId xmlns:a16="http://schemas.microsoft.com/office/drawing/2014/main" id="{A1F74B7E-E4B2-42CA-8937-785D47BD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DE9AEE1-B057-445D-87FB-74249A42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text-219">
            <a:extLst xmlns:a="http://schemas.openxmlformats.org/drawingml/2006/main">
              <a:ext uri="{FF2B5EF4-FFF2-40B4-BE49-F238E27FC236}">
                <a16:creationId xmlns:a16="http://schemas.microsoft.com/office/drawing/2014/main" id="{05F8FC2B-80F2-4232-AAD4-CD4090A2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5619919-4CBC-46AE-801D-9CE9301D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text-221">
            <a:extLst xmlns:a="http://schemas.openxmlformats.org/drawingml/2006/main">
              <a:ext uri="{FF2B5EF4-FFF2-40B4-BE49-F238E27FC236}">
                <a16:creationId xmlns:a16="http://schemas.microsoft.com/office/drawing/2014/main" id="{F56330C9-4A2A-492C-BA16-931DAF5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0E8F0FA-2BAE-4A79-8552-8749B7E5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text-223">
            <a:extLst xmlns:a="http://schemas.openxmlformats.org/drawingml/2006/main">
              <a:ext uri="{FF2B5EF4-FFF2-40B4-BE49-F238E27FC236}">
                <a16:creationId xmlns:a16="http://schemas.microsoft.com/office/drawing/2014/main" id="{96770824-0FB7-439A-BF28-64CF927D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2F6EA1E-134B-4721-B845-421B7730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text-225">
            <a:extLst xmlns:a="http://schemas.openxmlformats.org/drawingml/2006/main">
              <a:ext uri="{FF2B5EF4-FFF2-40B4-BE49-F238E27FC236}">
                <a16:creationId xmlns:a16="http://schemas.microsoft.com/office/drawing/2014/main" id="{03245C78-ACB7-4DEC-8867-EC8F1B4E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BAFFD00-678F-41BA-94BC-57DC2349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text-227">
            <a:extLst xmlns:a="http://schemas.openxmlformats.org/drawingml/2006/main">
              <a:ext uri="{FF2B5EF4-FFF2-40B4-BE49-F238E27FC236}">
                <a16:creationId xmlns:a16="http://schemas.microsoft.com/office/drawing/2014/main" id="{9128A23C-3A46-47B9-AB85-B9010062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6123885-BAFA-4BF9-869A-F7EB3DAA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text-229">
            <a:extLst xmlns:a="http://schemas.openxmlformats.org/drawingml/2006/main">
              <a:ext uri="{FF2B5EF4-FFF2-40B4-BE49-F238E27FC236}">
                <a16:creationId xmlns:a16="http://schemas.microsoft.com/office/drawing/2014/main" id="{46C84FE2-59B5-4722-9B55-867047C4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DCA3115-1EC7-44EA-ABB2-0964FC07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text-231">
            <a:extLst xmlns:a="http://schemas.openxmlformats.org/drawingml/2006/main">
              <a:ext uri="{FF2B5EF4-FFF2-40B4-BE49-F238E27FC236}">
                <a16:creationId xmlns:a16="http://schemas.microsoft.com/office/drawing/2014/main" id="{C181DD48-7A51-40F3-B506-12CB9F5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433AC80-8C22-497D-831B-8D94FB7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text-233">
            <a:extLst xmlns:a="http://schemas.openxmlformats.org/drawingml/2006/main">
              <a:ext uri="{FF2B5EF4-FFF2-40B4-BE49-F238E27FC236}">
                <a16:creationId xmlns:a16="http://schemas.microsoft.com/office/drawing/2014/main" id="{31B57831-CD22-42C4-BFB4-A5C234C2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9E92E0C-4C0F-455D-80B1-FDEECBC3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text-235">
            <a:extLst xmlns:a="http://schemas.openxmlformats.org/drawingml/2006/main">
              <a:ext uri="{FF2B5EF4-FFF2-40B4-BE49-F238E27FC236}">
                <a16:creationId xmlns:a16="http://schemas.microsoft.com/office/drawing/2014/main" id="{2D1B60DB-98F1-4894-ACF2-54ECEB20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21DA0C1-AA5D-400C-B910-BEAFB73D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text-237">
            <a:extLst xmlns:a="http://schemas.openxmlformats.org/drawingml/2006/main">
              <a:ext uri="{FF2B5EF4-FFF2-40B4-BE49-F238E27FC236}">
                <a16:creationId xmlns:a16="http://schemas.microsoft.com/office/drawing/2014/main" id="{532ABC01-C7B7-462A-89E0-32BCC7A8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C0868AF-C413-4F18-9364-4ABDD935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text-239">
            <a:extLst xmlns:a="http://schemas.openxmlformats.org/drawingml/2006/main">
              <a:ext uri="{FF2B5EF4-FFF2-40B4-BE49-F238E27FC236}">
                <a16:creationId xmlns:a16="http://schemas.microsoft.com/office/drawing/2014/main" id="{53ADFC87-78C9-436C-87B5-4A001DC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B82B768-04B9-4CB4-B7C2-67C9AD7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text-241">
            <a:extLst xmlns:a="http://schemas.openxmlformats.org/drawingml/2006/main">
              <a:ext uri="{FF2B5EF4-FFF2-40B4-BE49-F238E27FC236}">
                <a16:creationId xmlns:a16="http://schemas.microsoft.com/office/drawing/2014/main" id="{6A0B8734-0285-4568-833B-9245A44D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8C0A029-3F3D-4E64-B217-833F77C2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text-243">
            <a:extLst xmlns:a="http://schemas.openxmlformats.org/drawingml/2006/main">
              <a:ext uri="{FF2B5EF4-FFF2-40B4-BE49-F238E27FC236}">
                <a16:creationId xmlns:a16="http://schemas.microsoft.com/office/drawing/2014/main" id="{2B54588A-D18E-4506-AB62-8C169751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DBED06F-E494-4504-AB89-4C7EA41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text-245">
            <a:extLst xmlns:a="http://schemas.openxmlformats.org/drawingml/2006/main">
              <a:ext uri="{FF2B5EF4-FFF2-40B4-BE49-F238E27FC236}">
                <a16:creationId xmlns:a16="http://schemas.microsoft.com/office/drawing/2014/main" id="{033E85FF-61BD-4BC2-BDFA-0EAFBA0F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00AF522-3433-4562-A902-F5AD1472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text-247">
            <a:extLst xmlns:a="http://schemas.openxmlformats.org/drawingml/2006/main">
              <a:ext uri="{FF2B5EF4-FFF2-40B4-BE49-F238E27FC236}">
                <a16:creationId xmlns:a16="http://schemas.microsoft.com/office/drawing/2014/main" id="{AC735416-6F80-4C96-8F98-988441EE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B98D707-9133-4A0B-B968-1BA9620F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text-249">
            <a:extLst xmlns:a="http://schemas.openxmlformats.org/drawingml/2006/main">
              <a:ext uri="{FF2B5EF4-FFF2-40B4-BE49-F238E27FC236}">
                <a16:creationId xmlns:a16="http://schemas.microsoft.com/office/drawing/2014/main" id="{B3F9116B-614D-4786-A631-926BE5E0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E1397F8-EE73-40A1-B8DF-0DC702C7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text-251">
            <a:extLst xmlns:a="http://schemas.openxmlformats.org/drawingml/2006/main">
              <a:ext uri="{FF2B5EF4-FFF2-40B4-BE49-F238E27FC236}">
                <a16:creationId xmlns:a16="http://schemas.microsoft.com/office/drawing/2014/main" id="{3B468E5F-9831-4924-B13E-E3BA2948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E47DF33-0B2F-4302-8A51-E46166D2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text-253">
            <a:extLst xmlns:a="http://schemas.openxmlformats.org/drawingml/2006/main">
              <a:ext uri="{FF2B5EF4-FFF2-40B4-BE49-F238E27FC236}">
                <a16:creationId xmlns:a16="http://schemas.microsoft.com/office/drawing/2014/main" id="{06DD7716-2823-420C-81DD-632661A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F2BD819-349A-4C49-A662-20B7E3F4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text-255">
            <a:extLst xmlns:a="http://schemas.openxmlformats.org/drawingml/2006/main">
              <a:ext uri="{FF2B5EF4-FFF2-40B4-BE49-F238E27FC236}">
                <a16:creationId xmlns:a16="http://schemas.microsoft.com/office/drawing/2014/main" id="{04C0E060-E96F-4727-918C-B62C83A7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9E998B5-6D77-4833-AC70-5CAAAAD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text-257">
            <a:extLst xmlns:a="http://schemas.openxmlformats.org/drawingml/2006/main">
              <a:ext uri="{FF2B5EF4-FFF2-40B4-BE49-F238E27FC236}">
                <a16:creationId xmlns:a16="http://schemas.microsoft.com/office/drawing/2014/main" id="{B0C066E8-F06B-4CA0-875C-F9EF1A4B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A591138-0292-4954-B718-3CC106A2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D85E5FB3-3008-4004-A4E2-1E1DE234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911AB3E-4C72-4C1A-A30A-7788BCD4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40B619A2-5BBD-4629-8AF4-D7B40A13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5DAC103-68C3-4984-98EB-39567578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4301557B-33D2-4EEA-B8F4-4469D540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量化值 → 二进制码字</a:t>
            </a:r>
          </a:p>
        </p:txBody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B24FFD94-C501-4F9A-9F15-644538D5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</p:spTree>
    <p:extLst>
      <p:ext uri="{BB962C8B-B14F-4D97-AF65-F5344CB8AC3E}">
        <p14:creationId xmlns:p14="http://schemas.microsoft.com/office/powerpoint/2010/main" val="9003785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DEF6AE-687C-4BC0-AABE-E70B3A94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F729E-8C71-4605-AFEC-6B70216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A071B9-A350-4019-8E8A-6A032337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A7236-5499-4EE5-A06E-9070F24A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F7C32-0852-4562-82E4-2F353B6C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8B3D0-60AD-4D93-A457-5538B2CD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519D5-5B9B-4920-B071-DED5E586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89617-9C2F-4DE0-A2BC-67B3AC0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44F95-19AB-402F-8D4B-130CA2A4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13E31-6395-4F4D-A4D7-F5DDDBC3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D8ABE-400D-4426-B9C1-0B4691EB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FE3F6-97C9-475D-BEBB-0657A6FC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421BA-77ED-406D-A148-296521B3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09563-8522-484A-AE89-41FB872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FA978-567E-4C38-A315-2E83AAD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717E5-E35B-4DBB-81D8-FAF560C6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EBB1E-25E2-465C-9991-E10E03D4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FE453-B6B7-4D36-821B-44C8E5B9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0297F-0542-46ED-B1A8-64D882DA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55F15-C195-4621-832C-28B2C1E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84A5D-3AB6-436A-996E-00AD6EC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BE27C-5391-4E52-98C6-0AF491F1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E16B0-714F-4A61-B3B1-5AE3A6D1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5E48D-C595-4E96-938E-9D45EE92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D928F-3226-4C40-9C65-B0915A8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2BC26-2E63-482A-A626-7BEF9520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B64C3-FA8A-4E9A-B720-C3AAF50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B810E-FD53-4A39-9139-5F0602D7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708FD3-A630-4996-B12D-BC74F15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F71803-008E-496A-8FC8-F51518C7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F127F-A533-47BD-B952-7946B77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78845-8B7F-4952-AC6C-571E6F4B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F31403-407C-482B-9CA5-4FB2DA4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1FBCA6-C12E-4D9A-87BF-085774BC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FEA965-CFBB-43BF-A914-98480D3A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1414F0-9FB3-45B3-A7DB-993EF01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40F901-8034-4DE2-9E9B-72C4596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D5399-3D9B-4F15-9EB3-D7680856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692870-0BB2-47C5-B074-8C324042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BDE7FF-C44B-4BB4-8C8E-7959AB84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98DF80-7FF6-476E-88B5-E648E52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24C633-92AE-443F-97FA-8A6409A7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DA8AC9-AE8A-4C27-B32D-0B5DD29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FE48E5-5689-41E3-ABBB-0EA94DD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B3F4DB-5211-43FF-A15D-4D34361B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6EF382-AF1B-4907-89D4-62822A50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020ED1-B461-4287-9BB8-F5CC079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907353-39A2-4AE1-9FA5-50533772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39501B-916B-49A8-839D-B4F3CFE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449F70-13C5-4C0D-BB87-9F4D941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94E2DB-228A-40AF-9625-98417D15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798C7F-7F66-4573-B02E-9A94A31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5642A5-26D5-4C38-9EF2-0BD3CD9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2D1092-9D85-435D-8AA7-1470E682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D65B68-29E6-4486-BE11-E3D4D195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805E6F-BE30-477E-8879-862CCEC5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32D88-FD9A-4882-9401-4F5E5EEF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2C636A-ADCA-4B33-8C2C-FC0F0A2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93C116-75B1-42E6-BDFE-BFA44866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0E27A3-599A-421F-97DA-856D6B42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5492A4-75A6-4205-A85E-1FD32F22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E1C31C-A223-453B-B73F-434A337F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C63560-775F-4C3A-B145-16173563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6C49DA-B3C0-4600-8394-064A1773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C7FD67-5B4C-49F3-907C-033A8768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FFD5CB-0D0B-439D-AA04-0D65C7BF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E7A766-E24C-44B6-BC30-EA79B906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CE7FC821-DCE0-4D22-ACB6-A25C14F2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</p:spTree>
    <p:extLst>
      <p:ext uri="{BB962C8B-B14F-4D97-AF65-F5344CB8AC3E}">
        <p14:creationId xmlns:p14="http://schemas.microsoft.com/office/powerpoint/2010/main" val="1512618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54DEF6AE-687C-4BC0-AABE-E70B3A94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F729E-8C71-4605-AFEC-6B70216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A071B9-A350-4019-8E8A-6A032337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A7236-5499-4EE5-A06E-9070F24A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F7C32-0852-4562-82E4-2F353B6C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8B3D0-60AD-4D93-A457-5538B2CD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519D5-5B9B-4920-B071-DED5E586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89617-9C2F-4DE0-A2BC-67B3AC0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44F95-19AB-402F-8D4B-130CA2A4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13E31-6395-4F4D-A4D7-F5DDDBC3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D8ABE-400D-4426-B9C1-0B4691EB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FE3F6-97C9-475D-BEBB-0657A6FC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421BA-77ED-406D-A148-296521B3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09563-8522-484A-AE89-41FB872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FA978-567E-4C38-A315-2E83AAD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717E5-E35B-4DBB-81D8-FAF560C6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EBB1E-25E2-465C-9991-E10E03D4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FE453-B6B7-4D36-821B-44C8E5B9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0297F-0542-46ED-B1A8-64D882DA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55F15-C195-4621-832C-28B2C1E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84A5D-3AB6-436A-996E-00AD6EC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BE27C-5391-4E52-98C6-0AF491F1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E16B0-714F-4A61-B3B1-5AE3A6D1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5E48D-C595-4E96-938E-9D45EE92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D928F-3226-4C40-9C65-B0915A8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2BC26-2E63-482A-A626-7BEF9520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B64C3-FA8A-4E9A-B720-C3AAF50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B810E-FD53-4A39-9139-5F0602D7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708FD3-A630-4996-B12D-BC74F15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F71803-008E-496A-8FC8-F51518C7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F127F-A533-47BD-B952-7946B77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78845-8B7F-4952-AC6C-571E6F4B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F31403-407C-482B-9CA5-4FB2DA4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1FBCA6-C12E-4D9A-87BF-085774BC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FEA965-CFBB-43BF-A914-98480D3A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1414F0-9FB3-45B3-A7DB-993EF01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40F901-8034-4DE2-9E9B-72C4596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D5399-3D9B-4F15-9EB3-D7680856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692870-0BB2-47C5-B074-8C324042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BDE7FF-C44B-4BB4-8C8E-7959AB84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98DF80-7FF6-476E-88B5-E648E52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24C633-92AE-443F-97FA-8A6409A7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DA8AC9-AE8A-4C27-B32D-0B5DD29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FE48E5-5689-41E3-ABBB-0EA94DD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B3F4DB-5211-43FF-A15D-4D34361B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6EF382-AF1B-4907-89D4-62822A50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020ED1-B461-4287-9BB8-F5CC079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907353-39A2-4AE1-9FA5-50533772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39501B-916B-49A8-839D-B4F3CFE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449F70-13C5-4C0D-BB87-9F4D941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94E2DB-228A-40AF-9625-98417D15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798C7F-7F66-4573-B02E-9A94A31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5642A5-26D5-4C38-9EF2-0BD3CD9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2D1092-9D85-435D-8AA7-1470E682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D65B68-29E6-4486-BE11-E3D4D195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805E6F-BE30-477E-8879-862CCEC5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32D88-FD9A-4882-9401-4F5E5EEF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2C636A-ADCA-4B33-8C2C-FC0F0A2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93C116-75B1-42E6-BDFE-BFA44866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0E27A3-599A-421F-97DA-856D6B42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5492A4-75A6-4205-A85E-1FD32F22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E1C31C-A223-453B-B73F-434A337F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C63560-775F-4C3A-B145-16173563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6C49DA-B3C0-4600-8394-064A1773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C7FD67-5B4C-49F3-907C-033A8768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FFD5CB-0D0B-439D-AA04-0D65C7BF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E7A766-E24C-44B6-BC30-EA79B906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CE7FC821-DCE0-4D22-ACB6-A25C14F2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0646BB-379D-439C-9FD1-03E74790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EB31EF-339B-4121-8FD5-77404F2F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D12F44-DA92-4D27-B0D1-1130523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D2EE18-05BE-4748-90FA-2B4A0E5B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60AB45-E258-426E-B191-3D2BDA77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8DEF8C4-0435-482E-8183-4EA3EE4D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317841-508B-47FA-935A-F5C23295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66C54B-6CF0-48BE-8305-165A050D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189EAB-B40E-40CB-B6E0-431CBE1C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CF8F6B-4ADC-4AD7-82D6-E970A165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3A685C-502C-447E-BC39-0FDEEAAA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B2E3D89-18CD-4E4F-A845-9074981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AB9C377-DFBC-49DA-9ED6-B7EAA32A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E37DD2-A4AA-4FB7-BE45-6A0538DA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2E96B5-AB70-4E3D-A0DE-6DED7AC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AE66E0-98B2-4C30-BD9B-FB4640A3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08FE59-28A3-421A-BDDF-CBD7837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2F4855-61F6-45C9-A53A-4F862EFA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99ED9D5-5E87-49EB-8AA5-56DD5EE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80B4C77-B1AD-4C85-B637-8856B14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D9443C5-9464-4FCA-9766-02F0EBA3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4694F6-23C7-42C1-B6C7-08A9664B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1524ED7-1E84-4EFA-AA85-88EA9E78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F14481-0E63-4163-BB6F-F1499BA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D9FBB89-8F42-4F3A-A057-6096B90D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ACE4082-F128-4B59-8FE5-49658B9B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886BF7A-D954-4101-BD96-AB46220C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B6875F3-E9EA-49FE-A5E1-A325EF9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FD5294-94F5-4355-9BA0-E7ED8B52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3AD8C6E-95BC-4B3E-BD30-D1FB090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DB8622-7FEE-4725-8A02-B38B32FB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36C54F-0F79-495D-890C-906D8C28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EE4BBA3-0757-41D5-ABDA-7760C72D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63DC03-34B4-4683-9DD4-0AE5313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7371FC-9709-46D7-B936-716AD5B2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8304E8A-EE39-42A6-89D9-B0D6B49C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989A2A8-9FAE-4C2E-8740-A32BBA2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AD186B4-C5C0-4A79-8B36-F751A70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7C28353-203C-48CD-89A9-9E5F56DE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30BBB05-C718-4B94-8F27-3E0737A7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8DC809-6213-456E-B8CF-B5038ED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CFE48A9-1106-48C1-8200-48D34AA2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D763FA-9E11-4084-9CCE-CD7E27BF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9E52F7-F55C-4E42-BC0C-DF467284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3804EDF-E9E6-4A74-8D84-AE67F6C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C984AB-D77E-4754-A9E9-3008F80F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4B38736-8CE1-4081-A308-F7560BA5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A764D78-290F-494B-AADC-B7AFAD6D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7D0C90-C6C8-40E8-8EFD-9944727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51EB1E7-26BC-4078-BA59-53B94DF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E692E5C-1B64-473C-8CA2-FF7AC92E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B16C1FA-DFB6-48B8-9D59-D9719E3C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6EC619E-7D5A-4BD4-9609-A82A4B4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DC50E5B-0231-4801-9BEF-548C438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1CA7703-E6FC-44A6-AC6D-6D884C98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975623C-FCA1-4A05-8472-542378D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75A8100-59A5-47EE-B6C3-80F4EABD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88FDBE0-65E7-4748-9A6A-654FBF8D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78CF36A-7278-4B10-8DF4-6F206130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11F4993-DAE0-4D46-93C6-3974DC0A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772813C-C09B-418E-970F-1B6002BD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4BD6926-41D0-4B53-911B-F323FEBB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4ED9FBB-8730-4ADE-9666-D9129893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B69A54A-06B1-4C5E-83A0-8E4D674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A44CE1B-5700-466D-B62F-F7CAFC99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AA2D5E7-9DFB-4A08-809F-68C89D6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0097389-4CF6-476A-AC1C-09A82104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71554F3-C91C-4495-975C-E82A01A7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B017EC5-988D-4823-8723-4B525A70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7DC2069-C891-4134-B8DE-A16D9789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2093921-F784-4473-8740-711724B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523D55B-F679-4B5C-862B-EBE5D17D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53F96D5-507F-4C32-8363-9DA667E8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1A4FA61-9F7E-4B0F-95D3-E9BF8399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64B7F09-2CD5-44AF-BD8E-A846A1B2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888BD0A-F985-469A-A8CB-130F4FE7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8B8BEF9-2A54-4CFF-8BA3-960949B6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CEE1ADC-A7CF-4386-9AF2-431F9E3C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276A818-D484-4AFE-8B5D-84E210A7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38B93F4-31DD-47E9-A0B4-D989A17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BB8BEEA-5E30-40FE-8F6C-101C7A7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CFE3D06-7C60-4F5A-92E0-CC72462C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6BAD946-D429-45D9-95E0-5995799E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05964CE-9F86-4B62-8C5D-51C7918A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CD5A927-2914-4081-8414-CF167B4F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181076D-B7C6-4693-83FF-AC4B58CC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CFC06AD-BA18-45DF-B36A-DA2F4250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A11A6D6-BCFB-4097-869A-B6E12F4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DA7B4C3-B397-4ACC-8880-6936063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8154671-4F3C-42B3-AE4C-87F64F2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5BF4FBB-1F08-4952-9A9C-882CB75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2BBEA27-A921-4DEF-8C00-F0AE9605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DE1F586-5AC5-439B-A476-71F85DFE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1DBC1FF-AC46-4F3F-AFFC-FDFBF25F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6A4AF86-7F35-42EE-89DD-B7A5C095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518F192-8D38-4D2B-B327-8BE54A1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03843C5-85BD-4AF2-900E-8580102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A9ABFB7-8241-4C33-86B7-A45C748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CBE9C1E-E8CA-4AD6-BDC4-EA4CADD3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F848181-256B-46F1-B358-7EABA2C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0A205F8-DFAC-4B3F-AD65-FACEFFE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5DC4C4F-11DC-4F61-B3E1-2DDC371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E6F9BDE-5D1E-4606-A29E-9F05C19B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912B623-1132-45D8-A936-BA091CD3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C2201D3-40A0-450D-BE66-A13D5D94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C1056E0-FD96-4B04-B722-11C5F56A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E614AB5-EE3A-4B6F-A1D7-AE29B13C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CCD255C-1742-4739-98F3-ED01E00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98401D3-C11B-4685-9CA8-0395EC23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B6412BB-3B6A-487F-8242-590DC100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59843B3-4DA4-4887-8AF3-2DE5E13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B44A214-D89D-4A39-AA89-BAE9049D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F87C18D-1C54-4CCB-9346-5B7846A5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6F089FF-9E4B-4A7B-8E60-B7D7624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055F261-4095-4D27-9C5E-6681D580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0B0E456-B244-4950-8968-F72EE24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EB694C3-F054-44C1-ABB4-50CFCD65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B53072B-B9DA-4E97-A9A4-D1D710B6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B14EB2D-E452-493A-9929-BD9897CF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5607459-3D29-4684-839E-E4B5A5C1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6770845-DD3D-4079-96C4-42B6BE76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E62E176-B398-4EC6-BE2D-8C413029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9BF17F8-448C-469A-95B9-3737C622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F50AFA9-35FF-4203-BA29-671EF24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6ACEFA6-D5D4-4AAC-9AC2-181453EC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B6455FD-C04D-4C70-B2BE-DCAAD12A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09DF0E3-0D5E-497E-866A-A313780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A76E82E-64F7-4055-8FD0-5FB8F46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2EA3D5C-F84E-450D-BB7D-4E29A50F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B817AF8-7DF7-46EF-AEC5-B695DB2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5E9AE90-72E6-4A80-A50F-AD2C1BE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5665223-876E-4395-9FA7-E12EE249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90ABEF9-F17D-4C6B-8166-019ABC2D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1306A94-D6FD-4A85-B500-82F1B09F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4AC3F2F-CEF8-4B26-819A-A288CA89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7A9AC73-F020-4291-AD93-D4B76A6D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C45B65C-C8EF-4D4D-81CD-083CBEE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57FEF9D-148A-426C-919D-10DBAFD4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1A464C4-B300-4CBC-8158-4E8E4B6F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605447B-89FF-4924-B86D-A14EA3E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EF838C5-CAAB-4C4B-8E2D-654473D5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BAB2E25-BE74-4E04-A4A5-348FD92D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4A9EE76-4BAF-416E-B885-11845772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10CECAE-DC64-4EC6-AAB4-039EA509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219ADD8-18D5-4073-AFBA-2F149D41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51C3802-B429-468D-A729-3888502A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DA161B5-CB81-40D1-BF1C-6A4962A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1DA5FCD-9F76-4FB9-A27E-630722D8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FBB3D66-F731-4672-9EE7-7617822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F4254C3-6A44-43EB-A662-39298D4B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3FAA34F-D79B-4735-A6CF-0F79E7E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0CB18F6-6AF8-48F8-ABD8-C181FADE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BF2ADEF-87AE-4A6C-B147-70A36B57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C8E3D9B-3ADE-42C5-B6AA-5596316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3F60619-0C0A-4B91-A233-4FDCC794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4AD6307-32C2-4FC7-AEA8-DD487995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5E55450-E63F-4335-9B51-ECCEAA62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21CB877-EBD3-4A34-96EE-40F436E2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B93C558-370F-4233-9785-8B3F4C34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0F177A9-0F19-4FA1-B865-35AA9B3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508DFEC-A285-46E7-8E52-38F954B2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5CF75D0-2625-4C39-8F8A-E81045C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1C7811B-6B9E-4DCD-84B7-60D3946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0D04D19-010C-4115-894E-83A1EB35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815E207-A8C1-4898-A87F-1D2E2889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E0788F7-1E82-4961-A935-1AD2A062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40DD067-1BBB-42AE-A4E1-65D39A0A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DAB68B1-1B82-4B70-9536-C631364E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C4E964F-CC24-44D5-9830-EE85A2B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752878EE-9361-41CD-AC13-4A7BFBBC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7D3299F-3CD8-40E8-920C-9DAC35CB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F3BA597-0C3A-49F3-8318-19B096A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E845EC8-4469-4C68-853D-9DEBAF59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E10E1D0-7DB0-49D8-AA42-6A5CB29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BF81628-F815-4998-8A99-28A16476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E003C10-9C9A-4CA0-AF86-05016454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92BE9C9-C0CD-47D0-A7EA-5ED91524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BAD14DF-CAD2-4D38-83D6-50BB3C59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53AF70D-51F6-47F3-9E97-CC0032C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3AEE2E7-C3E8-4A47-B653-5F59C745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7C00E55-6C41-4AB3-83F6-5DBB0F6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C9A58E4-43C2-42A2-8AF3-23E2F85E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ECE876BE-8834-4FB0-98C4-C2136D37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AD21906-39CE-4CD1-8ADF-4C12EF7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332DE85-6194-4409-932B-FEE4703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D6B1298-ECFD-48B5-96EF-DD703609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6FD3A45-25BF-47F2-94E4-2540BD6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2FA7B9C-8C3C-4C10-AF63-D5A2085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5F80612-A53D-4A98-8937-5E1E4E19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9734511-99D5-4CBA-B564-AD7F6168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1466137-EA5E-446E-9F8B-A89CD6A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1DB1EC5-8C21-436E-8697-ED04A8E3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573FE48-6529-4D09-BFEA-3E77B4A1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044976C-1FE3-4E8F-AD4D-144EEEF8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70E18FA-98D5-4353-8209-EBD60472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7F4F775-6050-4F4C-8D70-A2EAF511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E41D48B-29BB-4C7D-A490-55C9EA25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E0C0167-AEF0-4E31-B4B7-1B4869A1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4BC9755-DFA3-49DE-863E-22F810B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AB085511-3D81-472F-9879-83215E2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08372A9-864F-4A25-BCBF-C52284B4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B1B3B17-B64D-49F3-AE89-FCB62277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927B76E-B63E-4C5A-8CD3-8998672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833742E-3D18-4F16-AF8E-4F187BA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8CC4C5C-74CC-415D-8E53-EA5EC2F2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93A248A-FF31-47C4-8DC8-7D2DE89D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8470C04-F418-4359-9097-3F95F618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CC0BCAA-80CC-4092-9333-A9A6813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705CD1D-2593-4764-BF2A-428D4F7E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855336D-1FDD-4051-ACC6-0792ED3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09F1F25-022C-42FD-A80C-093BAF43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4113BFF-9387-4ECE-8A95-3D569E43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E3C4306-2FE7-4EDA-9694-62753C2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4662BA6-1CEF-4788-9ACB-605C53D7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ACA6BA7-283E-4961-A111-DCFC47A4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6A77FF8-C8DA-4E0B-AB0D-95742046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70B1E8F-433F-487A-AD17-10E0886B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B860402-2116-4B5E-BBB3-27AEBBD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F1C45BB-8951-4CFC-A74D-8D2B42A2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4F0CB3F-C61E-451F-9EE8-DC480F9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C23C3A70-4C0D-44EB-B168-1AC0906F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F096CD9-F6B9-4D24-9ECF-56DCEE9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56E6666-CE63-4076-A553-D9C22197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402DCB0-AECA-4790-B85D-C5BE2B5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A6F55AC-24C5-4051-85FA-D357F70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3977F01-D4A0-4768-90D8-BC78B14E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50746F7-23D3-4475-952C-3ADB711E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D95F892-998B-4313-96C1-60F67268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F7B222E-EE4E-407E-9135-057B869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AA675C4-0811-4911-9229-4EEC99D3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BF37422-A4D2-49EA-A2AA-604C919A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769BD93-6A6B-48F7-AFE5-D8F076F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A0D34EA-45E3-464D-B0B7-8014740E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6BAF171-3695-464A-88F2-07863A7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608F43D1-4E5B-4568-BF7E-EC2A2D0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DE793737-A6B1-43EF-AC9A-661D655B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9E1BC03-691B-4214-AB8E-9AF5C1D6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8BA69D4-40B5-4A0F-9DF4-BCB7F3D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1682BF2-B3E3-46AC-B6FF-8661F880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36A2243-02AB-473D-B7AD-6BA8710B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13EFD14-E691-446F-B585-CC447101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1F73C4C-D57B-4CF6-AA19-31BF658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A94C737-6901-41CA-B034-B7170712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854DB1AF-3723-4F0F-8B6F-A3369EEE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445A77A-337B-4C40-9E56-51FD13DA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33505B6-3707-41B8-8CD0-0D747F4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EDCA9F7-D91D-4A55-8229-A771838F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910D15D-FBBC-4BD5-824A-CCDD0DB4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BBE85B3-65F5-4ACB-9709-429E29B4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80C1CB85-7E45-4817-9479-C2174721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74208486-19F3-4D6C-B303-9ED0F79B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089B99A-823F-45FF-8A43-AEC8C9BA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C06A664-E7B0-492F-A390-DFD445E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FEF26CF-223D-4D76-BC58-9F1DBB15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A7DE6E5-8066-4A6A-BB28-490AE29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F09BBC0-41C1-4926-B71E-3F8904FB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text-324">
            <a:extLst xmlns:a="http://schemas.openxmlformats.org/drawingml/2006/main">
              <a:ext uri="{FF2B5EF4-FFF2-40B4-BE49-F238E27FC236}">
                <a16:creationId xmlns:a16="http://schemas.microsoft.com/office/drawing/2014/main" id="{5CBA8426-72B0-4BEE-917B-C1D7F314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293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4色   2bit</a:t>
            </a:r>
          </a:p>
        </p:txBody>
      </p:sp>
    </p:spTree>
    <p:extLst>
      <p:ext uri="{BB962C8B-B14F-4D97-AF65-F5344CB8AC3E}">
        <p14:creationId xmlns:p14="http://schemas.microsoft.com/office/powerpoint/2010/main" val="15126189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07260D7-0B48-479B-BC2B-CF9D50B6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6ADEE-2C2C-473C-836F-17EA12B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182354-2A94-4408-9A4E-1E58A064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0EAA-F93D-4713-8829-CCAF0B46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FE038-0E2A-407D-BCF0-93491F6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4C395-5212-44D0-8443-73608F3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DBA9B-0AE7-4629-81D1-D7568A9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D8AED-4C06-4621-86C9-76280AF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A2E27-8301-473B-8989-0ACB8A33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38DC2-6EE3-4631-BD58-9E1231A5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14961-65D9-4E4B-821E-74FCA42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6D10D-912F-4A5C-A114-DD2E07C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00141-F0DD-4E28-B858-952E656B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B3957-946A-4185-9C7E-C1B56C03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DF2B6-4090-4E1C-B00D-BBEA5F7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6728E-3B46-4151-9700-B8F46BD6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2B12B-723C-4175-BF8F-5BCF7DA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E2F6B-9989-4CC1-858A-BCC60FEC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31CC3-789C-4FBA-92A4-55B6CD19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E4917-35EA-46F9-A3E8-05040300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1173F-EC80-4862-896A-A7E3ECE9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80B2D-54AF-40D5-A03D-8C33A2B8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FBDF3-6557-4FE9-8303-17C6E20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C5AB7-50B7-46E6-BF06-9389839D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087CB-C7E9-483C-ADBF-CAAFCFB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7A374-72F5-4CB7-86F4-28E84A83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7BFC9-F5F9-48CA-8370-33CFAF2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72BF3-1ECF-4971-966B-83F648C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4C1B6-65BF-48F1-86F3-A5E38660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17631-BD23-4EF0-A42B-EB52C7D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F49F2-4D6B-433E-9906-3907967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080795-B699-4D74-A645-66933073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DFE67-8312-4724-8FB5-D2A67EA1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6C8C8-4AFD-4C2D-90AB-55619EDE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A2B71-2176-4614-810D-37C8F1F2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334EC3-AE8C-4DFD-BD0E-5321727F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EFAE04-B342-41BE-8636-ED763AB8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F5898C-5549-455B-9A14-ACF3A27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5A76E8-8B80-4588-8779-D61C6484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6A2FC-2874-4BC5-9EBC-B8839A2E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113747-D44B-4ECF-A7F1-CEBBE606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0530B8-0156-4843-8A4C-9504105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61ED35-B5AF-48C1-BBA3-3911030B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628D8C-FD80-4FC5-82B2-72729655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318A72-C2FE-4DF6-B216-5A90365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64E97B-2422-40B3-AEAA-61EAD69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3D4ED8-8C18-487A-8AEC-72DF0F98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49A04C-F670-4E2F-9329-9D01311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072F52-243B-4948-B50D-4B99A2A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D49E76-D5D2-4DAA-B67E-1305B66A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C4451A-97CB-41CE-85E2-95384BBB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12C281-FEB3-43A6-AA7D-DFE577F0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44E939-C016-48E1-8607-CFF84E9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8CD7BD-77C4-49C1-8CA8-77936F14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646055-3C8D-437C-9DE7-F5E6D1F1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80E5FC-40F3-4D8A-8078-EAF49540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C95F59-7D0A-4A58-8659-59D666EE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609AF9-9BC1-4A81-8024-0DB634A3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7FA1C3-A758-4997-869D-4F35505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5DE0B8-6A60-40D2-AE2E-5FBFE9E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73BFB2-0373-49E0-8EFB-FAF98DD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876F6D-7CB4-485D-8774-BC7338BB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694063-0474-4F90-AE12-FAF7CCA3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ADCD70-007E-4116-AC88-BA46C41E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C9D232-9A8A-4F20-9DF2-02BEBE70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3FC5B8-0467-4F2F-A9C1-DD3FF3B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92FD3C-7EDB-40BE-9BDC-6A159FEC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08F588-78FB-4E6D-B6EC-A6BADEB9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D42C77-B1C7-415F-BE84-23BC4D1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41EFB0-ECEF-4F41-A25C-B50A055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ACC345-D1BB-43DC-8106-D239871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BC806F-9A46-48D8-90C3-1FCB161C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081744-E2E4-48B4-9496-348A04D7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7FB066-BCD2-489F-A29B-9E4DBF03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AF0C23D-3564-4758-882B-D9CA4057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CEB2F5-BD3E-466C-967B-28CA8AE6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F3C4C1-37D5-4ABB-909F-47E4A64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B3387E-0156-49CB-898F-C9894DDF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7F86DA-4136-4845-ACC8-35FA0EC9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6519BA-4462-4FCC-A982-D03A173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F503CA-D0CD-4AAC-8897-D4ECA07F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F5F840-F4A1-4ED5-AA00-69F3998C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C829CAF-C79C-4115-9D91-D94FAC1B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D93FD7-8E20-4562-8DDB-27F3965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BFAC50D-4CB6-4063-B751-F30278E5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6AB2F00-F6A2-4CBF-B65B-67CE4186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8E60D4-042E-4B8E-8AC3-564643F1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7421D45-7C6F-42A9-ADB9-4D34A918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F5E59DB-9E32-4E32-BF8A-B15A14D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09A3BBA-01B7-4F2A-8E83-B6AA476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2CAC144-0A46-4050-8061-1B53EF6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96D42E-D327-493D-B340-BCC0E60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2E1411-54D0-4212-9026-D4D49B41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5B23FDA-9CF5-44D8-99A8-D78C3DD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D003A0-62E9-4B1F-B9B1-92B6833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017D03-A696-4CD7-8F44-FA88CB6D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D32691-3E9F-4E2B-B4CF-6B068DBB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1810C98-2B7B-4C8C-A6DA-4E8102F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3470DC-1948-43C5-AD20-11BCE0B0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2E0CC03-7AE5-4C8D-BC10-71F73B7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F076AA-0C1A-4F0B-AB6D-4DAA730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9993EE-9A45-43B9-9438-0792609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DC49F5F-0FB3-4B63-A169-6226B52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93EF67-0A6D-4D38-8EDE-2C5715F6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5AD23CC-520C-4447-8B46-3E130C26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6A588F-0A22-4184-B7AF-F2A93196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829CCF-3AA1-42D5-BD88-80A668B6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3D8C0C0-036B-4117-B6AA-6DC4C39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1AD7316-309B-4A94-B9A6-796C807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E1A6B4E-8118-457A-8F9C-0BD2A4F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B7089A0-D133-4DA0-A398-CFB3BEF6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5FFB76-8FF1-4EE7-96E4-41346A74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19D98C-A1A0-4BA3-8406-91BE533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BDA95B-357A-40D7-8508-BAA714B2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4F029BD-0819-4142-ACCA-CA1CCDA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BDE9FFC-AD80-4980-94F9-0D508C4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EAD4ADE-C804-475C-9CDA-314A56C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BFD8CD-BADB-47CF-A45C-555EE527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842E9E6-1548-495D-841C-B7B05CC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E7E40D5-354A-40A8-A0A3-66A82836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77BE79F-34D1-4F9F-A587-DF9DFBFB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485D8A0-C753-43E0-9F49-1109E94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3BBB4A-369C-4091-AFE0-FC34E079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9EB184B-3F8B-481E-ACC1-BE3B10AE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88BF614-B8E3-4B08-B71D-1F1AB0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0436E0-3439-41E7-8674-1DF9234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75E514A-E9BA-4E39-8569-0D954DB2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0278FE5-2903-4B62-8E39-5672ACC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2A0DF75-10A3-4388-A1D3-22D7DA0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B782846-1429-492E-8286-A771F8EC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BC5626D-38E1-47D0-B9F4-1E9C56D8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370927-A4AF-43FA-AB01-AB9CCCED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065296B-BA63-4341-B33C-07B30B48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D57E4D8-3B95-44A7-9442-9C24B4FE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D30F39A-E9FF-4B7B-8AEF-AA10D1B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443BF6-3668-4764-933F-CB903DED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94B41BA-AA71-424C-9004-B474FF36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85B5CA9-C768-4D98-ABA6-3161A8C5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318DFE-A59A-454F-BB01-69721E3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B346DCA-931C-47C7-953F-68A46B92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FB4012F-A2F6-47C7-BA08-92F7AEE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A32CACC-7E0B-44B9-8A92-8045973A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7BED103-7090-4653-8D02-B613B4EE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68307FA-2600-4147-87A5-46E9712C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A78A5F3-E53D-4025-B4F0-A943166D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AAC4E85-6890-472A-AB8C-31B2CF4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2BFD8DD-2361-4040-810B-4B06C4EA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737A1C7-BBF6-496C-A088-412897E4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7F26839-EC91-4EE1-9AE7-4F69ADF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5EA501F-34BE-4837-B1F3-A9C8112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CCD2BD6-9755-422D-8A4F-47D15C7E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067E6B-3A96-4EF3-B8CE-F37A6BB2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DA42726-653C-416C-B116-23A9215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C9E120A-E05A-40A6-A48E-81EE270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945169E-15E3-4327-89B3-C8C97F8A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8BDA14D-8671-4A28-8F9D-A9FD2A5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C3FCBC5-87F9-4C4A-9908-605B397F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12200CA-BEBF-41EA-A724-0461539D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8643ED5-5D77-42AC-A576-3DE5D686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6ABAFEA-EAFE-42DF-81F3-FEA7EBED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A2E6597-A6E4-4A0F-BB93-1A6C9A9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498F0CF-CF8C-4CCF-A3B5-D42636A2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AC4536-93AD-4FE8-A925-8FAC635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29F4592-C310-4792-841C-F766C68F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7B06158-54E0-4B9B-8427-F334735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8F7B08B-2C06-43EE-8E81-D2C17C4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6457F94-37A0-4197-8C1A-FB64A6E8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00A052E-5BE0-4477-B3EE-E2A400A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121B261-F52E-4273-BA5D-40D2DDC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BAF3B56-DC01-4C26-8E2A-28EC6853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ADB3DF6-40FB-4B48-AC79-58AC327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7CA127D-81DB-43F9-99A7-16C17527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6C807C4-D974-4A49-B08C-19C9F2B1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FC8FB41-C7A4-41E5-86F3-A38C722E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88A9926-2D29-4126-9994-BB490763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113BAA1-D8AE-4BE6-B932-CFDAABD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A93588E-01E0-42D8-937F-FE4B853C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28139C4-BCD8-480B-B282-BB6F38F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97E28F2-4E2C-4F8D-9E9D-B4D2F72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05EE028-26FF-45BC-9622-319369F6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6309661-1FF3-4FE9-BCB5-C40629BC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DC0C363-7B21-4C88-AC56-61C6940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1B0C934-871B-43B6-AEFF-16C5100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B326512-31E2-400D-B021-140EE9CB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22CEED5-F825-40D1-898C-0D1452E6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EEB561A-D2E9-433F-AA35-9D75E9B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0CB07E0-8C7A-4951-AAC8-FC6A8FF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ED1E608-42FB-4AA5-9312-5B52A12B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26E5D33-341B-402A-AAE5-AD779B9B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4D1F4AE-3DAA-41BE-A113-8ACE5964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03E4825-CAEF-4AB9-A468-4226BAB3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9A0FA75-0F10-44B0-9F03-42D9C4E0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C051339-5A1A-409A-9FE6-73496566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B91942A-B69A-422C-A7CE-78791910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96E2EB1-EE15-4799-AA0E-55D83857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9D78E4F-FB35-4DF8-9731-1F2D1EE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596D6D3-E2FC-4094-9FC7-623A9CD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4896DD4-302D-4B6D-BB2F-83DB3DCA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768BCC2-E314-47D7-8AC4-6CD1791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584D4A6-E14A-4FCA-890D-0225F3C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1DAEDC0-7552-46A3-9DB0-8ACC1BD3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BAE6EE1-E16B-4F44-81B8-73B5DCB0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073CA93-AC6C-47DE-A87A-9B541360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561C684-93E1-4855-AC7F-45673288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89B97DF-6BCE-4F28-8867-E6F69F7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1CCE70D-48AE-47FA-ADD5-521662E8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3CEB199-5F32-4660-8731-7FA801F6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62EE4CF-8B29-415D-8DC6-A8CC9CD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25BCFE8-555F-44E5-B97D-1C604507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A88D900-78BA-41D7-B569-26448615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181125A-B4B0-48AB-994B-C6312452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4AD5114-0D06-41AA-AE0E-88FBCA8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7A2A149-3C71-40A9-82C6-6CD1B744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53CA757-466E-4DFA-9519-E0A08D53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0CDD45F-A693-4EB8-A717-7D0B3A20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28C16A1-7B41-4D84-B78D-27F421D1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01166E7-CCE0-4A90-AD72-1563113A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F29B083-3A4C-4379-B784-003B4837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BDEEB3D-3271-4016-8C44-5090C32C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E7E36B4-80D7-4436-8242-5A6270C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3528528-B557-4F04-A74F-1BB762BA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65071DB-649C-4C86-B7A6-4664B38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F7B6E85-99AF-4252-8D10-B59BD8C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BCF45D-81A4-4F71-8DE4-2CF4EA6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44FB72B-073B-440F-82B4-5EE24925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A80B70D-C41A-4F8A-8D0B-8AC1BC1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80502C1-3A7D-46D0-ABF6-4BBBAE6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5162203-15AC-4F03-BE9D-78BA41E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42990E5-327B-4BA9-B347-F9772E44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7C7E45F-F543-49B9-93A9-BD54E898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2B40515-B1A2-4C23-882A-DFC27FC7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F740127-5493-47FE-877A-9AB5237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16F25AB-0733-4FC9-A8EE-5EFD0D07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5781444-79B0-450B-9AF5-433846E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9D60A42-DA36-4C1F-A721-C6B387D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6A9455E-2593-4184-AD69-A54AAC91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524346E-A0CF-4E11-ACE4-CC29C4CD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7E1E4C7-78BB-4071-8591-FBE6666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03CCC4F-D265-47F5-858E-8CA70618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4BB1F6D-AEE5-4194-900C-506A8BE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C281326-C143-462E-A665-5D1FEDA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3A96D48-D8D5-46B6-83AB-90623766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B0A89B1-6966-4273-BE76-282A5E4D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9FA2A2E-D26D-4987-9D61-7DBD2B3A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CF1496C-E8D4-473D-9E2C-E63CDA84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3A6C887-DE65-4FED-B982-B42E80CD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6B67E60-6C9E-4250-B9D3-77751E31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2F08E4D-6B1C-4D82-9041-DD54A0A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3B8406C-77DF-4FB3-AE3A-AAC90096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03154D30-10E1-4CAE-AF6D-CCAA171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EDC60FC-BD2C-4316-9BE4-B321CCFA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0E0C91E-3AA4-4D0E-AF9F-9B3E0F9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7B0117E-1352-49F4-9AED-D7A2834E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35D4EE1-50F7-41F8-B6D0-B1024BB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0657711-ACE8-4D3F-A332-0F05A55C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19ABA85D-DA7C-4ED1-B021-FEE2CF61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F69A8CA-98D6-40B4-99DC-6878611E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F7CEF33-3C01-4499-8886-0F11E8E5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975E7A3-E3AB-46EC-AA9D-F085D8B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8B0126E-299B-4F14-9DE0-85548BC1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4B159102-7FF5-4CCE-B839-67D84180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0FEFE83-BF2A-4F27-8371-D282A9E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53E9F222-32BB-4ED5-8AE0-EB62D23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D49E528-1E7B-49FD-AE82-3F383B78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1F73C3A9-80C9-4EC1-B3EA-5CEFD877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CA3B535-3FCA-43C1-8347-33F5340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9755513F-1B28-435A-81C2-65BE5CC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CA32209-671A-4B9F-95AE-A7F0E7DF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373BD86A-17E6-4CCD-AFCD-4D6963D4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9EE46D7-F50B-435A-801D-3DB9430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2728D85-C2E6-4C62-9B0B-E030E58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7425ED82-7CCF-481A-B466-FB34A85A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49BFAD1-9BC3-45EF-A29B-D169785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2A236E1C-3A0A-40C1-976C-2DC64DC4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7D7D4BE-3A9A-40E6-849F-7286365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A7335DE-D4A5-4BB3-8929-4E26D1CA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9D63E50-AF1F-42CA-9947-539D084B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24170205-51DF-4BD7-826D-9E99EAB9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</p:spTree>
    <p:extLst>
      <p:ext uri="{BB962C8B-B14F-4D97-AF65-F5344CB8AC3E}">
        <p14:creationId xmlns:p14="http://schemas.microsoft.com/office/powerpoint/2010/main" val="1897069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407260D7-0B48-479B-BC2B-CF9D50B6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6ADEE-2C2C-473C-836F-17EA12B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182354-2A94-4408-9A4E-1E58A064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0EAA-F93D-4713-8829-CCAF0B46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FE038-0E2A-407D-BCF0-93491F6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4C395-5212-44D0-8443-73608F3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DBA9B-0AE7-4629-81D1-D7568A9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D8AED-4C06-4621-86C9-76280AF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A2E27-8301-473B-8989-0ACB8A33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38DC2-6EE3-4631-BD58-9E1231A5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14961-65D9-4E4B-821E-74FCA42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6D10D-912F-4A5C-A114-DD2E07C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00141-F0DD-4E28-B858-952E656B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B3957-946A-4185-9C7E-C1B56C03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DF2B6-4090-4E1C-B00D-BBEA5F7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6728E-3B46-4151-9700-B8F46BD6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2B12B-723C-4175-BF8F-5BCF7DA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E2F6B-9989-4CC1-858A-BCC60FEC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31CC3-789C-4FBA-92A4-55B6CD19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E4917-35EA-46F9-A3E8-05040300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1173F-EC80-4862-896A-A7E3ECE9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80B2D-54AF-40D5-A03D-8C33A2B8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FBDF3-6557-4FE9-8303-17C6E20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C5AB7-50B7-46E6-BF06-9389839D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087CB-C7E9-483C-ADBF-CAAFCFB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7A374-72F5-4CB7-86F4-28E84A83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7BFC9-F5F9-48CA-8370-33CFAF2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72BF3-1ECF-4971-966B-83F648C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4C1B6-65BF-48F1-86F3-A5E38660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17631-BD23-4EF0-A42B-EB52C7D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F49F2-4D6B-433E-9906-3907967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080795-B699-4D74-A645-66933073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DFE67-8312-4724-8FB5-D2A67EA1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6C8C8-4AFD-4C2D-90AB-55619EDE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A2B71-2176-4614-810D-37C8F1F2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334EC3-AE8C-4DFD-BD0E-5321727F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EFAE04-B342-41BE-8636-ED763AB8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F5898C-5549-455B-9A14-ACF3A27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5A76E8-8B80-4588-8779-D61C6484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6A2FC-2874-4BC5-9EBC-B8839A2E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113747-D44B-4ECF-A7F1-CEBBE606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0530B8-0156-4843-8A4C-9504105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61ED35-B5AF-48C1-BBA3-3911030B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628D8C-FD80-4FC5-82B2-72729655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318A72-C2FE-4DF6-B216-5A90365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64E97B-2422-40B3-AEAA-61EAD69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3D4ED8-8C18-487A-8AEC-72DF0F98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49A04C-F670-4E2F-9329-9D01311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072F52-243B-4948-B50D-4B99A2A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D49E76-D5D2-4DAA-B67E-1305B66A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C4451A-97CB-41CE-85E2-95384BBB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12C281-FEB3-43A6-AA7D-DFE577F0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44E939-C016-48E1-8607-CFF84E9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8CD7BD-77C4-49C1-8CA8-77936F14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646055-3C8D-437C-9DE7-F5E6D1F1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80E5FC-40F3-4D8A-8078-EAF49540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C95F59-7D0A-4A58-8659-59D666EE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609AF9-9BC1-4A81-8024-0DB634A3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7FA1C3-A758-4997-869D-4F35505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5DE0B8-6A60-40D2-AE2E-5FBFE9E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73BFB2-0373-49E0-8EFB-FAF98DD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876F6D-7CB4-485D-8774-BC7338BB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694063-0474-4F90-AE12-FAF7CCA3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ADCD70-007E-4116-AC88-BA46C41E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C9D232-9A8A-4F20-9DF2-02BEBE70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3FC5B8-0467-4F2F-A9C1-DD3FF3B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92FD3C-7EDB-40BE-9BDC-6A159FEC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08F588-78FB-4E6D-B6EC-A6BADEB9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D42C77-B1C7-415F-BE84-23BC4D1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41EFB0-ECEF-4F41-A25C-B50A055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ACC345-D1BB-43DC-8106-D239871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BC806F-9A46-48D8-90C3-1FCB161C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081744-E2E4-48B4-9496-348A04D7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7FB066-BCD2-489F-A29B-9E4DBF03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AF0C23D-3564-4758-882B-D9CA4057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CEB2F5-BD3E-466C-967B-28CA8AE6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F3C4C1-37D5-4ABB-909F-47E4A64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B3387E-0156-49CB-898F-C9894DDF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7F86DA-4136-4845-ACC8-35FA0EC9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6519BA-4462-4FCC-A982-D03A173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F503CA-D0CD-4AAC-8897-D4ECA07F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F5F840-F4A1-4ED5-AA00-69F3998C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C829CAF-C79C-4115-9D91-D94FAC1B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D93FD7-8E20-4562-8DDB-27F3965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BFAC50D-4CB6-4063-B751-F30278E5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6AB2F00-F6A2-4CBF-B65B-67CE4186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8E60D4-042E-4B8E-8AC3-564643F1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7421D45-7C6F-42A9-ADB9-4D34A918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F5E59DB-9E32-4E32-BF8A-B15A14D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09A3BBA-01B7-4F2A-8E83-B6AA476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2CAC144-0A46-4050-8061-1B53EF6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96D42E-D327-493D-B340-BCC0E60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2E1411-54D0-4212-9026-D4D49B41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5B23FDA-9CF5-44D8-99A8-D78C3DD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D003A0-62E9-4B1F-B9B1-92B6833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017D03-A696-4CD7-8F44-FA88CB6D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D32691-3E9F-4E2B-B4CF-6B068DBB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1810C98-2B7B-4C8C-A6DA-4E8102F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3470DC-1948-43C5-AD20-11BCE0B0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2E0CC03-7AE5-4C8D-BC10-71F73B7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F076AA-0C1A-4F0B-AB6D-4DAA730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9993EE-9A45-43B9-9438-0792609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DC49F5F-0FB3-4B63-A169-6226B52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93EF67-0A6D-4D38-8EDE-2C5715F6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5AD23CC-520C-4447-8B46-3E130C26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6A588F-0A22-4184-B7AF-F2A93196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829CCF-3AA1-42D5-BD88-80A668B6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3D8C0C0-036B-4117-B6AA-6DC4C39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1AD7316-309B-4A94-B9A6-796C807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E1A6B4E-8118-457A-8F9C-0BD2A4F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B7089A0-D133-4DA0-A398-CFB3BEF6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5FFB76-8FF1-4EE7-96E4-41346A74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19D98C-A1A0-4BA3-8406-91BE533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BDA95B-357A-40D7-8508-BAA714B2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4F029BD-0819-4142-ACCA-CA1CCDA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BDE9FFC-AD80-4980-94F9-0D508C4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EAD4ADE-C804-475C-9CDA-314A56C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BFD8CD-BADB-47CF-A45C-555EE527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842E9E6-1548-495D-841C-B7B05CC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E7E40D5-354A-40A8-A0A3-66A82836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77BE79F-34D1-4F9F-A587-DF9DFBFB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485D8A0-C753-43E0-9F49-1109E94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3BBB4A-369C-4091-AFE0-FC34E079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9EB184B-3F8B-481E-ACC1-BE3B10AE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88BF614-B8E3-4B08-B71D-1F1AB0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0436E0-3439-41E7-8674-1DF9234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75E514A-E9BA-4E39-8569-0D954DB2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0278FE5-2903-4B62-8E39-5672ACC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2A0DF75-10A3-4388-A1D3-22D7DA0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B782846-1429-492E-8286-A771F8EC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BC5626D-38E1-47D0-B9F4-1E9C56D8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370927-A4AF-43FA-AB01-AB9CCCED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065296B-BA63-4341-B33C-07B30B48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D57E4D8-3B95-44A7-9442-9C24B4FE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D30F39A-E9FF-4B7B-8AEF-AA10D1B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443BF6-3668-4764-933F-CB903DED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94B41BA-AA71-424C-9004-B474FF36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85B5CA9-C768-4D98-ABA6-3161A8C5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318DFE-A59A-454F-BB01-69721E3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B346DCA-931C-47C7-953F-68A46B92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FB4012F-A2F6-47C7-BA08-92F7AEE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A32CACC-7E0B-44B9-8A92-8045973A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7BED103-7090-4653-8D02-B613B4EE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68307FA-2600-4147-87A5-46E9712C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A78A5F3-E53D-4025-B4F0-A943166D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AAC4E85-6890-472A-AB8C-31B2CF4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2BFD8DD-2361-4040-810B-4B06C4EA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737A1C7-BBF6-496C-A088-412897E4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7F26839-EC91-4EE1-9AE7-4F69ADF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5EA501F-34BE-4837-B1F3-A9C8112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CCD2BD6-9755-422D-8A4F-47D15C7E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067E6B-3A96-4EF3-B8CE-F37A6BB2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DA42726-653C-416C-B116-23A9215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C9E120A-E05A-40A6-A48E-81EE270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945169E-15E3-4327-89B3-C8C97F8A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8BDA14D-8671-4A28-8F9D-A9FD2A5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C3FCBC5-87F9-4C4A-9908-605B397F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12200CA-BEBF-41EA-A724-0461539D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8643ED5-5D77-42AC-A576-3DE5D686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6ABAFEA-EAFE-42DF-81F3-FEA7EBED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A2E6597-A6E4-4A0F-BB93-1A6C9A9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498F0CF-CF8C-4CCF-A3B5-D42636A2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AC4536-93AD-4FE8-A925-8FAC635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29F4592-C310-4792-841C-F766C68F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7B06158-54E0-4B9B-8427-F334735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8F7B08B-2C06-43EE-8E81-D2C17C4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6457F94-37A0-4197-8C1A-FB64A6E8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00A052E-5BE0-4477-B3EE-E2A400A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121B261-F52E-4273-BA5D-40D2DDC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BAF3B56-DC01-4C26-8E2A-28EC6853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ADB3DF6-40FB-4B48-AC79-58AC327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7CA127D-81DB-43F9-99A7-16C17527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6C807C4-D974-4A49-B08C-19C9F2B1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FC8FB41-C7A4-41E5-86F3-A38C722E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88A9926-2D29-4126-9994-BB490763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113BAA1-D8AE-4BE6-B932-CFDAABD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A93588E-01E0-42D8-937F-FE4B853C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28139C4-BCD8-480B-B282-BB6F38F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97E28F2-4E2C-4F8D-9E9D-B4D2F72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05EE028-26FF-45BC-9622-319369F6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6309661-1FF3-4FE9-BCB5-C40629BC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DC0C363-7B21-4C88-AC56-61C6940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1B0C934-871B-43B6-AEFF-16C5100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B326512-31E2-400D-B021-140EE9CB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22CEED5-F825-40D1-898C-0D1452E6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EEB561A-D2E9-433F-AA35-9D75E9B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0CB07E0-8C7A-4951-AAC8-FC6A8FF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ED1E608-42FB-4AA5-9312-5B52A12B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26E5D33-341B-402A-AAE5-AD779B9B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4D1F4AE-3DAA-41BE-A113-8ACE5964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03E4825-CAEF-4AB9-A468-4226BAB3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9A0FA75-0F10-44B0-9F03-42D9C4E0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C051339-5A1A-409A-9FE6-73496566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B91942A-B69A-422C-A7CE-78791910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96E2EB1-EE15-4799-AA0E-55D83857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9D78E4F-FB35-4DF8-9731-1F2D1EE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596D6D3-E2FC-4094-9FC7-623A9CD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4896DD4-302D-4B6D-BB2F-83DB3DCA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768BCC2-E314-47D7-8AC4-6CD1791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584D4A6-E14A-4FCA-890D-0225F3C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1DAEDC0-7552-46A3-9DB0-8ACC1BD3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BAE6EE1-E16B-4F44-81B8-73B5DCB0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073CA93-AC6C-47DE-A87A-9B541360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561C684-93E1-4855-AC7F-45673288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89B97DF-6BCE-4F28-8867-E6F69F7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1CCE70D-48AE-47FA-ADD5-521662E8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3CEB199-5F32-4660-8731-7FA801F6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62EE4CF-8B29-415D-8DC6-A8CC9CD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25BCFE8-555F-44E5-B97D-1C604507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A88D900-78BA-41D7-B569-26448615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181125A-B4B0-48AB-994B-C6312452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4AD5114-0D06-41AA-AE0E-88FBCA8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7A2A149-3C71-40A9-82C6-6CD1B744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53CA757-466E-4DFA-9519-E0A08D53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0CDD45F-A693-4EB8-A717-7D0B3A20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28C16A1-7B41-4D84-B78D-27F421D1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01166E7-CCE0-4A90-AD72-1563113A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F29B083-3A4C-4379-B784-003B4837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BDEEB3D-3271-4016-8C44-5090C32C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E7E36B4-80D7-4436-8242-5A6270C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3528528-B557-4F04-A74F-1BB762BA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65071DB-649C-4C86-B7A6-4664B38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F7B6E85-99AF-4252-8D10-B59BD8C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BCF45D-81A4-4F71-8DE4-2CF4EA6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44FB72B-073B-440F-82B4-5EE24925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A80B70D-C41A-4F8A-8D0B-8AC1BC1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80502C1-3A7D-46D0-ABF6-4BBBAE6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5162203-15AC-4F03-BE9D-78BA41E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42990E5-327B-4BA9-B347-F9772E44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7C7E45F-F543-49B9-93A9-BD54E898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2B40515-B1A2-4C23-882A-DFC27FC7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F740127-5493-47FE-877A-9AB5237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16F25AB-0733-4FC9-A8EE-5EFD0D07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5781444-79B0-450B-9AF5-433846E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9D60A42-DA36-4C1F-A721-C6B387D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6A9455E-2593-4184-AD69-A54AAC91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524346E-A0CF-4E11-ACE4-CC29C4CD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7E1E4C7-78BB-4071-8591-FBE6666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03CCC4F-D265-47F5-858E-8CA70618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4BB1F6D-AEE5-4194-900C-506A8BE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C281326-C143-462E-A665-5D1FEDA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3A96D48-D8D5-46B6-83AB-90623766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B0A89B1-6966-4273-BE76-282A5E4D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9FA2A2E-D26D-4987-9D61-7DBD2B3A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CF1496C-E8D4-473D-9E2C-E63CDA84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3A6C887-DE65-4FED-B982-B42E80CD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6B67E60-6C9E-4250-B9D3-77751E31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2F08E4D-6B1C-4D82-9041-DD54A0A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3B8406C-77DF-4FB3-AE3A-AAC90096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03154D30-10E1-4CAE-AF6D-CCAA171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EDC60FC-BD2C-4316-9BE4-B321CCFA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0E0C91E-3AA4-4D0E-AF9F-9B3E0F9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7B0117E-1352-49F4-9AED-D7A2834E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35D4EE1-50F7-41F8-B6D0-B1024BB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0657711-ACE8-4D3F-A332-0F05A55C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19ABA85D-DA7C-4ED1-B021-FEE2CF61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F69A8CA-98D6-40B4-99DC-6878611E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F7CEF33-3C01-4499-8886-0F11E8E5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975E7A3-E3AB-46EC-AA9D-F085D8B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8B0126E-299B-4F14-9DE0-85548BC1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4B159102-7FF5-4CCE-B839-67D84180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0FEFE83-BF2A-4F27-8371-D282A9E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53E9F222-32BB-4ED5-8AE0-EB62D23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D49E528-1E7B-49FD-AE82-3F383B78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1F73C3A9-80C9-4EC1-B3EA-5CEFD877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CA3B535-3FCA-43C1-8347-33F5340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9755513F-1B28-435A-81C2-65BE5CC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CA32209-671A-4B9F-95AE-A7F0E7DF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373BD86A-17E6-4CCD-AFCD-4D6963D4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9EE46D7-F50B-435A-801D-3DB9430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2728D85-C2E6-4C62-9B0B-E030E58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7425ED82-7CCF-481A-B466-FB34A85A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49BFAD1-9BC3-45EF-A29B-D169785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2A236E1C-3A0A-40C1-976C-2DC64DC4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7D7D4BE-3A9A-40E6-849F-7286365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A7335DE-D4A5-4BB3-8929-4E26D1CA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9D63E50-AF1F-42CA-9947-539D084B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24170205-51DF-4BD7-826D-9E99EAB9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  <p:sp>
        <p:nvSpPr>
          <p:cNvPr id="279" name="text-278">
            <a:extLst xmlns:a="http://schemas.openxmlformats.org/drawingml/2006/main">
              <a:ext uri="{FF2B5EF4-FFF2-40B4-BE49-F238E27FC236}">
                <a16:creationId xmlns:a16="http://schemas.microsoft.com/office/drawing/2014/main" id="{0EB5C466-9B6C-4A88-93F3-D5CE30F3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0" name="text-279">
            <a:extLst xmlns:a="http://schemas.openxmlformats.org/drawingml/2006/main">
              <a:ext uri="{FF2B5EF4-FFF2-40B4-BE49-F238E27FC236}">
                <a16:creationId xmlns:a16="http://schemas.microsoft.com/office/drawing/2014/main" id="{CF4FB431-5BA2-4C57-AB52-1A3C9F26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1" name="text-280">
            <a:extLst xmlns:a="http://schemas.openxmlformats.org/drawingml/2006/main">
              <a:ext uri="{FF2B5EF4-FFF2-40B4-BE49-F238E27FC236}">
                <a16:creationId xmlns:a16="http://schemas.microsoft.com/office/drawing/2014/main" id="{DF54FF3C-B124-4D14-9B3C-18F61A5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2" name="text-281">
            <a:extLst xmlns:a="http://schemas.openxmlformats.org/drawingml/2006/main">
              <a:ext uri="{FF2B5EF4-FFF2-40B4-BE49-F238E27FC236}">
                <a16:creationId xmlns:a16="http://schemas.microsoft.com/office/drawing/2014/main" id="{48FFAEA5-0AC0-491D-8361-06AA0AFB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3" name="text-282">
            <a:extLst xmlns:a="http://schemas.openxmlformats.org/drawingml/2006/main">
              <a:ext uri="{FF2B5EF4-FFF2-40B4-BE49-F238E27FC236}">
                <a16:creationId xmlns:a16="http://schemas.microsoft.com/office/drawing/2014/main" id="{E2017E9F-C328-48D5-A595-85782F2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4" name="text-283">
            <a:extLst xmlns:a="http://schemas.openxmlformats.org/drawingml/2006/main">
              <a:ext uri="{FF2B5EF4-FFF2-40B4-BE49-F238E27FC236}">
                <a16:creationId xmlns:a16="http://schemas.microsoft.com/office/drawing/2014/main" id="{1DBFF6D6-4613-431D-BB50-2DD66377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5" name="text-284">
            <a:extLst xmlns:a="http://schemas.openxmlformats.org/drawingml/2006/main">
              <a:ext uri="{FF2B5EF4-FFF2-40B4-BE49-F238E27FC236}">
                <a16:creationId xmlns:a16="http://schemas.microsoft.com/office/drawing/2014/main" id="{C54E6820-0CB5-4338-9A6C-A9D434D4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6" name="text-285">
            <a:extLst xmlns:a="http://schemas.openxmlformats.org/drawingml/2006/main">
              <a:ext uri="{FF2B5EF4-FFF2-40B4-BE49-F238E27FC236}">
                <a16:creationId xmlns:a16="http://schemas.microsoft.com/office/drawing/2014/main" id="{E1336763-ADBB-4CE5-812E-79084262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7" name="text-286">
            <a:extLst xmlns:a="http://schemas.openxmlformats.org/drawingml/2006/main">
              <a:ext uri="{FF2B5EF4-FFF2-40B4-BE49-F238E27FC236}">
                <a16:creationId xmlns:a16="http://schemas.microsoft.com/office/drawing/2014/main" id="{D4470ED9-85B6-4DE4-B11C-31927C2F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8×2 = 16 bit</a:t>
            </a:r>
          </a:p>
        </p:txBody>
      </p:sp>
    </p:spTree>
    <p:extLst>
      <p:ext uri="{BB962C8B-B14F-4D97-AF65-F5344CB8AC3E}">
        <p14:creationId xmlns:p14="http://schemas.microsoft.com/office/powerpoint/2010/main" val="1897069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69863-11A4-4236-99D1-A664A18D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D7489-A4AD-49FE-AAB4-C8D31EC4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50B5EA-D9EB-446E-80D4-635EC2D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8199BA-6B83-4F00-A76A-5A9AD812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BEA116B-4B5A-4ECF-9B2F-DC85031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5D52077-83A8-4C6E-8432-2C76D5B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</p:spTree>
    <p:extLst>
      <p:ext uri="{BB962C8B-B14F-4D97-AF65-F5344CB8AC3E}">
        <p14:creationId xmlns:p14="http://schemas.microsoft.com/office/powerpoint/2010/main" val="2356515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C69863-11A4-4236-99D1-A664A18D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D7489-A4AD-49FE-AAB4-C8D31EC4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50B5EA-D9EB-446E-80D4-635EC2D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8199BA-6B83-4F00-A76A-5A9AD812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BEA116B-4B5A-4ECF-9B2F-DC85031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5D52077-83A8-4C6E-8432-2C76D5B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59CDE-3289-4D12-8079-010D1718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39C8-3B8B-4437-94EE-5746A4C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F44B8-4BFC-48CD-86C2-66366B2A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6C11E-FC1F-421C-944A-95A468DD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9A75-2452-4AB8-8CD7-C97F9359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F8762-D16E-463C-86B5-0FECABB7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F2A50-C06F-4949-8232-6368C44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6B0C5-95BE-4D09-A197-8297D0B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AA946-8F90-48EF-A7EA-1111427A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2A890-A62B-4478-9E12-E2429468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196FE-02F2-41D4-8705-FFA10930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A9B02-1FF4-40AB-947F-6B91B8A2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521E2-C291-416D-8181-C088A603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4DB60-8FC5-4C6F-99F1-2C1F402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72248-4845-4E8E-945C-3CF6A4E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21D3C-C26B-45D0-A438-C1319E89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B8E19-8B1B-46D9-938E-923FBCC3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00358-F0FD-41D9-9745-6176BAAC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BA8E6-13E3-49DF-8A84-4C4DEADF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27523D-8755-448C-96A3-A3673A3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706BA-4131-4274-BDE2-0DFB7798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0C05F0-7316-4186-B7EB-F9A1CD00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24CE9-6E82-4F2A-A2EA-4B8DC2DB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4A9BC-8990-41A5-A84D-A6A0A117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0D2B7-335C-4DD7-BBEE-BBB81AC0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0507A-B2EB-4BA3-AD59-54CAE169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2905125"/>
            <a:ext cx="2000250" cy="2000250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8C64E1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9AE9B9D8-76B3-478D-8AF6-3299C25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像素点阵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C764E516-2B3E-4072-AAAC-38A276E8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2356515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44A53D9-4DA6-4B38-A360-2F154AF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258DD-43A0-4C30-A779-963D42B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E17BF6-98F6-47B9-A26B-A7CE6667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CFB10-CCDF-44AF-BD0F-E8BD896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DA0E2-B758-46A9-B3B1-AA6806B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CE08D-D0F7-4B1F-B001-D419C36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FB612-DF89-4A9D-9E43-753CB0F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98D10-6389-42AF-B6DD-7A097218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1DAF6-F746-46D7-9358-6184B686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AC258-02A4-4A3B-A559-3101A8CC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DC348-3A6B-4448-9399-5DC5DB37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3B13C-CE6A-4B40-B81B-8C8DEF1E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31A88-7FC5-41FC-AAB1-D93ADBA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0515F-AA78-4159-843A-DEFD9107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378F1-6038-4E3E-ACAE-0A36CA7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A2357-14B7-47D6-A0A0-89DBDE8F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C5D36-4D3E-4122-9FB2-227B9126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D5E84-DE21-4B3C-8350-9BB106DE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E2A29-6167-408D-900D-7B554C3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B32EE-F6AA-4152-898F-6F0D91A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73D44-534A-48C2-87A5-61CFFDE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398D4-982B-47B4-8C51-23EBA76A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17A58-BCEE-458A-A39A-4A26CFE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4C848-5575-4673-9394-757D546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345B0-6962-4D3D-A27B-7DDA53F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889F14-D6DD-44DE-A30E-7BE4675D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DD0F3-6395-4B10-A20C-C9BE531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F72E9-1D58-48AF-A717-4D0D3038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D6ABB-919F-44C4-8D03-CB5F7A7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796A4-ACCB-4CA6-A874-BEAC1C7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7A831-318B-49F0-B0EA-8355E421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28870-BCF3-4D24-851E-4BADD11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506DE0-73A3-4F03-8DBD-6F817F3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0993B9-1A59-451C-AF5C-FBB7C41C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926D0-DC79-41C7-8E94-C3ABC9E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EC559A-2D00-408C-8DC1-E782BA4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C2F96E-2D18-436D-BDF8-6CA5B1C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D7B95C-A557-4061-BA22-E163D72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91D399-AA73-45D4-80D9-72307976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5BCEFC-E6F9-4B34-BB55-9F05698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6EA5E3-3680-4563-AE7A-965EF761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B533F5-37D9-4447-A358-EA500C1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ADF724-FA8B-4FAC-86D8-65B3E59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D6631A-2145-4C70-B03E-78C50CF8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3A1553-E881-4E2A-AD4E-610D4D82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E75672-80BE-4134-B41A-9E2BF3A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1FC55D-D0F6-41A9-894B-311E9C7A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E47470-3C2D-4ED3-8399-10F06CF4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7DB36-EF54-4D80-95B9-A538118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102EA3-8FB9-4006-A6EF-95F36F1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AD29C5-4A4F-4E82-838E-992F0F7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F699C0-5AB9-42D9-8249-1CB8AD62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3ABB77-A5A8-47CE-9FFD-93398DB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B2BDE4-DA84-40B6-80BA-71381255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B12AD8-0EBC-4DF3-B556-D250602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36BA1F-609F-4ACE-8E2E-DB0FBD6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0284B6-8F53-485E-BE5E-05DE1D9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98B5B0-E5D1-4C34-9501-FF70B24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9F4BF6-1A95-4D51-94D0-67249B4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9478BC-D8D7-478E-B290-F09B5FD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72A7E1-C3E3-479B-B801-318E7FC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5E5DB1-707A-41F6-94DD-CD3F468E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FB8B9A-52A9-4E18-842B-D8C76B6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21ACD4-D898-46FE-8CFA-C5C38BC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24EBF4-40E7-4542-9C90-E5D9D29F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886DB9-7359-4797-A5CF-46A4555E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1C05E-AFEC-43B2-8DE9-C635B0D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E047FB-198A-4878-A638-4A4AFBA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10D6DA-A5BA-4201-961D-70A6D448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04BD77-AA25-4DE6-8889-CCB46FF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95BB21-78CA-4409-9873-C4CB9836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D791C1-0FF4-4AC6-94A1-28F593A4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944BA7-8B3F-498B-B36B-87614838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1A433B-326A-4122-B90E-0C62EC0E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E95048-ABE9-4DA8-88E4-60E0EFD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6822B4-8ACB-42EC-82E1-02989DB8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351C28-8FE4-4E71-AA92-4381582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33C862-704A-49AE-80BE-760790F9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CC444C-57D7-4E2C-999A-4EB27F7E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DDE6A8-6791-4362-8EF9-333C97C4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9F7C21-BCF2-45CC-92F0-75749D2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A1649F-1D78-493A-83DF-D454AD4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FCB055-2575-4A30-A1E5-B2FB5DB9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FB0F4B0-B19F-4113-9F80-633842C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8216D8-DF30-4DD8-9B36-3CBAF421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86FDCC-7D6A-45C2-8904-254C95D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2F891A-FA9E-48CB-937E-5D941CB7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A22865-ABD1-4AD5-A4B2-3660C66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997950C-058D-44DF-8604-4CFFEB7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B7D9A3-AB6B-4D36-A323-3215688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E511384-7B99-4ED1-B033-83B43A7C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960B93-05E6-4D4E-A4A8-1D8A3C92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B182B9-DE9B-45C4-8B11-F02226D9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9912FB-B3E5-4140-99B5-04AB6BC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E7C494B-7990-42E4-9BA8-06E3C20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96C6AC-EE0F-42DC-A452-BA44275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1343BED-0A20-4C55-8A02-ADC463B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EC69E84-5CFE-48A6-A597-FDF40540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C9C05C0-373C-4475-801D-56583445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508481-FACA-4AFF-AD0C-0870B38C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840F20D-3E51-4D10-9CE8-74A81D26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440485-6620-4409-A130-FE7794D0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4C1824-C1F9-4A7E-A85C-69DC4245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5FF52E-F2C1-4FC1-B844-B7268077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E83E319-FC36-4C22-89BF-FE7827DC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5A5D19-52AF-42F9-8399-5574E25A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B717DB-E97D-4607-A322-29EE695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5C874A4-0A28-477E-9ED2-FBC09F74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6AE930-7FD3-4C79-B0CD-6A7A09A6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AC9634-E5C1-4A30-BC06-4AEB77EF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C88EB9-F74B-4BDA-9039-C6F398B7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70C21A0-4997-4C4E-9A4D-403DDE0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7E73E2-9113-4944-AEF6-9609BA8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EEB6D86-0D83-48E9-B3BB-DD2DC2B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A8F556-52AA-46C6-906A-A39663E3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BCEC8E-5152-4030-A698-6D905012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AC5D55-4465-4A7F-821F-DBBCC9E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EDF5BAA-3D4B-4214-BF49-9142BB0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82684CC-A35F-4644-8F99-C628AD0A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AB78D91-1524-422E-A1AD-4D3B84FA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963579F-E0FE-4A62-8A95-F87817E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8324A8-4AEF-4104-B3E3-7AD00A2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3475ADD-6333-419F-B3CA-BC25BE28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8712713-AC03-49AD-BA3C-5938FD21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7468B2C-16B9-489A-A319-03E4498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5094BD5-A106-4C40-B9D8-F12A36F4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EBF78A-B0D5-41A9-B8FA-FC849402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A2C07E6-48AA-4414-9DA4-3A9A1FC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797670E-336A-49C7-977A-E257D4B9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6FC8203-20F2-4558-9FC3-F3C47C43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C604B8B-714F-4D2D-B272-5864E0AF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8FF79EA-AC03-4DEC-ACFF-62E81308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B8D79A-F46D-435A-B4BE-03D9716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53A6E1F-C37C-43E3-B26E-6523FF67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2B97299-E700-40EE-9079-4843337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96390C8-4395-4C87-8E1C-9D43E86D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37F7793-2DFD-47FC-A8C4-0AF4CD1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6A140D9-65C8-4AEE-AD46-0750DFB4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C49728-EA46-485B-9B82-2D6FA05F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F24B156-C164-4CBA-A8B2-E3925FD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4E7779A-AF95-43A9-A9EE-0FF0B806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88B4D33-BEC2-4EEF-A935-D76100AE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A8555AB-04EF-496B-B5D2-D00B1B3F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976C102-453E-4373-B83A-4B5D4E4C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E0F78FC-F1B3-45E6-AEC8-7E8F0DC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0F3783F-9589-49CA-B0D6-735AF8DB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C01E81D-A4CB-44BB-87F1-F27ED870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AB5EB20-3933-41FB-8925-925F59AE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D3470C8-6ABE-419E-88C9-C261D83F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55FA5E7-4581-4436-96B6-A830866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DEDDD79-9227-4D98-855F-08931EDB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39AB6F2-BCAB-49F8-AC75-595549C9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82BDBB0-D4A0-4978-B4FD-CFF0D8A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FD60DE4-61BD-454F-AB90-A08BBF8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2665411-574E-410B-A1EA-7CC2CB0F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5706E42-30D7-440C-A2FC-2666E11B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C5012BD-5CAA-4622-82BA-256E21FA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DCCDAD0-FFB3-4C2E-BADC-92ED023C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EBEC2F4-D30D-4B77-B261-0E108C2C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E4AE181-8E34-469B-A041-AD88E52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702EB5B-4756-4D59-9B54-1054D7D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D5A41E8-CCFD-402E-8F9C-81E3AB55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36150D3-DC65-42ED-8AAE-80DE3837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D090A9B-26B9-4C52-9E8C-934E7897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3A7AC6A-E231-4868-8342-72B702C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F43F77C-566B-41AF-89F8-1FF8AB9F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8F66F60-2F94-4FC1-BA1B-BA975E5A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0BC5141-CAB9-4511-B433-1B3D0820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DC0AEF9-D166-4D09-9681-A66797AA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36D1B24-0E6F-4416-A27F-1A134B3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FF5968B-F781-4D7C-A9A0-47DB45C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CD50546-4D9D-4145-B37F-E9A5A26A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804EEA9-D77C-407B-9791-0322E022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669416A-3F64-40E3-8567-239E2F32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D3B30F8-A51F-486F-899B-008BD39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77A5DFC-7B66-44EE-9B63-50F5061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45A4FE5-CE57-47BC-A977-CCCF1B6E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588ADDD-C7A2-4BC2-8F10-EFC11038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16D0990-2FF7-4281-8F0B-C6299FA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DB2E98B-B120-4E19-A1CA-B65219F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DC70F1D-82D3-4DDB-833A-10FE2E2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5AEEC2C-A416-4E39-8A39-7E15391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FF6F9F3-0D42-45B1-9717-7D796D4E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5AFF12-8E80-4936-AA42-B67CD6B5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0169711-D91A-43F8-A622-47F14B5B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5DD5FF3-91F0-4749-B107-688AE92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F44B4AC-9F77-4302-B6A1-169D9D0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16BB26B-4FF4-4BFF-BFD8-47EE0C17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0E0748D-0511-4FE4-928E-4ADA1565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C196E8A-C208-4E9D-A9B7-DD80A03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8B008C8-078A-431F-B835-BD8FDE7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032FBFA-3892-4B89-9BCF-EFDD643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C8D5C2E-802A-4C9C-A0E3-85AAA347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886FEFA-2DEC-4837-B461-F00126B1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F17A6DB-7BEA-4E15-B2CD-0760B188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4D42E2B-ACF6-4C5B-A3DA-B3C2706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8D5879E-7317-450D-BF04-F380FF5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8916BE3-29ED-4B63-A18D-FB6DF98A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5AFAA2B-4A02-4546-9EF0-63D51DD7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6C479E8-A1AE-4E86-BB22-EC4AC76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A28A615-D38C-4BC2-9F28-1F9C102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D474246-37B5-4C5E-9EA5-98F24268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C732006-F4D7-4A43-B087-E23B67D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14C1967-2523-4D91-A497-206F290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0C03F5D-C45E-43BD-B096-BCF8FA7A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3DD5BD8-7056-4EF2-A431-5D43FB5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700A72A-9751-461D-ADAA-5393412E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57CF24E-6920-48B0-BD24-BD0C0F6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596AF82-D8BB-4FEC-A466-8675C9D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AF12E1D-3BF2-4712-B3DB-90540E66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C49D17A-8E6A-4A26-888E-CD800516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F1FAD8C-364B-4E49-A712-D38DB0B4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6CC5A12-2902-4E7C-AE35-F3010708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8BB61E8-6D8B-4E58-8E24-792D4E9A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7F8C003-409B-4EAA-B40E-828F2AB7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E9B1AF7-4D41-4381-B01E-424E88AD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1EF2EDE-F685-4345-9EE6-86E91031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AC3A34B-2916-4823-9A67-36CDDAC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E0F7C7B-3694-422E-B3C8-CF6D58AA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EF2F279-4FAC-44AC-882B-5EFFA71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A95F2C0-D80A-4D8A-9E67-A61A720B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F24D6B6-25A4-4E34-B19A-C07BD5DB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50DDF8A-E681-4832-93CA-F7A1C58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D0E4DC3-1E26-4106-A491-D7982D47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535B6E1-0262-4034-9324-D6543ECC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6C99F6C-2843-4A64-9AA4-9BC7D5D6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79C945D-B8F6-4F4C-B0BD-EED0C962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AE8BB73-2488-4FAE-BC04-F6D0CA7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1569EE8-4188-4408-ACD4-71432569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6667790-7BF8-44B8-9A56-A13C078A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B0FDAD8-D08C-4F93-AAD0-D90A4EE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DE21DA9-DC09-409C-8DBA-CE86AC7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C4DC05D-F710-42A3-9D6F-84D8B4A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65BC166-C301-41E1-BD10-30CA3D5A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09A3CE8-1FAE-4CB0-A849-71985195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B960E98-66F4-4F24-9B93-5FE976D9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7FA4E03-5A1C-4F15-81A7-9A5031A5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1C7E09A-E9CC-4A52-B721-8105444B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F9F6168-E60E-4BE7-8FD7-942B179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A77133D-EA10-43ED-945D-255BEC9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20001F9-CFBB-4E29-955F-C684412C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837C1DF-3598-4192-A3CF-4C2FD5C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FA0667E-8119-4B56-9193-C841ECE5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8FB4527-64DF-444E-91C9-F6E73EB7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D941AA-4D14-4993-8E7A-94B28D1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00D21A7-9CD8-4731-9B00-A5DE26E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FF4A66D-0367-409B-9B25-295B7DD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43D6361-ADF4-4F45-B0C5-3F384D3F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B70509E-6194-44DB-A64D-55275FE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8B2F61C-FCCB-46D5-9DA0-A8FC04F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6CF6645-5172-43F5-97F1-B4C131A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45565A2-2CCB-499D-8BE5-A7E8372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9CFA947D-C551-4E46-9012-AB863BB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D1361E3-460D-4C04-A4E7-DA5698C6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328AD86-01CB-4E5A-9B20-F5523790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AF63FD4-C368-42B5-83C9-3331078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C382746-E4D3-45AB-BDC5-17C0FB14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12D4096-4192-42F3-BD41-B72DB6C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6DB6BA5-3BD6-4E07-BB9E-E957A545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74C3CA39-99DE-4A0F-BAC6-9642703D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</p:spTree>
    <p:extLst>
      <p:ext uri="{BB962C8B-B14F-4D97-AF65-F5344CB8AC3E}">
        <p14:creationId xmlns:p14="http://schemas.microsoft.com/office/powerpoint/2010/main" val="2224325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744A53D9-4DA6-4B38-A360-2F154AF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258DD-43A0-4C30-A779-963D42B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E17BF6-98F6-47B9-A26B-A7CE6667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CFB10-CCDF-44AF-BD0F-E8BD896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DA0E2-B758-46A9-B3B1-AA6806B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CE08D-D0F7-4B1F-B001-D419C36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FB612-DF89-4A9D-9E43-753CB0F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98D10-6389-42AF-B6DD-7A097218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1DAF6-F746-46D7-9358-6184B686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AC258-02A4-4A3B-A559-3101A8CC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DC348-3A6B-4448-9399-5DC5DB37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3B13C-CE6A-4B40-B81B-8C8DEF1E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31A88-7FC5-41FC-AAB1-D93ADBA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0515F-AA78-4159-843A-DEFD9107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378F1-6038-4E3E-ACAE-0A36CA7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A2357-14B7-47D6-A0A0-89DBDE8F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C5D36-4D3E-4122-9FB2-227B9126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D5E84-DE21-4B3C-8350-9BB106DE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E2A29-6167-408D-900D-7B554C3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B32EE-F6AA-4152-898F-6F0D91A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73D44-534A-48C2-87A5-61CFFDE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398D4-982B-47B4-8C51-23EBA76A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17A58-BCEE-458A-A39A-4A26CFE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4C848-5575-4673-9394-757D546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345B0-6962-4D3D-A27B-7DDA53F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889F14-D6DD-44DE-A30E-7BE4675D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DD0F3-6395-4B10-A20C-C9BE531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F72E9-1D58-48AF-A717-4D0D3038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D6ABB-919F-44C4-8D03-CB5F7A7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796A4-ACCB-4CA6-A874-BEAC1C7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7A831-318B-49F0-B0EA-8355E421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28870-BCF3-4D24-851E-4BADD11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506DE0-73A3-4F03-8DBD-6F817F3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0993B9-1A59-451C-AF5C-FBB7C41C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926D0-DC79-41C7-8E94-C3ABC9E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EC559A-2D00-408C-8DC1-E782BA4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C2F96E-2D18-436D-BDF8-6CA5B1C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D7B95C-A557-4061-BA22-E163D72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91D399-AA73-45D4-80D9-72307976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5BCEFC-E6F9-4B34-BB55-9F05698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6EA5E3-3680-4563-AE7A-965EF761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B533F5-37D9-4447-A358-EA500C1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ADF724-FA8B-4FAC-86D8-65B3E59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D6631A-2145-4C70-B03E-78C50CF8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3A1553-E881-4E2A-AD4E-610D4D82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E75672-80BE-4134-B41A-9E2BF3A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1FC55D-D0F6-41A9-894B-311E9C7A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E47470-3C2D-4ED3-8399-10F06CF4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7DB36-EF54-4D80-95B9-A538118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102EA3-8FB9-4006-A6EF-95F36F1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AD29C5-4A4F-4E82-838E-992F0F7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F699C0-5AB9-42D9-8249-1CB8AD62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3ABB77-A5A8-47CE-9FFD-93398DB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B2BDE4-DA84-40B6-80BA-71381255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B12AD8-0EBC-4DF3-B556-D250602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36BA1F-609F-4ACE-8E2E-DB0FBD6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0284B6-8F53-485E-BE5E-05DE1D9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98B5B0-E5D1-4C34-9501-FF70B24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9F4BF6-1A95-4D51-94D0-67249B4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9478BC-D8D7-478E-B290-F09B5FD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72A7E1-C3E3-479B-B801-318E7FC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5E5DB1-707A-41F6-94DD-CD3F468E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FB8B9A-52A9-4E18-842B-D8C76B6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21ACD4-D898-46FE-8CFA-C5C38BC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24EBF4-40E7-4542-9C90-E5D9D29F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886DB9-7359-4797-A5CF-46A4555E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1C05E-AFEC-43B2-8DE9-C635B0D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E047FB-198A-4878-A638-4A4AFBA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10D6DA-A5BA-4201-961D-70A6D448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04BD77-AA25-4DE6-8889-CCB46FF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95BB21-78CA-4409-9873-C4CB9836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D791C1-0FF4-4AC6-94A1-28F593A4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944BA7-8B3F-498B-B36B-87614838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1A433B-326A-4122-B90E-0C62EC0E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E95048-ABE9-4DA8-88E4-60E0EFD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6822B4-8ACB-42EC-82E1-02989DB8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351C28-8FE4-4E71-AA92-4381582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33C862-704A-49AE-80BE-760790F9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CC444C-57D7-4E2C-999A-4EB27F7E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DDE6A8-6791-4362-8EF9-333C97C4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9F7C21-BCF2-45CC-92F0-75749D2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A1649F-1D78-493A-83DF-D454AD4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FCB055-2575-4A30-A1E5-B2FB5DB9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FB0F4B0-B19F-4113-9F80-633842C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8216D8-DF30-4DD8-9B36-3CBAF421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86FDCC-7D6A-45C2-8904-254C95D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2F891A-FA9E-48CB-937E-5D941CB7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A22865-ABD1-4AD5-A4B2-3660C66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997950C-058D-44DF-8604-4CFFEB7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B7D9A3-AB6B-4D36-A323-3215688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E511384-7B99-4ED1-B033-83B43A7C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960B93-05E6-4D4E-A4A8-1D8A3C92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B182B9-DE9B-45C4-8B11-F02226D9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9912FB-B3E5-4140-99B5-04AB6BC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E7C494B-7990-42E4-9BA8-06E3C20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96C6AC-EE0F-42DC-A452-BA44275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1343BED-0A20-4C55-8A02-ADC463B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EC69E84-5CFE-48A6-A597-FDF40540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C9C05C0-373C-4475-801D-56583445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508481-FACA-4AFF-AD0C-0870B38C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840F20D-3E51-4D10-9CE8-74A81D26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440485-6620-4409-A130-FE7794D0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4C1824-C1F9-4A7E-A85C-69DC4245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5FF52E-F2C1-4FC1-B844-B7268077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E83E319-FC36-4C22-89BF-FE7827DC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5A5D19-52AF-42F9-8399-5574E25A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B717DB-E97D-4607-A322-29EE695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5C874A4-0A28-477E-9ED2-FBC09F74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6AE930-7FD3-4C79-B0CD-6A7A09A6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AC9634-E5C1-4A30-BC06-4AEB77EF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C88EB9-F74B-4BDA-9039-C6F398B7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70C21A0-4997-4C4E-9A4D-403DDE0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7E73E2-9113-4944-AEF6-9609BA8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EEB6D86-0D83-48E9-B3BB-DD2DC2B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A8F556-52AA-46C6-906A-A39663E3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BCEC8E-5152-4030-A698-6D905012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AC5D55-4465-4A7F-821F-DBBCC9E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EDF5BAA-3D4B-4214-BF49-9142BB0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82684CC-A35F-4644-8F99-C628AD0A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AB78D91-1524-422E-A1AD-4D3B84FA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963579F-E0FE-4A62-8A95-F87817E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8324A8-4AEF-4104-B3E3-7AD00A2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3475ADD-6333-419F-B3CA-BC25BE28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8712713-AC03-49AD-BA3C-5938FD21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7468B2C-16B9-489A-A319-03E4498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5094BD5-A106-4C40-B9D8-F12A36F4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EBF78A-B0D5-41A9-B8FA-FC849402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A2C07E6-48AA-4414-9DA4-3A9A1FC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797670E-336A-49C7-977A-E257D4B9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6FC8203-20F2-4558-9FC3-F3C47C43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C604B8B-714F-4D2D-B272-5864E0AF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8FF79EA-AC03-4DEC-ACFF-62E81308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B8D79A-F46D-435A-B4BE-03D9716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53A6E1F-C37C-43E3-B26E-6523FF67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2B97299-E700-40EE-9079-4843337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96390C8-4395-4C87-8E1C-9D43E86D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37F7793-2DFD-47FC-A8C4-0AF4CD1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6A140D9-65C8-4AEE-AD46-0750DFB4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C49728-EA46-485B-9B82-2D6FA05F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F24B156-C164-4CBA-A8B2-E3925FD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4E7779A-AF95-43A9-A9EE-0FF0B806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88B4D33-BEC2-4EEF-A935-D76100AE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A8555AB-04EF-496B-B5D2-D00B1B3F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976C102-453E-4373-B83A-4B5D4E4C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E0F78FC-F1B3-45E6-AEC8-7E8F0DC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0F3783F-9589-49CA-B0D6-735AF8DB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C01E81D-A4CB-44BB-87F1-F27ED870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AB5EB20-3933-41FB-8925-925F59AE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D3470C8-6ABE-419E-88C9-C261D83F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55FA5E7-4581-4436-96B6-A830866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DEDDD79-9227-4D98-855F-08931EDB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39AB6F2-BCAB-49F8-AC75-595549C9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82BDBB0-D4A0-4978-B4FD-CFF0D8A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FD60DE4-61BD-454F-AB90-A08BBF8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2665411-574E-410B-A1EA-7CC2CB0F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5706E42-30D7-440C-A2FC-2666E11B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C5012BD-5CAA-4622-82BA-256E21FA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DCCDAD0-FFB3-4C2E-BADC-92ED023C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EBEC2F4-D30D-4B77-B261-0E108C2C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E4AE181-8E34-469B-A041-AD88E52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702EB5B-4756-4D59-9B54-1054D7D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D5A41E8-CCFD-402E-8F9C-81E3AB55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36150D3-DC65-42ED-8AAE-80DE3837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D090A9B-26B9-4C52-9E8C-934E7897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3A7AC6A-E231-4868-8342-72B702C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F43F77C-566B-41AF-89F8-1FF8AB9F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8F66F60-2F94-4FC1-BA1B-BA975E5A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0BC5141-CAB9-4511-B433-1B3D0820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DC0AEF9-D166-4D09-9681-A66797AA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36D1B24-0E6F-4416-A27F-1A134B3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FF5968B-F781-4D7C-A9A0-47DB45C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CD50546-4D9D-4145-B37F-E9A5A26A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804EEA9-D77C-407B-9791-0322E022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669416A-3F64-40E3-8567-239E2F32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D3B30F8-A51F-486F-899B-008BD39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77A5DFC-7B66-44EE-9B63-50F5061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45A4FE5-CE57-47BC-A977-CCCF1B6E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588ADDD-C7A2-4BC2-8F10-EFC11038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16D0990-2FF7-4281-8F0B-C6299FA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DB2E98B-B120-4E19-A1CA-B65219F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DC70F1D-82D3-4DDB-833A-10FE2E2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5AEEC2C-A416-4E39-8A39-7E15391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FF6F9F3-0D42-45B1-9717-7D796D4E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5AFF12-8E80-4936-AA42-B67CD6B5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0169711-D91A-43F8-A622-47F14B5B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5DD5FF3-91F0-4749-B107-688AE92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F44B4AC-9F77-4302-B6A1-169D9D0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16BB26B-4FF4-4BFF-BFD8-47EE0C17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0E0748D-0511-4FE4-928E-4ADA1565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C196E8A-C208-4E9D-A9B7-DD80A03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8B008C8-078A-431F-B835-BD8FDE7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032FBFA-3892-4B89-9BCF-EFDD643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C8D5C2E-802A-4C9C-A0E3-85AAA347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886FEFA-2DEC-4837-B461-F00126B1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F17A6DB-7BEA-4E15-B2CD-0760B188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4D42E2B-ACF6-4C5B-A3DA-B3C2706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8D5879E-7317-450D-BF04-F380FF5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8916BE3-29ED-4B63-A18D-FB6DF98A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5AFAA2B-4A02-4546-9EF0-63D51DD7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6C479E8-A1AE-4E86-BB22-EC4AC76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A28A615-D38C-4BC2-9F28-1F9C102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D474246-37B5-4C5E-9EA5-98F24268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C732006-F4D7-4A43-B087-E23B67D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14C1967-2523-4D91-A497-206F290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0C03F5D-C45E-43BD-B096-BCF8FA7A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3DD5BD8-7056-4EF2-A431-5D43FB5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700A72A-9751-461D-ADAA-5393412E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57CF24E-6920-48B0-BD24-BD0C0F6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596AF82-D8BB-4FEC-A466-8675C9D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AF12E1D-3BF2-4712-B3DB-90540E66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C49D17A-8E6A-4A26-888E-CD800516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F1FAD8C-364B-4E49-A712-D38DB0B4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6CC5A12-2902-4E7C-AE35-F3010708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8BB61E8-6D8B-4E58-8E24-792D4E9A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7F8C003-409B-4EAA-B40E-828F2AB7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E9B1AF7-4D41-4381-B01E-424E88AD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1EF2EDE-F685-4345-9EE6-86E91031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AC3A34B-2916-4823-9A67-36CDDAC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E0F7C7B-3694-422E-B3C8-CF6D58AA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EF2F279-4FAC-44AC-882B-5EFFA71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A95F2C0-D80A-4D8A-9E67-A61A720B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F24D6B6-25A4-4E34-B19A-C07BD5DB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50DDF8A-E681-4832-93CA-F7A1C58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D0E4DC3-1E26-4106-A491-D7982D47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535B6E1-0262-4034-9324-D6543ECC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6C99F6C-2843-4A64-9AA4-9BC7D5D6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79C945D-B8F6-4F4C-B0BD-EED0C962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AE8BB73-2488-4FAE-BC04-F6D0CA7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1569EE8-4188-4408-ACD4-71432569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6667790-7BF8-44B8-9A56-A13C078A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B0FDAD8-D08C-4F93-AAD0-D90A4EE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DE21DA9-DC09-409C-8DBA-CE86AC7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C4DC05D-F710-42A3-9D6F-84D8B4A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65BC166-C301-41E1-BD10-30CA3D5A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09A3CE8-1FAE-4CB0-A849-71985195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B960E98-66F4-4F24-9B93-5FE976D9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7FA4E03-5A1C-4F15-81A7-9A5031A5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1C7E09A-E9CC-4A52-B721-8105444B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F9F6168-E60E-4BE7-8FD7-942B179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A77133D-EA10-43ED-945D-255BEC9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20001F9-CFBB-4E29-955F-C684412C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837C1DF-3598-4192-A3CF-4C2FD5C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FA0667E-8119-4B56-9193-C841ECE5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8FB4527-64DF-444E-91C9-F6E73EB7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D941AA-4D14-4993-8E7A-94B28D1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00D21A7-9CD8-4731-9B00-A5DE26E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FF4A66D-0367-409B-9B25-295B7DD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43D6361-ADF4-4F45-B0C5-3F384D3F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B70509E-6194-44DB-A64D-55275FE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8B2F61C-FCCB-46D5-9DA0-A8FC04F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6CF6645-5172-43F5-97F1-B4C131A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45565A2-2CCB-499D-8BE5-A7E8372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9CFA947D-C551-4E46-9012-AB863BB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D1361E3-460D-4C04-A4E7-DA5698C6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328AD86-01CB-4E5A-9B20-F5523790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AF63FD4-C368-42B5-83C9-3331078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C382746-E4D3-45AB-BDC5-17C0FB14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12D4096-4192-42F3-BD41-B72DB6C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6DB6BA5-3BD6-4E07-BB9E-E957A545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74C3CA39-99DE-4A0F-BAC6-9642703D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3FC0957-35AF-42BD-A1C9-F3C0A89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56B5AEB-65E2-4FF8-85B0-97BCE73D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34CE150-A17F-40C6-A2F8-B2345CEE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84B6E2D-771D-4912-A642-E2B080A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42E0ADD-69D9-4DF2-BE13-A3F94A3F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3F8DA80-C484-4677-B9CF-97F567E9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1F62D97-8B6A-41ED-A056-EC8DC9C3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5055A8F-5CBB-483E-8EF8-6A55848F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D61A731-A0D2-480E-B1A6-BB2417F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6A03F00-8ADB-4D60-88E2-0EFE5629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760BBFB-7709-48FF-8207-CDD9AAD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88BBAFA-BC8D-4C8A-9DEF-F5B28F7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97E1DBF-90E6-4587-B453-2C55E0C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2116D65-D1C1-467A-8E24-056EF60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49A0C0AE-4330-463D-A126-C128EDC0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D7E2BB04-4811-40E4-8898-6A9BBF20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37E0378-4D08-41BC-9C73-378736FD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55B3C09-16C7-47F2-8C6A-3994B6D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46CE141-A0BE-4AF8-A4A6-1D40A051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386F8637-DED7-4DB3-A26C-FA7554B8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7F4597E-F3FC-402D-ABAD-077B45BE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68AE4F6-807A-448C-8253-07381B89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81FEB09-88E2-4F25-B40D-77598F1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1557691-033B-4BEB-8C34-02F528DA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E600D0A-A1D7-4D9B-95C0-FD7FC3E1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826A7A4-033B-48DC-8A7D-8D9DDB3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EF624DC-71D0-4B14-974B-322E932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64F2A4C-88AC-451B-807E-5EFF0E3C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70289E3-56F0-4DDC-8391-4939744B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DA4B15F-B9F7-47B7-BC53-CF04689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833E380-51A7-49AE-91BA-4A94F57D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9BA2D4F-5494-42E4-A17D-6ACD2F49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EC703D5-32BA-4FB5-A24C-24CC8A1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8A8BDA5-293A-4A85-8F32-83DE38AD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E6C6ECA-7FDA-4C9F-A740-8497C930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169B32B-CE0E-41F6-AA99-9AFE9E90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F6BA37CC-0DD4-449A-BD45-6AFDC793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C073525-7D31-46D9-88DB-3138C22E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3D65D15-55F0-4246-8ADC-2302D665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6B6C8C3-6A98-4032-B5EF-81C838C8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221AF42-CFE2-442F-BC16-5E3E89C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69E5D91-7B0E-41AE-BC84-03401097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97958F5-2C85-4CB7-AF37-F635D690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EF252D3-C3A4-480D-85FD-AE0CCE8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9E702BC-A117-4232-910A-3FDB3116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144FC9B-9BEE-4C80-8DAF-75734BD2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50C502B-A05C-415C-84FA-30015AE8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63EFFAD-B0CF-437B-ABE4-F4E1DB42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56F9634-D20A-4F43-8A17-F66C30C3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1E674DB-77FA-468B-8E3E-940CC3EB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CB5DB76-A996-40E8-9870-CB8D758F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E7F1554C-8EBA-4E7E-ADE6-20DF2117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2238797D-1C73-4693-AD64-E6F172B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32EF87D-76D8-4DB7-8C2E-5F46EEFA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58CB0D4-FB5B-4615-BB66-6ACF0293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06D7341-0BC2-448C-AC2D-C1BCA7A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CB25BA02-8846-4B71-85ED-38ACB821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13FA2E6-29AF-4473-BF75-9269FB57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00D6A58-979B-4ADD-B498-01C6DBF4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99A4D2AE-0D3D-4996-8635-6684A528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92DB0BC-D44B-49A3-97C0-782163AD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2CC156DF-7C31-4CE6-BEC1-5B134EA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6F87A98-7782-4FC8-BC30-17579FE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FBB4CD3C-B1E5-464A-9AEF-8DE20CF9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F1DB974-0040-4111-98B8-23D320A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E1B5633-9F70-4013-93F9-2BF2E20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7555F5C-FCF5-4BC5-96BE-E4ED2BF8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B89456D-5728-4D42-9581-924BCB9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24351EFD-991A-4A7E-8F01-DD5227BF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152C618-AAFC-492C-B0FC-AC6C44D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24E37BB-B09A-48B1-B61D-5BBCE90B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DDD4B93-1522-4D58-8372-24B9AD0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307AA201-55C7-403B-ACFA-847CBAFE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E089D23B-DB0C-490C-B499-2EA36157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266DEEEA-3745-4CE2-A8DF-D582F25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E949C70-ED8C-4CC5-8423-F72972DF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02AF73D9-1C74-4962-B6A5-D16F72C2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3E44899-287B-44C9-8F98-2C71494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DA64EFC-C81B-48C3-AE13-CB7B394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785EB38A-CE2C-4659-B1D8-3C04D0E2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7D782A3-64CB-4B8A-8340-834882B7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87B56CE1-F6B1-4410-8E5F-EFA83C5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14133D6-E690-4FBB-92D2-43FEF9A1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6641047F-1845-4E35-9D16-64D82034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AC036AE3-755F-4A06-9480-4D39D06C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B0B73646-C1C5-40A0-8067-991E4E90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87DC8F4-B6F5-48C3-8972-1114A5F8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9EBF293-D603-4317-88EE-763906B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358228A4-201C-487E-A177-06CC6DD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66A5B61B-7065-402A-AAFA-FE448D3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27FCC9E-19CB-42D2-90EB-4F61BF05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A8EF885-2EC9-4D4D-BADF-71CE174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78E1892-0CCD-438D-8BE8-DFC4E66F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C5522C1-5B48-43EE-9E5D-F1CA9E4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A4AA3F8-3C84-4BE0-A9CD-E3FCB099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9277983C-551C-466A-87A5-EA1250D0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DD958743-48F2-487A-A456-38111BAA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3ADFD75-9A19-449F-8A14-BFDE266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29FD509-5A8A-4F4C-B17F-F00F7F59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D81F694E-B5EC-4FDA-B676-AA71000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97EBADC-7A5A-40EA-B801-E95441A1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CE92C82A-6101-45B8-86FC-FB4BABAB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E2FAC8F-4916-41CD-A277-3C0E6E8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0E0B04B7-86A3-4D93-B5EB-0859C5A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6AF5F371-58F9-4CF5-A509-35A34AF3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5E4E92C0-AABD-43B1-90F2-871BFABF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5A008A5-9DDF-48A2-9D1B-1FF3334F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1D76677-529F-478A-82BC-5CC0AF9C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DC6514B-9DB2-44CA-986C-F070B55C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2D15F20-2106-4CF7-9509-96EC453A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6EB97EF-50D3-4AF0-ADDC-EA10F8FD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A0C85D37-7571-4C5C-98A0-BEA19256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65B36D81-99C9-442E-94DA-C771ECCF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9AA19CA-7142-44AF-B5E9-A3FF79AB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B199732-0C04-455A-ABF4-D370D2ED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78775703-3C65-47CD-8756-F4ACB705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C6AC59B-9614-427A-9ECC-A9219BE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0353C0E-2909-4C6D-87B5-7B05B26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AE97DF18-0732-4495-9902-31C22EB3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8DDB13D-1355-4217-A27A-BFC0AF3C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10A0AFB5-DDF0-4245-A721-6B6B0DE7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8502F13-258B-453C-B4F0-7302D584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697E5D6-7160-42CE-81CE-DDDCAE38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3B7E518-250A-4AF6-A91E-6217212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307A0E4-8B55-4BBC-8B51-32CC0182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95CCF14-50A5-4EE7-80D3-E8CC9B8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BF337EAB-7000-4C71-A812-F19B7E1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D74EFAF1-084D-4355-8292-96B7330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0A6723F-2722-45E0-B865-103EF6F8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86814128-1DDF-4FE4-AB4D-D08751D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DF22327-CC87-458F-8A70-D5B318D1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615D01AD-2C1E-42EA-B8F2-02D50239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92B92B0-4F4B-4CFC-AC0A-28F70CC1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CF32A1BF-14BA-4F2A-96BD-3A8C4CCB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7C09B27-5022-4112-8879-D9AB232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ACABF5EB-4136-48B2-9587-C6B0795B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A3D1FD3-980C-412C-B2BF-1ADF1558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A2EFE988-D47F-4187-886D-094999DF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341FB912-6214-4E87-863E-FE751E55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98413BA-749E-4742-8B55-BE5732E4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A79120D8-425C-48AD-B398-3E488D7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DB124329-D929-4797-B1CC-0010EC4E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91553CF0-581E-402D-9DA6-732E2EB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2E21A295-42B1-4CEA-AE75-28D55DFA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984EA3D5-11CB-4002-B987-3B0443FA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74E9A02-FEAB-4C18-A9B9-AF0E06C7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56BD5880-F08B-494F-99D5-49DA5C42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01895AC5-E0FD-43F1-964B-028AD955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3F38B874-316B-4F39-85B1-50E592E5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3BF53BE5-BC26-4C56-AC54-3B3EA08A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5B7F533-0225-4746-B9DF-800A4262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6C0DD3D-46F1-49F4-8A6B-261FEC97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82041452-57EE-4FC6-9329-296D0BC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408FB5A9-2981-401D-A01C-57DD36D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888D60E-F98C-467E-8FF7-BB36337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E5C0AD10-04C0-48AD-8D4C-829DB34B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B4BC91CC-2AF8-466D-9E54-E8A15312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8F94FE1-9094-4B5B-9BD9-F92F6959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72B87952-8C78-415B-9F5D-A8A96FA9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1BCA3B98-DD4A-436F-B35B-A74B931A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2A5585F3-8801-438F-B01C-3A158C9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16D90AFA-7809-40CB-95D7-8924189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07ECEC54-5FD2-4228-B01D-EE0DCEA3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63341B1C-5454-4D63-9FA0-8797B8F3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B1AC5CE-742A-469A-A591-8FD0656A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0177DB4-FB1E-4C89-80A4-995D89F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CB18B4BE-C8DA-4815-8875-93F8FE30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8E3F407-CA2F-47D5-8615-BF1BCD2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B7B3ACC5-D7F1-4D2B-B4B5-DD751E3E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DDDCC964-DE27-44F9-9512-8E83775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0096D9D3-29DC-4EC5-B052-F78DF548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1BD6079-8E7E-4A6B-9D3D-815E064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F070313D-A3AE-47BF-B099-B5EBBF75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4E78326-1C59-4785-983E-98656C4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3D0B7D2-72E5-424A-95FA-FFFCC2DD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9CD69EC-8FEA-472B-8714-38F30BD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358118B-E03C-4B56-B77E-05F722EF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E87D9BE-BEDA-4025-BBEB-121A34E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A5653702-58B7-441D-BCC6-F203C819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67C33225-FD7A-4027-A179-6B9D8789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384FDD86-BC40-40E1-8E53-6A205C2E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20856C62-7223-47A2-BD12-7EC1F81E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A6B4FE58-A608-4177-98D1-69A4A0C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B8E0E606-544C-4188-9207-193A598B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BB13A79-D048-412E-9328-82057A0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6B6A20DB-F75E-4C4F-ACA7-5D862944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D0DA77B0-2F14-4FC3-B033-5160E240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E463B53A-21A4-4B6B-8393-42F2F80C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11BDC0F-DD86-4FB5-8B57-A917846D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D1234CE4-83A6-42B5-94BC-77BDB5B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BABB3D5B-C09F-45BA-A801-E9294B83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2F3A46A-67AD-48CF-9089-8C385A4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1F44C560-C462-4DC6-B51F-1D1D016E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71A160B4-367E-4667-A8D1-6474C8D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D26CCCAE-9A2C-4FFC-A504-4B49398D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EEE2F26E-D16A-4B11-846A-3A5DD48C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D6B6C50D-12DE-45B1-8473-2C238B9B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5F1FBC33-3AA3-40C2-AF2F-5056DFA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822F61AE-AD43-4F8D-9D3D-7E935E6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F99F7F51-F92B-44A3-96B3-83D968E3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44530A4D-D749-4905-B17C-15A2ED23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49478668-12F2-4DBD-B5FD-D7D5EE5F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AF4DFD68-92FF-4518-9792-44876ECF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64B773F1-82B7-42EA-990C-9B519E59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5331B2F-DBC3-4E64-A5CF-6D5E82D4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FE934C42-DE89-404B-98C7-A93043B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35A350F-7ED7-4A0E-A706-5C6ACBB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5946DAF2-1FCB-4ECB-A3A1-3EEB55A7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7441B9D7-623F-49EC-A6FE-46785FA3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3EE17772-9934-46DA-BE7A-B5D5780D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8A42D04-0F6F-4B0A-9EE2-3BAC3B7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F267ED3-7253-4428-9C7B-EE05F11A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FC81380-E76D-4384-A726-443D9DBC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4FDB55F-573A-49EA-BF88-42C0727D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D246E0E7-1A66-40FF-9F79-0FC07A1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10F3CB1A-F145-4166-A608-3DC2B07B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77A2D0D2-62AE-42A0-A796-92A1984B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1BFB58FF-EDDD-4B4A-B8B6-B00D84C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14C13FBE-1012-4CD4-BF61-7CB0150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D2174C18-9516-4AA3-A236-5F71FF9E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B5ACA8FF-0B8B-4007-B1AC-34743B6B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A25CB086-CAC9-41BF-8679-95202AC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DEF490DD-9E41-4E88-BBE5-667D813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7DEBF480-3A12-42DA-A161-DE6863CC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494C4A2F-4812-4587-95D8-16B81330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E0FC6271-51D4-462E-A6DD-9E8FBA03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99CE63D3-BE5E-47CE-AEB4-1C605AB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3F419ED-9F04-4DBD-936E-73801970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5FD61777-0F3A-49D6-B0BB-D637AB44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10AF826D-CD17-413D-B63A-3FD3A2BA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FAA6ABD7-EEDA-4D27-96CB-BC831A04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736B1DC3-A0CA-4A46-8A63-F287F63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C45A4F87-6912-4F5B-8899-0F5F99C7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68438E5C-08F0-40BA-A801-37F5DAD3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F425D8A5-1EC4-4494-88B9-8F651D5C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2632C81-2399-414D-864F-956B6BF1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9289D8A1-2524-4D99-897E-45B05172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762C8E31-994E-4489-AB23-FEA05809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A3DBC83-0BAA-4CE1-A0D2-A7CE9133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246BA235-4A47-4F8F-921B-2EFBB25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B31C18A1-47CB-4754-873E-562A56BE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177C2420-64B9-4FBB-9A3F-1197A3E6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202E7CE-121B-47DF-82C3-8C912F1F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ADA3C2F1-7303-4573-A36F-75A4A807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B1C4128-2756-4B48-9DA4-B87BDF44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8C756E91-784A-4EF2-9909-DD45CBB3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A0EFDA2E-F80C-423E-9703-BBF441D3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A3BA6EE8-CDC9-4DCB-80AC-9C077AC0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27040328-461A-462A-AD44-610B6E26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1BE9B112-744F-4743-92CB-A3845781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FB39A5E7-A3B2-4CB8-9793-0DBBF921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C33A692-F90F-49E3-89F2-20560C16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D6DF5795-F4D8-4279-99CB-1EF9A27A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2C2E6F4F-047A-4394-B16E-9A1BD1E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625BAB76-6B27-4315-B6D1-8011E733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6D775285-4D4B-4D10-9347-242962AA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text-516">
            <a:extLst xmlns:a="http://schemas.openxmlformats.org/drawingml/2006/main">
              <a:ext uri="{FF2B5EF4-FFF2-40B4-BE49-F238E27FC236}">
                <a16:creationId xmlns:a16="http://schemas.microsoft.com/office/drawing/2014/main" id="{397DCD44-7AD4-488C-BC1B-1781524D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81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6种颜色</a:t>
            </a:r>
          </a:p>
        </p:txBody>
      </p:sp>
    </p:spTree>
    <p:extLst>
      <p:ext uri="{BB962C8B-B14F-4D97-AF65-F5344CB8AC3E}">
        <p14:creationId xmlns:p14="http://schemas.microsoft.com/office/powerpoint/2010/main" val="2224325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A307AC1F-A27A-445A-B8F5-FBE61049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D7B2B-AB4D-48B6-BF2A-3963ABF1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EDEF0CE-068C-4C51-BB05-02E15F6B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同一个样本，增加两种近似选择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5B9DD-3557-44FA-8789-10C076DD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4850F-6179-44DB-84E1-D134D68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90D55-2DAD-4FA8-917A-E684CEC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A28A8-42F2-4500-88AA-B66C751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E307A-E6AC-405F-8799-2DE2585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BBD99-10B1-409C-88AB-C8098C4A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55057-5F74-403F-9071-1C6D50B7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06502-6B3B-4708-9AAD-227BC843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9AF31-C1EF-4BA2-A676-29BDAF5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5CE5C-BB2E-4C03-B89A-1ED11AC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5D242-D7A4-4BFC-A910-A6F19852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35B5F-101C-4920-81FE-9BD6550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A79BE-F8FF-497E-9DAD-02D049E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0EFA1-2E18-4932-8158-1557081D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E2555-C8E4-4EFA-865D-12D9A2CE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79852-3C7D-4739-8A4E-E14ACB0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FACD7-80D0-424F-9AA3-46BA11DF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6623F-6EA9-4A80-8E2C-A1AC8B3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9F876-45E2-4912-8A4C-E995D58E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040D3-5DDE-47FF-B44A-D1C116F8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C41F8-40D8-4505-B9F3-153E26A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16247-DCC2-4706-B164-BC9F027E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7B8BD-C97E-4B6D-91EC-30340A7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0F614-B198-4EB6-966F-3F1601A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26C45-BE69-418A-8895-DEC51E4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B0B05-C239-4656-9052-891838F5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CE34F9-64CB-46C9-AFA2-9E43FF09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D753B4-390B-42AB-84EF-6AAD68CA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E3940C-866B-4545-99B0-4367B21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5A6CA-ACB1-4460-B7E9-2264C24F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8A1D92-76EA-4BC5-AB7A-B9A1B38D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FD74EA-2AD2-425F-BFC5-CF7930A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3E8FB1-9EC6-442A-9345-8086B44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96AE0D-76C4-40A2-95E0-50C12B99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8D3021-2B92-4FC3-A328-25F5DEA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51C66C-3957-4585-8377-EABBCD64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7F12A-E500-44A7-8612-A2EBFBB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BB290-F1BE-4D6C-9A76-6768224F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E9BB6-D76C-461F-BAB0-DD58C2B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1FC5C-9E0F-4857-8B10-E7ED6A3F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AACC04-6BF8-44CD-ABD1-37FA59E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5C1AE1-C2CD-41F8-9B15-5A7B3150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49E725-3152-4047-8ED0-A48B692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29C026-7495-4150-8C19-38665EC7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CB5488-7F37-4D03-969E-E654A9E2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A68D7D-CA47-4E67-BA30-E95346BF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CBC3DF-FD0E-4820-8B14-0B6DA648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C051D3-0D46-4226-9B06-608CECE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31B27B-716B-4A1D-8742-5E894E3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17BF04-1B5C-4540-A220-59BEF4BE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74B394-3E72-49C1-A3A9-4B345382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8B3027-01CB-4B51-85A1-FF24B249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40D2D5-670E-43ED-B5CA-0790BD50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A1532C-08C2-40AF-BA3E-CF76ECDC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F3098B-7A84-4EB0-8384-C6DB85A0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F52C67-5434-4013-8228-89BC67EC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E50141-9EE7-480F-8952-4231FAE5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E6AE2D-4515-408D-A7A2-082BF349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9025F2-903D-474B-A4A5-09D1029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30D2AA-A618-437F-B23C-CA0739AF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E515CB-65AE-480F-A052-EC88703C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49F91D-4CA2-4F9E-993C-DFEFD76B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B45B15-8899-41E6-ABD7-D58AA1C3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D21A5B-868C-486A-9BE6-661956C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8C08F5-6FD0-481A-883F-89CCE22B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4A20A3-B815-4E68-8365-84B1A0A2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882FBA-71AE-4E6E-B4F3-6ECB770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A71340-CA92-4BBB-A9C0-D80919E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F177F5-2DE0-49FC-9E80-AC2FC13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DA0852-1BF2-4BE3-908E-BFB27FAB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4664087-A551-4F2F-8C6B-7630640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C79A09-4F68-481C-BD0F-95F525EB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22107A-EF0D-4D0C-B4FE-8BB37EFB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D770B2-50F7-4DB9-8490-2D0EA79B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BBDC9B1-52E5-4F8C-A746-763FDD01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EFE0C4-9E15-41E4-AB95-857E62B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01291D-02A2-4B29-9F8A-AD406EC5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98F3665-6329-435D-9BDB-3FBE498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8454A06-6762-4DB2-BBE5-68627752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30E1E2-A476-48F5-B0D6-5B802F17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2693F68-ABDD-48EC-BE05-8436EEB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275922F-9CC1-4A07-A684-E3C58E5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B34EF8-4715-44B6-82DD-A115F33E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C71C600-F207-478B-A934-5FCAF84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99EC1DA-EC8E-4BF5-A3B1-6FB2D12B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0959441-87EC-49FF-A118-9E2C06F7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5FB100A-75CD-4EF3-9EAC-9926C4F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5A6056-7401-4100-A8CF-EA40ACA5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EF65BAA-02CE-4D8D-A202-601FA7F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F31FA8E-4748-4735-A8C1-951A64BF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67401C6-AAEF-42F7-84F0-6705A3C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3074EF-E665-4E64-8CF7-ECA5143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6650FBD-7D2B-4848-90C0-9C0D19D1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7866F42-EF09-418E-B45E-D09D24FD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DDF723-D7C1-4C54-9641-72471334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C3534AF-7446-42EB-8CE3-C579CCA4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42974B-EBE7-46FE-AA9C-D1EFEA3D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48D197-A7BE-4935-BBFF-6B749DB8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F11C845-6085-4A52-B8D8-781A68A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1102997-5F43-4FE3-8E2E-A4D683B1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3D2939-C842-4A7E-A741-9B3DC8C0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3CF8C58-1560-45E0-BDBE-7D498F9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AA441F1-8598-4A32-8F0D-74BB4003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6ABA56-9FEB-4024-A208-DD341169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0357470-5F34-4935-8D32-F33AC1B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BA18C1-A846-4E22-B48B-4C7BF59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CC0376-B1F5-47FA-8F36-B7897D0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35FE614-8792-498B-A908-00580E39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1E2B3B-1393-4A73-B0EB-347165B6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F6ECADD-FCDB-42CC-8B5E-55BEE22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80CE9DE-E2EB-46A6-A04D-A566D81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0F99EE-7713-4B77-AFD2-D1D4C4D9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A9C222-8B5F-4034-A8EB-FDF785FE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3BF64CA-B9CE-4377-B02A-B5DC6F19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3DDDE3E-1442-4F55-9353-C5CB935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BFBB6F-0C51-4648-9F7A-CC78C5E9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09D1AD3-804C-4D64-B5DF-5682F688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57E089-6310-4A04-A22F-8E23C0DF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A89C2FC-7959-46C4-B307-947FA76D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D2CAEF-3DEF-4B62-8831-06ACAFD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46FBAD-FD46-45B6-A957-DBAE012D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C970822-72D3-4B06-B6B3-8D18EAB3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2D0898-9DE4-4D0A-A1CE-E33E2B4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CECA9A-E42A-4A2C-9439-02F6010D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F7AFC07-8541-4DB8-8F94-82628D13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AACE336-05CA-41B1-8F8B-E2938F80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A1AECC-09DA-4F61-A58E-96ADD963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A58F6A2-AEFA-4658-BA42-31E75BF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909962A-8560-4553-A977-58263957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5369EBB-9E28-49CD-9708-24D38FF8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0B6BEBA-3150-42DE-80FD-31393BB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2DF3BE6-021E-4C36-A876-43ACD759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99F7338-0906-497A-8CF1-61C8385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A3AC58C-2455-4A38-993E-EE8B9EA0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41BC8C0-45D7-428D-AC7E-CA717938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48D3223-FF5F-434E-AF31-A08C2B2D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5327156-9D1C-4FFB-82DA-FA3DF886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C63790C-6C12-4E3A-A245-05D9D46F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69D7A3D-D848-47FE-963E-40703FE3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857025D-8550-4C00-A67B-FA2F075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2F4D2BE-BE74-45F9-B0B6-906D5EF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698EFF2-5009-42AE-996C-B82516F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74BCAF9-0C52-4970-B204-B9DAAC7E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F5F6A85-878E-400D-91EF-AD50CF35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BAC8F36-E146-4FD9-89F6-E7074E70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7C79BFE-DEE2-4035-A4E3-CC96EA84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E1DB1E7-6602-4426-AD2B-CEE5AB9E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2792A22-2DCC-4E84-9AA4-785BD20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15F83DB-1B2A-456B-B7CA-D7E6EF62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454E04B-C5E6-46D0-B69C-1CC15DAF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E4F5C80-B867-4156-BA03-9B5A3159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CF9721D-3765-4FC0-8DD8-76998EE7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ECC9518-DD58-47D9-9068-24544D3C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53E99E7-ED5E-4B94-AE62-93AFDA8C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678EB61-E15A-4877-9749-FA9A7AE3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EF19223-C0C8-4210-8436-D44D95A5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27DFC8D-BA33-4BED-9816-53B4D4BA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A4DE1D5-9A39-4D51-9F30-63A1131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97229C3-3BDE-496B-8FB2-53B5593F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76E2BD2-692A-4BF2-8F1C-C876B185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4301192-A5A2-4C0F-A6FA-25E666F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7847D6E-791B-4D1B-B4A3-B6380184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4C1D02D-3E0A-4040-A0D6-2234828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313A81F-ED82-494A-8225-C7059DD5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D03A15F-87E2-4C6C-B146-D45947B4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ACD29A3-C3B1-4DAA-B0AE-71B49C7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95953C9-741C-469A-849F-C89D3169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5B2B9DD-6B77-4662-86B5-865844F6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C380765-1281-4586-9173-91BF5AF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0C228A0-12F2-4994-A1F1-4C6DC49B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879A589-375E-4950-8B8D-FED5FD02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7838ADF-231E-4695-BFD4-10E13455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C96130A-04F2-43A6-95B3-9A224752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BCBD2E5-1CFB-4ADC-9F8A-3C38B485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A093231-99E5-4FE1-9A7C-04211D90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4D8C2B2-222D-415A-932B-952346C4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238E840-34D9-4946-AB05-9729D82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FB17BD1-BC0E-439B-B9AE-A846692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0100B30-E588-4A01-A7B6-6D963F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28B4214-2AEA-43B8-8F1F-ED0F00F5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561109C-B975-4C1F-8308-BED07357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0390111-BBD1-42DE-848A-4285040B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F6BCFA4-D29E-4F8E-A40E-D544832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4BA00D0-2022-4BE4-B02B-CC6B3D7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2FF55F0-EFB8-4772-81FF-6A767691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E18404B-71CD-419E-97FB-87C88929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5B4C578-7A40-4756-BE7B-454FA61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A5A5158-7232-4364-A1E6-F6EE004D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040FD06-270B-44B8-83EF-03F398FE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5B6725D-FE10-45E4-9E12-9AD8E50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8686813-E257-4979-AA43-910CE4F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2DEFD2E-697C-431E-B848-3792752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54B6E56-7857-4BD5-8B7B-BE27AB8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331AEC7-9AD3-454D-A584-0EFE7CFA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6A16A00-5DF4-43D1-B8A1-3FF63E7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A64177D-C498-4C2F-8D98-B065BAF5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3793A8A-F6F3-44FB-A8D6-6CDFA993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AAE1F9B-B93C-4ED4-9DB1-C14580B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8E6C013-09DF-421A-B3BD-610B53A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77F25B6-55FB-4EB8-85D8-AA91ECB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DB74520-0EFC-4FA4-AF6E-69E527ED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6D0B44C-1763-4F4E-9D66-861AA721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7ECC574-0DC3-4180-97C5-C6DDEF5D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5BA11E6-DE17-4D0A-8645-860C32D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267240E-1809-49D1-B9BB-147838FA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E6A543B-71C3-4B7D-8376-95DF8057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807875E-08F0-4307-9072-95FBBE04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F01B9A4-A504-4AF8-8BF4-9EE9340E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B72D0E8-CF0B-4B80-840A-AB882A6E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E348BE3-AFD8-4898-B5AC-2F1D69A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ADE68A6-EB41-446B-8539-9419D3F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512EB87-6FCE-4865-AC16-3C5C7A59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76EEA21-B8EC-4104-B5DE-640A370A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001E94C-4770-493B-BADF-A16CFDA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1F31637-C7C4-45C2-9EAC-6D73E24D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3841BD2-2EEF-43FF-98B9-0DAC5F40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B289A92-88E0-48E7-A30C-D86BF1D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70236FC-14E2-40F3-A9D6-AC5070C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8B082E2-CCFF-4E3C-B513-1A2A536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0080FF1-75A1-4FCB-8234-9EEF1BC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42C4B72-A237-470D-B2BA-0C4FB078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E320570-9F97-4511-99DA-AB07EA5D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1306497-0930-49FB-86DC-C33DD389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DCD100E-BECD-4997-AC7C-AA0F5A54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27A0A72-881E-47AE-B996-DD310BF3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8E1486C-2FAB-402B-9598-AB00F82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FD87C17-D5F9-4541-A602-FDBC0655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9BC5677-623D-472D-88CD-872334B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9135027-2F5B-46AE-977B-7A19729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2E0BFA2-FC6C-438B-94F6-A304BC1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D11EA45-27C0-42EC-8A3E-7DC488CD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3ADE8E1-261F-44CC-9264-04AB7C6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A427314-0FC6-48DD-A252-518B25C7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E603DA8-22E1-4B1F-BE24-7DCEB078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F325717-FEF1-4269-A029-8E9641C1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4676453-DA38-4FA4-99FF-D9334AA6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8A598D4-7ABC-405F-B7DE-7B569734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7212904-A6C7-4F5D-9A34-F9C0805E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8EAC40C-3424-486E-B7EA-937C3EAC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C9C7941-48B2-4A17-B030-CF827A26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A22442F-7B9A-4001-99C0-F6727266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CB06761-C43F-4B8C-B630-E37AD715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AAA3750-11B6-42E4-8E16-0DB70FAE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DA678F2-2607-46D3-8383-E0FAD603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97898F7-4BD1-4099-A8CF-5EDF1462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632FC9A-0E7F-4B29-9C50-A85BF45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0D84515-1F0E-4A31-A05E-AD1C66E4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6408099-2FE6-40A6-8153-1194CDD8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5692002-2D3B-49BA-9ADB-7653D34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4663391-B056-4DC3-B14C-9C3C5EB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FC93EF8-6AB2-49AD-BD79-A67C66AF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CF8C5EE-41F4-4177-9F98-42BC2E8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BB9C38D-7A45-4CD6-A55E-5BF6186E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52EF241-083E-4B49-9F60-581F3D74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FA1DA0E-F834-40AC-B80B-4FE13806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CE621CB-B3C3-402C-BC51-180374F3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D066B27-B860-4B59-AC14-77338D11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A6803A97-60C7-49AC-852E-A1BD909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第10行，第13列</a:t>
            </a:r>
          </a:p>
        </p:txBody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5AB45F0A-6CCE-43A5-904A-F23858EF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样本平均色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CB550A4-4B2D-40D4-9B6A-069AD134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494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D3F58163-6E27-4BC7-9EDE-3B4EC891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四色量化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F02589D-BCD5-49F2-A1AA-300550FE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text-265">
            <a:extLst xmlns:a="http://schemas.openxmlformats.org/drawingml/2006/main">
              <a:ext uri="{FF2B5EF4-FFF2-40B4-BE49-F238E27FC236}">
                <a16:creationId xmlns:a16="http://schemas.microsoft.com/office/drawing/2014/main" id="{A0FFD7BF-622F-4845-B3EC-72A09A59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六色量化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19034C7-202A-4EB5-9945-758F879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text-267">
            <a:extLst xmlns:a="http://schemas.openxmlformats.org/drawingml/2006/main">
              <a:ext uri="{FF2B5EF4-FFF2-40B4-BE49-F238E27FC236}">
                <a16:creationId xmlns:a16="http://schemas.microsoft.com/office/drawing/2014/main" id="{67B439DB-69D5-4768-AC9D-B1A178E4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86375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位置和样本相同，改变的是可选颜色。</a:t>
            </a:r>
          </a:p>
        </p:txBody>
      </p:sp>
    </p:spTree>
    <p:extLst>
      <p:ext uri="{BB962C8B-B14F-4D97-AF65-F5344CB8AC3E}">
        <p14:creationId xmlns:p14="http://schemas.microsoft.com/office/powerpoint/2010/main" val="5180831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D1736-7CA3-4643-A38D-FCB63ED0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76BCE-8030-4973-A0E3-6366936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C2F372-155E-4CAE-872D-B928212B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C9ADD-11DC-43FE-B50C-342C2DC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2A03C-7537-45C8-8DE7-5DE019A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0F56-DF72-43CF-BD4B-5437441B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20CD4-DBD9-41C6-879C-6A72C7CA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3CD54-47B9-4065-8363-5344204A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6E62-D54D-44B8-A52E-7D316C1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31678FF-C384-4032-BCAD-673AE71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</p:spTree>
    <p:extLst>
      <p:ext uri="{BB962C8B-B14F-4D97-AF65-F5344CB8AC3E}">
        <p14:creationId xmlns:p14="http://schemas.microsoft.com/office/powerpoint/2010/main" val="4875551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D1736-7CA3-4643-A38D-FCB63ED0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76BCE-8030-4973-A0E3-6366936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C2F372-155E-4CAE-872D-B928212B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C9ADD-11DC-43FE-B50C-342C2DC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2A03C-7537-45C8-8DE7-5DE019A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0F56-DF72-43CF-BD4B-5437441B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20CD4-DBD9-41C6-879C-6A72C7CA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3CD54-47B9-4065-8363-5344204A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6E62-D54D-44B8-A52E-7D316C1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31678FF-C384-4032-BCAD-673AE71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7E0056C-BC99-4D3C-8EF1-85AB5AA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 &lt; 6 ≤ 8 = 2³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C902F76-E87D-4F47-BE0D-31313B2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最少3bit；8个码字中使用6个</a:t>
            </a:r>
          </a:p>
        </p:txBody>
      </p:sp>
    </p:spTree>
    <p:extLst>
      <p:ext uri="{BB962C8B-B14F-4D97-AF65-F5344CB8AC3E}">
        <p14:creationId xmlns:p14="http://schemas.microsoft.com/office/powerpoint/2010/main" val="4875551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D277C503-EF8E-41DB-9AAC-89A4242A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E4CAC-F505-4A15-8A2C-199FC7C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F0CAE8-A18B-4F3C-943B-8D2437E0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9CB37-26E8-4F46-A38A-B557D08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33549-F24C-4E45-86A3-05FBFB5B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76449-1598-4CD4-BD6F-A6AC31A7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48290-19A6-438C-B6E9-A4979726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17D14-E63E-49FC-9A4F-DDA0C567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15961-D2C4-4CE1-826F-ADD95C1F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FF52E-FA17-498E-8421-00DA560D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87088-F99D-4188-AF02-2A23E48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5853D-F82D-488C-A606-C87EF6FC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C987B-6AA7-4934-8F66-375DBBC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C5110-61FB-4DEC-AF4E-AFA8B704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EF22B-A3EB-46F0-B2B4-5DD3218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7E2A6-AEF0-4FC5-A619-B630B3F5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71752-60DB-482B-A4DB-93B381C3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2A7C1-5825-4D5F-ADCE-398B2E5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5B097-64B3-4B45-94C3-20E3EF78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3D50A-4D92-492A-B8F6-3AAF7F71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22977-ECB0-449D-8659-4E6AA57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F7385-636A-45B8-8D17-85982F1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46308-6EC3-4A00-814F-B4A8EEA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739AD-D47B-40FA-8CED-DE02EBF7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085A5-BD32-4239-86C1-E603088C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2AFDC-7B27-4040-AB39-7A80B1DB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86DEF-68E2-409C-80FD-CA9B2283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56597-56DE-4DF0-89DD-BC75AED9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8829A-1B97-441D-A9A3-DA712F7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E2E76-5159-425A-BB8A-DF1C92F3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2F4C6-6383-4B7B-85BA-283C0561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769E5C-212C-44E9-8862-F34DF7D4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40803A-73B2-4244-B052-B0C1BF86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C9065A-E90E-485C-AE1F-C5B1AF94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5ED579-EB09-4DC8-B884-6EBF1BCE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86481-A246-4FF1-B507-636C1144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F76C44-8F07-410E-880A-F47D517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6AC284-B056-4BC7-9F45-BFA40F7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663682-28C5-46AC-B87E-5E8752F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0B38B-423C-4AE8-A92E-497AE6D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18D0E-A236-4CA3-A366-61BA717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4B3104-3D52-4E1C-862A-B9D2D6C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EF1CDC-305D-4067-8A44-9D30EE5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444FA0-E5F2-4852-BB76-AEA1F56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A9AF66-3104-45AC-A28E-DF8A988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DC2784-D46B-49C4-B473-1CA2E9A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F7A637-BD7D-41D5-BD60-91BE03F0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8358A7-11A9-45FF-8799-ED4C282B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C51308-2BB4-4A03-A247-AD86659F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D43FF1-5348-4448-BF44-C018C4DC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DE2303-4097-4CD2-8280-5D644710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23E956-C5FF-4630-9A85-EF8ABB6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84BC94-DB36-4D18-8587-F5424D20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4148B3-408B-4866-8DC6-71EA410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BDCD04-4343-4F0A-9E27-06B60686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103BCC-993C-4F9E-B080-66602041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F37351-454A-4E8F-AF0F-1A70EEA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DE84E2-C04A-4EF5-9426-8625D24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27BA3C-DB6E-44B3-A1E5-1AA169C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E6CA6C-A004-4EE6-95B8-3C7F6CA9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88C37B-8636-49AD-912F-87660B63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1B8F60-CBD8-4FC9-BE76-3A38CF3C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7AC834-CAE9-44F0-8A48-10CE0409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4F6A43-FC59-43D7-8131-BC652193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2BE7FF-3808-473A-BFDC-561C36C8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6A85CE-11D6-4921-A8AD-2946A3A6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DDBC1B-6B7F-4268-986B-019A7260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5689F5-B383-48CC-AFA9-145187D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53CD06-D20E-47E9-88F4-626BB7D7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A1B6D1-03A5-45F0-8930-0AE5A2B2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4C2551-9E8A-4FC3-A374-13CA1D95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38DC3A-B92A-4BD3-B84E-D79D746D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C74CF5-A230-44B6-9341-21FA69B0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35AE3B-DC2D-4452-944F-9169526B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75C66F-B6B2-41DC-AD35-8ED8A62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4D55FD-213D-4AA8-A4B7-A2B3983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99CBF2-F866-4929-8664-73F1EA1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CC03B9-3FF4-449C-BB70-557ED0C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8DB982-CE9F-4AE7-AA97-98EE676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E4FD177-C0E5-4761-97F9-99067D4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4758FA-9660-4F66-B472-D8C54703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1BAA1C-85B1-4441-B1F0-92AE4FF2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7E8885-BFEB-430C-9C9E-FD76C1D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048218-BB98-4EC6-9FE6-25C1C1BC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46814A8-D7CF-42EB-9352-CB41FD0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858876-5393-4447-B769-61B1101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DFAB5F-9A25-45C9-807B-CCC0185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FF96BC-B8FB-431B-87CD-73F455A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B65832-8DDC-4628-A954-D2B75AF5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0B143E-EE60-4EB7-93C2-43B6C5C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89A0F5-9B14-4262-BD91-041FE54A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71E2157-9E2D-451C-BCCB-8D4A8B2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95AC4EF-CE7F-455A-95B8-D96A8BD8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26756FC-F048-426B-B7D8-60401A6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1B80918-29F9-4C0E-BA29-683500B7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36EB975-BE41-429B-B131-B6E47B31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E5F178-A9AE-4EDE-AED5-5B6EE7B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D94B57-CA98-4D6D-9B7E-C569ED0E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13E6BD-5594-48ED-B5B6-E179276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F7A220-DABF-41B0-9286-4B64252F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471CC1-34D1-495B-80BF-83DA5C4A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4771EC9-8820-4819-9906-E29B258F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5687E68-08C4-4B0A-A87E-58D75148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444D4C-9E94-4489-B9AD-F65FB30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9B7C63-203F-4296-991C-C126C04D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F8F88E-E787-46F9-A3F5-EA3943AE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3A5F53-4754-40CC-862D-00F12AED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542EDE3-BE92-4FF3-9597-2C1571E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19D517-9BDD-42C0-9A7F-E7D6220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A4F4CB-11C7-4FF8-81A8-EE6FCDD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92A6B6D-4B42-4CDB-9814-09F6AD3B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23440F4-F7BA-4070-AB80-0A9CB816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D50F2C7-91E8-45EF-A43D-112D44E7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ADC0E21-A6BE-4F12-AE12-48D6FE4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314D6DB-536F-4AB8-95EE-B2CEB4CF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B227F79-79A8-4775-BC21-D67E38CC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821DA45-E3B9-42E7-9082-959608EE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0635DFF-94DB-4BE6-ADF1-B7FA8A50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920BACA-8D0E-4AC6-AC1B-9E8EF60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3BCD796-BF97-43AA-88C4-6F8C43F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DD14F30-4377-442F-8E0F-80A8645C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3E5238D-BC60-43A0-9E6F-7430194D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7141F7B-37BB-4AC4-874B-425A2FE0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0E07A3-5CFB-4345-8771-C90A4CE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4AACFC4-0AF6-425F-9118-A25CC3BF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8874DA0-60BD-4FE5-9147-7416F79E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E755FB3-8268-4629-8D50-D4B2C86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38FA0C6-5700-4F08-8BA1-4A31309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5E9B0AC-FAB6-46D8-8867-10EC601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2100F4E-085D-490A-8B6E-087E77A0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4BB83F6-9228-4871-BDA3-79D1CBD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D422ACA-4BB0-47C2-A0C3-401C10EB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88AC383-248A-4130-B36B-2F7B3B0A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1D57B01-EA3E-4D31-8E8A-4142F01A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68FF9D6-6979-4250-8A01-8D126837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EB2C1AA-C112-4E69-A861-BDBC7A3D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3BC8097-DF6E-42D0-9A6F-56C5E6DB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1D14EFA-711D-4C57-B696-CC642FD7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24C35BF-6081-4680-AEE8-A91C93D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405AB65-F4AB-46D5-9C0B-EB6788F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944A606-FA7F-42E6-BFAE-8D83E51F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BC7F441-8002-4598-B5C8-EF0E807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35B6C53-E967-4F01-B04E-5CF320B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A65D0BE-70E8-40F7-A47D-4892E92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F38B54-8872-4BF3-9041-3569B96B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00D8955-407F-4022-98F8-93730068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0F383D2-922F-4DF3-914E-5B4C2FE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6567524-C78C-4EF4-9663-0351F4F5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BF283F8-E4C0-46E1-9ABF-F4598DA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16A893E-94E4-4383-8C8B-5DBB167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7C805EE-B5F5-4D17-8A5E-AE51917E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9CC1CDA-D1FC-46F6-8F2A-F93C71DF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AE5F1AB-005A-4E8D-83B2-19CD85AE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BA3EAC3-08D4-4F0B-AD05-4BD48C6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07BF42-7F9C-46C1-B016-712B0907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87CBFB3-DECF-46AD-9471-CC5CFF0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E84473-3F9A-4096-B668-1BDCCF51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1E87C72-BC2B-4F3D-9E1E-85CDF93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2197A27-FCCB-484D-A083-700C7A4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BB52C27-DB45-447D-89E5-81271CD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A44AD99-DBC4-4050-B207-03993468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309E9F6-3D1E-47D0-B407-68F38BA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585AB29-0525-422C-AFD2-C25224AB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982A85E-B7E6-4951-8C1E-F0E0E93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92EC70E-79E3-4253-91A5-56A84C13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A9F3F70-33F1-49F5-9C3F-818C1DD7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7E974CE-50EC-47CD-9190-559DE5F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4CAEB5-948E-452C-95BB-B50CBB57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FEC08CE-9758-4472-9D77-12688EFA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C130174-EB71-40EB-B2D1-C7A1B61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71F6815-3A71-42D5-ABB7-0FFDB35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0BE0342-BFE8-47CB-8A5A-4BA65AA1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4FB8F57-824E-4888-BBD9-0406402D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67B6814-2E86-4155-AD6D-6D173C4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866975C-827C-47AE-9D46-EBF6EE9F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74596A3-5383-4680-8250-95C1A773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4850C97-A8C4-4BEB-8F95-A10C1F8B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0A9297B-05DB-4D43-9E62-414582F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429CD97-50BF-4A6E-BBD8-F4C65FA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38356A7-5AEE-47AB-ACD3-551FA0B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B992802-B55E-4178-9AAB-770966BD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040864D-0314-4D1C-A5C2-A98B856B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0E904F7-6C4A-40E3-B4CB-3295ABC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0626D50-8413-4B2F-AD43-F88D687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8DA0596-0C01-4938-893F-A70ADF5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7F118C9-9803-423E-922E-3CF4D8FF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7CBA8B6-0327-4098-B57B-DA6A4026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2C9E4F5-5899-4632-AA0F-F2DC0A76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6439051-AC92-434E-9EA6-A98F9EC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F574F33-7C81-4387-BF89-CD97626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2C6B513-BE5D-4221-B75B-EF9C4A91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123E05C-7446-4F14-B50D-26B69EF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CD2367F-D290-4E2C-A851-DFFA97F5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4E8D6D0-81D2-40D7-A450-008682F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2659605-5310-4C82-952F-ED8DE7F2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4043DB2-C01C-4801-8090-2D2760B3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AD72967-9E34-4272-9BCB-45B95178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4419607-1137-4588-905D-43DFAB4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47CC358-32F4-4598-ACFE-19E33AF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394058C-C4A6-47EA-9E05-FF137BBB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3F30F46-C973-40F9-8270-7B67792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D3BE0A-BF26-44ED-90FE-E1DBFC7C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F72105C-4FB6-4031-9867-845C8EAA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F56BC0E-A4D7-4AD1-B4CA-6E6BB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BF0F769-4028-4DD1-8713-AB32CEC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494FD60-E40E-4706-8BE3-4A393A86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DCD0E9B-BF97-4891-A915-E4012462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0CB1295-CC62-41F5-ACB3-04BA616C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68F07D5-B676-4D6A-A985-93DBC19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D13272A-9BAC-488B-A130-5F52C69F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24584D0-10FB-4585-9976-DB29AA57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E616562-661F-492D-8006-75184E0A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5BB9B6B-056A-4FE8-A3FC-BD3424C5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2E50D3A-B61B-4FF8-AE48-56C5BD30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7B4687F-D674-4FA4-A8EE-2706CF37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3948E1E-7B01-4D68-9FDF-C8A3EC1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B862220-D2AB-445F-B7B2-F79FC3E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10964E0-A846-4627-8272-48DB861B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9E08A6A-F433-4D9A-B581-739284F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D5DB02B-2D07-4E0D-BCD5-79FDE21B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A966AED-33F2-4C87-BBE6-CF28BE40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1F1D03-B8B0-4D1E-869B-DF5C3AB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28ECA0E-CF5E-4095-98AC-C2103F74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BCBB67D-0C02-47D6-A6BC-8AD14217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A97FA7E-0F89-464E-9D85-316133AE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36DB3BD-3F40-4202-B35B-6DFA83A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1210858-79A8-408A-A5F6-5BF0B792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62782C3-93C5-476A-B116-EB80502E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A0829FE-8A8D-47A1-B499-5AD1096B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8DBB3B6-F557-47DF-9657-832FE7E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0AB7158-A1E3-44A4-8D8C-14ACC9A0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BC9AB2D-F1D4-4282-BC28-311474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407E25E-9D7B-4D3F-AD5D-740D3617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B964F81-CCB6-483E-B79E-4B309AF8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493A8F4-625C-42F4-85E1-7BF02220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95711F2-6405-4596-B2D4-A31950F2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BBF1454-342C-42FD-AC6D-8FFC7A3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197A472-456D-4C8A-A443-5E937A27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7B61E9E-6507-437D-8537-A50CB4B8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9D90577-9A0F-428B-9FBC-E82EED9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F584C04-3B73-4F6D-84FF-8D053F3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B7F821F-6E25-4D2D-A5A4-000D961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DED172C-A2F0-4690-BA45-A1A9B45F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35F7495-C5D0-4F56-B4F9-D420944F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4781B6C-A850-4B24-A1DD-E292855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EAB6B3C-BB70-459A-8099-B276C96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5146E27-875B-4F2E-B280-20E51ED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FFC2F78-B1F6-455D-B0D8-1C7B050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5240049-8837-4754-858C-F8E1A59F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B1921AF-6A90-403E-9192-AF8CAC1D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BC0CEFD-9220-472F-BA2E-7DC4597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0746DAD-238A-42DA-8313-15253F39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CDF0456-6AFE-4F07-A8B8-284F1A9B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951EDCB-9640-4A7E-8B59-A9B92E0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DCAEAE0-B14B-4605-B95D-00E58ADB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2E21CB8-5F60-4C2C-9FD6-4725385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2F4CF1D-9656-4075-8DC0-A9FFBA21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F51EDDD-EE2F-4B36-BF49-2E285329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EF08FCB-3937-4F6C-A809-10BFAFAE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F571245-200A-48E9-9540-2B57C5B6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AE7293A-0020-453A-A45E-19B9D64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68B3B5D-338D-4903-B9F6-E2F1644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60A7CDF-F2E6-46BE-BEE5-4AC0A22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1A5DC30-E665-4B03-9A70-1BE43EE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856FDD1-215B-46AC-84C3-D42D3A54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1AE4AA1-BF2F-434A-9E7A-D377022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9598577-F733-47D2-8B05-52F9938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AAF596B-515A-4990-8702-F4686BCA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7B00F3E-C796-4E03-934B-41AEAD85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9780EEF-E344-4C06-8751-87F97DC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52360E5-E2E1-4750-85CB-842A559B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B7FAFC0-4F8B-431D-91D6-B89CF80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0E62BA6-3E16-4304-92E5-A3212084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9025FD4-9A27-4DE8-9BD0-ED72994A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0BBDC89-A7BB-450C-9FA8-9248F44E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D621628C-5668-4859-B19B-7E91E10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0B12EB7-549D-46C9-838A-228CA0D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DBBAB9A-8F18-48FC-97B7-BB833DF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66AD3F1-A266-4269-864F-EDCC553F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543310A-B9F9-439C-9DF9-BB8B9F1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AF68DFC-08D4-4C89-85BC-AE43BE88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D611A49-AE93-4B5B-BC0A-E0D45C7E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7781D40-1572-4085-9519-3A900FC6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4C8E593-B1E2-4068-B872-56057697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C3940BD-9979-4A3C-B8E6-4FF5E0BC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1D1FC20-A187-4528-9278-F92F31CA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8DB8CD8-5F8D-4CAD-A79D-9D225CB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A21EE17-EF07-4D2B-AF89-79D74F02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5548204-5A7E-4E79-B8C5-51D2603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6A713F8-F858-4D31-9650-44626190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90B5466-44C7-4046-A506-F4D41FEF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A5F1165-E054-4FB3-A7C5-3BC61E5F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E83FEC2-5855-49AA-83C0-BAA8C4EF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2F0F93E-C455-40AC-A313-14841F5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79E4693-D545-4094-9099-255BD2C3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8D76B58-4FD9-4CCD-B891-CED2958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8002EF5-5180-4CE3-B358-D654CA94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EE9F6D9-B7AA-4306-A510-77C4585B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9CA8FCE-577E-4811-9083-BA6EF510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648E257-7658-430F-B18C-533191EC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E6E2B135-3C6D-4601-8DC0-E2C4613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5C30CA8-E3D5-4F4D-9401-EAC5B9C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5C067E0F-2E47-40C9-BD09-E04674F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398207D-676C-4F9E-9028-2729F956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CFA5699-C573-48E9-98D9-BA4F513F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67BE32A-D1E7-44B3-8B0B-1F3C14A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486A686-424D-4AE3-8D69-E4D1254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6CA96BB-8536-4717-94B7-25DD71F3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ACD8F6F-7671-4F89-B3CB-ED459F28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4AF41AE-BFD2-4D1B-8327-2D517778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5ADC8E9-C9A7-4AD8-BC27-D30020B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3D4388B9-FBD5-48B6-8BCC-47EA2CB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BBC1AA7-2D8F-447B-92AA-F74C350A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9E72FCB-0762-4E52-868C-260D7991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9CE17114-37C1-40A8-9952-B269D62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2ED637C-6D81-4044-9C9D-9C82402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7AEDB1A-930D-43A7-8B04-A880979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D2FA521-C70F-4B65-BC6D-2BC510E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533B044-E4CB-42FF-B6AF-17BD23C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FFD8733-FF0F-467F-91AE-4CE0E2A0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C811896-8DFB-4700-8B09-3827BF3E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7FF920A-DDD3-4F14-800E-D42FA213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DAF61FF-19DD-4197-811D-7317AF98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1FE2D857-74F4-4CA0-9750-0D33CFB5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0012D35D-8CD2-46DD-BDD9-21046C11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D0E96C8-E5D8-49F4-AE21-FFA41B4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76F4B79-1F77-45FE-86C7-3666EFEE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4E52ED2-DA3A-403A-87AD-3C9B5136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179E8A6-9D3A-4978-A05D-AD1B759F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9C300A73-A25E-4803-943A-4E39C4D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FE77C675-D4B4-49F7-9B14-E68C818E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0A9C8A6-C8E6-4E97-B6A5-354E503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5B01B7B-183C-4E66-A5BF-5EFC52F7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528AAFA-6F25-47CD-AC58-157E822F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FCC586A-939C-496E-962F-D37385F1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6530B80-C592-4961-8E1C-AFD22E7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3BE6AA6-5B88-4F36-A731-09A7C32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471E536C-E71E-4E48-9398-7EFDE4A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A4ACBEB6-AB76-4F18-A150-3660B4D3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EB26A1B7-B27C-4C92-994C-C4B5696B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EF3A5E26-51AF-48EF-9435-B589CD6D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8D1E8D20-BAF9-4848-8447-A649D96A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FDE6117-6DC9-4369-96BE-9C76996A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6EB15D3-E06F-45DC-94BD-09D7FBBA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3E4396C-3BE0-4512-BE7C-D2877663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E9D462E-0FE4-42C0-BEC3-9B8A31AE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04EB8D5-F810-4843-A4DE-AD2BB409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EFFD4BF-6F9B-4A63-B337-E313931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668822F-631D-459E-B742-0B166FCF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BACB849-715C-4350-9B5C-472F9B9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216A2B61-4FF2-4A4B-8F27-CF7B5D6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563ABE2-B53E-47FE-8215-45B7DB7A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FC4BFC8-9A09-44A6-B9EC-04D3D9F4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4B5176D-726A-409F-A7A1-611CE73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5F7C22F-7917-43AA-964B-8FEB0403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5D57268-9766-4695-8657-848B540A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C6BF88F-E8C3-4FC7-B280-A742A91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E74E65F-96DE-40AF-BD44-DC65FCB2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1204167-1A9E-4D41-A163-2F92560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86CB2C8-B162-4538-A392-1E650FB2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240211A3-36B3-49DB-8771-94B351D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EE7BB08-9B85-44AD-A73E-99D5281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3509F8EF-D5C0-4930-A175-0CDFC33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E33B9D0F-436B-4EE2-B529-607BC53D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8C7CA7B8-4508-470B-9F78-CBCC0DA6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3462589B-99C6-4C95-930C-8CB5B82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63990E3-F1DA-4DFB-B25C-8AFD8DE2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EC727FA0-E85F-4FDE-8414-D98ACCFE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094280E-E7DA-4F6E-80AF-7C0727F1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4F69469E-3D4D-4F99-A56D-6F2A4CBB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5DEE4A38-8B13-4E36-8FCA-A32E33E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D9E0D73-02D6-4020-864F-0C5D6CFD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76AB9E28-C98F-4BAA-B1A6-CD253B1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8CBF051-7A37-49BE-8420-D81BA75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60249E07-4095-405B-858C-38042985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C91C74E-C8FD-4990-907C-A5D95E1F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CC14081-89E9-488C-B75F-773442C9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F801287-824D-458D-AE73-FFA8EAB8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33B7B146-4019-4E68-A22A-DAE1A55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C5AB30C-89A4-43E8-91FB-AFAFFBCA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98A193B-F7C0-4175-8B3E-BD7475CC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4749037-0389-4438-8652-628A747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833D9931-46D6-4122-A066-D7C1E0FC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76DE4B1-D4B4-4C0A-8100-4561FD55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0A1BAE1-556D-4CB8-B631-A15091F3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B5955BF8-E30A-47FA-9016-A2EB5490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1011B6DA-5A83-4AF5-B73F-01B9811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CB4ACED0-CAC7-44A8-AA8F-D357BD43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57E7651-4FC5-4616-9F9F-9E7F188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88097150-1BC4-4FAC-BBC0-71698F35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A931D05-DF1B-4ADD-B5EF-1F8830A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A01B37A5-CCF6-4538-A7FC-7278BAAE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5CF85FE-C086-4E53-893C-562EF5BB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588718A9-6640-4457-91BF-4717828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129268B-F49F-4459-8287-B7CECB9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DC45F9A-F12C-4AA8-8D31-FB35942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CA0ED59-DFAC-4772-BC73-AF40BEF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2B15F99-0AB7-4C18-9187-D2F8165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2F110EF-84EB-4ECE-AA07-66EBA24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9B0BA3C-5FD3-4181-A377-57EFE976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3AEFA56-6306-4E29-B2FB-6007786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2FCA7CB5-2304-4973-8CD6-7B0B21F7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A73D61B-2967-4D5B-8571-3980B925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4367DF5-33A2-4E8B-A48F-97DEC330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BC37253-8042-4B06-AFFF-D539064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4D61D29C-66C3-4649-9A4A-2908D242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1B4AB54-4E1B-499B-9CAB-EF4D4330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771FE21-1929-40D1-BC25-248D2E40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FF7792A4-DBF1-4EF5-8DEA-AB879254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BF515ED-7837-4E9E-9603-5B190CAE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C51EAC0-6D16-4567-A900-EFACC1C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1F01EA12-766E-462A-B6D1-B04A0F7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C137E9E1-6BED-433B-865B-3C90AFA0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DE08DCA7-FBD6-4234-BD4C-E07746A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00E55B7-D523-4D94-A93A-CA57775B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56676F8-B797-49F6-9F46-98FAD326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A2F58E13-446B-4CE0-978C-8E2BB52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372DEFB-9C0F-4074-B514-24FDFEB1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1C8DF6A9-497B-4169-BE93-D717CDCF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99E34436-4352-43A5-A1E7-FA74CCB0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E4AF804-BEFB-405C-B62C-4711720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335EFAD-309B-4C04-B4EC-D770869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B8ED0677-6032-4E4D-905B-755C2F3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024A899-F6D9-44CB-B2ED-B131B18A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AD86829F-08A9-412B-B064-5EF5657D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D590358E-09E3-4463-A811-1E22739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81FEBBD6-3EE3-4D22-B4A0-0758A56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637022CC-CC2E-4385-A034-38BE1A8A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EB1C6BC2-390B-4F65-9701-7B94229D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052136C-097C-46BE-BB56-8FF9DDA9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2A53497C-19D3-4511-803D-D4409EBD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775DD59-33CB-4926-B7A5-6D57910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B8A96571-DA55-49BA-B6FF-CB2FEE7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71DF9BE-E304-4DCC-BD32-D65B9F50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94CD3FC2-4529-400D-A0EC-936E953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BCB5EA7-97F8-4281-B57C-074385D7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72D309AF-4D2A-410B-9B22-3066C667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B1A851A-B4FE-4A3A-944B-5B4327E0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AEF00879-B31A-4B5F-8D97-CD32D32D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51640019-96FE-4BCE-A04F-ACF68BBC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0EEE922E-CD94-4A68-B56C-A5900D49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3123828-C03B-4CD6-97CE-E00C9358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F446DD1C-4897-4FC0-8BB9-F65EB37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A79F09B5-C89F-4841-BA42-DF86C976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17D2FDFD-1E9B-4CA5-A2B0-521CCBBE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05AAF1C-21A5-4FA6-914D-BB89BB11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FD0E851E-C6F5-4226-A08F-E5A3F4BA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FB5605C-3AE5-41FA-95BD-7A3051C4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AB394E8-C40D-4331-B77E-301CF14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BD5219DF-2019-4665-BD55-AE7E23A7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A74D488-58A3-4D1E-8915-4EC78313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E870D654-7408-455F-8FA9-7BE1F7C9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358031C-8464-4FC0-ABFF-2AFD3B1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BAA8E56-93C7-424C-B010-900BD0F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CDEBEC1-42AB-4377-8393-482AF7B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1495F704-E4DD-4244-AAE3-89379F3E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33CF96E-EBF0-4097-B098-3AC226BE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0D804E12-C8DC-4603-9669-101FF58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DF9A1805-DC9E-48C2-8B7E-72285C23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12047ED4-03C9-4192-97CF-A963F7BC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8BE7AB60-4EF0-4614-BEEE-474DC629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176A7E8A-ABFC-4B26-AD04-5A24376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92E6BBBF-E1B4-47E1-89AB-B25EA67E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F7693E0-BF1C-46CD-A912-EF3116F0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9C3816AE-4DDB-4034-BE58-030CB2D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B050F6D-D7B5-496F-85DE-122D63D4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385B1424-A547-48EB-BAFB-AF74821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0DAF589-65F2-4B4D-B53F-137F6CD2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C094C81-328F-43DE-87E1-63612509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F7F104D3-CADE-4519-A2BC-020DA17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837DC9C1-FC14-4C46-8490-FC6D464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08AA5C5A-D136-4EEF-B8D2-1901E7F4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3EFD4C89-6B34-4455-B2F8-23DDECE6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2D021602-16E8-43BE-BC12-661E8FD0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17A9C012-692A-426B-A0D9-21C77092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57DDA46-5A29-408E-A9CD-1990629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DD63FE10-3F52-44FF-A6AB-B493ABEC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69F4B436-E658-4095-AD97-CEEF035E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D32AED2-BEB4-4BA2-BC4A-9E2DDBA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B4359055-C33D-4160-8057-3F4F55BB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E2069081-40DA-47A7-8C34-4D093457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795127F0-2B29-4EA2-8626-A546DE20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155D681-55EF-4F2F-8C0D-F7C529AD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E21361ED-DDF5-4F2D-85F2-DEF4B570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7F719B4-6820-42BF-A06D-7FF088A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3DE31EF-5165-4A08-94BE-D57B739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80695E87-1BB0-44C0-8525-500A27F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701341D-9CF8-4E32-B0FB-08169DD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B397C76-28C7-4E6B-A1A5-E964AF91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0104FDF5-09D4-43A6-9476-3B87916D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F3CD2DB5-89D1-4DE3-A56F-23471F8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9832E33C-B84E-45B7-81C0-F00FFD7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E4FD4F23-E609-4AF6-A077-32A4F4D5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1ADBC49-6EA4-47AB-B135-DF0BEFC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9D612685-E6AE-46EC-A12C-9CCFC3DE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A6D8782D-085F-462E-9C04-110615FC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75CE87F-FEC9-4D67-AC6C-BF9ADC7D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E5CA272-F28E-4A62-9B23-995FF4A9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FE1A8157-1418-4AE7-9115-ADC2BE4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1A8FB2EB-D154-46F9-899D-C058F5EA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8F943DB2-5F4F-4042-96C0-7A610324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9E5123CC-6EEB-4BDF-B90D-2065BB2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D81C9CDC-8119-49E7-B4A4-EE6B2F25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961095C8-ECBB-4B56-9A77-92F4A8EC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EF981D5C-5D55-4F27-A233-CD77E39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33049B9D-0946-40FE-B20C-2EBC7CE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7954097-D38F-4F7E-8497-B0EF073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45008073-9D0B-450D-88ED-31BF27C6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CC6EB340-5B89-448A-ACED-CD4D086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504BAD4B-3121-41F2-AA56-1AECC8AF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748BB4F6-3785-403C-86E3-D1DFD8E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B09129BE-196D-41AB-8BDF-1429FA6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C9F2CA3-136D-4C5E-AE76-10D5CADC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18CD544C-DF32-467D-8EE6-315B7C6D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3AE4E104-E29B-4F43-BE5A-FF8F43C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6A189259-279A-414B-9620-D68C9A23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1B53320B-67A7-479C-A781-78ADC760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FDD2C28F-5300-4090-92CD-84BA3400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E1386739-B34A-4FBD-B336-45F4E735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14F66620-D7F8-407F-99D9-E626F9B6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4EFB2594-ED50-4FF7-802D-1CCB6DA1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88498F99-905F-495A-98C4-036F73F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D2D7C237-15B5-4550-92F7-ABE6D3A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9BD5BAC-F4EB-4BC8-AA62-012BB84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A06FAB77-4AC2-4CFE-A3FE-A510DD66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BE506BA-CF17-4363-9FCC-EF3C1996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D3E8B0C9-1E05-48FC-A137-4D1F8139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FAAE9D56-CA1C-4F9F-A385-8CAC605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02CF7A93-9F1F-4EC8-A772-4D775C63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F366CEAD-C79F-4F5B-BD40-C431FDE1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BD13205-16CA-4C57-A0FB-121EF2C8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1B4BC8C7-9200-451C-9350-332CF020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BA5ED84-81B9-4AE3-995A-97E45F9D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F5900DD-D79C-4568-831C-B17959BD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1D8FA08-2490-43BC-8F4A-B25137BE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041EE70-57E2-498A-A4F1-B6B9BF9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5872AF4-0EF9-41F7-A08C-49B415DA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AF67E69-51F2-434E-B128-FA8F2441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E8AAC06-F5CB-4138-B065-29788EA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3C593FF-B4D8-476F-8241-1B9DE9E8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9EAA3C0-DB7C-470C-90FD-8BA748A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B6B73E5-52FF-47F1-998E-C2AA003D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FBF7623-2C21-462B-A5BC-4001A44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FCAE0C4-5FB2-4AF4-B09E-B74044D7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7A6CA38-3677-4CA3-8B70-FB26514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2E2362B-8714-4ADE-BC62-D40B36D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FBDE8C9-2DAB-46C7-947E-9462AEBD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BD0F964-059F-4EDD-B96E-FE665EEC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D58566E-18E6-45EE-A01B-3370C247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29C2991-F41C-4CBF-B12D-FF517BC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3CC8C10-7D92-48D0-9969-C295694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9EFB73E-3B10-4B2F-B362-6AC81E56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7153C0F-14CD-44DB-8665-F6A6ADBC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DAA5CA9-9D2C-4C1A-A9D3-9D4878E7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E2FAD7F-710D-45AF-A9F6-C4C4A038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6E90889-8689-431B-A77B-65C6F47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383035D-9DA3-46F5-A7D6-664152C6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4BDB878-11A3-4102-AD9A-3D4770A2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B124A392-FD44-4A36-9F0E-80C5284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5A172C6-F62D-4A3C-8287-73E4418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91B99574-6816-4895-95D3-0AC791C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F837D152-4926-49DB-A9B8-AD5E37E9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0D98E42D-3436-44A2-AE35-C684B49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D0F56DB-0159-4E66-8255-7AA61413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E3F1DCE-D5D9-481A-9C72-4F24E36B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1EDC02C-6155-4731-A543-D2D05BAC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368B4BB-43DF-41B1-BA1D-4D40ACB5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6BB4037-E236-4DE6-A34B-6439F2D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719E34E-30FE-40CA-BD8A-9294A1B3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14048B9-05D2-4678-8EBA-864C4CE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DBD7AE0-F742-4AFF-A459-189778A7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A56F150-36C0-4E4E-BA00-5EAD3CC3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9A9899A-9EB8-4D4B-8EF8-45953CE2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936E97D-28CD-4478-A677-D74A2D17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D864C5C-B0E9-4625-8101-49F018A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AAAA0C1-8CE2-4C41-B6F9-818A90DA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F7B8F40-7586-4C3A-B1F4-7CEBBFDC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74EA764-8CAA-4B29-AC09-9C5D4565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80EA2E8-26E2-41AD-8074-5A005261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1BC53005-E2BA-4D22-B826-3B96848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0137EBB6-CDD2-4285-AABF-77851B1A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1A21747D-7CE6-43D1-BC44-66CCB1E9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D7F4AE89-0695-463E-A691-BC07D11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27ADB837-E2AA-4BBA-BD60-63DD4B7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03A3D741-E58A-429F-8C15-4F260AC0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11478465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D277C503-EF8E-41DB-9AAC-89A4242A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E4CAC-F505-4A15-8A2C-199FC7C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F0CAE8-A18B-4F3C-943B-8D2437E0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9CB37-26E8-4F46-A38A-B557D08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33549-F24C-4E45-86A3-05FBFB5B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76449-1598-4CD4-BD6F-A6AC31A7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48290-19A6-438C-B6E9-A4979726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17D14-E63E-49FC-9A4F-DDA0C567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15961-D2C4-4CE1-826F-ADD95C1F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FF52E-FA17-498E-8421-00DA560D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87088-F99D-4188-AF02-2A23E48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5853D-F82D-488C-A606-C87EF6FC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C987B-6AA7-4934-8F66-375DBBC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C5110-61FB-4DEC-AF4E-AFA8B704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EF22B-A3EB-46F0-B2B4-5DD3218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7E2A6-AEF0-4FC5-A619-B630B3F5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71752-60DB-482B-A4DB-93B381C3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2A7C1-5825-4D5F-ADCE-398B2E5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5B097-64B3-4B45-94C3-20E3EF78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3D50A-4D92-492A-B8F6-3AAF7F71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22977-ECB0-449D-8659-4E6AA57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F7385-636A-45B8-8D17-85982F1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46308-6EC3-4A00-814F-B4A8EEA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739AD-D47B-40FA-8CED-DE02EBF7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085A5-BD32-4239-86C1-E603088C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2AFDC-7B27-4040-AB39-7A80B1DB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86DEF-68E2-409C-80FD-CA9B2283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56597-56DE-4DF0-89DD-BC75AED9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8829A-1B97-441D-A9A3-DA712F7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E2E76-5159-425A-BB8A-DF1C92F3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2F4C6-6383-4B7B-85BA-283C0561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769E5C-212C-44E9-8862-F34DF7D4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40803A-73B2-4244-B052-B0C1BF86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C9065A-E90E-485C-AE1F-C5B1AF94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5ED579-EB09-4DC8-B884-6EBF1BCE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86481-A246-4FF1-B507-636C1144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F76C44-8F07-410E-880A-F47D517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6AC284-B056-4BC7-9F45-BFA40F7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663682-28C5-46AC-B87E-5E8752F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0B38B-423C-4AE8-A92E-497AE6D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18D0E-A236-4CA3-A366-61BA717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4B3104-3D52-4E1C-862A-B9D2D6C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EF1CDC-305D-4067-8A44-9D30EE5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444FA0-E5F2-4852-BB76-AEA1F56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A9AF66-3104-45AC-A28E-DF8A988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DC2784-D46B-49C4-B473-1CA2E9A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F7A637-BD7D-41D5-BD60-91BE03F0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8358A7-11A9-45FF-8799-ED4C282B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C51308-2BB4-4A03-A247-AD86659F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D43FF1-5348-4448-BF44-C018C4DC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DE2303-4097-4CD2-8280-5D644710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23E956-C5FF-4630-9A85-EF8ABB6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84BC94-DB36-4D18-8587-F5424D20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4148B3-408B-4866-8DC6-71EA410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BDCD04-4343-4F0A-9E27-06B60686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103BCC-993C-4F9E-B080-66602041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F37351-454A-4E8F-AF0F-1A70EEA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DE84E2-C04A-4EF5-9426-8625D24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27BA3C-DB6E-44B3-A1E5-1AA169C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E6CA6C-A004-4EE6-95B8-3C7F6CA9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88C37B-8636-49AD-912F-87660B63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1B8F60-CBD8-4FC9-BE76-3A38CF3C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7AC834-CAE9-44F0-8A48-10CE0409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4F6A43-FC59-43D7-8131-BC652193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2BE7FF-3808-473A-BFDC-561C36C8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6A85CE-11D6-4921-A8AD-2946A3A6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DDBC1B-6B7F-4268-986B-019A7260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5689F5-B383-48CC-AFA9-145187D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53CD06-D20E-47E9-88F4-626BB7D7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A1B6D1-03A5-45F0-8930-0AE5A2B2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4C2551-9E8A-4FC3-A374-13CA1D95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38DC3A-B92A-4BD3-B84E-D79D746D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C74CF5-A230-44B6-9341-21FA69B0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35AE3B-DC2D-4452-944F-9169526B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75C66F-B6B2-41DC-AD35-8ED8A62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4D55FD-213D-4AA8-A4B7-A2B3983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99CBF2-F866-4929-8664-73F1EA1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CC03B9-3FF4-449C-BB70-557ED0C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8DB982-CE9F-4AE7-AA97-98EE676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E4FD177-C0E5-4761-97F9-99067D4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4758FA-9660-4F66-B472-D8C54703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1BAA1C-85B1-4441-B1F0-92AE4FF2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7E8885-BFEB-430C-9C9E-FD76C1D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048218-BB98-4EC6-9FE6-25C1C1BC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46814A8-D7CF-42EB-9352-CB41FD0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858876-5393-4447-B769-61B1101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DFAB5F-9A25-45C9-807B-CCC0185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FF96BC-B8FB-431B-87CD-73F455A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B65832-8DDC-4628-A954-D2B75AF5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0B143E-EE60-4EB7-93C2-43B6C5C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89A0F5-9B14-4262-BD91-041FE54A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71E2157-9E2D-451C-BCCB-8D4A8B2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95AC4EF-CE7F-455A-95B8-D96A8BD8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26756FC-F048-426B-B7D8-60401A6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1B80918-29F9-4C0E-BA29-683500B7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36EB975-BE41-429B-B131-B6E47B31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E5F178-A9AE-4EDE-AED5-5B6EE7B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D94B57-CA98-4D6D-9B7E-C569ED0E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13E6BD-5594-48ED-B5B6-E179276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F7A220-DABF-41B0-9286-4B64252F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471CC1-34D1-495B-80BF-83DA5C4A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4771EC9-8820-4819-9906-E29B258F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5687E68-08C4-4B0A-A87E-58D75148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444D4C-9E94-4489-B9AD-F65FB30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9B7C63-203F-4296-991C-C126C04D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F8F88E-E787-46F9-A3F5-EA3943AE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3A5F53-4754-40CC-862D-00F12AED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542EDE3-BE92-4FF3-9597-2C1571E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19D517-9BDD-42C0-9A7F-E7D6220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A4F4CB-11C7-4FF8-81A8-EE6FCDD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92A6B6D-4B42-4CDB-9814-09F6AD3B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23440F4-F7BA-4070-AB80-0A9CB816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D50F2C7-91E8-45EF-A43D-112D44E7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ADC0E21-A6BE-4F12-AE12-48D6FE4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314D6DB-536F-4AB8-95EE-B2CEB4CF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B227F79-79A8-4775-BC21-D67E38CC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821DA45-E3B9-42E7-9082-959608EE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0635DFF-94DB-4BE6-ADF1-B7FA8A50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920BACA-8D0E-4AC6-AC1B-9E8EF60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3BCD796-BF97-43AA-88C4-6F8C43F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DD14F30-4377-442F-8E0F-80A8645C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3E5238D-BC60-43A0-9E6F-7430194D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7141F7B-37BB-4AC4-874B-425A2FE0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0E07A3-5CFB-4345-8771-C90A4CE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4AACFC4-0AF6-425F-9118-A25CC3BF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8874DA0-60BD-4FE5-9147-7416F79E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E755FB3-8268-4629-8D50-D4B2C86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38FA0C6-5700-4F08-8BA1-4A31309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5E9B0AC-FAB6-46D8-8867-10EC601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2100F4E-085D-490A-8B6E-087E77A0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4BB83F6-9228-4871-BDA3-79D1CBD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D422ACA-4BB0-47C2-A0C3-401C10EB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88AC383-248A-4130-B36B-2F7B3B0A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1D57B01-EA3E-4D31-8E8A-4142F01A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68FF9D6-6979-4250-8A01-8D126837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EB2C1AA-C112-4E69-A861-BDBC7A3D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3BC8097-DF6E-42D0-9A6F-56C5E6DB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1D14EFA-711D-4C57-B696-CC642FD7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24C35BF-6081-4680-AEE8-A91C93D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405AB65-F4AB-46D5-9C0B-EB6788F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944A606-FA7F-42E6-BFAE-8D83E51F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BC7F441-8002-4598-B5C8-EF0E807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35B6C53-E967-4F01-B04E-5CF320B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A65D0BE-70E8-40F7-A47D-4892E92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F38B54-8872-4BF3-9041-3569B96B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00D8955-407F-4022-98F8-93730068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0F383D2-922F-4DF3-914E-5B4C2FE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6567524-C78C-4EF4-9663-0351F4F5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BF283F8-E4C0-46E1-9ABF-F4598DA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16A893E-94E4-4383-8C8B-5DBB167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7C805EE-B5F5-4D17-8A5E-AE51917E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9CC1CDA-D1FC-46F6-8F2A-F93C71DF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AE5F1AB-005A-4E8D-83B2-19CD85AE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BA3EAC3-08D4-4F0B-AD05-4BD48C6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07BF42-7F9C-46C1-B016-712B0907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87CBFB3-DECF-46AD-9471-CC5CFF0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E84473-3F9A-4096-B668-1BDCCF51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1E87C72-BC2B-4F3D-9E1E-85CDF93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2197A27-FCCB-484D-A083-700C7A4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BB52C27-DB45-447D-89E5-81271CD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A44AD99-DBC4-4050-B207-03993468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309E9F6-3D1E-47D0-B407-68F38BA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585AB29-0525-422C-AFD2-C25224AB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982A85E-B7E6-4951-8C1E-F0E0E93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92EC70E-79E3-4253-91A5-56A84C13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A9F3F70-33F1-49F5-9C3F-818C1DD7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7E974CE-50EC-47CD-9190-559DE5F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4CAEB5-948E-452C-95BB-B50CBB57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FEC08CE-9758-4472-9D77-12688EFA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C130174-EB71-40EB-B2D1-C7A1B61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71F6815-3A71-42D5-ABB7-0FFDB35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0BE0342-BFE8-47CB-8A5A-4BA65AA1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4FB8F57-824E-4888-BBD9-0406402D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67B6814-2E86-4155-AD6D-6D173C4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866975C-827C-47AE-9D46-EBF6EE9F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74596A3-5383-4680-8250-95C1A773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4850C97-A8C4-4BEB-8F95-A10C1F8B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0A9297B-05DB-4D43-9E62-414582F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429CD97-50BF-4A6E-BBD8-F4C65FA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38356A7-5AEE-47AB-ACD3-551FA0B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B992802-B55E-4178-9AAB-770966BD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040864D-0314-4D1C-A5C2-A98B856B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0E904F7-6C4A-40E3-B4CB-3295ABC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0626D50-8413-4B2F-AD43-F88D687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8DA0596-0C01-4938-893F-A70ADF5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7F118C9-9803-423E-922E-3CF4D8FF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7CBA8B6-0327-4098-B57B-DA6A4026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2C9E4F5-5899-4632-AA0F-F2DC0A76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6439051-AC92-434E-9EA6-A98F9EC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F574F33-7C81-4387-BF89-CD97626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2C6B513-BE5D-4221-B75B-EF9C4A91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123E05C-7446-4F14-B50D-26B69EF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CD2367F-D290-4E2C-A851-DFFA97F5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4E8D6D0-81D2-40D7-A450-008682F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2659605-5310-4C82-952F-ED8DE7F2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4043DB2-C01C-4801-8090-2D2760B3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AD72967-9E34-4272-9BCB-45B95178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4419607-1137-4588-905D-43DFAB4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47CC358-32F4-4598-ACFE-19E33AF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394058C-C4A6-47EA-9E05-FF137BBB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3F30F46-C973-40F9-8270-7B67792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D3BE0A-BF26-44ED-90FE-E1DBFC7C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F72105C-4FB6-4031-9867-845C8EAA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F56BC0E-A4D7-4AD1-B4CA-6E6BB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BF0F769-4028-4DD1-8713-AB32CEC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494FD60-E40E-4706-8BE3-4A393A86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DCD0E9B-BF97-4891-A915-E4012462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0CB1295-CC62-41F5-ACB3-04BA616C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68F07D5-B676-4D6A-A985-93DBC19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D13272A-9BAC-488B-A130-5F52C69F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24584D0-10FB-4585-9976-DB29AA57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E616562-661F-492D-8006-75184E0A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5BB9B6B-056A-4FE8-A3FC-BD3424C5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2E50D3A-B61B-4FF8-AE48-56C5BD30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7B4687F-D674-4FA4-A8EE-2706CF37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3948E1E-7B01-4D68-9FDF-C8A3EC1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B862220-D2AB-445F-B7B2-F79FC3E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10964E0-A846-4627-8272-48DB861B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9E08A6A-F433-4D9A-B581-739284F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D5DB02B-2D07-4E0D-BCD5-79FDE21B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A966AED-33F2-4C87-BBE6-CF28BE40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1F1D03-B8B0-4D1E-869B-DF5C3AB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28ECA0E-CF5E-4095-98AC-C2103F74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BCBB67D-0C02-47D6-A6BC-8AD14217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A97FA7E-0F89-464E-9D85-316133AE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36DB3BD-3F40-4202-B35B-6DFA83A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1210858-79A8-408A-A5F6-5BF0B792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62782C3-93C5-476A-B116-EB80502E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A0829FE-8A8D-47A1-B499-5AD1096B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8DBB3B6-F557-47DF-9657-832FE7E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0AB7158-A1E3-44A4-8D8C-14ACC9A0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BC9AB2D-F1D4-4282-BC28-311474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407E25E-9D7B-4D3F-AD5D-740D3617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B964F81-CCB6-483E-B79E-4B309AF8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493A8F4-625C-42F4-85E1-7BF02220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95711F2-6405-4596-B2D4-A31950F2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BBF1454-342C-42FD-AC6D-8FFC7A3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197A472-456D-4C8A-A443-5E937A27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7B61E9E-6507-437D-8537-A50CB4B8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9D90577-9A0F-428B-9FBC-E82EED9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F584C04-3B73-4F6D-84FF-8D053F3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B7F821F-6E25-4D2D-A5A4-000D961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DED172C-A2F0-4690-BA45-A1A9B45F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35F7495-C5D0-4F56-B4F9-D420944F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4781B6C-A850-4B24-A1DD-E292855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EAB6B3C-BB70-459A-8099-B276C96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5146E27-875B-4F2E-B280-20E51ED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FFC2F78-B1F6-455D-B0D8-1C7B050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5240049-8837-4754-858C-F8E1A59F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B1921AF-6A90-403E-9192-AF8CAC1D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BC0CEFD-9220-472F-BA2E-7DC4597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0746DAD-238A-42DA-8313-15253F39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CDF0456-6AFE-4F07-A8B8-284F1A9B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951EDCB-9640-4A7E-8B59-A9B92E0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DCAEAE0-B14B-4605-B95D-00E58ADB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2E21CB8-5F60-4C2C-9FD6-4725385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2F4CF1D-9656-4075-8DC0-A9FFBA21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F51EDDD-EE2F-4B36-BF49-2E285329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EF08FCB-3937-4F6C-A809-10BFAFAE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F571245-200A-48E9-9540-2B57C5B6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AE7293A-0020-453A-A45E-19B9D64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68B3B5D-338D-4903-B9F6-E2F1644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60A7CDF-F2E6-46BE-BEE5-4AC0A22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1A5DC30-E665-4B03-9A70-1BE43EE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856FDD1-215B-46AC-84C3-D42D3A54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1AE4AA1-BF2F-434A-9E7A-D377022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9598577-F733-47D2-8B05-52F9938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AAF596B-515A-4990-8702-F4686BCA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7B00F3E-C796-4E03-934B-41AEAD85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9780EEF-E344-4C06-8751-87F97DC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52360E5-E2E1-4750-85CB-842A559B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B7FAFC0-4F8B-431D-91D6-B89CF80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0E62BA6-3E16-4304-92E5-A3212084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9025FD4-9A27-4DE8-9BD0-ED72994A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0BBDC89-A7BB-450C-9FA8-9248F44E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D621628C-5668-4859-B19B-7E91E10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0B12EB7-549D-46C9-838A-228CA0D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DBBAB9A-8F18-48FC-97B7-BB833DF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66AD3F1-A266-4269-864F-EDCC553F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543310A-B9F9-439C-9DF9-BB8B9F1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AF68DFC-08D4-4C89-85BC-AE43BE88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D611A49-AE93-4B5B-BC0A-E0D45C7E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7781D40-1572-4085-9519-3A900FC6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4C8E593-B1E2-4068-B872-56057697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C3940BD-9979-4A3C-B8E6-4FF5E0BC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1D1FC20-A187-4528-9278-F92F31CA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8DB8CD8-5F8D-4CAD-A79D-9D225CB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A21EE17-EF07-4D2B-AF89-79D74F02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5548204-5A7E-4E79-B8C5-51D2603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6A713F8-F858-4D31-9650-44626190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90B5466-44C7-4046-A506-F4D41FEF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A5F1165-E054-4FB3-A7C5-3BC61E5F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E83FEC2-5855-49AA-83C0-BAA8C4EF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2F0F93E-C455-40AC-A313-14841F5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79E4693-D545-4094-9099-255BD2C3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8D76B58-4FD9-4CCD-B891-CED2958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8002EF5-5180-4CE3-B358-D654CA94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EE9F6D9-B7AA-4306-A510-77C4585B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9CA8FCE-577E-4811-9083-BA6EF510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648E257-7658-430F-B18C-533191EC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E6E2B135-3C6D-4601-8DC0-E2C4613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5C30CA8-E3D5-4F4D-9401-EAC5B9C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5C067E0F-2E47-40C9-BD09-E04674F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398207D-676C-4F9E-9028-2729F956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CFA5699-C573-48E9-98D9-BA4F513F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67BE32A-D1E7-44B3-8B0B-1F3C14A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486A686-424D-4AE3-8D69-E4D1254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6CA96BB-8536-4717-94B7-25DD71F3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ACD8F6F-7671-4F89-B3CB-ED459F28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4AF41AE-BFD2-4D1B-8327-2D517778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5ADC8E9-C9A7-4AD8-BC27-D30020B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3D4388B9-FBD5-48B6-8BCC-47EA2CB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BBC1AA7-2D8F-447B-92AA-F74C350A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9E72FCB-0762-4E52-868C-260D7991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9CE17114-37C1-40A8-9952-B269D62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2ED637C-6D81-4044-9C9D-9C82402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7AEDB1A-930D-43A7-8B04-A880979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D2FA521-C70F-4B65-BC6D-2BC510E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533B044-E4CB-42FF-B6AF-17BD23C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FFD8733-FF0F-467F-91AE-4CE0E2A0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C811896-8DFB-4700-8B09-3827BF3E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7FF920A-DDD3-4F14-800E-D42FA213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DAF61FF-19DD-4197-811D-7317AF98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1FE2D857-74F4-4CA0-9750-0D33CFB5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0012D35D-8CD2-46DD-BDD9-21046C11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D0E96C8-E5D8-49F4-AE21-FFA41B4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76F4B79-1F77-45FE-86C7-3666EFEE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4E52ED2-DA3A-403A-87AD-3C9B5136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179E8A6-9D3A-4978-A05D-AD1B759F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9C300A73-A25E-4803-943A-4E39C4D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FE77C675-D4B4-49F7-9B14-E68C818E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0A9C8A6-C8E6-4E97-B6A5-354E503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5B01B7B-183C-4E66-A5BF-5EFC52F7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528AAFA-6F25-47CD-AC58-157E822F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FCC586A-939C-496E-962F-D37385F1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6530B80-C592-4961-8E1C-AFD22E7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3BE6AA6-5B88-4F36-A731-09A7C32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471E536C-E71E-4E48-9398-7EFDE4A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A4ACBEB6-AB76-4F18-A150-3660B4D3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EB26A1B7-B27C-4C92-994C-C4B5696B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EF3A5E26-51AF-48EF-9435-B589CD6D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8D1E8D20-BAF9-4848-8447-A649D96A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FDE6117-6DC9-4369-96BE-9C76996A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6EB15D3-E06F-45DC-94BD-09D7FBBA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3E4396C-3BE0-4512-BE7C-D2877663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E9D462E-0FE4-42C0-BEC3-9B8A31AE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04EB8D5-F810-4843-A4DE-AD2BB409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EFFD4BF-6F9B-4A63-B337-E313931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668822F-631D-459E-B742-0B166FCF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BACB849-715C-4350-9B5C-472F9B9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216A2B61-4FF2-4A4B-8F27-CF7B5D6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563ABE2-B53E-47FE-8215-45B7DB7A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FC4BFC8-9A09-44A6-B9EC-04D3D9F4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4B5176D-726A-409F-A7A1-611CE73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5F7C22F-7917-43AA-964B-8FEB0403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5D57268-9766-4695-8657-848B540A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C6BF88F-E8C3-4FC7-B280-A742A91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E74E65F-96DE-40AF-BD44-DC65FCB2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1204167-1A9E-4D41-A163-2F92560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86CB2C8-B162-4538-A392-1E650FB2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240211A3-36B3-49DB-8771-94B351D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EE7BB08-9B85-44AD-A73E-99D5281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3509F8EF-D5C0-4930-A175-0CDFC33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E33B9D0F-436B-4EE2-B529-607BC53D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8C7CA7B8-4508-470B-9F78-CBCC0DA6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3462589B-99C6-4C95-930C-8CB5B82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63990E3-F1DA-4DFB-B25C-8AFD8DE2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EC727FA0-E85F-4FDE-8414-D98ACCFE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094280E-E7DA-4F6E-80AF-7C0727F1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4F69469E-3D4D-4F99-A56D-6F2A4CBB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5DEE4A38-8B13-4E36-8FCA-A32E33E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D9E0D73-02D6-4020-864F-0C5D6CFD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76AB9E28-C98F-4BAA-B1A6-CD253B1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8CBF051-7A37-49BE-8420-D81BA75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60249E07-4095-405B-858C-38042985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C91C74E-C8FD-4990-907C-A5D95E1F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CC14081-89E9-488C-B75F-773442C9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F801287-824D-458D-AE73-FFA8EAB8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33B7B146-4019-4E68-A22A-DAE1A55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C5AB30C-89A4-43E8-91FB-AFAFFBCA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98A193B-F7C0-4175-8B3E-BD7475CC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4749037-0389-4438-8652-628A747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833D9931-46D6-4122-A066-D7C1E0FC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76DE4B1-D4B4-4C0A-8100-4561FD55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0A1BAE1-556D-4CB8-B631-A15091F3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B5955BF8-E30A-47FA-9016-A2EB5490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1011B6DA-5A83-4AF5-B73F-01B9811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CB4ACED0-CAC7-44A8-AA8F-D357BD43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57E7651-4FC5-4616-9F9F-9E7F188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88097150-1BC4-4FAC-BBC0-71698F35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A931D05-DF1B-4ADD-B5EF-1F8830A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A01B37A5-CCF6-4538-A7FC-7278BAAE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5CF85FE-C086-4E53-893C-562EF5BB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588718A9-6640-4457-91BF-4717828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129268B-F49F-4459-8287-B7CECB9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DC45F9A-F12C-4AA8-8D31-FB35942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CA0ED59-DFAC-4772-BC73-AF40BEF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2B15F99-0AB7-4C18-9187-D2F8165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2F110EF-84EB-4ECE-AA07-66EBA24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9B0BA3C-5FD3-4181-A377-57EFE976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3AEFA56-6306-4E29-B2FB-6007786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2FCA7CB5-2304-4973-8CD6-7B0B21F7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A73D61B-2967-4D5B-8571-3980B925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4367DF5-33A2-4E8B-A48F-97DEC330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BC37253-8042-4B06-AFFF-D539064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4D61D29C-66C3-4649-9A4A-2908D242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1B4AB54-4E1B-499B-9CAB-EF4D4330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771FE21-1929-40D1-BC25-248D2E40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FF7792A4-DBF1-4EF5-8DEA-AB879254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BF515ED-7837-4E9E-9603-5B190CAE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C51EAC0-6D16-4567-A900-EFACC1C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1F01EA12-766E-462A-B6D1-B04A0F7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C137E9E1-6BED-433B-865B-3C90AFA0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DE08DCA7-FBD6-4234-BD4C-E07746A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00E55B7-D523-4D94-A93A-CA57775B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56676F8-B797-49F6-9F46-98FAD326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A2F58E13-446B-4CE0-978C-8E2BB52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372DEFB-9C0F-4074-B514-24FDFEB1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1C8DF6A9-497B-4169-BE93-D717CDCF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99E34436-4352-43A5-A1E7-FA74CCB0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E4AF804-BEFB-405C-B62C-4711720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335EFAD-309B-4C04-B4EC-D770869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B8ED0677-6032-4E4D-905B-755C2F3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024A899-F6D9-44CB-B2ED-B131B18A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AD86829F-08A9-412B-B064-5EF5657D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D590358E-09E3-4463-A811-1E22739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81FEBBD6-3EE3-4D22-B4A0-0758A56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637022CC-CC2E-4385-A034-38BE1A8A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EB1C6BC2-390B-4F65-9701-7B94229D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052136C-097C-46BE-BB56-8FF9DDA9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2A53497C-19D3-4511-803D-D4409EBD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775DD59-33CB-4926-B7A5-6D57910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B8A96571-DA55-49BA-B6FF-CB2FEE7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71DF9BE-E304-4DCC-BD32-D65B9F50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94CD3FC2-4529-400D-A0EC-936E953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BCB5EA7-97F8-4281-B57C-074385D7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72D309AF-4D2A-410B-9B22-3066C667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B1A851A-B4FE-4A3A-944B-5B4327E0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AEF00879-B31A-4B5F-8D97-CD32D32D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51640019-96FE-4BCE-A04F-ACF68BBC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0EEE922E-CD94-4A68-B56C-A5900D49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3123828-C03B-4CD6-97CE-E00C9358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F446DD1C-4897-4FC0-8BB9-F65EB37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A79F09B5-C89F-4841-BA42-DF86C976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17D2FDFD-1E9B-4CA5-A2B0-521CCBBE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05AAF1C-21A5-4FA6-914D-BB89BB11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FD0E851E-C6F5-4226-A08F-E5A3F4BA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FB5605C-3AE5-41FA-95BD-7A3051C4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AB394E8-C40D-4331-B77E-301CF14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BD5219DF-2019-4665-BD55-AE7E23A7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A74D488-58A3-4D1E-8915-4EC78313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E870D654-7408-455F-8FA9-7BE1F7C9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358031C-8464-4FC0-ABFF-2AFD3B1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BAA8E56-93C7-424C-B010-900BD0F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CDEBEC1-42AB-4377-8393-482AF7B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1495F704-E4DD-4244-AAE3-89379F3E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33CF96E-EBF0-4097-B098-3AC226BE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0D804E12-C8DC-4603-9669-101FF58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DF9A1805-DC9E-48C2-8B7E-72285C23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12047ED4-03C9-4192-97CF-A963F7BC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8BE7AB60-4EF0-4614-BEEE-474DC629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176A7E8A-ABFC-4B26-AD04-5A24376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92E6BBBF-E1B4-47E1-89AB-B25EA67E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F7693E0-BF1C-46CD-A912-EF3116F0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9C3816AE-4DDB-4034-BE58-030CB2D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B050F6D-D7B5-496F-85DE-122D63D4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385B1424-A547-48EB-BAFB-AF74821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0DAF589-65F2-4B4D-B53F-137F6CD2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C094C81-328F-43DE-87E1-63612509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F7F104D3-CADE-4519-A2BC-020DA17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837DC9C1-FC14-4C46-8490-FC6D464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08AA5C5A-D136-4EEF-B8D2-1901E7F4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3EFD4C89-6B34-4455-B2F8-23DDECE6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2D021602-16E8-43BE-BC12-661E8FD0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17A9C012-692A-426B-A0D9-21C77092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57DDA46-5A29-408E-A9CD-1990629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DD63FE10-3F52-44FF-A6AB-B493ABEC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69F4B436-E658-4095-AD97-CEEF035E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D32AED2-BEB4-4BA2-BC4A-9E2DDBA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B4359055-C33D-4160-8057-3F4F55BB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E2069081-40DA-47A7-8C34-4D093457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795127F0-2B29-4EA2-8626-A546DE20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155D681-55EF-4F2F-8C0D-F7C529AD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E21361ED-DDF5-4F2D-85F2-DEF4B570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7F719B4-6820-42BF-A06D-7FF088A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3DE31EF-5165-4A08-94BE-D57B739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80695E87-1BB0-44C0-8525-500A27F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701341D-9CF8-4E32-B0FB-08169DD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B397C76-28C7-4E6B-A1A5-E964AF91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0104FDF5-09D4-43A6-9476-3B87916D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F3CD2DB5-89D1-4DE3-A56F-23471F8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9832E33C-B84E-45B7-81C0-F00FFD7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E4FD4F23-E609-4AF6-A077-32A4F4D5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1ADBC49-6EA4-47AB-B135-DF0BEFC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9D612685-E6AE-46EC-A12C-9CCFC3DE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A6D8782D-085F-462E-9C04-110615FC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75CE87F-FEC9-4D67-AC6C-BF9ADC7D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E5CA272-F28E-4A62-9B23-995FF4A9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FE1A8157-1418-4AE7-9115-ADC2BE4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1A8FB2EB-D154-46F9-899D-C058F5EA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8F943DB2-5F4F-4042-96C0-7A610324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9E5123CC-6EEB-4BDF-B90D-2065BB2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D81C9CDC-8119-49E7-B4A4-EE6B2F25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961095C8-ECBB-4B56-9A77-92F4A8EC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EF981D5C-5D55-4F27-A233-CD77E39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33049B9D-0946-40FE-B20C-2EBC7CE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7954097-D38F-4F7E-8497-B0EF073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45008073-9D0B-450D-88ED-31BF27C6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CC6EB340-5B89-448A-ACED-CD4D086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504BAD4B-3121-41F2-AA56-1AECC8AF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748BB4F6-3785-403C-86E3-D1DFD8E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B09129BE-196D-41AB-8BDF-1429FA6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C9F2CA3-136D-4C5E-AE76-10D5CADC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18CD544C-DF32-467D-8EE6-315B7C6D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3AE4E104-E29B-4F43-BE5A-FF8F43C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6A189259-279A-414B-9620-D68C9A23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1B53320B-67A7-479C-A781-78ADC760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FDD2C28F-5300-4090-92CD-84BA3400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E1386739-B34A-4FBD-B336-45F4E735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14F66620-D7F8-407F-99D9-E626F9B6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4EFB2594-ED50-4FF7-802D-1CCB6DA1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88498F99-905F-495A-98C4-036F73F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D2D7C237-15B5-4550-92F7-ABE6D3A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9BD5BAC-F4EB-4BC8-AA62-012BB84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A06FAB77-4AC2-4CFE-A3FE-A510DD66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BE506BA-CF17-4363-9FCC-EF3C1996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D3E8B0C9-1E05-48FC-A137-4D1F8139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FAAE9D56-CA1C-4F9F-A385-8CAC605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02CF7A93-9F1F-4EC8-A772-4D775C63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F366CEAD-C79F-4F5B-BD40-C431FDE1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BD13205-16CA-4C57-A0FB-121EF2C8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1B4BC8C7-9200-451C-9350-332CF020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BA5ED84-81B9-4AE3-995A-97E45F9D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F5900DD-D79C-4568-831C-B17959BD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1D8FA08-2490-43BC-8F4A-B25137BE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041EE70-57E2-498A-A4F1-B6B9BF9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5872AF4-0EF9-41F7-A08C-49B415DA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AF67E69-51F2-434E-B128-FA8F2441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E8AAC06-F5CB-4138-B065-29788EA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3C593FF-B4D8-476F-8241-1B9DE9E8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9EAA3C0-DB7C-470C-90FD-8BA748A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B6B73E5-52FF-47F1-998E-C2AA003D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FBF7623-2C21-462B-A5BC-4001A44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FCAE0C4-5FB2-4AF4-B09E-B74044D7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7A6CA38-3677-4CA3-8B70-FB26514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2E2362B-8714-4ADE-BC62-D40B36D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FBDE8C9-2DAB-46C7-947E-9462AEBD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BD0F964-059F-4EDD-B96E-FE665EEC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D58566E-18E6-45EE-A01B-3370C247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29C2991-F41C-4CBF-B12D-FF517BC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3CC8C10-7D92-48D0-9969-C295694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9EFB73E-3B10-4B2F-B362-6AC81E56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7153C0F-14CD-44DB-8665-F6A6ADBC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DAA5CA9-9D2C-4C1A-A9D3-9D4878E7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E2FAD7F-710D-45AF-A9F6-C4C4A038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6E90889-8689-431B-A77B-65C6F47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383035D-9DA3-46F5-A7D6-664152C6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4BDB878-11A3-4102-AD9A-3D4770A2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B124A392-FD44-4A36-9F0E-80C5284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5A172C6-F62D-4A3C-8287-73E4418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91B99574-6816-4895-95D3-0AC791C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F837D152-4926-49DB-A9B8-AD5E37E9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0D98E42D-3436-44A2-AE35-C684B49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D0F56DB-0159-4E66-8255-7AA61413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E3F1DCE-D5D9-481A-9C72-4F24E36B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1EDC02C-6155-4731-A543-D2D05BAC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368B4BB-43DF-41B1-BA1D-4D40ACB5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6BB4037-E236-4DE6-A34B-6439F2D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719E34E-30FE-40CA-BD8A-9294A1B3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14048B9-05D2-4678-8EBA-864C4CE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DBD7AE0-F742-4AFF-A459-189778A7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A56F150-36C0-4E4E-BA00-5EAD3CC3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9A9899A-9EB8-4D4B-8EF8-45953CE2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936E97D-28CD-4478-A677-D74A2D17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D864C5C-B0E9-4625-8101-49F018A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AAAA0C1-8CE2-4C41-B6F9-818A90DA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F7B8F40-7586-4C3A-B1F4-7CEBBFDC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74EA764-8CAA-4B29-AC09-9C5D4565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80EA2E8-26E2-41AD-8074-5A005261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1BC53005-E2BA-4D22-B826-3B96848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0137EBB6-CDD2-4285-AABF-77851B1A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1A21747D-7CE6-43D1-BC44-66CCB1E9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D7F4AE89-0695-463E-A691-BC07D11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27ADB837-E2AA-4BBA-BD60-63DD4B7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     ② 量化     ③ 编码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03A3D741-E58A-429F-8C15-4F260AC0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  <p:sp>
        <p:nvSpPr>
          <p:cNvPr id="586" name="text-585">
            <a:extLst xmlns:a="http://schemas.openxmlformats.org/drawingml/2006/main">
              <a:ext uri="{FF2B5EF4-FFF2-40B4-BE49-F238E27FC236}">
                <a16:creationId xmlns:a16="http://schemas.microsoft.com/office/drawing/2014/main" id="{FBFE2ECC-CBA2-465A-9DD7-D0273254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格子更小，空间细节表达更细</a:t>
            </a:r>
          </a:p>
        </p:txBody>
      </p:sp>
    </p:spTree>
    <p:extLst>
      <p:ext uri="{BB962C8B-B14F-4D97-AF65-F5344CB8AC3E}">
        <p14:creationId xmlns:p14="http://schemas.microsoft.com/office/powerpoint/2010/main" val="11478465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51349-5FF1-45C6-B6E7-4F18EDE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100EE-35E2-4E1A-B030-4A8A2179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719809-1E89-40CD-9E5C-BDE75EC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71FDA5-BDBE-4535-B30B-D7C0C6E9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E8D84EC6-E8C1-4345-94B4-A7C48260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E6FAA9F-9F82-45F2-BFE7-50C7BC99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66D7D58B-2580-429D-9204-1883D19E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______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1C24D38-763C-42CC-A6D9-87A6ABA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2452230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51349-5FF1-45C6-B6E7-4F18EDE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100EE-35E2-4E1A-B030-4A8A2179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719809-1E89-40CD-9E5C-BDE75EC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71FDA5-BDBE-4535-B30B-D7C0C6E9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E8D84EC6-E8C1-4345-94B4-A7C48260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位深度：2 bit → 3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E6FAA9F-9F82-45F2-BFE7-50C7BC99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66D7D58B-2580-429D-9204-1883D19E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1C24D38-763C-42CC-A6D9-87A6ABA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2452230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585E-B74D-439A-96B5-39706A63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A0C31-CA78-4FAE-8D38-D211E6F6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2817D5-6DB4-403F-B917-D37B9DC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5740817-FAA8-4C07-8A7E-0729FF97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4849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E585E-B74D-439A-96B5-39706A63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A0C31-CA78-4FAE-8D38-D211E6F6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2817D5-6DB4-403F-B917-D37B9DC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5740817-FAA8-4C07-8A7E-0729FF97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8×8×2 = 128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16×16×2 =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16×16×3 = 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BFBD29A-03D9-4A77-A5B1-EC626274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总bit = 像素总数 × 每像素的位数</a:t>
            </a:r>
          </a:p>
        </p:txBody>
      </p:sp>
    </p:spTree>
    <p:extLst>
      <p:ext uri="{BB962C8B-B14F-4D97-AF65-F5344CB8AC3E}">
        <p14:creationId xmlns:p14="http://schemas.microsoft.com/office/powerpoint/2010/main" val="20544849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14F56-8962-4386-A6E4-DBAB1AD6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83B04-9E37-425C-A934-20B88D6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843C8B-C361-4805-9726-1EA6BFA2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B9137D-800A-4370-A2D6-E01793C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6C977F4D-5F07-46CA-B505-A8B56EA2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128 bit → ___ B    512 bit → ___ B    768 bit → ___ B</a:t>
            </a:r>
          </a:p>
        </p:txBody>
      </p:sp>
    </p:spTree>
    <p:extLst>
      <p:ext uri="{BB962C8B-B14F-4D97-AF65-F5344CB8AC3E}">
        <p14:creationId xmlns:p14="http://schemas.microsoft.com/office/powerpoint/2010/main" val="214237020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14F56-8962-4386-A6E4-DBAB1AD6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83B04-9E37-425C-A934-20B88D6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843C8B-C361-4805-9726-1EA6BFA2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B9137D-800A-4370-A2D6-E01793C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6C977F4D-5F07-46CA-B505-A8B56EA2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 bit → 16 B     512 bit → 64 B     768 bit → 96 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F38F2E6-11FB-4989-B0B5-806C2386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像素数据量（B）= 横向×纵向×位深度÷8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B9AF5B9-54BE-4490-A44B-251B2CD1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÷1024 = KiB       KiB ÷1024 = MiB</a:t>
            </a:r>
          </a:p>
        </p:txBody>
      </p:sp>
    </p:spTree>
    <p:extLst>
      <p:ext uri="{BB962C8B-B14F-4D97-AF65-F5344CB8AC3E}">
        <p14:creationId xmlns:p14="http://schemas.microsoft.com/office/powerpoint/2010/main" val="21423702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36811-6A46-4E5B-93CF-7F93D441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731D4-C3AF-4F9C-9D18-78D080DC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AB70B9-B38B-4D8D-8EB6-AF80AD4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0D9549C-0BE4-4E45-9CB3-5B1FD0DF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21473722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36811-6A46-4E5B-93CF-7F93D441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731D4-C3AF-4F9C-9D18-78D080DC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AB70B9-B38B-4D8D-8EB6-AF80AD4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M×N×1÷8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M×N×8÷8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0D9549C-0BE4-4E45-9CB3-5B1FD0DF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21473722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0891B-6EB2-4AC9-9574-C6604299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AD5C4-688B-4A3B-9BF0-47496906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825AB3-1450-413F-8BA4-8C40246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56811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0891B-6EB2-4AC9-9574-C6604299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AD5C4-688B-4A3B-9BF0-47496906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825AB3-1450-413F-8BA4-8C40246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2²⁴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M×N×24÷8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5681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90BB-BD2E-4CC8-963C-F458D4AB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DA93F-3AA8-4AC0-BDE4-C108487C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4253BC-0497-4521-9D59-52CD792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257B9F-14D1-44D9-AB72-57FA0D95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171B61-6E2F-4E1B-BD1D-D85F249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90C03AF-D1E3-435C-A64B-92456C5D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252EC4E-B599-427E-9785-037265C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809A04-F737-4ABC-B083-02FC28C0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0B596C0-81C3-44B5-8967-95BD427E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64628301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A90BB-BD2E-4CC8-963C-F458D4AB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DA93F-3AA8-4AC0-BDE4-C108487C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4253BC-0497-4521-9D59-52CD792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257B9F-14D1-44D9-AB72-57FA0D95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171B61-6E2F-4E1B-BD1D-D85F249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90C03AF-D1E3-435C-A64B-92456C5D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252EC4E-B599-427E-9785-037265C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809A04-F737-4ABC-B083-02FC28C0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0B596C0-81C3-44B5-8967-95BD427E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EFDCDF1-ED50-4A7E-898B-6B2083DF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每通道256级，取值0–255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E6DC7B4-B597-43F8-B2A6-D1F3A70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8×3 = 24 bit       256³ = 2²⁴ 种</a:t>
            </a:r>
          </a:p>
        </p:txBody>
      </p:sp>
    </p:spTree>
    <p:extLst>
      <p:ext uri="{BB962C8B-B14F-4D97-AF65-F5344CB8AC3E}">
        <p14:creationId xmlns:p14="http://schemas.microsoft.com/office/powerpoint/2010/main" val="6462830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A2D0A-7ECC-47B9-AB9B-44469BCF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89FAF-8161-4E8A-985C-813E49D5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880265-08AA-418B-B389-0011D8D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03073-59D1-44DB-A379-CF3A0AAB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A37F418-D32A-4226-BA44-F7C8F87C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79D49A-42EF-4E96-B4D1-4FED6E29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41B35C5-C055-45A8-B56D-487B96BE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</p:spTree>
    <p:extLst>
      <p:ext uri="{BB962C8B-B14F-4D97-AF65-F5344CB8AC3E}">
        <p14:creationId xmlns:p14="http://schemas.microsoft.com/office/powerpoint/2010/main" val="570851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A2D0A-7ECC-47B9-AB9B-44469BCF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89FAF-8161-4E8A-985C-813E49D5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880265-08AA-418B-B389-0011D8D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03073-59D1-44DB-A379-CF3A0AAB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A37F418-D32A-4226-BA44-F7C8F87C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79D49A-42EF-4E96-B4D1-4FED6E29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41B35C5-C055-45A8-B56D-487B96BE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1CFCC56-31A5-4027-988E-6586DB14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查四色表的编号：2 bit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2574F2B-EFB2-412C-9A0C-177A078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RGB通道值：8+8+8 = 24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699BA23-CB81-469B-A753-F2F0DE7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位数取决于采用的表示方案</a:t>
            </a:r>
          </a:p>
        </p:txBody>
      </p:sp>
    </p:spTree>
    <p:extLst>
      <p:ext uri="{BB962C8B-B14F-4D97-AF65-F5344CB8AC3E}">
        <p14:creationId xmlns:p14="http://schemas.microsoft.com/office/powerpoint/2010/main" val="5708518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AF169-0365-40E9-A59F-2A82869B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84D6E-711F-4974-BA3F-C3AF37D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9192B9-B285-453D-834D-09DBCEC1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21566e2fc4195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BC20-3150-4595-A2B2-5697D22A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941FBA8-6C49-4604-A2BD-7B33E18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511B11E-8393-46CE-A6B3-8B2A7F7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DE688F72-7F8D-49FC-80E1-E04D5206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718A43D8-3225-4C11-BC69-F7AAEF64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</p:spTree>
    <p:extLst>
      <p:ext uri="{BB962C8B-B14F-4D97-AF65-F5344CB8AC3E}">
        <p14:creationId xmlns:p14="http://schemas.microsoft.com/office/powerpoint/2010/main" val="5532503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AF169-0365-40E9-A59F-2A82869B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84D6E-711F-4974-BA3F-C3AF37D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9192B9-B285-453D-834D-09DBCEC1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bb4bc9961441e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BC20-3150-4595-A2B2-5697D22A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941FBA8-6C49-4604-A2BD-7B33E18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511B11E-8393-46CE-A6B3-8B2A7F7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DE688F72-7F8D-49FC-80E1-E04D5206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718A43D8-3225-4C11-BC69-F7AAEF64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C75F56E1-D240-4ED7-8BE9-213CE325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769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138 = 128 + 8 + 2</a:t>
            </a:r>
          </a:p>
        </p:txBody>
      </p:sp>
    </p:spTree>
    <p:extLst>
      <p:ext uri="{BB962C8B-B14F-4D97-AF65-F5344CB8AC3E}">
        <p14:creationId xmlns:p14="http://schemas.microsoft.com/office/powerpoint/2010/main" val="5532503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DFBB2-0477-4B66-A23B-57946E84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39BCD-6AEC-4854-93F0-612100D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E47991-FE57-4FFD-B288-E5336FF4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一个RGB像素：三个8位通道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89AE6-A901-4F26-A959-F69EC5D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3952832-6DF6-4C29-B31E-D714C38B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A0B2715-EAFC-4E6D-93FD-00D8265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  10001010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AC38057-C47D-4373-B2A6-5D6541FF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G  10110011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C43D656-4DFE-401B-8313-773659CF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  01101111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0A38588-6076-487E-A63E-8C66BB0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86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24818645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D7B9F-8316-4AE4-9F97-E9AA56CE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F6898-803F-483D-8A04-BDB8BF2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EE932C-0D11-4D3C-8DD6-4250539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C5AEE3-7F18-4252-9DF8-A7922685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3D60228-1F00-4ED0-B90E-3A647516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</p:spTree>
    <p:extLst>
      <p:ext uri="{BB962C8B-B14F-4D97-AF65-F5344CB8AC3E}">
        <p14:creationId xmlns:p14="http://schemas.microsoft.com/office/powerpoint/2010/main" val="27765746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D7B9F-8316-4AE4-9F97-E9AA56CE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F6898-803F-483D-8A04-BDB8BF2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EE932C-0D11-4D3C-8DD6-4250539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C5AEE3-7F18-4252-9DF8-A7922685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3D60228-1F00-4ED0-B90E-3A647516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4A23BA9-B014-4E87-B1A1-75E85582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500 × 333 × 24 ÷ 8 = 499,500 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8311CE1-6E1D-436F-939B-36E289C4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499,500 ÷ 1024 ≈ 487.79 KiB</a:t>
            </a:r>
          </a:p>
        </p:txBody>
      </p:sp>
    </p:spTree>
    <p:extLst>
      <p:ext uri="{BB962C8B-B14F-4D97-AF65-F5344CB8AC3E}">
        <p14:creationId xmlns:p14="http://schemas.microsoft.com/office/powerpoint/2010/main" val="27765746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56C4F-0901-41E0-9608-FB91DD08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A77BC-0EC2-43E5-875C-8737D5CF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490E86-14FC-44B7-8557-AFEB3CB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公式计算的是像素数据量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58D911-0A15-4CC5-9114-CEF0119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计算结果：499,500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587A1-153D-41D1-9E20-D4A9AAD2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714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9A061E6-6A58-4709-910C-F606A22B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未压缩的像素数据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660D9F1-19B6-493A-8527-F3F92502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95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文件还可能记录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头部、调色板等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41549C2-0DDB-4A22-9E48-9961A998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压缩、行填充等也会影响完整文件大小。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10741650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849B2-0A73-44C3-AFD1-E86139C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84294-825D-40B3-95B7-D17E251E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5E5B3A-8E02-4E4A-B866-BAA96B4B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6a097a14840db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C3639-793D-41C4-99AA-58A61B81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E74FFD2-75ED-4CA2-847D-7C37626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</p:spTree>
    <p:extLst>
      <p:ext uri="{BB962C8B-B14F-4D97-AF65-F5344CB8AC3E}">
        <p14:creationId xmlns:p14="http://schemas.microsoft.com/office/powerpoint/2010/main" val="210693897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93849B2-0A73-44C3-AFD1-E86139C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84294-825D-40B3-95B7-D17E251E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5E5B3A-8E02-4E4A-B866-BAA96B4B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d20302cba4111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C3639-793D-41C4-99AA-58A61B81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E74FFD2-75ED-4CA2-847D-7C37626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84B70-CB7F-4768-93BF-87E5891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DE950-FFFD-4F07-93E8-2280E4A4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83AE9-C7D1-4917-89DA-84ECB535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CAACC-8963-416E-A6DC-CE5B0DF1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96CA5-F56A-4ABA-B459-AEFDE18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808A3-8972-4A0B-9098-697BA358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13C73-D1AC-496F-A211-414BC6AC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E5B9D-74AE-4D4C-A117-9980887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14AB7-43EF-49FD-893C-EC60F428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C5D23-F6EC-4079-9841-45358A1C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A755E-6421-495C-A200-B2E0F05A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8A628-739C-4CE5-8506-47014959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CF31A-2963-4C08-9460-2CFB51CD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F8431-E154-47A6-95B0-53A04306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87AF6-3C66-460D-B772-E96DF6B2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71FFA-0959-460B-9C78-A55A2F47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D2DA6-7BA3-46C2-8554-C7CA0E78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DC506-007B-4335-A017-4C1031DC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C4933-84DD-4830-AC18-F9942CD6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D165A-181E-4437-ACC0-A7CA4BBB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CB438-5067-4ADF-9DD2-CB90375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2687C-8849-4A8F-A00A-27ACA17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3B3CF-F875-42B5-BB0D-60E41188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E9A1A-676C-4B17-B0E5-6C2B7B29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06222-3E5A-4480-8E31-083C772B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E81D8-A796-4FA9-BA67-2B805F9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B777C0-1A24-4F71-89B5-2CDEB07F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D55CF8-C2EA-400A-BC4E-F2DB9FD6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B0F21C-BA6F-4B18-9DCD-BCBC653F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FE69A5-49B3-4BDA-8F7D-D0855B27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2CE41D-D730-4F99-B901-403EC1E1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A812E6-734F-4C33-85E7-3A4F9C3B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093D12-8202-4532-B6BA-9615DAC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782922-EE23-404C-84B3-D0242E9F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D87496-0A74-44B4-B9CD-46F8DC6C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06A580-8158-490C-8F20-F56AAD07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BC8C2E-A443-4037-914A-651EE9F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2D3D2-414B-4997-B449-F92D629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67D919-1A1F-4882-81CC-E6958E5D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AAA75E-1E7E-42EE-9166-2F28A74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5C4547-DB1C-4180-B61A-A34B3666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9A3B46-3881-414B-8928-4ECE8645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D7283E-7B4A-4868-AF57-F8D02D79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3BA07F-2800-467E-B68A-44E469F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03A4FA-200B-4C68-95B1-408482C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79B584-FB1F-4582-AD58-599808E2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6EB7CB-D222-4548-ADAB-11B0D0C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BF0ED9-3EBC-4D0C-A02E-2EC394D7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DC84BD-2875-4B56-8491-E82AB6D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BB0FA4-B773-421A-AFC8-DDE74FB6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F70641-6E27-4A50-A924-B8D87931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08AF3C-06BB-4D01-9BE0-6EADFB6C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5579EC-7451-43DF-A940-68713994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5309B0-3F35-44A0-9CCE-EF02898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7408E7-81EC-48B2-A09E-460BD827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BBB0E4-5A0A-41E9-8917-B038D3B6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63033F-A72E-4E09-95E5-28582CF1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D62225-4EDC-48BE-A962-E07877FB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A7A7CD-7C75-4469-AF95-7B876AA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45DA34-B8CA-4DB6-AB26-7680CF3C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C2AC00-88DB-4AE1-B6A6-D50E55D4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61F54E-ADE3-4E09-A94E-D3350487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80C91A-7962-4697-A41D-61952BFF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B5384A-C836-417F-A212-9FFDB00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DBF2B4-E82F-4CC3-BC68-A1EF814E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4644BA-69E0-49C2-8CC2-408B81CE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1E924B-A3D2-41F6-BBCE-FC0A74EB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6EE0B5-D08E-4E84-8022-F1BECF4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8C2414-C827-492A-B0BD-888FD8F7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73AB08-C851-4F62-8463-1E02ACC6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17CB35-6B3F-4337-BF31-38FD7BE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2C7C14-D591-414F-8A80-5868AB6A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0D653C-8ACC-445B-90D2-87F4870B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0D41F6-C1BC-422B-8789-9E2A4B24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55A8FFA-7DF7-47D0-83B8-384F825A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B46CDE5-189F-4F9E-A0DF-2E40E585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D03E538-CF8B-487D-B415-52F7C35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A5677A-8172-416C-AB68-DCC9EF6C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772EC52-F001-43D5-AF98-CFC758AE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B3765D-0ABA-454B-BE36-60ECE1FA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FE4663A-4BEE-46AA-BAD6-87D5BB62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B3294C0-FB60-4EF0-BDFF-735734B6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15FE267-F2FE-4D39-8E30-19C2D48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4942710-B27D-4041-A60D-36D454E8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5A6DD8-A5A1-4880-8590-06A03E7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45058D5-96CC-487E-BA06-C752C14F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566BD7-DBD8-4B0B-8C9E-5847C122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B64B982-01A2-4F93-A4F3-97C307EE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B211D5-C68B-4B74-BACD-F6C9F38A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4AB4D7-C6FA-416A-AD4C-29D44BF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6D18B0-B056-4031-9A4D-24F66773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34FFEC-3F21-4E29-8A52-57F3B4B7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C16AED4-2929-4694-BAA2-0018B1E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353C8B-5117-42DF-BF04-63326F0D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96CB4EC-9843-42B1-9892-4C1554D4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18EF715-2BFC-455E-80DF-D2551157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40B3E9-4C29-4EA0-8840-5DD6B4FD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B437386-FA66-438A-B909-7C21D0A9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62E234-FFF3-47CA-A322-70580957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0A0F11-ECDB-4E84-B681-C27AEE4D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59821CF-5697-4289-B76D-5C3A4833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CE08BC3-8FD6-4D84-8ECE-5D1793E8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60341E-A4C6-4666-A566-18E9EA74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67EC845-AFDA-47BF-A155-7EF1655C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CD01511-C5F2-405D-B083-8B39A8A3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7CD1E8B-A716-45B1-974A-DB21F87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91A2D41-AEB1-465D-AF12-EB6BCB23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5D7F28A-7224-465D-B0F8-B91FBBD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B55BD37-7511-4523-9313-429F5CB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B92F707-20D9-4C54-9BDD-9F58D2E1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8DCE3B8-C037-4DCC-A49F-88B5A4E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04E8425-E432-4786-9C6F-BDD56B40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C1832DF-2531-44E3-9F6A-28111D1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26610E2-D37C-4465-B41E-6953050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DFAB136-2D90-45AB-B626-FCF7C956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6ACB515-749E-4F57-BB01-481A1DC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2C94525-407B-42B2-894A-715A8224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CD2F686-E272-497E-BBA3-6E8846B5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2A91345-784C-412A-AB00-3EABC55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61A7E8A-011B-451D-A388-2276B36A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5A44BD-5055-4273-990F-FD6614FF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15EA68A-CB62-45E7-92E5-92BA073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38E05DA-61FC-4BD0-A651-3D5F1B26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C78E8B4-83C3-4EC2-92C2-F9F67448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2DDFB8D-3DE1-4112-BD0C-5221C525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5475859-9750-42BB-B35A-F507F85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3E2D33E-22A6-4511-A485-3004460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7295757-9022-4D85-818D-55B7718D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263DB1E-DA42-4ABC-A16B-3D342FFB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E02BAF8-0398-483E-BE53-DB12DD85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A783448-885A-4314-975E-CAE7314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216772F-3E22-4F27-A604-7BCEC609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EA952FA-492E-4566-87AA-8DAA3C07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2AAF69B-27EE-4849-B542-D3DA53B2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4DA715A-3B82-4D7C-95CC-FDE2426C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DDA490F-2D99-4352-A4E8-3BD2C23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71C362B-0ECC-406A-9237-288F8955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B8E1655-1262-40E3-861A-670A742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7CEDA58-3A3C-4A2A-B14B-CC13883F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BE412B-2D74-47E8-A57C-6E4FCCDC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6764784-FBDA-43E0-A771-462468F6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3274C7E-1875-428C-BBA8-E7898AB9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283B922-9EB7-4DA3-92BC-B375086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DF30EE2-958C-4515-B63A-1900EA31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963B38C-BF85-458A-BB45-7D75F2F6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54AE69D-627F-49D0-92FA-88D239E5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B43EFDC-5BB6-450B-933C-76264BB7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3A7DD6B-01F7-43E0-849C-6D66685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39F24DB-C9C3-4F64-B403-0DA8AD3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6A3FCA4-B5CF-4747-8143-6B88FFE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C3F6ABC-A42D-4C2D-B960-AFF8F814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3A00636-1588-410C-9187-B68D9234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F2F4DD5-8524-49EA-A402-4896FA70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E3ED11F-BE4B-420B-AF83-6FDE6233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3D43E9-E314-47C0-8FB5-D4896782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602D5CD-84A8-45C8-9FC6-85C97684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A16426E-737B-453C-9FF8-6CA2C677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F52614B-3A62-41EC-8DEC-85C866A3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66BD214-74B1-4829-90F3-D369992A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EB8EFE6-7041-4CF2-924B-210B3F7A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D83F001-81A8-4D44-93F6-ED740E9C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9F33270-A229-427B-964E-E199FDAE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247184A-3F87-4D7D-923F-481C7E0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A8C70FE-F6AF-4251-BA67-75FDBF4A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C61B205-E381-4F0C-8098-0DC5B41F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D4FCAB9-DF3C-430C-AD90-2A399880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BF02CDF-FE29-4485-9332-8F193DA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0042D64-63EB-442F-A4F8-4C863AE1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A0B4BFF-5E2D-401C-92ED-90F05560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65CCE6C-CA49-40F1-A50E-458AC813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7F9D1AB-1E6C-4563-8AAA-87EA9D1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51E4A10-7FE3-4300-80CC-4DC19EB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4D0D187-A329-4D28-B27A-2F9CA65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F5F33DB-D380-417A-BE85-11769389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16D8898-4558-4FF9-8391-0D0A72B9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895970D-568F-4BAC-B2D2-B09AF227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EA440E4-721A-41DD-8B1D-1D2C675E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6197D0D-EDB0-4CBE-8734-9EEBC02F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24A29A4-CCA4-4C35-A00D-49D24733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9C509AD-75D7-449E-9880-26AD8E9F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67E7F3D-A072-4D7C-96B2-3AF7F79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915C9EE-6D0C-42CA-BD5D-170A89E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A639973-CC9D-417E-AD34-ECBD5E14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203B696-3267-4D9A-8295-83D811F0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68021F1-8AA7-42CD-BF45-5876BABE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C997188-DEEB-4621-B185-C8235154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716C765-FB5D-4476-B3AF-73584A96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FED9807-B816-4DC7-AB88-66E261DD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49E71A4-DD31-48EC-8ACB-4714457D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A30A130-A2E1-4350-BE48-98EE689A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E328FF4-EFDF-4FB2-BE94-84632407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DA1304F-4883-4A99-999D-94565137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39B0245-1467-49CE-ADFD-1200F08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FCB7810-261D-47F5-A218-89237E8C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87E2C52-E705-4686-862E-82B063C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EF06B26-0CBC-4700-B1D3-4E751A24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AA5ED6D-1B09-47DC-A981-8492B67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FAE9F3A-5B22-44D0-9D4C-79EA5FAA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44D066F-DF93-4604-950D-9DBF3808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A45A1C2-88C0-47D9-878B-0551A95A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A09C1A3-59C7-45F7-A7E3-5EAAAD46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B5D4CF0-2258-4CE2-89BE-2F94252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FC29C06-BFED-4BE9-92DB-066B270F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9EA74F4-6026-4420-B979-604E2C0B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FA95994-9E61-472B-973F-5684AEA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D0D6E12-0CFB-4F5D-AC0F-78C034F1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2D64313-40FA-439E-9921-EA206E92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A8574F9-8B50-4174-A69F-40C6EF4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F68AD5B-EFF8-4176-91F5-51DB0DBE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419ADC4-A96B-443D-9F67-512DDD91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C5F8CF2-A621-49D6-8567-5AFAE813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D99DFFE-DFD9-4C71-898C-721F502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5FB09A0-C726-4971-B5CE-CD2E7E88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E2BDCD9-B123-4B8D-AD36-52096A82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99D6AA3-A62C-47DF-9449-BFD929F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42B28C2-EF2B-4CCB-98AA-56CD9188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72C160E-7F0F-41FC-95E4-82ADBAA0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EAAAF1D-B6F6-4A88-B38C-5DF4B9FB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0A9BEF5-8974-4AB4-B5D6-238E914A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305C5F7-305E-4C9D-91F5-ABBB9031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366EA7F-CF9F-427B-970F-FC20FEB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19C7317-B231-48F9-8464-1F5C9E3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4C4809F-F386-41D2-832E-B885F439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04E3693-B371-4A90-B580-4A8A650A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C865B6F-DC8A-453F-B204-DE3AD12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0F6AD16-8E30-4F10-ADEC-FE54F3EA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EF05C46-1A25-4FE2-A04B-44DA251B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D7B8813-AD7C-4C34-A295-FF11377C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03AFDFB-9F95-4096-B071-9EE2A1BF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DCCCC3E-044D-42BC-9A85-D205779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E52668F-57A9-4E0A-AF26-A97FDAA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88E9714-4790-47BB-BAA6-97CD511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F883F59-7BFB-489B-97BB-A4486DE0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609AB1A-D7C4-4F3F-835B-CE9023FF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8D74FBE-8986-4AD0-B641-7AD6B22D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B55D704-BA1C-45DA-9B76-107A14FE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E1A9E41-CB45-45C1-A8C5-113B1B85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856B553-4946-4F61-B7A4-9A35C238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90072BC-8314-45E1-9BC6-1C1CC98E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04E6204-09A9-403C-A67F-42739396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5269656-0313-4CA8-B530-7E6A6899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7C35D22-BEB5-4E81-99DB-0386BD1E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E332746-919A-4D21-A04B-13875646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333C542-B1A4-4319-BEAC-4468179A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797537A-D5C6-4672-9A8A-385B8C4D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AFC1673-16E6-485F-9114-CF742E24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F801732-D777-4956-AE20-87348E60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25A5D18-3FE6-44D0-9B89-0336B063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729ACBA-3302-4435-ABAD-B8583908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3658BE0-A278-48C3-92E4-F0993BAD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CF5D2F0-694E-4FAB-8CC9-CBDAE623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D44D1F4-D422-4DD5-9B96-092EB822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BFE6682-A471-4EAD-AFA8-67CFFB73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C8A24D0-25CF-4DF4-8489-3C4BDFB4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BAE555A-90B4-4648-B411-A8E9CF9A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6238EC8-C0AC-4B41-856C-FE84DE3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E4082741-CDD7-41DA-AB6B-D4AB7CB3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197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放大已有像素，不增加原始细节</a:t>
            </a:r>
          </a:p>
        </p:txBody>
      </p:sp>
    </p:spTree>
    <p:extLst>
      <p:ext uri="{BB962C8B-B14F-4D97-AF65-F5344CB8AC3E}">
        <p14:creationId xmlns:p14="http://schemas.microsoft.com/office/powerpoint/2010/main" val="210693897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43875-4752-4692-8AC9-2E35929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B4F81-4326-4A67-B6DB-6EF27944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8E1FF2-F55E-424F-A7D7-2A8C183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5553262c94464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E34FDF2-A02F-44EA-BEA7-30B0CEED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</p:spTree>
    <p:extLst>
      <p:ext uri="{BB962C8B-B14F-4D97-AF65-F5344CB8AC3E}">
        <p14:creationId xmlns:p14="http://schemas.microsoft.com/office/powerpoint/2010/main" val="19984701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43875-4752-4692-8AC9-2E35929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B4F81-4326-4A67-B6DB-6EF27944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8E1FF2-F55E-424F-A7D7-2A8C183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99cbbc15a4525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E34FDF2-A02F-44EA-BEA7-30B0CEED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d890f8faa411c"/>
          <a:srcRect xmlns:a="http://schemas.openxmlformats.org/drawingml/2006/main" l="50000" t="16000" r="5000" b="0"/>
          <a:stretch xmlns:a="http://schemas.openxmlformats.org/drawingml/2006/main"/>
        </p:blipFill>
        <p:spPr>
          <a:xfrm xmlns:a="http://schemas.openxmlformats.org/drawingml/2006/main">
            <a:off x="6667500" y="2143125"/>
            <a:ext cx="390525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A588432B-82B5-49DE-A8E0-338524D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修复结果（示例）</a:t>
            </a:r>
          </a:p>
        </p:txBody>
      </p:sp>
    </p:spTree>
    <p:extLst>
      <p:ext uri="{BB962C8B-B14F-4D97-AF65-F5344CB8AC3E}">
        <p14:creationId xmlns:p14="http://schemas.microsoft.com/office/powerpoint/2010/main" val="19984701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E2E90-7FEF-4875-8B35-4A591B9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BCAD3-9C2C-4AF9-BF78-D2C05CF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35C035-756B-4066-8EAA-3684205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照片修复：推断缺损处的像素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FDA834-2E32-483D-9C67-97D77E5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识别：区分破损与完好区域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2E6F079-660F-4A18-B1AA-709CF2C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匹配：利用周边内容和图像规律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095836-E28A-4E86-AAC2-2D923B3B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补全：推断缺损处的像素内容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A2FE41A-388A-49B7-AC3F-AE38F6C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表示：得到颜色数据并编码保存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C6DE623-5B6F-46EC-87DD-08AA08D9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补全是推断，不能证明历史原样。</a:t>
            </a:r>
          </a:p>
        </p:txBody>
      </p:sp>
    </p:spTree>
    <p:extLst>
      <p:ext uri="{BB962C8B-B14F-4D97-AF65-F5344CB8AC3E}">
        <p14:creationId xmlns:p14="http://schemas.microsoft.com/office/powerpoint/2010/main" val="94891305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7637C-1C37-4927-878C-3B8BD25F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39365-1FB8-4E4C-84AC-26FFE87B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8AE261-BC29-4B43-8BEC-51DFFEE0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2612843-2DE5-4DA5-AAB7-E48E0989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127961471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7637C-1C37-4927-878C-3B8BD25F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39365-1FB8-4E4C-84AC-26FFE87B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8AE261-BC29-4B43-8BEC-51DFFEE0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随深度（空间）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随位置（空间）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2612843-2DE5-4DA5-AAB7-E48E0989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127961471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4C28D-24F3-424B-B248-8D4E9217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57A86-C3D3-4792-BD11-0ADF7D4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AE303BE-6297-4184-8DCB-0530CAB1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D83AE-E099-4EC5-A400-E118B086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20542-11AA-4AD4-80D6-FE8835B9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03B3703-A1DC-41D3-91B5-65DD6D9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7E157BC-C6DF-467C-9ECC-9A8FA4C7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D033D-7395-4A9A-9DB0-394377DC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571D7-F5FA-4573-B0FC-B38C2C8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95194AA-3ED5-4A49-84F1-DF53D2FB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4CB76FC-960F-4D34-937E-2EC5BA8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FDF7AF2-A910-4BA9-8969-A08669A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3FA4D54-F4CF-48B1-AFBE-C8889FC7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</p:spTree>
    <p:extLst>
      <p:ext uri="{BB962C8B-B14F-4D97-AF65-F5344CB8AC3E}">
        <p14:creationId xmlns:p14="http://schemas.microsoft.com/office/powerpoint/2010/main" val="89681190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4C28D-24F3-424B-B248-8D4E9217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57A86-C3D3-4792-BD11-0ADF7D4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AE303BE-6297-4184-8DCB-0530CAB1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D83AE-E099-4EC5-A400-E118B086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20542-11AA-4AD4-80D6-FE8835B9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03B3703-A1DC-41D3-91B5-65DD6D9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7E157BC-C6DF-467C-9ECC-9A8FA4C7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D033D-7395-4A9A-9DB0-394377DC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571D7-F5FA-4573-B0FC-B38C2C8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95194AA-3ED5-4A49-84F1-DF53D2FB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4CB76FC-960F-4D34-937E-2EC5BA8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FDF7AF2-A910-4BA9-8969-A08669A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3FA4D54-F4CF-48B1-AFBE-C8889FC7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84C91-3F5C-4F2D-A547-E735F9DE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6425" y="2543175"/>
            <a:ext cx="4762500" cy="18097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E4B7816-7F42-443A-8746-4B0E62E4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3667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模拟量：连续变化</a:t>
            </a:r>
          </a:p>
        </p:txBody>
      </p:sp>
    </p:spTree>
    <p:extLst>
      <p:ext uri="{BB962C8B-B14F-4D97-AF65-F5344CB8AC3E}">
        <p14:creationId xmlns:p14="http://schemas.microsoft.com/office/powerpoint/2010/main" val="89681190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7CAB4-F677-48B3-B77C-B62512C8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03024-76A9-478E-B8F9-26FE5352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AF4B353-A1A6-4606-B524-355EB60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14C6C7F-E484-4129-B76C-B581D75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D6ACC-E692-4B17-8E01-355A8B0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B03E4-81B9-4DAF-BCB3-60E16459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A6645-AC69-4D1E-ABD2-2A2E06A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5B52A-51D7-4180-8914-176A8E6D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97504-8B15-4A37-BBEC-D5115BFB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E58F328-6037-4530-B44C-E75959B0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C21F1-0390-4FF9-A409-E46307F8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CD34D-8089-43A0-8E79-6B95717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7AB32-9D81-490F-92DE-8FFEA7F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9592F-A0AC-4433-8084-A9BE65FD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F45DB15-2E8D-4F29-B1FD-0A140D11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</p:spTree>
    <p:extLst>
      <p:ext uri="{BB962C8B-B14F-4D97-AF65-F5344CB8AC3E}">
        <p14:creationId xmlns:p14="http://schemas.microsoft.com/office/powerpoint/2010/main" val="100428173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7CAB4-F677-48B3-B77C-B62512C8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03024-76A9-478E-B8F9-26FE5352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AF4B353-A1A6-4606-B524-355EB60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14C6C7F-E484-4129-B76C-B581D75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D6ACC-E692-4B17-8E01-355A8B0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B03E4-81B9-4DAF-BCB3-60E16459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A6645-AC69-4D1E-ABD2-2A2E06A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5B52A-51D7-4180-8914-176A8E6D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97504-8B15-4A37-BBEC-D5115BFB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E58F328-6037-4530-B44C-E75959B0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C21F1-0390-4FF9-A409-E46307F8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CD34D-8089-43A0-8E79-6B95717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7AB32-9D81-490F-92DE-8FFEA7F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9592F-A0AC-4433-8084-A9BE65FD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F45DB15-2E8D-4F29-B1FD-0A140D11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6F97C50-14EE-42CC-AB66-B2F6837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有限位置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1F5ABE3-A375-4DE8-9835-E6E3D614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D9CD9BB-58E2-4CFE-8319-4B461193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00、01、10、11：离散码字</a:t>
            </a:r>
          </a:p>
        </p:txBody>
      </p:sp>
    </p:spTree>
    <p:extLst>
      <p:ext uri="{BB962C8B-B14F-4D97-AF65-F5344CB8AC3E}">
        <p14:creationId xmlns:p14="http://schemas.microsoft.com/office/powerpoint/2010/main" val="100428173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CED51-E434-4EF0-92D0-DA0F97D8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CA966-A2E9-414F-9241-74D804D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D49086-A514-488B-91D7-AFB8C4F3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CB1FC0-51EA-412B-ABFA-63156F59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C06276-94F7-4DC5-A096-AEE10AB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44DACBF-323D-4925-93F7-30C6DC84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</p:spTree>
    <p:extLst>
      <p:ext uri="{BB962C8B-B14F-4D97-AF65-F5344CB8AC3E}">
        <p14:creationId xmlns:p14="http://schemas.microsoft.com/office/powerpoint/2010/main" val="71628115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CED51-E434-4EF0-92D0-DA0F97D8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CA966-A2E9-414F-9241-74D804D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D49086-A514-488B-91D7-AFB8C4F3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CB1FC0-51EA-412B-ABFA-63156F59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C06276-94F7-4DC5-A096-AEE10AB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44DACBF-323D-4925-93F7-30C6DC84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17E9757-321A-47DC-BD73-B2C849D7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→ 量化 → 编码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9E987C7-EA68-4BA7-9207-A664F347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7162811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42239-B516-452B-988F-CDE874F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B09EA-1009-4954-B2B5-7ED8873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8FCB7E-7FC5-4FBB-9487-85510B37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ACA643-F300-4591-893C-91DEA2C9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AA181E6-891D-4DAB-879D-970A1F52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89650451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42239-B516-452B-988F-CDE874F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B09EA-1009-4954-B2B5-7ED8873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8FCB7E-7FC5-4FBB-9487-85510B37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ACA643-F300-4591-893C-91DEA2C9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 B，超出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仅2色，不足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AA181E6-891D-4DAB-879D-970A1F52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89650451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45E3-9D83-4AF4-BC74-AEE591C4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52BB5-BE3C-4872-8F20-419EF04A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3465DEB-D573-4652-869F-8D17EBBE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B98222-AD0E-4D3D-9D3F-FDC2C860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一幅图只用6种颜色，最少需要几bit？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478D112-7749-418D-A2CD-9108605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800×600的24位RGB图像，像素数据量是多少B？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F5A7D1-A27B-4BF4-9BB3-CA0C0EC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把图像宽、高都放大2倍，就得到了新细节吗？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A19C99C-03F4-470E-A1D6-AD490FA5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说明理由；计算时写出单位。</a:t>
            </a:r>
          </a:p>
        </p:txBody>
      </p:sp>
    </p:spTree>
    <p:extLst>
      <p:ext uri="{BB962C8B-B14F-4D97-AF65-F5344CB8AC3E}">
        <p14:creationId xmlns:p14="http://schemas.microsoft.com/office/powerpoint/2010/main" val="1208044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2026-09-30T02:11:06.8130000Z</dcterms:created>
  <dcterms:modified xsi:type="dcterms:W3CDTF">2026-09-30T02:11:06.8130000Z</dcterms:modified>
</coreProperties>
</file>