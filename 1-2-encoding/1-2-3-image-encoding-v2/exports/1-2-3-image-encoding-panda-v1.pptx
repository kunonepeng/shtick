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6689642d2a41cc" /><Relationship Type="http://schemas.openxmlformats.org/officeDocument/2006/relationships/extended-properties" Target="/docProps/app.xml" Id="R748b03a9d1564dac" /><Relationship Type="http://schemas.openxmlformats.org/officeDocument/2006/relationships/officeDocument" Target="/ppt/presentation.xml" Id="Rd291d8cd6aab40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4e4c290c24909"/>
  </p:sldMasterIdLst>
  <p:notesMasterIdLst>
    <p:notesMasterId xmlns:r="http://schemas.openxmlformats.org/officeDocument/2006/relationships" r:id="R9d6922467db04bcc"/>
  </p:notesMasterIdLst>
  <p:sldIdLst>
    <p:sldId xmlns:r="http://schemas.openxmlformats.org/officeDocument/2006/relationships" id="256" r:id="R2a05e81aa9d6476e"/>
    <p:sldId xmlns:r="http://schemas.openxmlformats.org/officeDocument/2006/relationships" id="257" r:id="R39ce1233a79c4622"/>
    <p:sldId xmlns:r="http://schemas.openxmlformats.org/officeDocument/2006/relationships" id="258" r:id="R49e19b56d5674512"/>
    <p:sldId xmlns:r="http://schemas.openxmlformats.org/officeDocument/2006/relationships" id="259" r:id="Rb81dedb3945f42e2"/>
    <p:sldId xmlns:r="http://schemas.openxmlformats.org/officeDocument/2006/relationships" id="260" r:id="R35b7711987a244aa"/>
    <p:sldId xmlns:r="http://schemas.openxmlformats.org/officeDocument/2006/relationships" id="261" r:id="R1a9d1ac11af9448f"/>
    <p:sldId xmlns:r="http://schemas.openxmlformats.org/officeDocument/2006/relationships" id="262" r:id="R09b2577d6b9b4b5b"/>
    <p:sldId xmlns:r="http://schemas.openxmlformats.org/officeDocument/2006/relationships" id="263" r:id="Re6694e0670764b2e"/>
    <p:sldId xmlns:r="http://schemas.openxmlformats.org/officeDocument/2006/relationships" id="264" r:id="R287f19719ec546a7"/>
    <p:sldId xmlns:r="http://schemas.openxmlformats.org/officeDocument/2006/relationships" id="265" r:id="R3568fe1aafe64cc6"/>
    <p:sldId xmlns:r="http://schemas.openxmlformats.org/officeDocument/2006/relationships" id="266" r:id="R518b1c01860a40d5"/>
    <p:sldId xmlns:r="http://schemas.openxmlformats.org/officeDocument/2006/relationships" id="267" r:id="R2cbdebf842004171"/>
    <p:sldId xmlns:r="http://schemas.openxmlformats.org/officeDocument/2006/relationships" id="268" r:id="Rc72b37cd78ab42ca"/>
    <p:sldId xmlns:r="http://schemas.openxmlformats.org/officeDocument/2006/relationships" id="269" r:id="R0102cfa3f98b4dd1"/>
    <p:sldId xmlns:r="http://schemas.openxmlformats.org/officeDocument/2006/relationships" id="270" r:id="Ra3ccac6c7a1d4e19"/>
    <p:sldId xmlns:r="http://schemas.openxmlformats.org/officeDocument/2006/relationships" id="271" r:id="R8c2adcf5ad5640bf"/>
    <p:sldId xmlns:r="http://schemas.openxmlformats.org/officeDocument/2006/relationships" id="272" r:id="R4cce6808234e423f"/>
    <p:sldId xmlns:r="http://schemas.openxmlformats.org/officeDocument/2006/relationships" id="273" r:id="R67d7df0eb6ee445f"/>
    <p:sldId xmlns:r="http://schemas.openxmlformats.org/officeDocument/2006/relationships" id="274" r:id="R4cbaf77575fb472e"/>
    <p:sldId xmlns:r="http://schemas.openxmlformats.org/officeDocument/2006/relationships" id="275" r:id="R1f11ae1efbac4d85"/>
    <p:sldId xmlns:r="http://schemas.openxmlformats.org/officeDocument/2006/relationships" id="276" r:id="R9944bc80c2ef4b47"/>
    <p:sldId xmlns:r="http://schemas.openxmlformats.org/officeDocument/2006/relationships" id="277" r:id="R76858d60f1604d09"/>
    <p:sldId xmlns:r="http://schemas.openxmlformats.org/officeDocument/2006/relationships" id="278" r:id="R0c3236fb9a754cd3"/>
    <p:sldId xmlns:r="http://schemas.openxmlformats.org/officeDocument/2006/relationships" id="279" r:id="Rd7c5645878da4048"/>
    <p:sldId xmlns:r="http://schemas.openxmlformats.org/officeDocument/2006/relationships" id="280" r:id="R9c58080464744159"/>
    <p:sldId xmlns:r="http://schemas.openxmlformats.org/officeDocument/2006/relationships" id="281" r:id="Rdb2279eab25a42f2"/>
    <p:sldId xmlns:r="http://schemas.openxmlformats.org/officeDocument/2006/relationships" id="282" r:id="Rd114039d5eba4890"/>
    <p:sldId xmlns:r="http://schemas.openxmlformats.org/officeDocument/2006/relationships" id="283" r:id="R756387b0691843ef"/>
    <p:sldId xmlns:r="http://schemas.openxmlformats.org/officeDocument/2006/relationships" id="284" r:id="R012b79d2c5e0417d"/>
    <p:sldId xmlns:r="http://schemas.openxmlformats.org/officeDocument/2006/relationships" id="285" r:id="Rd3737ffa92494474"/>
    <p:sldId xmlns:r="http://schemas.openxmlformats.org/officeDocument/2006/relationships" id="286" r:id="R9a20d28e79eb49f0"/>
    <p:sldId xmlns:r="http://schemas.openxmlformats.org/officeDocument/2006/relationships" id="287" r:id="R4835c2c88e5b4c07"/>
    <p:sldId xmlns:r="http://schemas.openxmlformats.org/officeDocument/2006/relationships" id="288" r:id="Rc77c0f48152e4b1f"/>
    <p:sldId xmlns:r="http://schemas.openxmlformats.org/officeDocument/2006/relationships" id="289" r:id="R956104f8dfab4d64"/>
    <p:sldId xmlns:r="http://schemas.openxmlformats.org/officeDocument/2006/relationships" id="290" r:id="R577c1ba6c0fc4b67"/>
    <p:sldId xmlns:r="http://schemas.openxmlformats.org/officeDocument/2006/relationships" id="291" r:id="R4cfb4d4bae7c4093"/>
    <p:sldId xmlns:r="http://schemas.openxmlformats.org/officeDocument/2006/relationships" id="292" r:id="Rbfe4490ea7664ef9"/>
    <p:sldId xmlns:r="http://schemas.openxmlformats.org/officeDocument/2006/relationships" id="293" r:id="R1fbb97155bf84916"/>
    <p:sldId xmlns:r="http://schemas.openxmlformats.org/officeDocument/2006/relationships" id="294" r:id="R5450d59f8d06409e"/>
    <p:sldId xmlns:r="http://schemas.openxmlformats.org/officeDocument/2006/relationships" id="295" r:id="R75eeac3ce9c24dcd"/>
    <p:sldId xmlns:r="http://schemas.openxmlformats.org/officeDocument/2006/relationships" id="296" r:id="R55e032799e654004"/>
    <p:sldId xmlns:r="http://schemas.openxmlformats.org/officeDocument/2006/relationships" id="297" r:id="Rfa1807586c3a498b"/>
    <p:sldId xmlns:r="http://schemas.openxmlformats.org/officeDocument/2006/relationships" id="298" r:id="R6cce69a273864d74"/>
    <p:sldId xmlns:r="http://schemas.openxmlformats.org/officeDocument/2006/relationships" id="299" r:id="Rbc45f00299534efc"/>
    <p:sldId xmlns:r="http://schemas.openxmlformats.org/officeDocument/2006/relationships" id="300" r:id="Rbc0fc11e2eb34aba"/>
    <p:sldId xmlns:r="http://schemas.openxmlformats.org/officeDocument/2006/relationships" id="301" r:id="Rd4ecbb7aaeb142a3"/>
    <p:sldId xmlns:r="http://schemas.openxmlformats.org/officeDocument/2006/relationships" id="302" r:id="R3321ef88c67e4772"/>
    <p:sldId xmlns:r="http://schemas.openxmlformats.org/officeDocument/2006/relationships" id="303" r:id="R67acb8766b964d9a"/>
    <p:sldId xmlns:r="http://schemas.openxmlformats.org/officeDocument/2006/relationships" id="304" r:id="Rb1a31a1187d84cd5"/>
    <p:sldId xmlns:r="http://schemas.openxmlformats.org/officeDocument/2006/relationships" id="305" r:id="Ra592a327305440c5"/>
    <p:sldId xmlns:r="http://schemas.openxmlformats.org/officeDocument/2006/relationships" id="306" r:id="R56f979bf0205461a"/>
    <p:sldId xmlns:r="http://schemas.openxmlformats.org/officeDocument/2006/relationships" id="307" r:id="R8e8fc28bc0f64c20"/>
    <p:sldId xmlns:r="http://schemas.openxmlformats.org/officeDocument/2006/relationships" id="308" r:id="Rf21934da6dad4ad8"/>
    <p:sldId xmlns:r="http://schemas.openxmlformats.org/officeDocument/2006/relationships" id="309" r:id="R8d91894b03744a9b"/>
    <p:sldId xmlns:r="http://schemas.openxmlformats.org/officeDocument/2006/relationships" id="310" r:id="Refd8a97d3a034a80"/>
    <p:sldId xmlns:r="http://schemas.openxmlformats.org/officeDocument/2006/relationships" id="311" r:id="R783873b55fc242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2a12f4fcac4b61" /><Relationship Type="http://schemas.openxmlformats.org/officeDocument/2006/relationships/slideMaster" Target="/ppt/slideMasters/slideMaster1.xml" Id="R7314e4c290c24909" /><Relationship Type="http://schemas.openxmlformats.org/officeDocument/2006/relationships/notesMaster" Target="/ppt/notesMasters/notesMaster1.xml" Id="R9d6922467db04bcc" /><Relationship Type="http://schemas.openxmlformats.org/officeDocument/2006/relationships/presProps" Target="/ppt/presProps.xml" Id="Re493f62e0b274d1a" /><Relationship Type="http://schemas.openxmlformats.org/officeDocument/2006/relationships/tableStyles" Target="/ppt/tableStyles.xml" Id="R46711cb8a5aa4f37" /><Relationship Type="http://schemas.openxmlformats.org/officeDocument/2006/relationships/slide" Target="/ppt/slides/slide1.xml" Id="R2a05e81aa9d6476e" /><Relationship Type="http://schemas.openxmlformats.org/officeDocument/2006/relationships/slide" Target="/ppt/slides/slide2.xml" Id="R39ce1233a79c4622" /><Relationship Type="http://schemas.openxmlformats.org/officeDocument/2006/relationships/slide" Target="/ppt/slides/slide3.xml" Id="R49e19b56d5674512" /><Relationship Type="http://schemas.openxmlformats.org/officeDocument/2006/relationships/slide" Target="/ppt/slides/slide4.xml" Id="Rb81dedb3945f42e2" /><Relationship Type="http://schemas.openxmlformats.org/officeDocument/2006/relationships/slide" Target="/ppt/slides/slide5.xml" Id="R35b7711987a244aa" /><Relationship Type="http://schemas.openxmlformats.org/officeDocument/2006/relationships/slide" Target="/ppt/slides/slide6.xml" Id="R1a9d1ac11af9448f" /><Relationship Type="http://schemas.openxmlformats.org/officeDocument/2006/relationships/slide" Target="/ppt/slides/slide7.xml" Id="R09b2577d6b9b4b5b" /><Relationship Type="http://schemas.openxmlformats.org/officeDocument/2006/relationships/slide" Target="/ppt/slides/slide8.xml" Id="Re6694e0670764b2e" /><Relationship Type="http://schemas.openxmlformats.org/officeDocument/2006/relationships/slide" Target="/ppt/slides/slide9.xml" Id="R287f19719ec546a7" /><Relationship Type="http://schemas.openxmlformats.org/officeDocument/2006/relationships/slide" Target="/ppt/slides/slide10.xml" Id="R3568fe1aafe64cc6" /><Relationship Type="http://schemas.openxmlformats.org/officeDocument/2006/relationships/slide" Target="/ppt/slides/slide11.xml" Id="R518b1c01860a40d5" /><Relationship Type="http://schemas.openxmlformats.org/officeDocument/2006/relationships/slide" Target="/ppt/slides/slide12.xml" Id="R2cbdebf842004171" /><Relationship Type="http://schemas.openxmlformats.org/officeDocument/2006/relationships/slide" Target="/ppt/slides/slide13.xml" Id="Rc72b37cd78ab42ca" /><Relationship Type="http://schemas.openxmlformats.org/officeDocument/2006/relationships/slide" Target="/ppt/slides/slide14.xml" Id="R0102cfa3f98b4dd1" /><Relationship Type="http://schemas.openxmlformats.org/officeDocument/2006/relationships/slide" Target="/ppt/slides/slide15.xml" Id="Ra3ccac6c7a1d4e19" /><Relationship Type="http://schemas.openxmlformats.org/officeDocument/2006/relationships/slide" Target="/ppt/slides/slide16.xml" Id="R8c2adcf5ad5640bf" /><Relationship Type="http://schemas.openxmlformats.org/officeDocument/2006/relationships/slide" Target="/ppt/slides/slide17.xml" Id="R4cce6808234e423f" /><Relationship Type="http://schemas.openxmlformats.org/officeDocument/2006/relationships/slide" Target="/ppt/slides/slide18.xml" Id="R67d7df0eb6ee445f" /><Relationship Type="http://schemas.openxmlformats.org/officeDocument/2006/relationships/slide" Target="/ppt/slides/slide19.xml" Id="R4cbaf77575fb472e" /><Relationship Type="http://schemas.openxmlformats.org/officeDocument/2006/relationships/slide" Target="/ppt/slides/slide20.xml" Id="R1f11ae1efbac4d85" /><Relationship Type="http://schemas.openxmlformats.org/officeDocument/2006/relationships/slide" Target="/ppt/slides/slide21.xml" Id="R9944bc80c2ef4b47" /><Relationship Type="http://schemas.openxmlformats.org/officeDocument/2006/relationships/slide" Target="/ppt/slides/slide22.xml" Id="R76858d60f1604d09" /><Relationship Type="http://schemas.openxmlformats.org/officeDocument/2006/relationships/slide" Target="/ppt/slides/slide23.xml" Id="R0c3236fb9a754cd3" /><Relationship Type="http://schemas.openxmlformats.org/officeDocument/2006/relationships/slide" Target="/ppt/slides/slide24.xml" Id="Rd7c5645878da4048" /><Relationship Type="http://schemas.openxmlformats.org/officeDocument/2006/relationships/slide" Target="/ppt/slides/slide25.xml" Id="R9c58080464744159" /><Relationship Type="http://schemas.openxmlformats.org/officeDocument/2006/relationships/slide" Target="/ppt/slides/slide26.xml" Id="Rdb2279eab25a42f2" /><Relationship Type="http://schemas.openxmlformats.org/officeDocument/2006/relationships/slide" Target="/ppt/slides/slide27.xml" Id="Rd114039d5eba4890" /><Relationship Type="http://schemas.openxmlformats.org/officeDocument/2006/relationships/slide" Target="/ppt/slides/slide28.xml" Id="R756387b0691843ef" /><Relationship Type="http://schemas.openxmlformats.org/officeDocument/2006/relationships/slide" Target="/ppt/slides/slide29.xml" Id="R012b79d2c5e0417d" /><Relationship Type="http://schemas.openxmlformats.org/officeDocument/2006/relationships/slide" Target="/ppt/slides/slide30.xml" Id="Rd3737ffa92494474" /><Relationship Type="http://schemas.openxmlformats.org/officeDocument/2006/relationships/slide" Target="/ppt/slides/slide31.xml" Id="R9a20d28e79eb49f0" /><Relationship Type="http://schemas.openxmlformats.org/officeDocument/2006/relationships/slide" Target="/ppt/slides/slide32.xml" Id="R4835c2c88e5b4c07" /><Relationship Type="http://schemas.openxmlformats.org/officeDocument/2006/relationships/slide" Target="/ppt/slides/slide33.xml" Id="Rc77c0f48152e4b1f" /><Relationship Type="http://schemas.openxmlformats.org/officeDocument/2006/relationships/slide" Target="/ppt/slides/slide34.xml" Id="R956104f8dfab4d64" /><Relationship Type="http://schemas.openxmlformats.org/officeDocument/2006/relationships/slide" Target="/ppt/slides/slide35.xml" Id="R577c1ba6c0fc4b67" /><Relationship Type="http://schemas.openxmlformats.org/officeDocument/2006/relationships/slide" Target="/ppt/slides/slide36.xml" Id="R4cfb4d4bae7c4093" /><Relationship Type="http://schemas.openxmlformats.org/officeDocument/2006/relationships/slide" Target="/ppt/slides/slide37.xml" Id="Rbfe4490ea7664ef9" /><Relationship Type="http://schemas.openxmlformats.org/officeDocument/2006/relationships/slide" Target="/ppt/slides/slide38.xml" Id="R1fbb97155bf84916" /><Relationship Type="http://schemas.openxmlformats.org/officeDocument/2006/relationships/slide" Target="/ppt/slides/slide39.xml" Id="R5450d59f8d06409e" /><Relationship Type="http://schemas.openxmlformats.org/officeDocument/2006/relationships/slide" Target="/ppt/slides/slide40.xml" Id="R75eeac3ce9c24dcd" /><Relationship Type="http://schemas.openxmlformats.org/officeDocument/2006/relationships/slide" Target="/ppt/slides/slide41.xml" Id="R55e032799e654004" /><Relationship Type="http://schemas.openxmlformats.org/officeDocument/2006/relationships/slide" Target="/ppt/slides/slide42.xml" Id="Rfa1807586c3a498b" /><Relationship Type="http://schemas.openxmlformats.org/officeDocument/2006/relationships/slide" Target="/ppt/slides/slide43.xml" Id="R6cce69a273864d74" /><Relationship Type="http://schemas.openxmlformats.org/officeDocument/2006/relationships/slide" Target="/ppt/slides/slide44.xml" Id="Rbc45f00299534efc" /><Relationship Type="http://schemas.openxmlformats.org/officeDocument/2006/relationships/slide" Target="/ppt/slides/slide45.xml" Id="Rbc0fc11e2eb34aba" /><Relationship Type="http://schemas.openxmlformats.org/officeDocument/2006/relationships/slide" Target="/ppt/slides/slide46.xml" Id="Rd4ecbb7aaeb142a3" /><Relationship Type="http://schemas.openxmlformats.org/officeDocument/2006/relationships/slide" Target="/ppt/slides/slide47.xml" Id="R3321ef88c67e4772" /><Relationship Type="http://schemas.openxmlformats.org/officeDocument/2006/relationships/slide" Target="/ppt/slides/slide48.xml" Id="R67acb8766b964d9a" /><Relationship Type="http://schemas.openxmlformats.org/officeDocument/2006/relationships/slide" Target="/ppt/slides/slide49.xml" Id="Rb1a31a1187d84cd5" /><Relationship Type="http://schemas.openxmlformats.org/officeDocument/2006/relationships/slide" Target="/ppt/slides/slide50.xml" Id="Ra592a327305440c5" /><Relationship Type="http://schemas.openxmlformats.org/officeDocument/2006/relationships/slide" Target="/ppt/slides/slide51.xml" Id="R56f979bf0205461a" /><Relationship Type="http://schemas.openxmlformats.org/officeDocument/2006/relationships/slide" Target="/ppt/slides/slide52.xml" Id="R8e8fc28bc0f64c20" /><Relationship Type="http://schemas.openxmlformats.org/officeDocument/2006/relationships/slide" Target="/ppt/slides/slide53.xml" Id="Rf21934da6dad4ad8" /><Relationship Type="http://schemas.openxmlformats.org/officeDocument/2006/relationships/slide" Target="/ppt/slides/slide54.xml" Id="R8d91894b03744a9b" /><Relationship Type="http://schemas.openxmlformats.org/officeDocument/2006/relationships/slide" Target="/ppt/slides/slide55.xml" Id="Refd8a97d3a034a80" /><Relationship Type="http://schemas.openxmlformats.org/officeDocument/2006/relationships/slide" Target="/ppt/slides/slide56.xml" Id="R783873b55fc2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b62fa9f996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febef10b8c485c" /><Relationship Type="http://schemas.openxmlformats.org/officeDocument/2006/relationships/notesMaster" Target="/ppt/notesMasters/notesMaster1.xml" Id="R57332e26e7f9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56bb34ab64f19" /><Relationship Type="http://schemas.openxmlformats.org/officeDocument/2006/relationships/notesMaster" Target="/ppt/notesMasters/notesMaster1.xml" Id="R68ee2460eed243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4b8b02e0849c8" /><Relationship Type="http://schemas.openxmlformats.org/officeDocument/2006/relationships/notesMaster" Target="/ppt/notesMasters/notesMaster1.xml" Id="Rffdbc1b2531645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c835e795414534" /><Relationship Type="http://schemas.openxmlformats.org/officeDocument/2006/relationships/notesMaster" Target="/ppt/notesMasters/notesMaster1.xml" Id="R20d6eb3912084a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233099c0044da" /><Relationship Type="http://schemas.openxmlformats.org/officeDocument/2006/relationships/notesMaster" Target="/ppt/notesMasters/notesMaster1.xml" Id="Rcccccbe8063d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307b5bf154d69" /><Relationship Type="http://schemas.openxmlformats.org/officeDocument/2006/relationships/notesMaster" Target="/ppt/notesMasters/notesMaster1.xml" Id="R93b964d3ca6c42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89d06305244dc2" /><Relationship Type="http://schemas.openxmlformats.org/officeDocument/2006/relationships/notesMaster" Target="/ppt/notesMasters/notesMaster1.xml" Id="R10610e0e3fbb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4766dd615348f1" /><Relationship Type="http://schemas.openxmlformats.org/officeDocument/2006/relationships/notesMaster" Target="/ppt/notesMasters/notesMaster1.xml" Id="R9ea2a4b6e7e64f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24161dd0f490a" /><Relationship Type="http://schemas.openxmlformats.org/officeDocument/2006/relationships/notesMaster" Target="/ppt/notesMasters/notesMaster1.xml" Id="R95e2e5c80526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c6fab6784741f1" /><Relationship Type="http://schemas.openxmlformats.org/officeDocument/2006/relationships/notesMaster" Target="/ppt/notesMasters/notesMaster1.xml" Id="R67910227668049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8fe74b5e374455" /><Relationship Type="http://schemas.openxmlformats.org/officeDocument/2006/relationships/notesMaster" Target="/ppt/notesMasters/notesMaster1.xml" Id="R3cb138c58de74b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e032672a6a4e96" /><Relationship Type="http://schemas.openxmlformats.org/officeDocument/2006/relationships/notesMaster" Target="/ppt/notesMasters/notesMaster1.xml" Id="Ra4924f959fbc45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164ae0a81c470f" /><Relationship Type="http://schemas.openxmlformats.org/officeDocument/2006/relationships/notesMaster" Target="/ppt/notesMasters/notesMaster1.xml" Id="Rd4cb8d6aba0d43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8ff1018a4141ce" /><Relationship Type="http://schemas.openxmlformats.org/officeDocument/2006/relationships/notesMaster" Target="/ppt/notesMasters/notesMaster1.xml" Id="R48d3b93c39e246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968304cb3d4070" /><Relationship Type="http://schemas.openxmlformats.org/officeDocument/2006/relationships/notesMaster" Target="/ppt/notesMasters/notesMaster1.xml" Id="Reba09788858445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a76530b705474e" /><Relationship Type="http://schemas.openxmlformats.org/officeDocument/2006/relationships/notesMaster" Target="/ppt/notesMasters/notesMaster1.xml" Id="Rf8cadff133a84e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f8295c1f584de9" /><Relationship Type="http://schemas.openxmlformats.org/officeDocument/2006/relationships/notesMaster" Target="/ppt/notesMasters/notesMaster1.xml" Id="Re0f3c75397df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39e0adf20b4458" /><Relationship Type="http://schemas.openxmlformats.org/officeDocument/2006/relationships/notesMaster" Target="/ppt/notesMasters/notesMaster1.xml" Id="Rd40cd7314dba48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5115b7acb947dc" /><Relationship Type="http://schemas.openxmlformats.org/officeDocument/2006/relationships/notesMaster" Target="/ppt/notesMasters/notesMaster1.xml" Id="Rd602b82d4ca34c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54667f0d3940cc" /><Relationship Type="http://schemas.openxmlformats.org/officeDocument/2006/relationships/notesMaster" Target="/ppt/notesMasters/notesMaster1.xml" Id="R2432b8414e6044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c922167f584f27" /><Relationship Type="http://schemas.openxmlformats.org/officeDocument/2006/relationships/notesMaster" Target="/ppt/notesMasters/notesMaster1.xml" Id="Rb6b20b2175ac41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194f8bab0c43e1" /><Relationship Type="http://schemas.openxmlformats.org/officeDocument/2006/relationships/notesMaster" Target="/ppt/notesMasters/notesMaster1.xml" Id="Rad4cbbd68aa5461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b58f818a6742ac" /><Relationship Type="http://schemas.openxmlformats.org/officeDocument/2006/relationships/notesMaster" Target="/ppt/notesMasters/notesMaster1.xml" Id="R98309861ad944d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9d432a089b94c26" /><Relationship Type="http://schemas.openxmlformats.org/officeDocument/2006/relationships/notesMaster" Target="/ppt/notesMasters/notesMaster1.xml" Id="Rfd1dced5ccd743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ae858e05954efe" /><Relationship Type="http://schemas.openxmlformats.org/officeDocument/2006/relationships/notesMaster" Target="/ppt/notesMasters/notesMaster1.xml" Id="R78e4f2eb16664b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d03fa7ca654cbe" /><Relationship Type="http://schemas.openxmlformats.org/officeDocument/2006/relationships/notesMaster" Target="/ppt/notesMasters/notesMaster1.xml" Id="R128d9cced47743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0d352685444a96" /><Relationship Type="http://schemas.openxmlformats.org/officeDocument/2006/relationships/notesMaster" Target="/ppt/notesMasters/notesMaster1.xml" Id="R9118f5622e0a4d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068c1affac453b" /><Relationship Type="http://schemas.openxmlformats.org/officeDocument/2006/relationships/notesMaster" Target="/ppt/notesMasters/notesMaster1.xml" Id="R7f7c4d84d3ea48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da700583b844dd" /><Relationship Type="http://schemas.openxmlformats.org/officeDocument/2006/relationships/notesMaster" Target="/ppt/notesMasters/notesMaster1.xml" Id="Ra66ebbb810ec4d8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ce3e1e980440b5" /><Relationship Type="http://schemas.openxmlformats.org/officeDocument/2006/relationships/notesMaster" Target="/ppt/notesMasters/notesMaster1.xml" Id="R2f4a8544b0c742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e42548ffa754ccc" /><Relationship Type="http://schemas.openxmlformats.org/officeDocument/2006/relationships/notesMaster" Target="/ppt/notesMasters/notesMaster1.xml" Id="Re29c06f24a4b401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0e70f774754739" /><Relationship Type="http://schemas.openxmlformats.org/officeDocument/2006/relationships/notesMaster" Target="/ppt/notesMasters/notesMaster1.xml" Id="Rcd3c2e7fd5794c0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e649c4ee864ae7" /><Relationship Type="http://schemas.openxmlformats.org/officeDocument/2006/relationships/notesMaster" Target="/ppt/notesMasters/notesMaster1.xml" Id="Rf00ea134c5d546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95666cd43b4f61" /><Relationship Type="http://schemas.openxmlformats.org/officeDocument/2006/relationships/notesMaster" Target="/ppt/notesMasters/notesMaster1.xml" Id="Rdf03cecee6164b0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a3d6a0bd0454275" /><Relationship Type="http://schemas.openxmlformats.org/officeDocument/2006/relationships/notesMaster" Target="/ppt/notesMasters/notesMaster1.xml" Id="R18abced9dfa4447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7b9b268b4fb4d7d" /><Relationship Type="http://schemas.openxmlformats.org/officeDocument/2006/relationships/notesMaster" Target="/ppt/notesMasters/notesMaster1.xml" Id="R8c1650aaba804e0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12df125ba814ba1" /><Relationship Type="http://schemas.openxmlformats.org/officeDocument/2006/relationships/notesMaster" Target="/ppt/notesMasters/notesMaster1.xml" Id="Rd86a85c40f664e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8e1c4263f0c4ffa" /><Relationship Type="http://schemas.openxmlformats.org/officeDocument/2006/relationships/notesMaster" Target="/ppt/notesMasters/notesMaster1.xml" Id="R5434bb4aff7a4ff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e5331534cb64b96" /><Relationship Type="http://schemas.openxmlformats.org/officeDocument/2006/relationships/notesMaster" Target="/ppt/notesMasters/notesMaster1.xml" Id="Rf58feac3f15c47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3f4ae5433b64220" /><Relationship Type="http://schemas.openxmlformats.org/officeDocument/2006/relationships/notesMaster" Target="/ppt/notesMasters/notesMaster1.xml" Id="R3f5fa37397ba4a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dc52792051a4aae" /><Relationship Type="http://schemas.openxmlformats.org/officeDocument/2006/relationships/notesMaster" Target="/ppt/notesMasters/notesMaster1.xml" Id="R216551a9cd7946d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d4a0b5acfa4638" /><Relationship Type="http://schemas.openxmlformats.org/officeDocument/2006/relationships/notesMaster" Target="/ppt/notesMasters/notesMaster1.xml" Id="Rb62ecb1daeaa4c7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0f036192d3b4bcd" /><Relationship Type="http://schemas.openxmlformats.org/officeDocument/2006/relationships/notesMaster" Target="/ppt/notesMasters/notesMaster1.xml" Id="R3e966b4cd1f74ab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bbfe1383ebb4a3b" /><Relationship Type="http://schemas.openxmlformats.org/officeDocument/2006/relationships/notesMaster" Target="/ppt/notesMasters/notesMaster1.xml" Id="R92098acc06a74e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96b92451f7c4c4c" /><Relationship Type="http://schemas.openxmlformats.org/officeDocument/2006/relationships/notesMaster" Target="/ppt/notesMasters/notesMaster1.xml" Id="Rb3d90ee6ea5e4d1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64a332994aa4663" /><Relationship Type="http://schemas.openxmlformats.org/officeDocument/2006/relationships/notesMaster" Target="/ppt/notesMasters/notesMaster1.xml" Id="R144d29a1fc7b4b3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6063b1eac964799" /><Relationship Type="http://schemas.openxmlformats.org/officeDocument/2006/relationships/notesMaster" Target="/ppt/notesMasters/notesMaster1.xml" Id="R377479c3abda428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8fdba30b56142a5" /><Relationship Type="http://schemas.openxmlformats.org/officeDocument/2006/relationships/notesMaster" Target="/ppt/notesMasters/notesMaster1.xml" Id="R7e51e44a79e34df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16337fba5d64950" /><Relationship Type="http://schemas.openxmlformats.org/officeDocument/2006/relationships/notesMaster" Target="/ppt/notesMasters/notesMaster1.xml" Id="R9708a6778e014cd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2d8640e2a344e10" /><Relationship Type="http://schemas.openxmlformats.org/officeDocument/2006/relationships/notesMaster" Target="/ppt/notesMasters/notesMaster1.xml" Id="Rddd090c5b10640a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5ee2d704f38492c" /><Relationship Type="http://schemas.openxmlformats.org/officeDocument/2006/relationships/notesMaster" Target="/ppt/notesMasters/notesMaster1.xml" Id="Rd8d3626d903549b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34b7e65793b4c23" /><Relationship Type="http://schemas.openxmlformats.org/officeDocument/2006/relationships/notesMaster" Target="/ppt/notesMasters/notesMaster1.xml" Id="R5b00a7bd397545d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f190234517a4899" /><Relationship Type="http://schemas.openxmlformats.org/officeDocument/2006/relationships/notesMaster" Target="/ppt/notesMasters/notesMaster1.xml" Id="Ra7dc13ea55d94c1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ddba8d321834dab" /><Relationship Type="http://schemas.openxmlformats.org/officeDocument/2006/relationships/notesMaster" Target="/ppt/notesMasters/notesMaster1.xml" Id="R2fb96c28887e463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721d9385cd043c2" /><Relationship Type="http://schemas.openxmlformats.org/officeDocument/2006/relationships/notesMaster" Target="/ppt/notesMasters/notesMaster1.xml" Id="R842fbcdeb9554c6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31d76fc512844a0" /><Relationship Type="http://schemas.openxmlformats.org/officeDocument/2006/relationships/notesMaster" Target="/ppt/notesMasters/notesMaster1.xml" Id="R3c7ddbd3a4a6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</a:p>
          <a:p xmlns:a="http://schemas.openxmlformats.org/drawingml/2006/main">
            <a:r>
              <a:t>[来源与改编] 沿用course-design.qmd Q0的衔接逻辑。熊猫图来自用户提供的assets/pandas.jpg，属于数字角色插图；本版未生成替代图片。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question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先看这张熊猫图。不断放大它，会看到更多细节，还是会出现别的现象？红框圈出了眼睛里很小的一块。先说预测，再看这一块的放大结果。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Q1；原课PDF 00:00:43–00:02:48；Snip 3–5。原课问题链不变，本版熊猫数据为经用户确认的素材与参数改编，不冒充原课原始矩阵。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answer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Q1；原课PDF 00:00:43–00:02:48；Snip 3–5。原课问题链不变，本版熊猫数据为经用户确认的素材与参数改编，不冒充原课原始矩阵。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question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设想把这张熊猫图印在纸上，再用相机拍下来。眼睛为什么能看见纸上的图案？进入相机的又是什么？先说光走过的路径。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Q2；原课PDF 00:02:48–00:06:12；Snip 6–7。原课问题链不变，本版熊猫数据为经用户确认的素材与参数改编，不冒充原课原始矩阵。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answer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Q2；原课PDF 00:02:48–00:06:12；Snip 6–7。原课问题链不变，本版熊猫数据为经用户确认的素材与参数改编，不冒充原课原始矩阵。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question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网格横向8个位置，纵向8个位置。总数是多少？只写64，能知道横向和纵向各有几个吗？想一想，4×16也有64个位置。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Q3；原课PDF 00:06:12–00:06:45；Snip 7–8。原课问题链不变，本版熊猫数据为经用户确认的素材与参数改编，不冒充原课原始矩阵。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answer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Q3；原课PDF 00:06:12–00:06:45；Snip 7–8。原课问题链不变，本版熊猫数据为经用户确认的素材与参数改编，不冒充原课原始矩阵。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question</a:t>
            </a:r>
          </a:p>
          <a:p xmlns:a="http://schemas.openxmlformats.org/drawingml/2006/main">
            <a:r>
              <a:t>[教学意图] 从原图网格到四种有限代表色，观察近似误差。</a:t>
            </a:r>
          </a:p>
          <a:p xmlns:a="http://schemas.openxmlformats.org/drawingml/2006/main">
            <a:r>
              <a:t>[教师逐字稿] 左边的每格可能有许多颜色。假如整幅图只准使用下方四种颜色，每格只准留一种，你会怎样近似？先看眼睛和脸颊的位置，再预测哪些细节会丢掉。</a:t>
            </a:r>
          </a:p>
          <a:p xmlns:a="http://schemas.openxmlformats.org/drawingml/2006/main">
            <a:r>
              <a:t>[预期学生反应] 细节减少，眼睛的绿色不能保留，暗色与浅色仍能表现大致轮廓。</a:t>
            </a:r>
          </a:p>
          <a:p xmlns:a="http://schemas.openxmlformats.org/drawingml/2006/main">
            <a:r>
              <a:t>[追问问题] 每格只留一种颜色，保留了全部原始信息吗？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Q4；原课PDF 00:06:45–00:09:00；Snip 8–9。原课问题链不变，本版熊猫数据为经用户确认的素材与参数改编，不冒充原课原始矩阵。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answer</a:t>
            </a:r>
          </a:p>
          <a:p xmlns:a="http://schemas.openxmlformats.org/drawingml/2006/main">
            <a:r>
              <a:t>[教学意图] 从原图网格到四种有限代表色，观察近似误差。</a:t>
            </a:r>
          </a:p>
          <a:p xmlns:a="http://schemas.openxmlformats.org/drawingml/2006/main">
            <a:r>
              <a:t>[教师逐字稿] 右边把每一格的平均颜色，换成四种可选颜色中最接近的一种。眼睛附近原有的绿色也只能近似，细节和颜色都可能丢失。把样本值映射到有限的颜色等级，叫量化。后面约定这四种颜色依次编号0、1、2、3。</a:t>
            </a:r>
          </a:p>
          <a:p xmlns:a="http://schemas.openxmlformats.org/drawingml/2006/main">
            <a:r>
              <a:t>[预期学生反应] 细节减少，眼睛的绿色不能保留，暗色与浅色仍能表现大致轮廓。</a:t>
            </a:r>
          </a:p>
          <a:p xmlns:a="http://schemas.openxmlformats.org/drawingml/2006/main">
            <a:r>
              <a:t>[追问问题] 每格只留一种颜色，保留了全部原始信息吗？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Q4；原课PDF 00:06:45–00:09:00；Snip 8–9。原课问题链不变，本版熊猫数据为经用户确认的素材与参数改编，不冒充原课原始矩阵。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question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现在要给一个像素的颜色编码。该数的是整幅图的64个位置，还是这个像素可能取的四种颜色？先试一位够不够，再给出最少位数。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Q5；原课PDF 00:09:00–00:13:35；Snip 9–10。原课问题链不变，本版熊猫数据为经用户确认的素材与参数改编，不冒充原课原始矩阵。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answer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Q5；原课PDF 00:09:00–00:13:35；Snip 9–10。原课问题链不变，本版熊猫数据为经用户确认的素材与参数改编，不冒充原课原始矩阵。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question</a:t>
            </a:r>
          </a:p>
          <a:p xmlns:a="http://schemas.openxmlformats.org/drawingml/2006/main">
            <a:r>
              <a:t>[教学意图] 对照同一8×8矩阵的颜色编号与码字。</a:t>
            </a:r>
          </a:p>
          <a:p xmlns:a="http://schemas.openxmlformats.org/drawingml/2006/main">
            <a:r>
              <a:t>[教师逐字稿] 左边每个格子写出了颜色编号。把编号换成刚才约定的二进制码，每格要写几位？这一步叫什么？请先看最上面一行。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Q6；原课PDF 00:13:35–00:14:46；Snip 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answer</a:t>
            </a:r>
          </a:p>
          <a:p xmlns:a="http://schemas.openxmlformats.org/drawingml/2006/main">
            <a:r>
              <a:t>[教学意图] 对照同一8×8矩阵的颜色编号与码字。</a:t>
            </a:r>
          </a:p>
          <a:p xmlns:a="http://schemas.openxmlformats.org/drawingml/2006/main">
            <a:r>
              <a:t>[教师逐字稿] 我把0换成00，1换成01，2换成10，3换成11。每格都使用两位，不把前面的0省略。量化值变成码字，这一步叫编码。位深度描述每个像素使用的位数，本图是2bit；整图有64个像素，不能把整图的总位数当成位深度。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Q6；原课PDF 00:13:35–00:14:46；Snip 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evidence</a:t>
            </a:r>
          </a:p>
          <a:p xmlns:a="http://schemas.openxmlformats.org/drawingml/2006/main">
            <a:r>
              <a:t>[教学意图] 对照同一8×8矩阵的颜色编号与码字。</a:t>
            </a:r>
          </a:p>
          <a:p xmlns:a="http://schemas.openxmlformats.org/drawingml/2006/main">
            <a:r>
              <a:t>[教师逐字稿] 先在图像中划定采样位置，再把颜色映射到有限等级，最后把编号换成码字。现在指左边一个格，再指右边同一位置：变的是表示方法，没有换成另一个位置。原课由教师讲解矩阵替换，这里也先带学生看对应关系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Q6；原课PDF 00:13:35–00:14:46；Snip 10。原课问题链不变，本版熊猫数据为经用户确认的素材与参数改编，不冒充原课原始矩阵。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先看8×8的熊猫，眼睛和嘴部有些难辨认。你会怎么改？若有人提出增加颜色，先记下来。这一轮保持四种颜色不变，只改变取样位置的数量。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这次只读红框中的一段：从上往下第6行，从左往右第5到12列，共8格。先读颜色编号，再按右上方的码表换成二进制。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Q7；原课PDF 00:14:46–00:17:43；Snip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question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刚才的熊猫用像素格表示。继续放大位图，边缘会怎样？再想一条用图形描述保存的矢量线：改变显示尺寸时，边界怎样画出来？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Q8；原课PDF 00:17:43–00:18:51；逐字稿。原课问题链不变，本版熊猫数据为经用户确认的素材与参数改编，不冒充原课原始矩阵。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answer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Q8；原课PDF 00:17:43–00:18:51；逐字稿。原课问题链不变，本版熊猫数据为经用户确认的素材与参数改编，不冒充原课原始矩阵。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现在两幅图必须都保持16×16个格子。四种颜色有些生硬，还能改什么？先看眼睛周围和脸颊，想一想给量化增加哪些选择。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现在只看一个格子：它有六种可能的颜色。两位够吗？三位有几种码字？找出最少而且够用的位数。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2的2次方是4，小于6，不够。2的3次方是8，足够容纳六种颜色，所以最少3bit。可以给编号0到5分别使用000到101，110和111暂时不用。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Q9；原课PDF 00:18:51–00:20:37；Snip 11 缩略图。原课问题链不变，本版熊猫数据为经用户确认的素材与参数改编，不冒充原课原始矩阵。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先回忆三轮实验。第一轮是怎样把图变成码字的？第二轮改了什么，第三轮又改了什么？先在纸上填出三个步骤，再说分辨率提高后格子怎样变化。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继续填写：四种颜色变成六种，最少位数怎样变？推广到n个bit，最多能表示多少种颜色？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本实验从2bit变成3bit。位深度n最多表示2的n次方种颜色。增加颜色种类时，只有超过原有位数的容量，才必须增加位数。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Q10；原课PDF 00:20:37–00:22:29；Snip 11、13。原课问题链不变，本版熊猫数据为经用户确认的素材与参数改编，不冒充原课原始矩阵。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同一只熊猫，数据量为什么不同？</a:t>
            </a:r>
          </a:p>
          <a:p xmlns:a="http://schemas.openxmlformats.org/drawingml/2006/main">
            <a:r>
              <a:t>[内部编号] Q11 / question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每幅图有多少个像素？每个像素用了几bit？先分别列出三轮实验的乘法，再找三个式子的共同结构。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Q11；原课PDF 00:22:29–00:25:14；Snip 14–15。原课问题链不变，本版熊猫数据为经用户确认的素材与参数改编，不冒充原课原始矩阵。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同一只熊猫，数据量为什么不同？</a:t>
            </a:r>
          </a:p>
          <a:p xmlns:a="http://schemas.openxmlformats.org/drawingml/2006/main">
            <a:r>
              <a:t>[内部编号] Q11 / answer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Q11；原课PDF 00:22:29–00:25:14；Snip 14–15。原课问题链不变，本版熊猫数据为经用户确认的素材与参数改编，不冒充原课原始矩阵。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question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前一页是128、512和768bit。若题目要求用B作单位，应该乘8还是除8？写出三个结果，再归纳一般式。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Q12；原课PDF 00:25:14–00:26:28；Snip 15–16。原课问题链不变，本版熊猫数据为经用户确认的素材与参数改编，不冒充原课原始矩阵。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answer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1B等于8bit，因此分别除8，得到16B、64B和96B。一般式是横向像素数乘纵向像素数乘位深度，再除8。继续除1024可换成KiB。这只算像素码字连续排列的理想数据量，完整文件还需要别的信息。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Q12；原课PDF 00:25:14–00:26:28；Snip 15–16。原课问题链不变，本版熊猫数据为经用户确认的素材与参数改编，不冒充原课原始矩阵。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question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Q13；原课PDF 00:26:28–00:28:25；Snip 17–18。原课问题链不变，本版熊猫数据为经用户确认的素材与参数改编，不冒充原课原始矩阵。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answer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Q13；原课PDF 00:26:28–00:28:25；Snip 17–18。原课问题链不变，本版熊猫数据为经用户确认的素材与参数改编，不冒充原课原始矩阵。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R、G、B各使用8bit，一个通道有多少个等级？三个通道组合，最多有多少种颜色？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Q14；原课PDF 00:28:25–00:31:13；Snip 19。原课问题链不变，本版熊猫数据为经用户确认的素材与参数改编，不冒充原课原始矩阵。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熊猫眼睛的一个像素存什么？</a:t>
            </a:r>
          </a:p>
          <a:p xmlns:a="http://schemas.openxmlformats.org/drawingml/2006/main">
            <a:r>
              <a:t>[内部编号] Q15 / question</a:t>
            </a:r>
          </a:p>
          <a:p xmlns:a="http://schemas.openxmlformats.org/drawingml/2006/main">
            <a:r>
              <a:t>[教学意图] 读取原JPEG解码后的真实像素，转换成三个8位通道值。</a:t>
            </a:r>
          </a:p>
          <a:p xmlns:a="http://schemas.openxmlformats.org/drawingml/2006/main">
            <a:r>
              <a:t>[教师逐字稿] 红框中心是熊猫眼睛里的一个像素。读取结果是R为138、G为179、B为111。软件用十进制方便我们读，三个通道各8bit时，它们应该怎样写？先尝试其中一个。</a:t>
            </a:r>
          </a:p>
          <a:p xmlns:a="http://schemas.openxmlformats.org/drawingml/2006/main">
            <a:r>
              <a:t>[预期学生反应] 能把十进制换成二进制，但可能省略前导0，或把JPEG压缩字节当作逐像素RGB。</a:t>
            </a:r>
          </a:p>
          <a:p xmlns:a="http://schemas.openxmlformats.org/drawingml/2006/main">
            <a:r>
              <a:t>[追问问题] 为什么B通道前面的0要保留？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Q15；原课PDF 00:30:06–00:31:13；Snip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熊猫眼睛的一个像素存什么？</a:t>
            </a:r>
          </a:p>
          <a:p xmlns:a="http://schemas.openxmlformats.org/drawingml/2006/main">
            <a:r>
              <a:t>[内部编号] Q15 / answer</a:t>
            </a:r>
          </a:p>
          <a:p xmlns:a="http://schemas.openxmlformats.org/drawingml/2006/main">
            <a:r>
              <a:t>[教学意图] 读取原JPEG解码后的真实像素，转换成三个8位通道值。</a:t>
            </a:r>
          </a:p>
          <a:p xmlns:a="http://schemas.openxmlformats.org/drawingml/2006/main">
            <a:r>
              <a:t>[教师逐字稿] 这三个值写成8位二进制，分别是10001010、10110011、01101111。B通道的111要补足8位，所以开头有0。三个通道各8bit，加起来24bit，也就是3bytes。右边是这个像素的解码RGB表示，不是在JPEG文件里直接找到连续的这三个字节。</a:t>
            </a:r>
          </a:p>
          <a:p xmlns:a="http://schemas.openxmlformats.org/drawingml/2006/main">
            <a:r>
              <a:t>[预期学生反应] 能把十进制换成二进制，但可能省略前导0，或把JPEG压缩字节当作逐像素RGB。</a:t>
            </a:r>
          </a:p>
          <a:p xmlns:a="http://schemas.openxmlformats.org/drawingml/2006/main">
            <a:r>
              <a:t>[追问问题] 为什么B通道前面的0要保留？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Q15；原课PDF 00:30:06–00:31:13；Snip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question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另外给出一幅假定图像：500×333像素，每像素24bit。先列式再算，用B和KiB分别表示。这组尺寸是计算题的条件。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answer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500乘333是像素数，乘24得到bit，除8得到499500B，再除1024约487.79KiB。算的是未压缩像素码字的有效载荷。下一页把它与完整文件大小分开。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 / evidence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Q16；原课PDF 00:31:13–00:33:09；Snip 20。原课问题链不变，本版熊猫数据为经用户确认的素材与参数改编，不冒充原课原始矩阵。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放大熊猫图，为什么没有新细节？</a:t>
            </a:r>
          </a:p>
          <a:p xmlns:a="http://schemas.openxmlformats.org/drawingml/2006/main">
            <a:r>
              <a:t>[内部编号] Q17 / question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回到开头的眼睛。把图显示得更大，图像文件记录的原始信息增加了吗？如果想得到更多真实拍摄细节，应该在拍摄时做什么？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Q17；原课PDF 00:33:09–00:33:39；Snip 21。原课问题链不变，本版熊猫数据为经用户确认的素材与参数改编，不冒充原课原始矩阵。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放大熊猫图，为什么没有新细节？</a:t>
            </a:r>
          </a:p>
          <a:p xmlns:a="http://schemas.openxmlformats.org/drawingml/2006/main">
            <a:r>
              <a:t>[内部编号] Q17 / answer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Q17；原课PDF 00:33:09–00:33:39；Snip 21。原课问题链不变，本版熊猫数据为经用户确认的素材与参数改编，不冒充原课原始矩阵。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 / question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照片有大片缺损。请观察剩下的脸、衣服和背景，猜哪些线索能用来推断缺失处。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 / answer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指出破损区，再观察周围还留下哪些线索。模型可以利用周边内容和学到的图像规律推断缺损处，给这些位置补上颜色数据。右边是原课展示的修复结果。看起来合理，并不能证明补出的部分就是原来的真实细节。这也能解释同学为什么会遇到“修得不像”的情况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用四步理解照片修复</a:t>
            </a:r>
          </a:p>
          <a:p xmlns:a="http://schemas.openxmlformats.org/drawingml/2006/main">
            <a:r>
              <a:t>[内部编号] Q18 / evidence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找到损坏的位置，再利用完好区和图像规律推断缺的内容，给这些位置补上像素颜色并保存。原课把第三步称为“重新采样”，这里按它的教学意图说成“补全像素”。它不是相机重新看到过去，也不是所有AI算法都固定经过这四步。下一步回到纸上的熊猫图：自然光和计算机中的图像，表示方式有什么差别？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回到纸面反射光与像素数据，比较连续与离散。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Q18；原课PDF 00:33:39–00:37:19；Snip 22–25。原课问题链不变，本版熊猫数据为经用户确认的素材与参数改编，不冒充原课原始矩阵。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温度会不会只能取整度？一段声音的强弱变化是跳着发生，还是可以连续变化？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和声波的这两个例子主要看随时间的变化；海水压强随深度、光照强度随位置的例子主要看随空间的变化。我们用连续变化的物理量描述这些现象，称为模拟量。时间和空间是观察的自变量；关键在连续变化，不是所有例子都同时依赖时间和空间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模拟量的关键：连续变化</a:t>
            </a:r>
          </a:p>
          <a:p xmlns:a="http://schemas.openxmlformats.org/drawingml/2006/main">
            <a:r>
              <a:t>[内部编号] Q19 / evidence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假设这条线表示温度随时间的变化。我们即使没有在某个时刻测量，物理量也不会因为没人读数就不存在；这个模型描述连续变化。原课还举电流和电压承载模拟信号的例子。不要把“任意点有值”当作严格的数学连续性定义，本课只建立连续与离散表示的直观区别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Q19；原课PDF 00:37:19–00:41:41；Snip 26。原课问题链不变，本版熊猫数据为经用户确认的素材与参数改编，不冒充原课原始矩阵。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question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回看图像模型：位置按格子取样，颜色只能从有限几种里选。这与刚才的连续变化有什么不同？最后怎样写成可保存的码字？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Q20；原课PDF 00:41:41–00:43:11；Snip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answer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Q20；原课PDF 00:41:41–00:43:11；Snip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回顾纸上的熊猫图被相机记录的思想实验。反射光怎样一步步变成可保存的数字图像？请依次说出三个动作，再说每一步解决什么问题。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先停留20–40秒，听学生预测或理由后再翻页。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Q21；原课PDF 00:43:11–00:43:32；Snip 27。原课问题链不变，本版熊猫数据为经用户确认的素材与参数改编，不冒充原课原始矩阵。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原图assets/pandas.jpg；实验固定区域(x=280,y=100,w=288,h=288)，坐标零起始。8×8/16×16均从这一区域计算，码表固定。完整数据与算法见panda-deck-design.md和.codex-build/panda-data.json。</a:t>
            </a:r>
          </a:p>
          <a:p xmlns:a="http://schemas.openxmlformats.org/drawingml/2006/main">
            <a:r>
              <a:t>[技术注解] 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22639262f4b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e3dd56f5064a88" /><Relationship Type="http://schemas.openxmlformats.org/officeDocument/2006/relationships/slideLayout" Target="/ppt/slideLayouts/slideLayout1.xml" Id="Raf5959497406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5959497406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28d801a54c1f" /><Relationship Type="http://schemas.openxmlformats.org/officeDocument/2006/relationships/image" Target="/ppt/media/image.jpeg" Id="R6b3a382f88184b38" /><Relationship Type="http://schemas.openxmlformats.org/officeDocument/2006/relationships/notesSlide" Target="/ppt/notesSlides/notesSlide1.xml" Id="Rce8e94cac015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21658cff84474" /><Relationship Type="http://schemas.openxmlformats.org/officeDocument/2006/relationships/image" Target="/ppt/media/image2.jpeg" Id="R5402a28b041e4045" /><Relationship Type="http://schemas.openxmlformats.org/officeDocument/2006/relationships/notesSlide" Target="/ppt/notesSlides/notesSlide2.xml" Id="Rf82aa9e968f24b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40ae4b56642da" /><Relationship Type="http://schemas.openxmlformats.org/officeDocument/2006/relationships/image" Target="/ppt/media/image2.jpeg" Id="R28f205a4e3d447ff" /><Relationship Type="http://schemas.openxmlformats.org/officeDocument/2006/relationships/notesSlide" Target="/ppt/notesSlides/notesSlide3.xml" Id="Red62bec4e722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2d6a50334d01" /><Relationship Type="http://schemas.openxmlformats.org/officeDocument/2006/relationships/image" Target="/ppt/media/image3.jpeg" Id="R8e1c148cd41f4a61" /><Relationship Type="http://schemas.openxmlformats.org/officeDocument/2006/relationships/notesSlide" Target="/ppt/notesSlides/notesSlide4.xml" Id="R9e7fbd22cc91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3193d7104ac6" /><Relationship Type="http://schemas.openxmlformats.org/officeDocument/2006/relationships/image" Target="/ppt/media/image3.jpeg" Id="R970a5aa0ad6c4270" /><Relationship Type="http://schemas.openxmlformats.org/officeDocument/2006/relationships/notesSlide" Target="/ppt/notesSlides/notesSlide5.xml" Id="R2269577c0a494f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28a108b054bf2" /><Relationship Type="http://schemas.openxmlformats.org/officeDocument/2006/relationships/image" Target="/ppt/media/image4.jpeg" Id="R82a4052b3ecc40c2" /><Relationship Type="http://schemas.openxmlformats.org/officeDocument/2006/relationships/notesSlide" Target="/ppt/notesSlides/notesSlide6.xml" Id="Rada0c1681f94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84634f2a4e8f" /><Relationship Type="http://schemas.openxmlformats.org/officeDocument/2006/relationships/image" Target="/ppt/media/image4.jpeg" Id="Rd5362cd896ee4f7f" /><Relationship Type="http://schemas.openxmlformats.org/officeDocument/2006/relationships/notesSlide" Target="/ppt/notesSlides/notesSlide7.xml" Id="Rfca79793143849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c6201efdb424c" /><Relationship Type="http://schemas.openxmlformats.org/officeDocument/2006/relationships/image" Target="/ppt/media/image5.jpeg" Id="R616948f7ee5d462c" /><Relationship Type="http://schemas.openxmlformats.org/officeDocument/2006/relationships/notesSlide" Target="/ppt/notesSlides/notesSlide8.xml" Id="Ra14f3b1229ba43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9359906034585" /><Relationship Type="http://schemas.openxmlformats.org/officeDocument/2006/relationships/image" Target="/ppt/media/image5.jpeg" Id="Rb1c2f2da67b142ca" /><Relationship Type="http://schemas.openxmlformats.org/officeDocument/2006/relationships/notesSlide" Target="/ppt/notesSlides/notesSlide9.xml" Id="Rc7c0c0697cee4b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580da7804039" /><Relationship Type="http://schemas.openxmlformats.org/officeDocument/2006/relationships/notesSlide" Target="/ppt/notesSlides/notesSlide10.xml" Id="R65181ba6e32043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b052e78a14d97" /><Relationship Type="http://schemas.openxmlformats.org/officeDocument/2006/relationships/notesSlide" Target="/ppt/notesSlides/notesSlide11.xml" Id="Rd37d597cd8bf41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ff6dfbd54bb9" /><Relationship Type="http://schemas.openxmlformats.org/officeDocument/2006/relationships/notesSlide" Target="/ppt/notesSlides/notesSlide12.xml" Id="Rcd71348160d74b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19a51f88f46bb" /><Relationship Type="http://schemas.openxmlformats.org/officeDocument/2006/relationships/notesSlide" Target="/ppt/notesSlides/notesSlide13.xml" Id="Rd41fa426c0a645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684029664b70" /><Relationship Type="http://schemas.openxmlformats.org/officeDocument/2006/relationships/notesSlide" Target="/ppt/notesSlides/notesSlide14.xml" Id="R7a5144f2dce548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9e263fe6a4d15" /><Relationship Type="http://schemas.openxmlformats.org/officeDocument/2006/relationships/notesSlide" Target="/ppt/notesSlides/notesSlide15.xml" Id="Rebc22f41adab4a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9e759a7d748cf" /><Relationship Type="http://schemas.openxmlformats.org/officeDocument/2006/relationships/notesSlide" Target="/ppt/notesSlides/notesSlide16.xml" Id="R20bf2e3f456345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599ada6846bd" /><Relationship Type="http://schemas.openxmlformats.org/officeDocument/2006/relationships/notesSlide" Target="/ppt/notesSlides/notesSlide17.xml" Id="R566244e463d34a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d097dcae14d68" /><Relationship Type="http://schemas.openxmlformats.org/officeDocument/2006/relationships/notesSlide" Target="/ppt/notesSlides/notesSlide18.xml" Id="R0064d3f0754248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1f104b84e4c3f" /><Relationship Type="http://schemas.openxmlformats.org/officeDocument/2006/relationships/notesSlide" Target="/ppt/notesSlides/notesSlide19.xml" Id="R68375f118be440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12ad5929e4283" /><Relationship Type="http://schemas.openxmlformats.org/officeDocument/2006/relationships/notesSlide" Target="/ppt/notesSlides/notesSlide20.xml" Id="R3a139210f97f4c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6f2f14b294cdb" /><Relationship Type="http://schemas.openxmlformats.org/officeDocument/2006/relationships/notesSlide" Target="/ppt/notesSlides/notesSlide21.xml" Id="R30a0e2e3e11140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e918f16234967" /><Relationship Type="http://schemas.openxmlformats.org/officeDocument/2006/relationships/notesSlide" Target="/ppt/notesSlides/notesSlide22.xml" Id="R0a30427cf78745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66a9d15344130" /><Relationship Type="http://schemas.openxmlformats.org/officeDocument/2006/relationships/notesSlide" Target="/ppt/notesSlides/notesSlide23.xml" Id="R5f9c005119d645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35822ae06455d" /><Relationship Type="http://schemas.openxmlformats.org/officeDocument/2006/relationships/notesSlide" Target="/ppt/notesSlides/notesSlide24.xml" Id="R18ec69acd0774e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a64516624e9e" /><Relationship Type="http://schemas.openxmlformats.org/officeDocument/2006/relationships/notesSlide" Target="/ppt/notesSlides/notesSlide25.xml" Id="R37e738ff262f49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6d66401d43e9" /><Relationship Type="http://schemas.openxmlformats.org/officeDocument/2006/relationships/notesSlide" Target="/ppt/notesSlides/notesSlide26.xml" Id="R1e4435beb2dc46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b07e5888f4227" /><Relationship Type="http://schemas.openxmlformats.org/officeDocument/2006/relationships/notesSlide" Target="/ppt/notesSlides/notesSlide27.xml" Id="Rcb67170478a546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30e960b464647" /><Relationship Type="http://schemas.openxmlformats.org/officeDocument/2006/relationships/notesSlide" Target="/ppt/notesSlides/notesSlide28.xml" Id="R6943c24f8f1a4f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353320b9a4b60" /><Relationship Type="http://schemas.openxmlformats.org/officeDocument/2006/relationships/notesSlide" Target="/ppt/notesSlides/notesSlide29.xml" Id="R071fdfec1dae4b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9bf36e6164948" /><Relationship Type="http://schemas.openxmlformats.org/officeDocument/2006/relationships/notesSlide" Target="/ppt/notesSlides/notesSlide30.xml" Id="Rb26f2b9c8b3a4d6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2f6d77c0f4eeb" /><Relationship Type="http://schemas.openxmlformats.org/officeDocument/2006/relationships/notesSlide" Target="/ppt/notesSlides/notesSlide31.xml" Id="Rab9977e1f5e54e0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dc02d90b4c12" /><Relationship Type="http://schemas.openxmlformats.org/officeDocument/2006/relationships/notesSlide" Target="/ppt/notesSlides/notesSlide32.xml" Id="R8f3f972fb28d41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5f6f252584f8a" /><Relationship Type="http://schemas.openxmlformats.org/officeDocument/2006/relationships/notesSlide" Target="/ppt/notesSlides/notesSlide33.xml" Id="R3415781e45bb45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2beff1e541fe" /><Relationship Type="http://schemas.openxmlformats.org/officeDocument/2006/relationships/notesSlide" Target="/ppt/notesSlides/notesSlide34.xml" Id="R114ece25473a4dd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cdb7c9db74c8a" /><Relationship Type="http://schemas.openxmlformats.org/officeDocument/2006/relationships/notesSlide" Target="/ppt/notesSlides/notesSlide35.xml" Id="Rdcfe3893f3044a0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6c9f08478488f" /><Relationship Type="http://schemas.openxmlformats.org/officeDocument/2006/relationships/notesSlide" Target="/ppt/notesSlides/notesSlide36.xml" Id="Re989b1556aa54fe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ee87059db4bee" /><Relationship Type="http://schemas.openxmlformats.org/officeDocument/2006/relationships/notesSlide" Target="/ppt/notesSlides/notesSlide37.xml" Id="R69c4b58c7465486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a5090ed884825" /><Relationship Type="http://schemas.openxmlformats.org/officeDocument/2006/relationships/notesSlide" Target="/ppt/notesSlides/notesSlide38.xml" Id="R06fb02adac43426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ce66be254125" /><Relationship Type="http://schemas.openxmlformats.org/officeDocument/2006/relationships/image" Target="/ppt/media/image6.jpeg" Id="R3629f386d05b400c" /><Relationship Type="http://schemas.openxmlformats.org/officeDocument/2006/relationships/notesSlide" Target="/ppt/notesSlides/notesSlide39.xml" Id="R91777174ee1f4ae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4281389fe4d74" /><Relationship Type="http://schemas.openxmlformats.org/officeDocument/2006/relationships/image" Target="/ppt/media/image6.jpeg" Id="R178d9bd17f5c4f9c" /><Relationship Type="http://schemas.openxmlformats.org/officeDocument/2006/relationships/notesSlide" Target="/ppt/notesSlides/notesSlide40.xml" Id="Ra1bc7073e39f494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63ee7677a4652" /><Relationship Type="http://schemas.openxmlformats.org/officeDocument/2006/relationships/notesSlide" Target="/ppt/notesSlides/notesSlide41.xml" Id="R79180364388a45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6ab0d4ec14f48" /><Relationship Type="http://schemas.openxmlformats.org/officeDocument/2006/relationships/notesSlide" Target="/ppt/notesSlides/notesSlide42.xml" Id="R6bf31d7d6da7427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9ba0aa5e4734" /><Relationship Type="http://schemas.openxmlformats.org/officeDocument/2006/relationships/notesSlide" Target="/ppt/notesSlides/notesSlide43.xml" Id="Rb42c21aab2434fd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29b29e8824585" /><Relationship Type="http://schemas.openxmlformats.org/officeDocument/2006/relationships/image" Target="/ppt/media/image7.jpeg" Id="R148eb699cc1a47c3" /><Relationship Type="http://schemas.openxmlformats.org/officeDocument/2006/relationships/notesSlide" Target="/ppt/notesSlides/notesSlide44.xml" Id="R2117a1942b0241f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f7fd169434070" /><Relationship Type="http://schemas.openxmlformats.org/officeDocument/2006/relationships/image" Target="/ppt/media/image7.jpeg" Id="Rfd34894994614ea3" /><Relationship Type="http://schemas.openxmlformats.org/officeDocument/2006/relationships/notesSlide" Target="/ppt/notesSlides/notesSlide45.xml" Id="Ra75f05e287ff4c7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af34ce16144eb" /><Relationship Type="http://schemas.openxmlformats.org/officeDocument/2006/relationships/image" Target="/ppt/media/image.png" Id="R6ca662d03a094471" /><Relationship Type="http://schemas.openxmlformats.org/officeDocument/2006/relationships/notesSlide" Target="/ppt/notesSlides/notesSlide46.xml" Id="R39eb7734653a4a6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0c00a2a4248e7" /><Relationship Type="http://schemas.openxmlformats.org/officeDocument/2006/relationships/image" Target="/ppt/media/image.png" Id="Re3768b2c4cd14ef3" /><Relationship Type="http://schemas.openxmlformats.org/officeDocument/2006/relationships/image" Target="/ppt/media/image2.png" Id="Ra72c7a86f8e44e29" /><Relationship Type="http://schemas.openxmlformats.org/officeDocument/2006/relationships/notesSlide" Target="/ppt/notesSlides/notesSlide47.xml" Id="R190891e7b385471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56365041642e0" /><Relationship Type="http://schemas.openxmlformats.org/officeDocument/2006/relationships/notesSlide" Target="/ppt/notesSlides/notesSlide48.xml" Id="R12864239e90e465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eb7e2f0674ecb" /><Relationship Type="http://schemas.openxmlformats.org/officeDocument/2006/relationships/notesSlide" Target="/ppt/notesSlides/notesSlide49.xml" Id="Rb6b086bbdb87432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a88b8c7184412" /><Relationship Type="http://schemas.openxmlformats.org/officeDocument/2006/relationships/notesSlide" Target="/ppt/notesSlides/notesSlide50.xml" Id="Re5b2267b262a461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3dce544ce4e33" /><Relationship Type="http://schemas.openxmlformats.org/officeDocument/2006/relationships/notesSlide" Target="/ppt/notesSlides/notesSlide51.xml" Id="R937dd12975ba406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b66d49c914a4b" /><Relationship Type="http://schemas.openxmlformats.org/officeDocument/2006/relationships/notesSlide" Target="/ppt/notesSlides/notesSlide52.xml" Id="R99549c5b050e493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edffacd1b4df7" /><Relationship Type="http://schemas.openxmlformats.org/officeDocument/2006/relationships/notesSlide" Target="/ppt/notesSlides/notesSlide53.xml" Id="R010180dbe078405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671a2d7a4816" /><Relationship Type="http://schemas.openxmlformats.org/officeDocument/2006/relationships/notesSlide" Target="/ppt/notesSlides/notesSlide54.xml" Id="R2e693bfd48aa47f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5d9784c94432a" /><Relationship Type="http://schemas.openxmlformats.org/officeDocument/2006/relationships/notesSlide" Target="/ppt/notesSlides/notesSlide55.xml" Id="R2d14d0917641429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c989ad8fd4b4b" /><Relationship Type="http://schemas.openxmlformats.org/officeDocument/2006/relationships/notesSlide" Target="/ppt/notesSlides/notesSlide56.xml" Id="R3128bd06c44c44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B5925-37EB-4F95-86B2-FF5FF9A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C5D90-E790-417A-B751-1DB66359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1FE1C5-5C87-4ED7-B635-CBC251DB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A8C0B2-247F-4D3E-A429-9DA59A5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33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一只熊猫怎样变成</a:t>
            </a:r>
          </a:p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a382f88184b38"/>
          <a:stretch xmlns:a="http://schemas.openxmlformats.org/drawingml/2006/main"/>
        </p:blipFill>
        <p:spPr>
          <a:xfrm xmlns:a="http://schemas.openxmlformats.org/drawingml/2006/main">
            <a:off x="8334375" y="2203543"/>
            <a:ext cx="2762250" cy="3117664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FCBBC53-3274-422C-BBF0-CC72C39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从像素到图像数据</a:t>
            </a:r>
          </a:p>
        </p:txBody>
      </p:sp>
    </p:spTree>
    <p:extLst>
      <p:ext uri="{BB962C8B-B14F-4D97-AF65-F5344CB8AC3E}">
        <p14:creationId xmlns:p14="http://schemas.microsoft.com/office/powerpoint/2010/main" val="1899667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7E7F1-369D-4BD0-85EB-F5E9D762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37FE-7743-4281-ADF0-4C51D94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2B78C1-77E3-4285-92AC-3686675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2a28b041e4045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BB75-69D6-435F-A52A-506A826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1488CE1-9E47-48C1-83E9-1E58553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</p:spTree>
    <p:extLst>
      <p:ext uri="{BB962C8B-B14F-4D97-AF65-F5344CB8AC3E}">
        <p14:creationId xmlns:p14="http://schemas.microsoft.com/office/powerpoint/2010/main" val="31066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2C7E7F1-369D-4BD0-85EB-F5E9D762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37FE-7743-4281-ADF0-4C51D94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2B78C1-77E3-4285-92AC-3686675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205a4e3d447f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BB75-69D6-435F-A52A-506A826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1488CE1-9E47-48C1-83E9-1E58553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F1A4D-E78C-446A-8A83-7CA578B6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777B-79FB-4391-977F-3717665F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78441-450D-40CA-96EE-28664EC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A68C2-E2C7-41F5-9BE0-E11F7610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EB594-6E83-46BF-AC50-49799C7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EB8FF-F514-4AB4-AC02-D79AE9C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54473-CC75-4621-85D3-28EC352C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6804A-CF4F-4F50-AFB4-BA55D10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29F6F-1321-40EC-B0AF-F736409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607FA-880F-4309-B3F4-00EA171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C1A0C-6A70-43C0-879B-5157575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2917-B9C1-4814-85D5-7C50E71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BF7BF-C663-4255-AFE2-05937996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F0635-D5E4-4FA8-9997-C14D4FE9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4CF6A-6191-4050-B21D-6487054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025F7-2891-44B0-A943-51D5EEBE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1E777-C245-4A16-A820-717A9D5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9094B-2DC8-44D9-9E66-352D3AD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DDC70-D87C-40C8-9FCB-E4FD204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F875C-99A9-48C4-9EFC-E64A612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B8EDB-6503-4E34-9F6F-C014F73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E1F3C-AF69-486E-985B-6A0EEB1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719F1-892A-4248-AEEE-AD9BA6F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6A59D-0B0C-4165-8886-7677CEB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5EE9A-5B17-440D-A223-1C749B6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1242D5-5FA4-4CC2-A06A-0B713E2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86D7E-72F1-4C45-936A-06109F34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B25417-BC0B-446F-89DF-D07768B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245EF-2875-4853-822B-5AD9D18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E096F-9ACD-4755-95C5-4D62603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14A7B0-102F-4947-8E2C-F4061B98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50A3F7-0310-4954-BE63-C32CF4AF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19CE6-327E-415B-BD28-BD4ACAF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EE2561-BC75-4CF6-828F-0AF12F3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EDD411-85FC-4A8C-B51C-00D7D02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4B0D17-1ACC-4071-B791-B93A426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E7540-0437-4F19-97D2-811A82B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FAB776-51F6-4F16-9BE0-C269E09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2612A6-222D-44AB-9D55-9DCE031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F0F626-1299-4C82-9FCB-451ADE6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BF66B6-2395-4770-A359-5FB84049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4E0910-A53A-408E-8DDF-8340FB1D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BB5B48-E7BF-4497-A683-E6906B4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C5FBC7-583A-49EB-9C49-3E748DA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8D0320-1DC2-4A46-BFEB-87B5AF7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E5BACF-8C0D-427B-927E-86964CF2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E0140D-DE2E-44A7-9CB5-A4EE4BF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9640AD-9A29-4A89-8808-9009E71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AAC48A-B137-42D5-AB50-A4D40FFF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1AFAF6-AB3B-4B4C-AC25-D9323AF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3C644-3651-4D8B-B72D-338A8D39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F17019-614F-4191-BEBE-4FBB932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8DB6BA-9F5C-419E-94C5-DEED8007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5755EB-A09B-4DB5-8647-5CF0431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0662BB-2AC0-4A16-ACC3-CB0E53E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864E7C-4AC3-4169-B4E1-CDD821A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F16717-A90F-4A69-80DC-D2F2202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96E234-E881-4311-9D76-91B375F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B26514-D983-49B0-B7F5-FD7720D2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AC0622-F3AA-4F58-92EE-32F0B128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7288E3-DD0A-40C7-A362-BF1B6D92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4CC10D-F3C1-40B6-BF2D-EDFC1071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C4797B-F808-4492-8BFE-414FE3B8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B1F9AE-A197-46FB-9C01-C7222E9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67E605-FF94-4E45-B900-269FBBA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6DB021-3D84-4798-90E5-B2B7F1B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4957A8-E620-4421-9C54-22AF91C0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079B64-B9FB-452A-B1E1-E778A0EE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6EA0A6-C1E3-49C9-832B-0520A87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275694-CCE9-47F7-BBD8-784A2BE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944215-7B07-4518-8237-219643B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F9F5D1-C82B-4E17-9482-AC1FD0B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DE2674-A193-481B-8371-AC89054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4E889ED-0C14-4583-AD86-4DCF61A1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1FFDE2-E7BF-43BB-85BF-6F7A54B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45025A-7E33-44C7-BF02-AFB31494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336CA4-0320-48DC-9FCC-7393911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D7D47B-56BF-415E-83A7-507C818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5EA316-79E4-4ABC-B6DC-77702B04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5E36EA-F633-45B4-9F14-B2F8C3A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547242-8DF6-4850-8AC2-1BF540A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0B4E37B-2DDD-420E-815B-9E4FB4D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26E6A8-630D-41FB-AD95-7C8CDC9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57E754-B405-4305-8D5C-6245EF33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D3DDF5-B46A-48AA-A580-D068BAE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CE02D8-E5C8-4B79-B474-7DDE451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39446E-E6B6-4100-A169-4628545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593D86-B86D-4CB0-9FB6-4B93719A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EBB5189-BE00-4B1A-9851-736B8B2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1D1A68-FC79-49DB-AC72-3BDA993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0CDA71-083D-43B8-A4E1-BA5DA3F5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8162F2-C093-4F2B-B3B4-2475458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822C08-B2A1-408A-9F6D-2061D6B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9BC3F1-E0C7-40C4-95AB-2B78BCF9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01C69B-D9A6-4C0A-AC3A-F102C16D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0E1C95-8467-44DA-A886-15E66A4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1A0E47-D50A-427E-B629-FAACAAC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EA8C818-3027-4C45-8F91-D0D611A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94F4918-8B38-4C48-B1C4-00306ED2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2C6371-0C9B-410B-8510-DA15D700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D35BC5-275C-4B99-A598-CE9ADCFF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B37FA2-A311-4D58-87E5-3302965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72DEEC2-398C-4BBA-B3A1-EFC5B048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BB522C8-7FE5-45D4-BA60-9BBA8097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1AE83D-53D9-420F-9A7D-114D669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CE902A9-AF6E-4123-9172-A0A46D3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51640E-F71D-4B33-8177-D92B873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51D91F3-5B0F-408F-820F-7333AA6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76AA856-93E5-484B-932D-371F2FF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56610A-079B-43D7-84B6-A92AAC1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16B9A5F-87C3-4334-A025-C79A859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C3FAB39-D475-497C-9E34-42827DC7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E770B9-4B38-447C-8BDA-3304CA71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BEECCBF-D6E7-484A-BAC7-7AB960A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06E4642-E5EC-460D-9B5B-61757163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05AF962-930A-4CBF-8B24-2F64899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AB79C7F-085B-4412-A099-A3E3FC3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90904C-208A-468F-82C7-EBA8CB6F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32CBFE-011E-4C92-9BE0-3D9F355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DB6EC59-FEC4-4EAE-8259-AF46712F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AB6B97-03BF-468C-AF76-E4F610F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75026C-67A1-42B1-8729-A7C4763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788148C-B356-4922-BC8F-7B14303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29A39D-F680-41A4-8C35-8863CECB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2F26093-FE16-41BD-B62F-3FA261E1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040224A-FEB8-4859-8FF4-06140D5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E43D95C-FB75-46E5-BE46-917AA40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85733C-0B2C-4E00-B984-824A26F9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0CDFDCB-2346-41F3-8ED8-CD2579C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5478BE4-A50D-4AE8-8C18-6A5A794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199EEC0-25BE-4534-B7F0-F4258DC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2E2F933-C387-4578-BAF3-712FEF1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8EDF3D-0283-49B1-8494-39DF1969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CEE6B11-75AD-45E3-B687-0DCC5AE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2D399C-4BAB-4980-ACD5-A6F0018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C8EED32-9895-4ED5-A570-35553A6A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5E2C96D-B942-42F5-8A34-FDA9CAD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1A1B278-FCCA-4842-970E-804452F0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3AEE33C-46EA-4472-9BE8-DCC2A019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F795252-E31D-4DA7-8082-85EE0D60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36FBF4B-439E-49DF-B657-C0D54C0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EAC52F6-25A9-4427-A826-2345D9E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9D2A5D4-1C4D-49FF-B916-E33C2EE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F71B696-0211-47E6-AC50-36B5647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AEF96D6-0A6B-4507-A10A-773AAE5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26E2136-6B48-4F5B-BE2B-79F2729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F436682-1244-45A6-A682-1E00516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2A45AED-87C1-452E-8BD4-393BD77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363209D-0FC8-4BF7-925B-8201B77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E29BFE9-02CC-47F0-9274-3374515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2C595A4-9B5E-4FD3-A192-4848B5B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77EF410-B5FF-4FEF-9678-35A3D5D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DCC3706-B5B6-48B0-BDCD-B34C252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8C1FCD5-3B59-4C63-A920-9A1BCF3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65403D0-6104-41DD-9268-F47213D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B7B9BA6-7303-4FAE-ADDE-3EC65FF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B3384DF-5407-4A9A-95CA-D0C83F3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8F85A9A-C8C7-4EB9-80AF-8DC73205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6F6BE0F-FF0D-4278-B1CA-A8047638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249DEE1-983C-4591-A6BB-8781E70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480234D-4028-4BCE-828F-06F19DEE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38BF920-C311-4271-B3CF-E234F79A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326D1C-2B06-4B92-8E5B-A839BB8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FF93517-CE93-4E5B-8BE8-F80E6B9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FDA10A3-E428-45E8-83B0-149F0A8F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1710B01-1DC6-46C0-9BFC-3BD62FC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93C8699-ACBA-46C4-8FAB-C070799A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6CED727-8500-44EB-9462-D08E2DB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3819213-D880-4294-8D64-8D0AE979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C926A33-5377-49C2-8817-F8DD119B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F823A51-0E6D-4EB7-8952-1BFFB40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827295B-222F-457B-9C3E-C22638D2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58F2BEF-454A-422C-8F2B-8FCD126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1D0F269-EE16-4AFD-AD39-DC132EA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E0252ED-ABF9-4712-8DFD-54B253D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170FA0E-715E-48A7-A359-8A15BA2F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3DFF8D9-8550-44DB-860E-A73E2722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FBAF4ED-4571-4633-BAB4-09F40FB7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14E8E2D-4F24-4D6F-A233-A3E87D9B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338B154-60CE-4AFA-B799-D960AB82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9D00EC9-5CE9-44AE-8DFE-1D3CD8D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4845BF4-9ABB-4003-B461-0615071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3D463B3-6FDB-41CA-9B33-0F3A82A4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5864346-94D8-429E-8527-444DD08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FAF8205-059F-46BE-BF30-93A3CDD1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DB77A8A-161A-4E01-A48E-E823B49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F7CE899-41C0-4E85-96C3-FDDCF2E3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FA987A7-632F-4E87-AC21-D27078D7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E15E70D-AC57-4744-970D-64A9641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C9669F4-4BF8-4639-AA71-371CA42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C8CF72D-2E65-4520-A240-549CBD0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0F3AC2A-A356-4386-AD4F-E2DBDE3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FA08D86-045C-485D-9476-AC3B8B6A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909F234-A891-40F3-B76E-C3D65D2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6D7A3B3-1508-4420-8FC9-A2BA02F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5CCFDA6-7622-405C-BA5D-828134B8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BC5E246-79F4-47FC-89C6-B6A579C5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37FC60E-FA1A-4763-BBB5-934199E6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A00CF5B-2120-404E-8F9A-7CE96F6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BEDE681-5B03-49B8-9CB1-FC153A6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E60B27C-0998-461B-ACC7-A6541DA5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635CE38-9370-4210-B832-0D2860C6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AE2C7FD-623F-409F-8FFC-B44B957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86CB50E-5C85-407E-8CA3-BDF60A0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75D1945-1386-42C2-ADE8-FC1ECBB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7A1B9B1-50DB-4340-94D4-40E574B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0F5C03D-423D-45CB-BB8C-F18FF48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AF8B64E-4D89-4B0E-B08A-9BCD58B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4C23360-60EA-4AE5-AD5F-54F4B7AD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62F7174-FBD8-461B-AF44-0FD7529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D8F4D63-121A-431C-87C4-1518C8A7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5F8166F-B73C-4E9F-8BF4-17FF527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6FD7AC0-0200-4C7E-A75D-F971631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21C7124-2541-472B-925D-B7A7D89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5F9A1C4-0C24-4AE2-BB00-D7F5C20B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140760D-7AA1-4891-A0A2-C179636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36F4F16-9CF4-4E64-9DFF-690B8B3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6306D16-8857-4BD6-B87F-68D2E917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E08483B-39E0-40CF-90B7-999EC63B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406DB04-1F73-40C7-9AD0-54EDD31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13806F2-836F-4207-9144-D9F7ADB5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0075DC6-B972-46F3-8970-CA7382E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3BF44E0-2488-4019-9D90-96AF8DB8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0AAA1DD-F5D5-40E7-B9D6-0BD68AA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06026CB-DCF2-48DC-81F8-F6E15919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5173C3F-117C-4522-8999-30E185C5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82BD3EE-66F2-4F40-B566-A72BE5A0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F669D32-AAF6-446A-8DC6-959C6D3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6BEC704-A081-4911-ABC0-33290734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0D568DD-EE8B-4250-9519-6E5739D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F29D99E-910A-49B4-B101-5612F7F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94C5323-772F-4418-98A9-7EE1DB12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D4E2F68-7B55-4D19-A9F0-945B5FF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09B71EC-3D23-434B-B21E-4C786EE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5567022-B730-4418-9627-292C384F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17F2A9C-9B52-4E17-A7E5-7F1450E0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C186149-F215-4A6D-A69F-D5E74735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0921BED-FA09-4F89-B64D-A4E5DF8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B4D6E0D-B9AA-43F7-A29D-130E8D2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07C3C91-44B5-40E4-B276-793F00F2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A1CFA8E-B466-4E42-8D23-1536031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CFA25CF-D0DB-40EE-8E29-C8E5ABF3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5DC08F9-0938-4507-A334-653C7B53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934D5B8-6EBB-4AFE-A816-73CCD50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35D8B70-E9EC-4662-B3E4-5D2129E5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E0650C8-B6B1-47A4-B912-F16561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15C1778-5F3E-4CBA-A55F-8EBC9D0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AF58CAA-E4A4-4C56-A592-626E167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5418C26-8AAC-48F9-85E1-951F186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F9C991E-CF4E-437D-9446-9527787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4D8B16C-C485-402C-AE48-E982BFB0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1E82201-8826-4DC1-B2C5-DD9E049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FF3239B-D207-4EAE-A62B-F2579A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06E911F-6645-421C-9ECD-498E138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1855670-53F1-4387-BA7F-115A1913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4A9BA58-BF60-4802-91DF-07F84ABA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EFB96C2D-066A-455B-8240-2269D45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像素：位图中的图像单元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0D6F62A-D4A1-4661-A191-33BE58A4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3571875"/>
            <a:ext cx="2543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66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028DA-2A37-4C4E-BAB3-D8DBA2DF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15B77-05E6-4288-955C-73B052E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0771FE-7C46-433F-AEE6-C1955A9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c148cd41f4a61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3FEC86E-961F-4C0A-91C5-A7E5BB3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</p:spTree>
    <p:extLst>
      <p:ext uri="{BB962C8B-B14F-4D97-AF65-F5344CB8AC3E}">
        <p14:creationId xmlns:p14="http://schemas.microsoft.com/office/powerpoint/2010/main" val="239990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028DA-2A37-4C4E-BAB3-D8DBA2DF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15B77-05E6-4288-955C-73B052EE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0771FE-7C46-433F-AEE6-C1955A9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5aa0ad6c4270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3FEC86E-961F-4C0A-91C5-A7E5BB3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EBF10F8-CBD1-410B-A4FB-7852864F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2F487B4-2175-4324-A282-B740973A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在有限位置采集光的信息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A6C87B5-15C9-4EE4-BD69-DC9E68EA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每处留下一个局部样本</a:t>
            </a:r>
          </a:p>
        </p:txBody>
      </p:sp>
    </p:spTree>
    <p:extLst>
      <p:ext uri="{BB962C8B-B14F-4D97-AF65-F5344CB8AC3E}">
        <p14:creationId xmlns:p14="http://schemas.microsoft.com/office/powerpoint/2010/main" val="239990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83514-70BD-4BD7-9974-826FE17F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019A3-73F2-411C-99BA-A0E60DE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593F62-42EB-4AF5-8372-D2690DB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4052b3ecc40c2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E6AFB-6A7B-4095-952E-31B2F4E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679A-067D-4FF6-8F37-B862D66A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543E6-5909-4CE4-8DB6-ACB8846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ED32F-7039-40E0-94E1-084F7CA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5BFA-07F7-4001-A496-36E19D9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9B487-FBD3-418D-AD99-59B07BD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DA4D4-9EAD-45CD-83FD-939D5079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71E41-A62D-4D78-AF94-482F472E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1CAE-67C0-451B-BD17-8059591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10C6C-2F05-46B8-A0B9-F44B9C8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6E4C4-6A4F-44AE-B2A8-B2039E0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2B209-06D8-4D60-86B7-0357F32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C9F0-2239-4543-9DCF-CE26A999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44916-8219-458D-8BAB-BE8A543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8F5E7-653D-4B34-881B-CC21465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56CE9-53CE-4A5E-B214-018A198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183F4-12ED-42F4-9916-DD209B9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0B7F5-B0D0-4B25-B57B-C1F0ECA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5E5B67AC-0E9E-49AB-853A-50519AB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</p:spTree>
    <p:extLst>
      <p:ext uri="{BB962C8B-B14F-4D97-AF65-F5344CB8AC3E}">
        <p14:creationId xmlns:p14="http://schemas.microsoft.com/office/powerpoint/2010/main" val="2087559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83514-70BD-4BD7-9974-826FE17F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019A3-73F2-411C-99BA-A0E60DE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593F62-42EB-4AF5-8372-D2690DB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62cd896ee4f7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E6AFB-6A7B-4095-952E-31B2F4E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679A-067D-4FF6-8F37-B862D66A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543E6-5909-4CE4-8DB6-ACB8846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ED32F-7039-40E0-94E1-084F7CA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5BFA-07F7-4001-A496-36E19D9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9B487-FBD3-418D-AD99-59B07BD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DA4D4-9EAD-45CD-83FD-939D5079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71E41-A62D-4D78-AF94-482F472E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1CAE-67C0-451B-BD17-8059591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10C6C-2F05-46B8-A0B9-F44B9C89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6E4C4-6A4F-44AE-B2A8-B2039E0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2B209-06D8-4D60-86B7-0357F32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C9F0-2239-4543-9DCF-CE26A999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44916-8219-458D-8BAB-BE8A543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8F5E7-653D-4B34-881B-CC21465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56CE9-53CE-4A5E-B214-018A198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183F4-12ED-42F4-9916-DD209B95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0B7F5-B0D0-4B25-B57B-C1F0ECA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5E5B67AC-0E9E-49AB-853A-50519AB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5D81A00F-AB92-48BC-A0DF-CD6BBB76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8×8 = 64 个位置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6049A5E2-D36B-4706-AE32-81EC5528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8×8保留二维排列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C0414B87-5D36-4D2B-A4EF-C5B3522D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取得样本：采样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2087559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CAE31-AF29-4C70-A481-EE10A435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2395E-B214-4EF7-8EEA-246E08F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84F10C-2C1D-40BD-BADC-72D9AD7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948f7ee5d462c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180975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3C2E1-4E7C-4D04-974D-609CF480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E08BF-83E5-4E91-B3C2-7ED6D58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18097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84FAD-FBD8-4C09-8CA8-C205312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A04ED-394A-4009-B467-C06E08A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2288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DE2E9-8037-4141-A199-9B4CC177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5518E-5FFC-4EB0-8434-1F3D5B08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6479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3E963-FBF4-4839-AD81-FFE43CF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FC31-0ED1-4FD3-BFE6-6FEA61B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0670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34533-8240-453D-BAD5-3BACE97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1B74C-D690-47E7-9ED7-7E98BEA5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4861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1A03F-C65D-4C38-B0AF-AA8B8D9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69792-F0A9-440C-94DF-DF1D218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9052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CE1CA-D61B-425A-9DE2-1DE27ED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48AA1-23D7-411F-8222-A5835A52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3243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6A66E-8338-4B4F-BFF0-936F2A54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82EA0-8C43-4286-ADBE-BCD446E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7434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69F67-1021-4602-854C-2B6A480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FBB0B-9FD6-4A9D-89FA-50F74EFC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1625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42E5A652-51F4-4B71-9C36-42027F5F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4FB62-0491-46B8-A802-09EF65C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C2BBC626-A6E8-4B81-B835-EB5C9423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65734-9F69-403D-9959-5D5461F3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76FED2CF-C074-4015-8E8B-A62CF21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C9029-7C30-495E-9014-B5E8D5D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C8CBFCFC-566A-4D0C-B52F-4CCF244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33038-478A-4C61-83B9-109987D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885DB705-6021-47C0-89D5-2DB5494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5545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ACAE31-AF29-4C70-A481-EE10A435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2395E-B214-4EF7-8EEA-246E08F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84F10C-2C1D-40BD-BADC-72D9AD7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2f2da67b142ca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180975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3C2E1-4E7C-4D04-974D-609CF480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E08BF-83E5-4E91-B3C2-7ED6D58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18097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84FAD-FBD8-4C09-8CA8-C205312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A04ED-394A-4009-B467-C06E08A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2288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DE2E9-8037-4141-A199-9B4CC177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5518E-5FFC-4EB0-8434-1F3D5B08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6479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3E963-FBF4-4839-AD81-FFE43CF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FC31-0ED1-4FD3-BFE6-6FEA61B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0670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34533-8240-453D-BAD5-3BACE97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1B74C-D690-47E7-9ED7-7E98BEA5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4861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1A03F-C65D-4C38-B0AF-AA8B8D93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69792-F0A9-440C-94DF-DF1D218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9052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CE1CA-D61B-425A-9DE2-1DE27ED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48AA1-23D7-411F-8222-A5835A52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3243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6A66E-8338-4B4F-BFF0-936F2A54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82EA0-8C43-4286-ADBE-BCD446E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7434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69F67-1021-4602-854C-2B6A480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1809750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FBB0B-9FD6-4A9D-89FA-50F74EFC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162550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42E5A652-51F4-4B71-9C36-42027F5F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4FB62-0491-46B8-A802-09EF65C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C2BBC626-A6E8-4B81-B835-EB5C9423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65734-9F69-403D-9959-5D5461F3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76FED2CF-C074-4015-8E8B-A62CF21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C9029-7C30-495E-9014-B5E8D5D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C8CBFCFC-566A-4D0C-B52F-4CCF244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33038-478A-4C61-83B9-109987D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6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29">
            <a:extLst xmlns:a="http://schemas.openxmlformats.org/drawingml/2006/main">
              <a:ext uri="{FF2B5EF4-FFF2-40B4-BE49-F238E27FC236}">
                <a16:creationId xmlns:a16="http://schemas.microsoft.com/office/drawing/2014/main" id="{885DB705-6021-47C0-89D5-2DB5494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6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2FF26-34ED-4F63-B067-C86E876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A3BF3-6F07-468E-95D5-AD8E840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1503B-B92C-43A6-9BEB-0707EC5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6316D6-DEBB-49F5-939B-36EDABCA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747D7-A38C-4ACE-9A87-D13FECB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A0827-6308-4FC5-AECE-03D4510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DE90DA-2B63-44AA-8C2F-241E4C5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CCBA98-9B0D-438B-880C-85C2334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09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E3211-CCC8-474A-B6A3-2BCF1484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428B4D-E10C-440E-A070-F4B1E15E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349648-E5D5-4E25-83D9-A0D50AC8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C365F2-6982-47ED-91A0-D7B7432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D1DFED-A63B-44FC-BE45-F1D9F5D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7F4FED-FC00-4E5E-8777-2281856B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C8EF82-E070-4CE8-B6F9-B474087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8315D6-4FB2-4E32-A4BA-E96B2669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28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CAA84C-B1CB-4B3C-9694-10221FA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D65A88-B9FC-4CD5-A238-25E45B9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16189A-D045-4FF3-8037-2059E72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689252-DA5D-4DFA-AC1F-C8B4FBE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8B32AD-1922-4DE3-9E2E-F33E6B5F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AE095A-1588-42C7-893D-92751C1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A07E34-E55F-494E-972C-06F6C32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67DC46-A1D7-4E94-8DC0-0B7F321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647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19E987-626A-449A-93FA-EA1AC8D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025ABA-6568-49FD-8A45-8D5BD30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547276-65AA-42E1-9B19-3E1A73DA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0C416E-8FDC-48EA-AE7D-BA0E63D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700FDE-36CF-44DA-A18C-30487EF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4F9685-688E-44A1-8832-37B4EC5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689CF5-2E52-42AB-A4A4-4581524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34AF41-4314-4986-9062-C9581A4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67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DF72B8-3F81-47DA-B771-CEDF8C0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0415AB-2486-49C7-97BC-202AC9A8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10417D-5859-49FC-A809-FD9F0DAA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A32EEB-FA09-4404-95CC-632EE48E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4D7E23-BADB-4E84-BDE0-69A55849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578DBB-123F-4F87-9C62-0224914A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238CDA-B535-4195-8FFD-112E70D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567EE8-9772-407A-9C11-0CA2C32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8A0240-AFAD-49A0-9DA6-1115810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1D9860-A9E4-4085-89ED-A19F6B5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EAFD39-D00A-4612-AB59-176B36E0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ADA68F-998C-4A82-BDDA-1D1CFEAE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084906-7B62-4615-B3E3-BE8ECD2B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36ED38-92EB-4872-8444-5EE43812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DE8FE1-BD5A-466F-BAFB-F70E43F1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A871ED-3F20-4ED7-B4BF-6C31371D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05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BB31DD-A639-4A1A-872C-81B6216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44620A-3643-4071-B595-ED506841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3217A4-C5D9-4105-BF8A-A66B2BBB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EFA36A-5037-4192-AB6A-A841AAF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691F1F-8754-4630-A1DE-6C1E0D2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AF5063-2F2D-4D01-A7C5-6A5CC8BB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3DD84E-9279-423B-A48A-6BD274F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59DA29-961E-4BFD-B208-DA3A8644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24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F41BB3-4B3B-4BC7-9932-58557ECC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3543AD-759F-4047-B53F-0DF6DC4B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D7A03F-F9AB-4B64-9104-D8CF0EFD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BB2615-B722-4F8E-9817-C669205A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D0137F-E5B8-475A-9451-B44C4A5E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14A757-F331-4D3B-B87A-AE799B2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067465-83AC-4B92-A580-D2A9D15B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99342D-4F9B-45D6-ADB0-0FC387B5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743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text-94">
            <a:extLst xmlns:a="http://schemas.openxmlformats.org/drawingml/2006/main">
              <a:ext uri="{FF2B5EF4-FFF2-40B4-BE49-F238E27FC236}">
                <a16:creationId xmlns:a16="http://schemas.microsoft.com/office/drawing/2014/main" id="{2B24DA16-BB28-4F4B-B2E1-5E56C98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340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映射到有限等级：量化</a:t>
            </a:r>
          </a:p>
        </p:txBody>
      </p:sp>
    </p:spTree>
    <p:extLst>
      <p:ext uri="{BB962C8B-B14F-4D97-AF65-F5344CB8AC3E}">
        <p14:creationId xmlns:p14="http://schemas.microsoft.com/office/powerpoint/2010/main" val="2065545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762C-0416-41E0-9E58-4D08CAC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15446-E955-4C74-A8FF-044AF119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321675-1372-489C-8373-B399B22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079F67-D751-42CF-9039-ABC07DAA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4A8D9-5160-434C-BB87-3244549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AFB8D-1204-4049-858C-F82609B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04CDC-7EA7-4552-95A6-04077C9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0087-26B4-4AEC-A911-40612338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828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9762C-0416-41E0-9E58-4D08CAC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15446-E955-4C74-A8FF-044AF119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321675-1372-489C-8373-B399B22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079F67-D751-42CF-9039-ABC07DAA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4A8D9-5160-434C-BB87-3244549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AFB8D-1204-4049-858C-F82609B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04CDC-7EA7-4552-95A6-04077C9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0087-26B4-4AEC-A911-40612338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D9AEAA32-A8AB-4576-ACDF-D7F7BE9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215828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0531647-2EB1-4CBB-B6AB-A903444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C10D1-4B3D-4A8B-A91A-D7E3A14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2BD818-5731-4FC5-B604-3957E52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3C3C-0DC7-4860-96A2-1816E38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92D85B-7846-402F-BA31-2B6A7D73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BFBD-DF1F-4AF6-932E-C81CE90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D4DC87-36BB-4F10-9D58-566612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7118-44CA-4FFD-8E24-667C7FD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9B928D7-7C62-4FC1-9CFE-AA05769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4E1F-BE63-4C18-A1EC-C7927CFC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D532677-9CE9-4AA8-BD44-ADE63D15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A645D-CC41-49D5-A43A-5729C23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645AE0E-159C-4016-A689-AACEA0A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46E1A-F522-49C7-A426-4AEDE15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2D3AF16-D0A8-4A82-85A3-C1D6032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8BF9B-AD16-4617-9197-9077175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E7C9F9C-BB92-415B-AE02-4EAC84F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6FEA3-C036-4170-8801-8E82955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1D9328B-E5A1-49E2-8EF8-575E694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A34D-5101-470C-9A87-4366945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161ED34-2198-4D13-97CA-EBCB7F6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44919-FFE9-4AB5-9128-48D3C98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A2D0576-0EA8-4ACB-AA35-1189B5F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57E1C-F103-4B2D-91DC-22EA0F2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F3CA7A0-CE6B-4ED8-AF03-F58DCEC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B9F8D-0240-44C9-A552-18BA4E4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CAFCFE7-9913-478E-8AF3-BB427E6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21A01-55D0-436E-9646-FED762B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6D6E334-F144-4730-B68C-33A08B7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1642E-4DA9-4749-A16F-735D5F1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97F0F6C5-1E4B-45BD-A4BA-6B2B6D4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12667-E1AC-4DC2-A5F7-C137C525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B679644-D865-4DD4-9D4E-C5FFF28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BC094-71DB-4351-95FC-F31D747E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6C290B0-1765-4D43-93C8-F94C820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8C1DF-A467-4037-B511-9ACB48E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DB469D7-8B5C-4F4B-B370-B5F1531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86EFE3-B844-4CC3-9D99-1F6A153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2C854D1-7F82-4829-8FBC-1228688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C9E1B-C2EE-4AAD-A3E9-509DF5F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CF110878-E71A-4958-8CD0-EB36DBB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3C38E8-9A32-45BB-B277-91A188F4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005FDA47-3D2C-40D7-B1D6-9C182F3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149FE-F7F8-4C18-923C-5EE835A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0998EAC2-9467-4C84-813C-479E860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A2E28-42CC-4773-AFBF-F8EC46A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32798AC4-109D-4E30-9F6F-C5CFA42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4F62F-DCFE-4A85-BBA8-DE8BA94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8598AA9C-6618-43FE-97E1-9DA8056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DB47EB-CA2E-420E-8C99-DC217E9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6979C3EC-1DA3-48BB-B3AB-F9E6BDA6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4B126-35FC-43D5-A07A-A343277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5A031B5A-708F-4480-8547-D22523F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00141-C71A-4EEB-80ED-1360DD2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A09394DC-BA4C-421C-A13B-1E11DC4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EE70B-9241-4904-85F0-71E956D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7AAC0179-00CE-4C68-AD25-5C53A9C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8E2CC3-885A-4B3D-AC87-52DA8528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EF0C7C11-AD64-4E2D-ABA6-0A3A7DA4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92DFEF-0F37-490B-B56C-1865EC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A0ABA3DA-A559-400B-8207-AEE12CDC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4B833D-D47B-43E4-A2AD-8DCBA789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D34F274B-BA31-40A2-A868-67718F70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F212B9-C213-484C-9675-53BF091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C06AA5A3-A792-48E7-9715-7B677FD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4FD475-F49A-4B60-AFAA-FFBF8B6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D2A5011E-94EC-45F1-81D1-255F46B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F544A5-4091-4F83-A0F4-631600A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7BC7DCF2-0D11-4A8A-9A60-E4767606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BC4567-E62E-4A96-8571-FC64751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3C779844-E0FC-470C-806F-B528C32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668F73-BB8B-40AF-A20C-AA47782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49C9E092-DF42-4845-95C9-221B4CF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95D265-847C-4A1E-A892-3F96767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83B4C8FD-16EC-4B69-9122-B74CC59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BAC444-6D3C-4EFE-ADAF-FD65833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68117E5D-4E88-481D-A907-A823831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EEABED-CAD8-4466-B149-27DE18F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F90C5151-6046-424C-B7DF-D4C2887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6F481C-92B5-416A-9BAD-28532F67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710A5709-7B8B-49D6-A01E-FB638C2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8D6932-42E8-4AD5-A8B9-30FB2B6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0684A6B7-0252-4B93-9F15-F1F2B75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EE2A11-C4CE-40EB-8CD4-7D6F7C9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617FF42C-FBC4-4A95-A1D4-42CB48F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3B7EF9-03B3-4E96-82F8-CDEEF0A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7A69B3B-D810-460A-93ED-5E255BA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47CFEC-BDF6-4B4D-A7C6-5F4B8B0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7B429A36-53B3-43AD-A814-66DF414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039594-95CE-4617-8E52-C00B927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13145408-5FF0-4B96-98D7-8C7EB23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DADA5D-B881-4320-ACF5-0F907CD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A9A19328-6832-432E-8C6D-DBF31989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9E7CB0-B9C4-468A-90B8-08506C0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DCBD940-DF56-461F-B49C-00B7F40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CCA072-2B29-454A-B53B-A99911D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85BE7F73-D1C4-4272-A724-F5710CD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D69ED8-1B9A-43F3-A2BE-75C7268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748C0244-A025-407A-857C-8DC2E444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AB984C-1105-4340-A5A5-7093093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E5DC9856-6547-4C7D-827B-1681F39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0CEF31-6870-4B17-9399-C4E4419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4F779FBF-5CA1-459B-84DE-21FEE0F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B6BE9B-18F1-4DD9-BC9E-8828B93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4022430A-2E4A-4F16-8410-CAFBED9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BDCAE5-F202-4059-B91F-B1E7E87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F59CC49C-6B8A-4DB9-9F7D-AA5E732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DB05EA-60CF-4E36-98FA-4555C73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5A071274-F144-41E5-B13D-EE5E3943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66E7E9-B240-47FF-B64A-BD0ADF3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09A1B1EB-A987-4536-AFC7-AF2E5EC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B637AC-8F3F-4066-BDA6-15F4BEE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848B3D08-2EF0-49A5-AA59-FFA16F8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1A9036-A884-4851-95FA-FE92409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36581316-3EE7-41B6-8931-0114A8C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2493F3-001C-492C-BED5-6ACF31A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4B3F0D04-FDCF-4051-B824-A5DB2CA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4600B28-46EC-4711-BC38-8AE3960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F1D65632-5B6F-4438-96CA-70720AF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B59291B-72F9-4460-9C0C-8F0B01F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BF5FEECA-C4C3-4CFA-8954-733583F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6A7320-BE36-47A8-89B8-280F41D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3CD6D84D-213F-44D6-8B43-596A74A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C24449-8FB4-40E5-B1C7-3ADF452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366D343A-0DE3-43B7-920F-F2A8569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AE74652-B7B3-41A8-94B3-E1CA33E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A900923A-C9BD-47ED-8F94-661F691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C53C93-B884-4D87-AD20-EC2DD8E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C814B7BF-0555-49D7-B421-18B26EA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1FBCA48-A664-4C1F-BF71-3C0A238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B45571D9-8ACC-4D14-A992-C160BED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text-131">
            <a:extLst xmlns:a="http://schemas.openxmlformats.org/drawingml/2006/main">
              <a:ext uri="{FF2B5EF4-FFF2-40B4-BE49-F238E27FC236}">
                <a16:creationId xmlns:a16="http://schemas.microsoft.com/office/drawing/2014/main" id="{4E19756F-B902-45E4-9921-66B4718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1440F426-6D58-4EC9-9B1B-26DB2E5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</p:spTree>
    <p:extLst>
      <p:ext uri="{BB962C8B-B14F-4D97-AF65-F5344CB8AC3E}">
        <p14:creationId xmlns:p14="http://schemas.microsoft.com/office/powerpoint/2010/main" val="20506701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0531647-2EB1-4CBB-B6AB-A903444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C10D1-4B3D-4A8B-A91A-D7E3A14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2BD818-5731-4FC5-B604-3957E52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3C3C-0DC7-4860-96A2-1816E38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92D85B-7846-402F-BA31-2B6A7D73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BFBD-DF1F-4AF6-932E-C81CE90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D4DC87-36BB-4F10-9D58-566612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7118-44CA-4FFD-8E24-667C7FD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9B928D7-7C62-4FC1-9CFE-AA05769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4E1F-BE63-4C18-A1EC-C7927CFC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D532677-9CE9-4AA8-BD44-ADE63D15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A645D-CC41-49D5-A43A-5729C23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645AE0E-159C-4016-A689-AACEA0A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46E1A-F522-49C7-A426-4AEDE15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2D3AF16-D0A8-4A82-85A3-C1D6032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8BF9B-AD16-4617-9197-9077175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E7C9F9C-BB92-415B-AE02-4EAC84F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6FEA3-C036-4170-8801-8E82955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1D9328B-E5A1-49E2-8EF8-575E694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A34D-5101-470C-9A87-4366945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161ED34-2198-4D13-97CA-EBCB7F6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44919-FFE9-4AB5-9128-48D3C98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A2D0576-0EA8-4ACB-AA35-1189B5F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57E1C-F103-4B2D-91DC-22EA0F2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F3CA7A0-CE6B-4ED8-AF03-F58DCEC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B9F8D-0240-44C9-A552-18BA4E4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CAFCFE7-9913-478E-8AF3-BB427E6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21A01-55D0-436E-9646-FED762B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6D6E334-F144-4730-B68C-33A08B7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1642E-4DA9-4749-A16F-735D5F1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97F0F6C5-1E4B-45BD-A4BA-6B2B6D4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12667-E1AC-4DC2-A5F7-C137C525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B679644-D865-4DD4-9D4E-C5FFF28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BC094-71DB-4351-95FC-F31D747E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6C290B0-1765-4D43-93C8-F94C820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8C1DF-A467-4037-B511-9ACB48E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DB469D7-8B5C-4F4B-B370-B5F1531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86EFE3-B844-4CC3-9D99-1F6A153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2C854D1-7F82-4829-8FBC-1228688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C9E1B-C2EE-4AAD-A3E9-509DF5F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CF110878-E71A-4958-8CD0-EB36DBB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3C38E8-9A32-45BB-B277-91A188F4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005FDA47-3D2C-40D7-B1D6-9C182F3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149FE-F7F8-4C18-923C-5EE835A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0998EAC2-9467-4C84-813C-479E860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A2E28-42CC-4773-AFBF-F8EC46A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32798AC4-109D-4E30-9F6F-C5CFA42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4F62F-DCFE-4A85-BBA8-DE8BA94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8598AA9C-6618-43FE-97E1-9DA8056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DB47EB-CA2E-420E-8C99-DC217E9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6979C3EC-1DA3-48BB-B3AB-F9E6BDA6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4B126-35FC-43D5-A07A-A343277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5A031B5A-708F-4480-8547-D22523F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00141-C71A-4EEB-80ED-1360DD2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A09394DC-BA4C-421C-A13B-1E11DC4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EE70B-9241-4904-85F0-71E956D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7AAC0179-00CE-4C68-AD25-5C53A9C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8E2CC3-885A-4B3D-AC87-52DA8528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EF0C7C11-AD64-4E2D-ABA6-0A3A7DA4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92DFEF-0F37-490B-B56C-1865EC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A0ABA3DA-A559-400B-8207-AEE12CDC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4B833D-D47B-43E4-A2AD-8DCBA789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D34F274B-BA31-40A2-A868-67718F70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F212B9-C213-484C-9675-53BF091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C06AA5A3-A792-48E7-9715-7B677FD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4FD475-F49A-4B60-AFAA-FFBF8B6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D2A5011E-94EC-45F1-81D1-255F46B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F544A5-4091-4F83-A0F4-631600A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7BC7DCF2-0D11-4A8A-9A60-E4767606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BC4567-E62E-4A96-8571-FC64751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3C779844-E0FC-470C-806F-B528C32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668F73-BB8B-40AF-A20C-AA47782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49C9E092-DF42-4845-95C9-221B4CF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95D265-847C-4A1E-A892-3F96767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83B4C8FD-16EC-4B69-9122-B74CC59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BAC444-6D3C-4EFE-ADAF-FD65833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68117E5D-4E88-481D-A907-A823831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EEABED-CAD8-4466-B149-27DE18F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F90C5151-6046-424C-B7DF-D4C2887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6F481C-92B5-416A-9BAD-28532F67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710A5709-7B8B-49D6-A01E-FB638C2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8D6932-42E8-4AD5-A8B9-30FB2B6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0684A6B7-0252-4B93-9F15-F1F2B75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EE2A11-C4CE-40EB-8CD4-7D6F7C9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617FF42C-FBC4-4A95-A1D4-42CB48F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3B7EF9-03B3-4E96-82F8-CDEEF0A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7A69B3B-D810-460A-93ED-5E255BA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47CFEC-BDF6-4B4D-A7C6-5F4B8B0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7B429A36-53B3-43AD-A814-66DF414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039594-95CE-4617-8E52-C00B927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13145408-5FF0-4B96-98D7-8C7EB23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DADA5D-B881-4320-ACF5-0F907CD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A9A19328-6832-432E-8C6D-DBF31989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9E7CB0-B9C4-468A-90B8-08506C0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DCBD940-DF56-461F-B49C-00B7F40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CCA072-2B29-454A-B53B-A99911D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85BE7F73-D1C4-4272-A724-F5710CD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D69ED8-1B9A-43F3-A2BE-75C7268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748C0244-A025-407A-857C-8DC2E444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AB984C-1105-4340-A5A5-7093093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E5DC9856-6547-4C7D-827B-1681F39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0CEF31-6870-4B17-9399-C4E4419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4F779FBF-5CA1-459B-84DE-21FEE0F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B6BE9B-18F1-4DD9-BC9E-8828B93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4022430A-2E4A-4F16-8410-CAFBED9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BDCAE5-F202-4059-B91F-B1E7E87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F59CC49C-6B8A-4DB9-9F7D-AA5E732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DB05EA-60CF-4E36-98FA-4555C73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5A071274-F144-41E5-B13D-EE5E3943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66E7E9-B240-47FF-B64A-BD0ADF3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09A1B1EB-A987-4536-AFC7-AF2E5EC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B637AC-8F3F-4066-BDA6-15F4BEE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848B3D08-2EF0-49A5-AA59-FFA16F8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1A9036-A884-4851-95FA-FE92409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36581316-3EE7-41B6-8931-0114A8C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2493F3-001C-492C-BED5-6ACF31A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4B3F0D04-FDCF-4051-B824-A5DB2CA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4600B28-46EC-4711-BC38-8AE3960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F1D65632-5B6F-4438-96CA-70720AF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B59291B-72F9-4460-9C0C-8F0B01F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BF5FEECA-C4C3-4CFA-8954-733583F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6A7320-BE36-47A8-89B8-280F41D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3CD6D84D-213F-44D6-8B43-596A74A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C24449-8FB4-40E5-B1C7-3ADF452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366D343A-0DE3-43B7-920F-F2A8569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AE74652-B7B3-41A8-94B3-E1CA33E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A900923A-C9BD-47ED-8F94-661F691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C53C93-B884-4D87-AD20-EC2DD8E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C814B7BF-0555-49D7-B421-18B26EA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1FBCA48-A664-4C1F-BF71-3C0A238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B45571D9-8ACC-4D14-A992-C160BED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text-131">
            <a:extLst xmlns:a="http://schemas.openxmlformats.org/drawingml/2006/main">
              <a:ext uri="{FF2B5EF4-FFF2-40B4-BE49-F238E27FC236}">
                <a16:creationId xmlns:a16="http://schemas.microsoft.com/office/drawing/2014/main" id="{4E19756F-B902-45E4-9921-66B4718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1440F426-6D58-4EC9-9B1B-26DB2E5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BA6657-2ED5-40A7-8344-7735203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text-134">
            <a:extLst xmlns:a="http://schemas.openxmlformats.org/drawingml/2006/main">
              <a:ext uri="{FF2B5EF4-FFF2-40B4-BE49-F238E27FC236}">
                <a16:creationId xmlns:a16="http://schemas.microsoft.com/office/drawing/2014/main" id="{ACD4E8BE-C933-4C5A-8D8B-CFB6CFE6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8EB09A9-2E52-4665-8D0C-6744B06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text-136">
            <a:extLst xmlns:a="http://schemas.openxmlformats.org/drawingml/2006/main">
              <a:ext uri="{FF2B5EF4-FFF2-40B4-BE49-F238E27FC236}">
                <a16:creationId xmlns:a16="http://schemas.microsoft.com/office/drawing/2014/main" id="{D8E7C549-7492-42B7-87E6-6C55CCA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565E7C-EE48-4A1A-B095-E5E75A4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text-138">
            <a:extLst xmlns:a="http://schemas.openxmlformats.org/drawingml/2006/main">
              <a:ext uri="{FF2B5EF4-FFF2-40B4-BE49-F238E27FC236}">
                <a16:creationId xmlns:a16="http://schemas.microsoft.com/office/drawing/2014/main" id="{39F121F6-1001-467C-B606-6F78E7D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B1642D-D1AB-407A-B382-E358928D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text-140">
            <a:extLst xmlns:a="http://schemas.openxmlformats.org/drawingml/2006/main">
              <a:ext uri="{FF2B5EF4-FFF2-40B4-BE49-F238E27FC236}">
                <a16:creationId xmlns:a16="http://schemas.microsoft.com/office/drawing/2014/main" id="{28104E17-554B-453B-A865-D96AF5E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B70C30A-4AA6-4A89-BF86-2ED7EB4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text-142">
            <a:extLst xmlns:a="http://schemas.openxmlformats.org/drawingml/2006/main">
              <a:ext uri="{FF2B5EF4-FFF2-40B4-BE49-F238E27FC236}">
                <a16:creationId xmlns:a16="http://schemas.microsoft.com/office/drawing/2014/main" id="{9E9F0C6F-A229-40F3-AADE-AE32ACA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43A34F0-CE02-411D-BEDF-032C35B9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text-144">
            <a:extLst xmlns:a="http://schemas.openxmlformats.org/drawingml/2006/main">
              <a:ext uri="{FF2B5EF4-FFF2-40B4-BE49-F238E27FC236}">
                <a16:creationId xmlns:a16="http://schemas.microsoft.com/office/drawing/2014/main" id="{908B0231-2621-4FA0-9D62-63589956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625BBA7-D177-422E-97F7-4AFD1CD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text-146">
            <a:extLst xmlns:a="http://schemas.openxmlformats.org/drawingml/2006/main">
              <a:ext uri="{FF2B5EF4-FFF2-40B4-BE49-F238E27FC236}">
                <a16:creationId xmlns:a16="http://schemas.microsoft.com/office/drawing/2014/main" id="{9C399A1E-FDAD-44FC-8A9C-C4AD6BD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B8E2474-11C6-47BE-96D3-1426811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text-148">
            <a:extLst xmlns:a="http://schemas.openxmlformats.org/drawingml/2006/main">
              <a:ext uri="{FF2B5EF4-FFF2-40B4-BE49-F238E27FC236}">
                <a16:creationId xmlns:a16="http://schemas.microsoft.com/office/drawing/2014/main" id="{D4641DFB-6103-4D10-88EB-2541C22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5A23EED-95B0-427E-A7B6-D5E16B8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text-150">
            <a:extLst xmlns:a="http://schemas.openxmlformats.org/drawingml/2006/main">
              <a:ext uri="{FF2B5EF4-FFF2-40B4-BE49-F238E27FC236}">
                <a16:creationId xmlns:a16="http://schemas.microsoft.com/office/drawing/2014/main" id="{F158F705-AFAA-4B44-9F93-D3AB9ED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051E3F9-0041-446F-BCD4-F5FF1C2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text-152">
            <a:extLst xmlns:a="http://schemas.openxmlformats.org/drawingml/2006/main">
              <a:ext uri="{FF2B5EF4-FFF2-40B4-BE49-F238E27FC236}">
                <a16:creationId xmlns:a16="http://schemas.microsoft.com/office/drawing/2014/main" id="{DD8B5D84-2ACD-48AD-BA70-87674A37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7BA972F-F028-4769-B960-1C1A862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text-154">
            <a:extLst xmlns:a="http://schemas.openxmlformats.org/drawingml/2006/main">
              <a:ext uri="{FF2B5EF4-FFF2-40B4-BE49-F238E27FC236}">
                <a16:creationId xmlns:a16="http://schemas.microsoft.com/office/drawing/2014/main" id="{F76A291C-B472-4F72-BCAB-445EA31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4C170A6-7DD5-45CE-80A3-3700564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text-156">
            <a:extLst xmlns:a="http://schemas.openxmlformats.org/drawingml/2006/main">
              <a:ext uri="{FF2B5EF4-FFF2-40B4-BE49-F238E27FC236}">
                <a16:creationId xmlns:a16="http://schemas.microsoft.com/office/drawing/2014/main" id="{8A8E7538-42C8-4DC3-8882-DFFCF5F5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4F75703-01F1-4DE7-904A-4F08DBA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text-158">
            <a:extLst xmlns:a="http://schemas.openxmlformats.org/drawingml/2006/main">
              <a:ext uri="{FF2B5EF4-FFF2-40B4-BE49-F238E27FC236}">
                <a16:creationId xmlns:a16="http://schemas.microsoft.com/office/drawing/2014/main" id="{006BC494-E7B1-4B9A-87F3-A4F88906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5B3CE41-4401-418A-B4B8-3E1F3208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text-160">
            <a:extLst xmlns:a="http://schemas.openxmlformats.org/drawingml/2006/main">
              <a:ext uri="{FF2B5EF4-FFF2-40B4-BE49-F238E27FC236}">
                <a16:creationId xmlns:a16="http://schemas.microsoft.com/office/drawing/2014/main" id="{7E6CD1B0-62F1-4D47-B2FA-677BB12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346E49D-4D7E-4B03-BAF6-175E11C1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text-162">
            <a:extLst xmlns:a="http://schemas.openxmlformats.org/drawingml/2006/main">
              <a:ext uri="{FF2B5EF4-FFF2-40B4-BE49-F238E27FC236}">
                <a16:creationId xmlns:a16="http://schemas.microsoft.com/office/drawing/2014/main" id="{A553DB1D-01D8-4E9B-AB1D-D4BD008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8359AB0-378E-4BDA-B4B8-A288201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text-164">
            <a:extLst xmlns:a="http://schemas.openxmlformats.org/drawingml/2006/main">
              <a:ext uri="{FF2B5EF4-FFF2-40B4-BE49-F238E27FC236}">
                <a16:creationId xmlns:a16="http://schemas.microsoft.com/office/drawing/2014/main" id="{8B3B29A8-22CE-4021-8515-AF7C40F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3B65F55-6FE0-4506-8973-A28BFB4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text-166">
            <a:extLst xmlns:a="http://schemas.openxmlformats.org/drawingml/2006/main">
              <a:ext uri="{FF2B5EF4-FFF2-40B4-BE49-F238E27FC236}">
                <a16:creationId xmlns:a16="http://schemas.microsoft.com/office/drawing/2014/main" id="{970CC26F-D496-41E7-A54E-03A5C632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E36C9C-918C-4779-B854-F1E53EF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text-168">
            <a:extLst xmlns:a="http://schemas.openxmlformats.org/drawingml/2006/main">
              <a:ext uri="{FF2B5EF4-FFF2-40B4-BE49-F238E27FC236}">
                <a16:creationId xmlns:a16="http://schemas.microsoft.com/office/drawing/2014/main" id="{A8D6CEE8-705B-43FD-9177-3780BC9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BEF742D-22D1-4AA0-9266-FBE2931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text-170">
            <a:extLst xmlns:a="http://schemas.openxmlformats.org/drawingml/2006/main">
              <a:ext uri="{FF2B5EF4-FFF2-40B4-BE49-F238E27FC236}">
                <a16:creationId xmlns:a16="http://schemas.microsoft.com/office/drawing/2014/main" id="{7682E290-A74B-4C95-90FB-1D4144D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4F5F457-6838-4577-B42B-E6776E0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text-172">
            <a:extLst xmlns:a="http://schemas.openxmlformats.org/drawingml/2006/main">
              <a:ext uri="{FF2B5EF4-FFF2-40B4-BE49-F238E27FC236}">
                <a16:creationId xmlns:a16="http://schemas.microsoft.com/office/drawing/2014/main" id="{7C2253BE-F46D-4B0B-BC44-1B65BCD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4AA4B6B-E1E2-4983-92B3-F325773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text-174">
            <a:extLst xmlns:a="http://schemas.openxmlformats.org/drawingml/2006/main">
              <a:ext uri="{FF2B5EF4-FFF2-40B4-BE49-F238E27FC236}">
                <a16:creationId xmlns:a16="http://schemas.microsoft.com/office/drawing/2014/main" id="{13C13ED8-B41E-4309-B192-DFD37D4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3E3A880-7A8A-40D8-9558-39845764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text-176">
            <a:extLst xmlns:a="http://schemas.openxmlformats.org/drawingml/2006/main">
              <a:ext uri="{FF2B5EF4-FFF2-40B4-BE49-F238E27FC236}">
                <a16:creationId xmlns:a16="http://schemas.microsoft.com/office/drawing/2014/main" id="{9E2A2D79-5821-4AAE-9E6F-99EF231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8C3E28F-685A-4CD8-9704-45ECCB1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text-178">
            <a:extLst xmlns:a="http://schemas.openxmlformats.org/drawingml/2006/main">
              <a:ext uri="{FF2B5EF4-FFF2-40B4-BE49-F238E27FC236}">
                <a16:creationId xmlns:a16="http://schemas.microsoft.com/office/drawing/2014/main" id="{E500A971-8E21-449F-ACFA-EC045B0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ABDDA96-1A44-4804-943F-A3DE6B1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text-180">
            <a:extLst xmlns:a="http://schemas.openxmlformats.org/drawingml/2006/main">
              <a:ext uri="{FF2B5EF4-FFF2-40B4-BE49-F238E27FC236}">
                <a16:creationId xmlns:a16="http://schemas.microsoft.com/office/drawing/2014/main" id="{353A46D5-EACF-4E43-9984-C64CEB4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143CA96-0B40-47E6-834C-DAF1FDF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text-182">
            <a:extLst xmlns:a="http://schemas.openxmlformats.org/drawingml/2006/main">
              <a:ext uri="{FF2B5EF4-FFF2-40B4-BE49-F238E27FC236}">
                <a16:creationId xmlns:a16="http://schemas.microsoft.com/office/drawing/2014/main" id="{C5479C1C-14E7-4EB4-8B2A-D86A5069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6B5CD34-8693-491B-B952-44A3560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text-184">
            <a:extLst xmlns:a="http://schemas.openxmlformats.org/drawingml/2006/main">
              <a:ext uri="{FF2B5EF4-FFF2-40B4-BE49-F238E27FC236}">
                <a16:creationId xmlns:a16="http://schemas.microsoft.com/office/drawing/2014/main" id="{91341AB5-6B0C-4F24-AD26-60CFB435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8ED0820-B0B2-4E07-838D-5ED20EF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text-186">
            <a:extLst xmlns:a="http://schemas.openxmlformats.org/drawingml/2006/main">
              <a:ext uri="{FF2B5EF4-FFF2-40B4-BE49-F238E27FC236}">
                <a16:creationId xmlns:a16="http://schemas.microsoft.com/office/drawing/2014/main" id="{A9559F36-FB6E-4918-BAE6-1A098C1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43885FA-A895-45C8-AA3B-49C2BA9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text-188">
            <a:extLst xmlns:a="http://schemas.openxmlformats.org/drawingml/2006/main">
              <a:ext uri="{FF2B5EF4-FFF2-40B4-BE49-F238E27FC236}">
                <a16:creationId xmlns:a16="http://schemas.microsoft.com/office/drawing/2014/main" id="{5BBB6F70-BB1D-4203-BE87-9C943DB2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6EB3169-A18A-43C4-94F7-CE49936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text-190">
            <a:extLst xmlns:a="http://schemas.openxmlformats.org/drawingml/2006/main">
              <a:ext uri="{FF2B5EF4-FFF2-40B4-BE49-F238E27FC236}">
                <a16:creationId xmlns:a16="http://schemas.microsoft.com/office/drawing/2014/main" id="{E6B93D38-3A47-4F8C-B704-21A8D1A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266B616-AAA7-4080-9926-94F7D7E0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text-192">
            <a:extLst xmlns:a="http://schemas.openxmlformats.org/drawingml/2006/main">
              <a:ext uri="{FF2B5EF4-FFF2-40B4-BE49-F238E27FC236}">
                <a16:creationId xmlns:a16="http://schemas.microsoft.com/office/drawing/2014/main" id="{A395CEF9-8830-4AB5-A065-ADBF3E9F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E1B828D-5476-41A1-A3E6-9C1F38A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text-194">
            <a:extLst xmlns:a="http://schemas.openxmlformats.org/drawingml/2006/main">
              <a:ext uri="{FF2B5EF4-FFF2-40B4-BE49-F238E27FC236}">
                <a16:creationId xmlns:a16="http://schemas.microsoft.com/office/drawing/2014/main" id="{E13AF297-19FF-4CAB-BD36-A33998E9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16ACD26-B575-4AB9-AD17-F24BD67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text-196">
            <a:extLst xmlns:a="http://schemas.openxmlformats.org/drawingml/2006/main">
              <a:ext uri="{FF2B5EF4-FFF2-40B4-BE49-F238E27FC236}">
                <a16:creationId xmlns:a16="http://schemas.microsoft.com/office/drawing/2014/main" id="{A5B089A7-4524-4E97-AD0C-3A0DE3D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D67249A-4E20-4215-9756-1CEB340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text-198">
            <a:extLst xmlns:a="http://schemas.openxmlformats.org/drawingml/2006/main">
              <a:ext uri="{FF2B5EF4-FFF2-40B4-BE49-F238E27FC236}">
                <a16:creationId xmlns:a16="http://schemas.microsoft.com/office/drawing/2014/main" id="{FBEE2B4E-85C5-451E-9B88-9715BC0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18FD6CB-9722-451B-8D6A-D6DD00E7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text-200">
            <a:extLst xmlns:a="http://schemas.openxmlformats.org/drawingml/2006/main">
              <a:ext uri="{FF2B5EF4-FFF2-40B4-BE49-F238E27FC236}">
                <a16:creationId xmlns:a16="http://schemas.microsoft.com/office/drawing/2014/main" id="{8ED9DE37-E849-485C-9632-9BA515D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EF5FA99-BB86-4C55-B7E4-FC38D1D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text-202">
            <a:extLst xmlns:a="http://schemas.openxmlformats.org/drawingml/2006/main">
              <a:ext uri="{FF2B5EF4-FFF2-40B4-BE49-F238E27FC236}">
                <a16:creationId xmlns:a16="http://schemas.microsoft.com/office/drawing/2014/main" id="{9BC310F0-00AC-42CD-8ADE-5AE57B0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E1289FD-64D9-48B9-9CE7-1B7EE0B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text-204">
            <a:extLst xmlns:a="http://schemas.openxmlformats.org/drawingml/2006/main">
              <a:ext uri="{FF2B5EF4-FFF2-40B4-BE49-F238E27FC236}">
                <a16:creationId xmlns:a16="http://schemas.microsoft.com/office/drawing/2014/main" id="{CB0708BA-A995-4E4E-8923-60995FA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F82EC5-F46B-4637-B8F1-0ADC704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text-206">
            <a:extLst xmlns:a="http://schemas.openxmlformats.org/drawingml/2006/main">
              <a:ext uri="{FF2B5EF4-FFF2-40B4-BE49-F238E27FC236}">
                <a16:creationId xmlns:a16="http://schemas.microsoft.com/office/drawing/2014/main" id="{A4F4D5C7-C85A-42DB-B5BC-5CF2C0E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4AC55D5-55F7-450A-8627-3236C52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text-208">
            <a:extLst xmlns:a="http://schemas.openxmlformats.org/drawingml/2006/main">
              <a:ext uri="{FF2B5EF4-FFF2-40B4-BE49-F238E27FC236}">
                <a16:creationId xmlns:a16="http://schemas.microsoft.com/office/drawing/2014/main" id="{EC80DD43-0F56-4F14-91C6-57587D93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13A7431-3E64-48D3-A161-2D90B6C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text-210">
            <a:extLst xmlns:a="http://schemas.openxmlformats.org/drawingml/2006/main">
              <a:ext uri="{FF2B5EF4-FFF2-40B4-BE49-F238E27FC236}">
                <a16:creationId xmlns:a16="http://schemas.microsoft.com/office/drawing/2014/main" id="{90FD37BF-8466-4FF6-B361-5EA3018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5BA6B79-1A8A-49FC-B5CE-B728A0E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text-212">
            <a:extLst xmlns:a="http://schemas.openxmlformats.org/drawingml/2006/main">
              <a:ext uri="{FF2B5EF4-FFF2-40B4-BE49-F238E27FC236}">
                <a16:creationId xmlns:a16="http://schemas.microsoft.com/office/drawing/2014/main" id="{B233A709-EA34-4E10-A949-B268A48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893E584-5506-4956-AB8C-1F9F6AB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text-214">
            <a:extLst xmlns:a="http://schemas.openxmlformats.org/drawingml/2006/main">
              <a:ext uri="{FF2B5EF4-FFF2-40B4-BE49-F238E27FC236}">
                <a16:creationId xmlns:a16="http://schemas.microsoft.com/office/drawing/2014/main" id="{299D24E0-90C1-4D6E-8FFA-84AF42F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2AFFB17-2C99-4674-B46A-669C431F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text-216">
            <a:extLst xmlns:a="http://schemas.openxmlformats.org/drawingml/2006/main">
              <a:ext uri="{FF2B5EF4-FFF2-40B4-BE49-F238E27FC236}">
                <a16:creationId xmlns:a16="http://schemas.microsoft.com/office/drawing/2014/main" id="{76A4CEC0-E659-477A-8A71-E37ADE0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DBD79B2-3DB9-4BF8-B2A2-B1FFDA2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text-218">
            <a:extLst xmlns:a="http://schemas.openxmlformats.org/drawingml/2006/main">
              <a:ext uri="{FF2B5EF4-FFF2-40B4-BE49-F238E27FC236}">
                <a16:creationId xmlns:a16="http://schemas.microsoft.com/office/drawing/2014/main" id="{4CBCAB40-2C0C-4D2E-8C55-69588F6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F9723B9-BF59-43E6-A245-0E1DD54D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text-220">
            <a:extLst xmlns:a="http://schemas.openxmlformats.org/drawingml/2006/main">
              <a:ext uri="{FF2B5EF4-FFF2-40B4-BE49-F238E27FC236}">
                <a16:creationId xmlns:a16="http://schemas.microsoft.com/office/drawing/2014/main" id="{6FBBD849-D48F-4654-BCB6-9740659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A4B7CAB-D7AE-49A0-AEAE-7F698B64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text-222">
            <a:extLst xmlns:a="http://schemas.openxmlformats.org/drawingml/2006/main">
              <a:ext uri="{FF2B5EF4-FFF2-40B4-BE49-F238E27FC236}">
                <a16:creationId xmlns:a16="http://schemas.microsoft.com/office/drawing/2014/main" id="{B2F5A208-D72F-4048-89BB-4C58302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DC3BC6C-E985-44AE-AC6C-605F4F72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text-224">
            <a:extLst xmlns:a="http://schemas.openxmlformats.org/drawingml/2006/main">
              <a:ext uri="{FF2B5EF4-FFF2-40B4-BE49-F238E27FC236}">
                <a16:creationId xmlns:a16="http://schemas.microsoft.com/office/drawing/2014/main" id="{1C5A6180-6FAD-402E-B035-1C54A7B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D44B54B-71AB-4919-BE14-601B198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text-226">
            <a:extLst xmlns:a="http://schemas.openxmlformats.org/drawingml/2006/main">
              <a:ext uri="{FF2B5EF4-FFF2-40B4-BE49-F238E27FC236}">
                <a16:creationId xmlns:a16="http://schemas.microsoft.com/office/drawing/2014/main" id="{C29E4A5D-D2BB-403B-AA3A-D0E3083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618655E-7149-411C-BA0B-CBE159A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text-228">
            <a:extLst xmlns:a="http://schemas.openxmlformats.org/drawingml/2006/main">
              <a:ext uri="{FF2B5EF4-FFF2-40B4-BE49-F238E27FC236}">
                <a16:creationId xmlns:a16="http://schemas.microsoft.com/office/drawing/2014/main" id="{6133B337-1627-486C-9F4B-E0E38ED6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0365BB6-94F8-4CC6-9290-38AC11D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text-230">
            <a:extLst xmlns:a="http://schemas.openxmlformats.org/drawingml/2006/main">
              <a:ext uri="{FF2B5EF4-FFF2-40B4-BE49-F238E27FC236}">
                <a16:creationId xmlns:a16="http://schemas.microsoft.com/office/drawing/2014/main" id="{70A36400-666F-4EC9-B28F-652C48F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334F7AE-80B2-460E-AACF-92ED6F6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text-232">
            <a:extLst xmlns:a="http://schemas.openxmlformats.org/drawingml/2006/main">
              <a:ext uri="{FF2B5EF4-FFF2-40B4-BE49-F238E27FC236}">
                <a16:creationId xmlns:a16="http://schemas.microsoft.com/office/drawing/2014/main" id="{9F553918-D9E4-4D62-849B-7CD7AA4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948D446-BA83-4825-9B16-17C7035C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text-234">
            <a:extLst xmlns:a="http://schemas.openxmlformats.org/drawingml/2006/main">
              <a:ext uri="{FF2B5EF4-FFF2-40B4-BE49-F238E27FC236}">
                <a16:creationId xmlns:a16="http://schemas.microsoft.com/office/drawing/2014/main" id="{F5736198-BFD6-413D-84A0-8415DAD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FD07038-317B-4C94-A965-917F874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text-236">
            <a:extLst xmlns:a="http://schemas.openxmlformats.org/drawingml/2006/main">
              <a:ext uri="{FF2B5EF4-FFF2-40B4-BE49-F238E27FC236}">
                <a16:creationId xmlns:a16="http://schemas.microsoft.com/office/drawing/2014/main" id="{6870DFF5-3908-40C4-B2FC-2674BBB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93FB357-8DCC-43C7-A35B-397EBE1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text-238">
            <a:extLst xmlns:a="http://schemas.openxmlformats.org/drawingml/2006/main">
              <a:ext uri="{FF2B5EF4-FFF2-40B4-BE49-F238E27FC236}">
                <a16:creationId xmlns:a16="http://schemas.microsoft.com/office/drawing/2014/main" id="{C2667B6C-A199-4704-BF2D-E45F419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0FD6942-4F73-4439-BD1D-120FB93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text-240">
            <a:extLst xmlns:a="http://schemas.openxmlformats.org/drawingml/2006/main">
              <a:ext uri="{FF2B5EF4-FFF2-40B4-BE49-F238E27FC236}">
                <a16:creationId xmlns:a16="http://schemas.microsoft.com/office/drawing/2014/main" id="{9C7ADC27-9DCE-4687-9337-E1AEF8F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85F85F-FC28-4A37-B3F7-257A4CD0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text-242">
            <a:extLst xmlns:a="http://schemas.openxmlformats.org/drawingml/2006/main">
              <a:ext uri="{FF2B5EF4-FFF2-40B4-BE49-F238E27FC236}">
                <a16:creationId xmlns:a16="http://schemas.microsoft.com/office/drawing/2014/main" id="{994E697B-6981-4F53-8BAA-6DE5F62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4BF7321-3061-483C-BA5F-BC26BE56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text-244">
            <a:extLst xmlns:a="http://schemas.openxmlformats.org/drawingml/2006/main">
              <a:ext uri="{FF2B5EF4-FFF2-40B4-BE49-F238E27FC236}">
                <a16:creationId xmlns:a16="http://schemas.microsoft.com/office/drawing/2014/main" id="{9906518C-B811-44B4-8BC5-B50D195B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95571A5-38CE-48E1-859F-F0264D4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text-246">
            <a:extLst xmlns:a="http://schemas.openxmlformats.org/drawingml/2006/main">
              <a:ext uri="{FF2B5EF4-FFF2-40B4-BE49-F238E27FC236}">
                <a16:creationId xmlns:a16="http://schemas.microsoft.com/office/drawing/2014/main" id="{D76B76D4-056C-4BFE-ADD3-06AC464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38A5D63-77CF-46B4-B5FC-C5968AD9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text-248">
            <a:extLst xmlns:a="http://schemas.openxmlformats.org/drawingml/2006/main">
              <a:ext uri="{FF2B5EF4-FFF2-40B4-BE49-F238E27FC236}">
                <a16:creationId xmlns:a16="http://schemas.microsoft.com/office/drawing/2014/main" id="{50F2D399-2839-4E42-A493-05C312D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8C8B89A-8DEE-4C76-94EA-5C28A18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text-250">
            <a:extLst xmlns:a="http://schemas.openxmlformats.org/drawingml/2006/main">
              <a:ext uri="{FF2B5EF4-FFF2-40B4-BE49-F238E27FC236}">
                <a16:creationId xmlns:a16="http://schemas.microsoft.com/office/drawing/2014/main" id="{BE07CED6-5650-4F92-B052-EC2BBC8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A1C9069-6A8D-4FF4-9A43-C00923E1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text-252">
            <a:extLst xmlns:a="http://schemas.openxmlformats.org/drawingml/2006/main">
              <a:ext uri="{FF2B5EF4-FFF2-40B4-BE49-F238E27FC236}">
                <a16:creationId xmlns:a16="http://schemas.microsoft.com/office/drawing/2014/main" id="{5BB84A70-AD92-48EA-93C3-68E242B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9490C2F-0D4C-4687-A13A-A13B9206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text-254">
            <a:extLst xmlns:a="http://schemas.openxmlformats.org/drawingml/2006/main">
              <a:ext uri="{FF2B5EF4-FFF2-40B4-BE49-F238E27FC236}">
                <a16:creationId xmlns:a16="http://schemas.microsoft.com/office/drawing/2014/main" id="{7735885D-46B7-428D-80B5-E72FE48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09E75A6-0D19-4528-9CD6-C4E2BE5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text-256">
            <a:extLst xmlns:a="http://schemas.openxmlformats.org/drawingml/2006/main">
              <a:ext uri="{FF2B5EF4-FFF2-40B4-BE49-F238E27FC236}">
                <a16:creationId xmlns:a16="http://schemas.microsoft.com/office/drawing/2014/main" id="{D9684130-6C4D-4ADD-9B1E-6B8DC25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1F2F1CB-9270-4DCC-B66F-2B03288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text-258">
            <a:extLst xmlns:a="http://schemas.openxmlformats.org/drawingml/2006/main">
              <a:ext uri="{FF2B5EF4-FFF2-40B4-BE49-F238E27FC236}">
                <a16:creationId xmlns:a16="http://schemas.microsoft.com/office/drawing/2014/main" id="{05D37C30-962C-4BF7-85E5-C6F1CF8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C9CA2F6-8E7F-401F-A0E9-1E8F47D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C7594A0A-F2AE-4C2A-9940-EF9C9FB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8026BAC8-859E-461E-AFDC-A01E203D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118F1E01-FEA6-493E-9BED-1E2B0CA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20506701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0531647-2EB1-4CBB-B6AB-A903444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C10D1-4B3D-4A8B-A91A-D7E3A14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2BD818-5731-4FC5-B604-3957E52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3C3C-0DC7-4860-96A2-1816E38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92D85B-7846-402F-BA31-2B6A7D73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BFBD-DF1F-4AF6-932E-C81CE90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D4DC87-36BB-4F10-9D58-566612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7118-44CA-4FFD-8E24-667C7FD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9B928D7-7C62-4FC1-9CFE-AA05769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4E1F-BE63-4C18-A1EC-C7927CFC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D532677-9CE9-4AA8-BD44-ADE63D15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A645D-CC41-49D5-A43A-5729C23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8645AE0E-159C-4016-A689-AACEA0A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46E1A-F522-49C7-A426-4AEDE15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2D3AF16-D0A8-4A82-85A3-C1D6032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8BF9B-AD16-4617-9197-9077175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E7C9F9C-BB92-415B-AE02-4EAC84F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6FEA3-C036-4170-8801-8E82955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1D9328B-E5A1-49E2-8EF8-575E694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A34D-5101-470C-9A87-4366945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1161ED34-2198-4D13-97CA-EBCB7F6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44919-FFE9-4AB5-9128-48D3C98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A2D0576-0EA8-4ACB-AA35-1189B5F3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57E1C-F103-4B2D-91DC-22EA0F2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2F3CA7A0-CE6B-4ED8-AF03-F58DCECE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B9F8D-0240-44C9-A552-18BA4E4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8CAFCFE7-9913-478E-8AF3-BB427E6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21A01-55D0-436E-9646-FED762B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06D6E334-F144-4730-B68C-33A08B7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1642E-4DA9-4749-A16F-735D5F1C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97F0F6C5-1E4B-45BD-A4BA-6B2B6D4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12667-E1AC-4DC2-A5F7-C137C525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B679644-D865-4DD4-9D4E-C5FFF28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BC094-71DB-4351-95FC-F31D747E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6C290B0-1765-4D43-93C8-F94C820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8C1DF-A467-4037-B511-9ACB48E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BDB469D7-8B5C-4F4B-B370-B5F1531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86EFE3-B844-4CC3-9D99-1F6A153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2C854D1-7F82-4829-8FBC-1228688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C9E1B-C2EE-4AAD-A3E9-509DF5F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CF110878-E71A-4958-8CD0-EB36DBB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3C38E8-9A32-45BB-B277-91A188F4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005FDA47-3D2C-40D7-B1D6-9C182F33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149FE-F7F8-4C18-923C-5EE835A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0998EAC2-9467-4C84-813C-479E860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A2E28-42CC-4773-AFBF-F8EC46A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32798AC4-109D-4E30-9F6F-C5CFA42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4F62F-DCFE-4A85-BBA8-DE8BA943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8598AA9C-6618-43FE-97E1-9DA8056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DB47EB-CA2E-420E-8C99-DC217E9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6979C3EC-1DA3-48BB-B3AB-F9E6BDA6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04B126-35FC-43D5-A07A-A343277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5A031B5A-708F-4480-8547-D22523F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00141-C71A-4EEB-80ED-1360DD2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A09394DC-BA4C-421C-A13B-1E11DC4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EE70B-9241-4904-85F0-71E956D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7AAC0179-00CE-4C68-AD25-5C53A9C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8E2CC3-885A-4B3D-AC87-52DA8528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EF0C7C11-AD64-4E2D-ABA6-0A3A7DA4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92DFEF-0F37-490B-B56C-1865EC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A0ABA3DA-A559-400B-8207-AEE12CDC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4B833D-D47B-43E4-A2AD-8DCBA789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D34F274B-BA31-40A2-A868-67718F70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F212B9-C213-484C-9675-53BF091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C06AA5A3-A792-48E7-9715-7B677FD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4FD475-F49A-4B60-AFAA-FFBF8B6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D2A5011E-94EC-45F1-81D1-255F46B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F544A5-4091-4F83-A0F4-631600A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7BC7DCF2-0D11-4A8A-9A60-E4767606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BC4567-E62E-4A96-8571-FC64751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3C779844-E0FC-470C-806F-B528C32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668F73-BB8B-40AF-A20C-AA47782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49C9E092-DF42-4845-95C9-221B4CF5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95D265-847C-4A1E-A892-3F96767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83B4C8FD-16EC-4B69-9122-B74CC59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BAC444-6D3C-4EFE-ADAF-FD65833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68117E5D-4E88-481D-A907-A823831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EEABED-CAD8-4466-B149-27DE18F1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F90C5151-6046-424C-B7DF-D4C2887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6F481C-92B5-416A-9BAD-28532F67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710A5709-7B8B-49D6-A01E-FB638C2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8D6932-42E8-4AD5-A8B9-30FB2B6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0684A6B7-0252-4B93-9F15-F1F2B75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EE2A11-C4CE-40EB-8CD4-7D6F7C9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617FF42C-FBC4-4A95-A1D4-42CB48F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3B7EF9-03B3-4E96-82F8-CDEEF0A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7A69B3B-D810-460A-93ED-5E255BA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47CFEC-BDF6-4B4D-A7C6-5F4B8B0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7B429A36-53B3-43AD-A814-66DF414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039594-95CE-4617-8E52-C00B927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13145408-5FF0-4B96-98D7-8C7EB23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DADA5D-B881-4320-ACF5-0F907CD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A9A19328-6832-432E-8C6D-DBF31989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9E7CB0-B9C4-468A-90B8-08506C0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DCBD940-DF56-461F-B49C-00B7F40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CCA072-2B29-454A-B53B-A99911DF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85BE7F73-D1C4-4272-A724-F5710CD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D69ED8-1B9A-43F3-A2BE-75C7268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748C0244-A025-407A-857C-8DC2E444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AB984C-1105-4340-A5A5-7093093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E5DC9856-6547-4C7D-827B-1681F39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0CEF31-6870-4B17-9399-C4E4419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4F779FBF-5CA1-459B-84DE-21FEE0F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B6BE9B-18F1-4DD9-BC9E-8828B93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4022430A-2E4A-4F16-8410-CAFBED9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BDCAE5-F202-4059-B91F-B1E7E87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F59CC49C-6B8A-4DB9-9F7D-AA5E732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DB05EA-60CF-4E36-98FA-4555C73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5A071274-F144-41E5-B13D-EE5E3943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66E7E9-B240-47FF-B64A-BD0ADF3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09A1B1EB-A987-4536-AFC7-AF2E5ECA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B637AC-8F3F-4066-BDA6-15F4BEE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848B3D08-2EF0-49A5-AA59-FFA16F8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1A9036-A884-4851-95FA-FE92409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36581316-3EE7-41B6-8931-0114A8C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2493F3-001C-492C-BED5-6ACF31A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4B3F0D04-FDCF-4051-B824-A5DB2CA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4600B28-46EC-4711-BC38-8AE3960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F1D65632-5B6F-4438-96CA-70720AF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B59291B-72F9-4460-9C0C-8F0B01F5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BF5FEECA-C4C3-4CFA-8954-733583F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6A7320-BE36-47A8-89B8-280F41D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3CD6D84D-213F-44D6-8B43-596A74A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C24449-8FB4-40E5-B1C7-3ADF452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366D343A-0DE3-43B7-920F-F2A8569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AE74652-B7B3-41A8-94B3-E1CA33E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A900923A-C9BD-47ED-8F94-661F691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C53C93-B884-4D87-AD20-EC2DD8E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C814B7BF-0555-49D7-B421-18B26EA2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1FBCA48-A664-4C1F-BF71-3C0A238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B45571D9-8ACC-4D14-A992-C160BED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text-131">
            <a:extLst xmlns:a="http://schemas.openxmlformats.org/drawingml/2006/main">
              <a:ext uri="{FF2B5EF4-FFF2-40B4-BE49-F238E27FC236}">
                <a16:creationId xmlns:a16="http://schemas.microsoft.com/office/drawing/2014/main" id="{4E19756F-B902-45E4-9921-66B4718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1440F426-6D58-4EC9-9B1B-26DB2E5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BA6657-2ED5-40A7-8344-7735203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text-134">
            <a:extLst xmlns:a="http://schemas.openxmlformats.org/drawingml/2006/main">
              <a:ext uri="{FF2B5EF4-FFF2-40B4-BE49-F238E27FC236}">
                <a16:creationId xmlns:a16="http://schemas.microsoft.com/office/drawing/2014/main" id="{ACD4E8BE-C933-4C5A-8D8B-CFB6CFE6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8EB09A9-2E52-4665-8D0C-6744B06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text-136">
            <a:extLst xmlns:a="http://schemas.openxmlformats.org/drawingml/2006/main">
              <a:ext uri="{FF2B5EF4-FFF2-40B4-BE49-F238E27FC236}">
                <a16:creationId xmlns:a16="http://schemas.microsoft.com/office/drawing/2014/main" id="{D8E7C549-7492-42B7-87E6-6C55CCA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565E7C-EE48-4A1A-B095-E5E75A4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text-138">
            <a:extLst xmlns:a="http://schemas.openxmlformats.org/drawingml/2006/main">
              <a:ext uri="{FF2B5EF4-FFF2-40B4-BE49-F238E27FC236}">
                <a16:creationId xmlns:a16="http://schemas.microsoft.com/office/drawing/2014/main" id="{39F121F6-1001-467C-B606-6F78E7D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B1642D-D1AB-407A-B382-E358928D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text-140">
            <a:extLst xmlns:a="http://schemas.openxmlformats.org/drawingml/2006/main">
              <a:ext uri="{FF2B5EF4-FFF2-40B4-BE49-F238E27FC236}">
                <a16:creationId xmlns:a16="http://schemas.microsoft.com/office/drawing/2014/main" id="{28104E17-554B-453B-A865-D96AF5E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B70C30A-4AA6-4A89-BF86-2ED7EB4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text-142">
            <a:extLst xmlns:a="http://schemas.openxmlformats.org/drawingml/2006/main">
              <a:ext uri="{FF2B5EF4-FFF2-40B4-BE49-F238E27FC236}">
                <a16:creationId xmlns:a16="http://schemas.microsoft.com/office/drawing/2014/main" id="{9E9F0C6F-A229-40F3-AADE-AE32ACA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43A34F0-CE02-411D-BEDF-032C35B9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text-144">
            <a:extLst xmlns:a="http://schemas.openxmlformats.org/drawingml/2006/main">
              <a:ext uri="{FF2B5EF4-FFF2-40B4-BE49-F238E27FC236}">
                <a16:creationId xmlns:a16="http://schemas.microsoft.com/office/drawing/2014/main" id="{908B0231-2621-4FA0-9D62-63589956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625BBA7-D177-422E-97F7-4AFD1CD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text-146">
            <a:extLst xmlns:a="http://schemas.openxmlformats.org/drawingml/2006/main">
              <a:ext uri="{FF2B5EF4-FFF2-40B4-BE49-F238E27FC236}">
                <a16:creationId xmlns:a16="http://schemas.microsoft.com/office/drawing/2014/main" id="{9C399A1E-FDAD-44FC-8A9C-C4AD6BD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B8E2474-11C6-47BE-96D3-1426811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text-148">
            <a:extLst xmlns:a="http://schemas.openxmlformats.org/drawingml/2006/main">
              <a:ext uri="{FF2B5EF4-FFF2-40B4-BE49-F238E27FC236}">
                <a16:creationId xmlns:a16="http://schemas.microsoft.com/office/drawing/2014/main" id="{D4641DFB-6103-4D10-88EB-2541C22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5A23EED-95B0-427E-A7B6-D5E16B8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text-150">
            <a:extLst xmlns:a="http://schemas.openxmlformats.org/drawingml/2006/main">
              <a:ext uri="{FF2B5EF4-FFF2-40B4-BE49-F238E27FC236}">
                <a16:creationId xmlns:a16="http://schemas.microsoft.com/office/drawing/2014/main" id="{F158F705-AFAA-4B44-9F93-D3AB9ED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051E3F9-0041-446F-BCD4-F5FF1C2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text-152">
            <a:extLst xmlns:a="http://schemas.openxmlformats.org/drawingml/2006/main">
              <a:ext uri="{FF2B5EF4-FFF2-40B4-BE49-F238E27FC236}">
                <a16:creationId xmlns:a16="http://schemas.microsoft.com/office/drawing/2014/main" id="{DD8B5D84-2ACD-48AD-BA70-87674A37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7BA972F-F028-4769-B960-1C1A862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text-154">
            <a:extLst xmlns:a="http://schemas.openxmlformats.org/drawingml/2006/main">
              <a:ext uri="{FF2B5EF4-FFF2-40B4-BE49-F238E27FC236}">
                <a16:creationId xmlns:a16="http://schemas.microsoft.com/office/drawing/2014/main" id="{F76A291C-B472-4F72-BCAB-445EA31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4C170A6-7DD5-45CE-80A3-3700564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text-156">
            <a:extLst xmlns:a="http://schemas.openxmlformats.org/drawingml/2006/main">
              <a:ext uri="{FF2B5EF4-FFF2-40B4-BE49-F238E27FC236}">
                <a16:creationId xmlns:a16="http://schemas.microsoft.com/office/drawing/2014/main" id="{8A8E7538-42C8-4DC3-8882-DFFCF5F5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4F75703-01F1-4DE7-904A-4F08DBA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text-158">
            <a:extLst xmlns:a="http://schemas.openxmlformats.org/drawingml/2006/main">
              <a:ext uri="{FF2B5EF4-FFF2-40B4-BE49-F238E27FC236}">
                <a16:creationId xmlns:a16="http://schemas.microsoft.com/office/drawing/2014/main" id="{006BC494-E7B1-4B9A-87F3-A4F88906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5B3CE41-4401-418A-B4B8-3E1F3208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text-160">
            <a:extLst xmlns:a="http://schemas.openxmlformats.org/drawingml/2006/main">
              <a:ext uri="{FF2B5EF4-FFF2-40B4-BE49-F238E27FC236}">
                <a16:creationId xmlns:a16="http://schemas.microsoft.com/office/drawing/2014/main" id="{7E6CD1B0-62F1-4D47-B2FA-677BB12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346E49D-4D7E-4B03-BAF6-175E11C1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text-162">
            <a:extLst xmlns:a="http://schemas.openxmlformats.org/drawingml/2006/main">
              <a:ext uri="{FF2B5EF4-FFF2-40B4-BE49-F238E27FC236}">
                <a16:creationId xmlns:a16="http://schemas.microsoft.com/office/drawing/2014/main" id="{A553DB1D-01D8-4E9B-AB1D-D4BD008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8359AB0-378E-4BDA-B4B8-A288201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text-164">
            <a:extLst xmlns:a="http://schemas.openxmlformats.org/drawingml/2006/main">
              <a:ext uri="{FF2B5EF4-FFF2-40B4-BE49-F238E27FC236}">
                <a16:creationId xmlns:a16="http://schemas.microsoft.com/office/drawing/2014/main" id="{8B3B29A8-22CE-4021-8515-AF7C40F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3B65F55-6FE0-4506-8973-A28BFB4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text-166">
            <a:extLst xmlns:a="http://schemas.openxmlformats.org/drawingml/2006/main">
              <a:ext uri="{FF2B5EF4-FFF2-40B4-BE49-F238E27FC236}">
                <a16:creationId xmlns:a16="http://schemas.microsoft.com/office/drawing/2014/main" id="{970CC26F-D496-41E7-A54E-03A5C632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E36C9C-918C-4779-B854-F1E53EF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text-168">
            <a:extLst xmlns:a="http://schemas.openxmlformats.org/drawingml/2006/main">
              <a:ext uri="{FF2B5EF4-FFF2-40B4-BE49-F238E27FC236}">
                <a16:creationId xmlns:a16="http://schemas.microsoft.com/office/drawing/2014/main" id="{A8D6CEE8-705B-43FD-9177-3780BC9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BEF742D-22D1-4AA0-9266-FBE2931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text-170">
            <a:extLst xmlns:a="http://schemas.openxmlformats.org/drawingml/2006/main">
              <a:ext uri="{FF2B5EF4-FFF2-40B4-BE49-F238E27FC236}">
                <a16:creationId xmlns:a16="http://schemas.microsoft.com/office/drawing/2014/main" id="{7682E290-A74B-4C95-90FB-1D4144D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4F5F457-6838-4577-B42B-E6776E0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text-172">
            <a:extLst xmlns:a="http://schemas.openxmlformats.org/drawingml/2006/main">
              <a:ext uri="{FF2B5EF4-FFF2-40B4-BE49-F238E27FC236}">
                <a16:creationId xmlns:a16="http://schemas.microsoft.com/office/drawing/2014/main" id="{7C2253BE-F46D-4B0B-BC44-1B65BCD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4AA4B6B-E1E2-4983-92B3-F325773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text-174">
            <a:extLst xmlns:a="http://schemas.openxmlformats.org/drawingml/2006/main">
              <a:ext uri="{FF2B5EF4-FFF2-40B4-BE49-F238E27FC236}">
                <a16:creationId xmlns:a16="http://schemas.microsoft.com/office/drawing/2014/main" id="{13C13ED8-B41E-4309-B192-DFD37D4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3E3A880-7A8A-40D8-9558-39845764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text-176">
            <a:extLst xmlns:a="http://schemas.openxmlformats.org/drawingml/2006/main">
              <a:ext uri="{FF2B5EF4-FFF2-40B4-BE49-F238E27FC236}">
                <a16:creationId xmlns:a16="http://schemas.microsoft.com/office/drawing/2014/main" id="{9E2A2D79-5821-4AAE-9E6F-99EF231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8C3E28F-685A-4CD8-9704-45ECCB1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text-178">
            <a:extLst xmlns:a="http://schemas.openxmlformats.org/drawingml/2006/main">
              <a:ext uri="{FF2B5EF4-FFF2-40B4-BE49-F238E27FC236}">
                <a16:creationId xmlns:a16="http://schemas.microsoft.com/office/drawing/2014/main" id="{E500A971-8E21-449F-ACFA-EC045B0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ABDDA96-1A44-4804-943F-A3DE6B1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text-180">
            <a:extLst xmlns:a="http://schemas.openxmlformats.org/drawingml/2006/main">
              <a:ext uri="{FF2B5EF4-FFF2-40B4-BE49-F238E27FC236}">
                <a16:creationId xmlns:a16="http://schemas.microsoft.com/office/drawing/2014/main" id="{353A46D5-EACF-4E43-9984-C64CEB4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143CA96-0B40-47E6-834C-DAF1FDF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text-182">
            <a:extLst xmlns:a="http://schemas.openxmlformats.org/drawingml/2006/main">
              <a:ext uri="{FF2B5EF4-FFF2-40B4-BE49-F238E27FC236}">
                <a16:creationId xmlns:a16="http://schemas.microsoft.com/office/drawing/2014/main" id="{C5479C1C-14E7-4EB4-8B2A-D86A5069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6B5CD34-8693-491B-B952-44A3560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text-184">
            <a:extLst xmlns:a="http://schemas.openxmlformats.org/drawingml/2006/main">
              <a:ext uri="{FF2B5EF4-FFF2-40B4-BE49-F238E27FC236}">
                <a16:creationId xmlns:a16="http://schemas.microsoft.com/office/drawing/2014/main" id="{91341AB5-6B0C-4F24-AD26-60CFB435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8ED0820-B0B2-4E07-838D-5ED20EF2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text-186">
            <a:extLst xmlns:a="http://schemas.openxmlformats.org/drawingml/2006/main">
              <a:ext uri="{FF2B5EF4-FFF2-40B4-BE49-F238E27FC236}">
                <a16:creationId xmlns:a16="http://schemas.microsoft.com/office/drawing/2014/main" id="{A9559F36-FB6E-4918-BAE6-1A098C1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43885FA-A895-45C8-AA3B-49C2BA9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text-188">
            <a:extLst xmlns:a="http://schemas.openxmlformats.org/drawingml/2006/main">
              <a:ext uri="{FF2B5EF4-FFF2-40B4-BE49-F238E27FC236}">
                <a16:creationId xmlns:a16="http://schemas.microsoft.com/office/drawing/2014/main" id="{5BBB6F70-BB1D-4203-BE87-9C943DB2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6EB3169-A18A-43C4-94F7-CE49936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text-190">
            <a:extLst xmlns:a="http://schemas.openxmlformats.org/drawingml/2006/main">
              <a:ext uri="{FF2B5EF4-FFF2-40B4-BE49-F238E27FC236}">
                <a16:creationId xmlns:a16="http://schemas.microsoft.com/office/drawing/2014/main" id="{E6B93D38-3A47-4F8C-B704-21A8D1A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266B616-AAA7-4080-9926-94F7D7E0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text-192">
            <a:extLst xmlns:a="http://schemas.openxmlformats.org/drawingml/2006/main">
              <a:ext uri="{FF2B5EF4-FFF2-40B4-BE49-F238E27FC236}">
                <a16:creationId xmlns:a16="http://schemas.microsoft.com/office/drawing/2014/main" id="{A395CEF9-8830-4AB5-A065-ADBF3E9F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E1B828D-5476-41A1-A3E6-9C1F38A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text-194">
            <a:extLst xmlns:a="http://schemas.openxmlformats.org/drawingml/2006/main">
              <a:ext uri="{FF2B5EF4-FFF2-40B4-BE49-F238E27FC236}">
                <a16:creationId xmlns:a16="http://schemas.microsoft.com/office/drawing/2014/main" id="{E13AF297-19FF-4CAB-BD36-A33998E9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16ACD26-B575-4AB9-AD17-F24BD67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text-196">
            <a:extLst xmlns:a="http://schemas.openxmlformats.org/drawingml/2006/main">
              <a:ext uri="{FF2B5EF4-FFF2-40B4-BE49-F238E27FC236}">
                <a16:creationId xmlns:a16="http://schemas.microsoft.com/office/drawing/2014/main" id="{A5B089A7-4524-4E97-AD0C-3A0DE3D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D67249A-4E20-4215-9756-1CEB340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text-198">
            <a:extLst xmlns:a="http://schemas.openxmlformats.org/drawingml/2006/main">
              <a:ext uri="{FF2B5EF4-FFF2-40B4-BE49-F238E27FC236}">
                <a16:creationId xmlns:a16="http://schemas.microsoft.com/office/drawing/2014/main" id="{FBEE2B4E-85C5-451E-9B88-9715BC01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18FD6CB-9722-451B-8D6A-D6DD00E7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text-200">
            <a:extLst xmlns:a="http://schemas.openxmlformats.org/drawingml/2006/main">
              <a:ext uri="{FF2B5EF4-FFF2-40B4-BE49-F238E27FC236}">
                <a16:creationId xmlns:a16="http://schemas.microsoft.com/office/drawing/2014/main" id="{8ED9DE37-E849-485C-9632-9BA515D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EF5FA99-BB86-4C55-B7E4-FC38D1D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text-202">
            <a:extLst xmlns:a="http://schemas.openxmlformats.org/drawingml/2006/main">
              <a:ext uri="{FF2B5EF4-FFF2-40B4-BE49-F238E27FC236}">
                <a16:creationId xmlns:a16="http://schemas.microsoft.com/office/drawing/2014/main" id="{9BC310F0-00AC-42CD-8ADE-5AE57B0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E1289FD-64D9-48B9-9CE7-1B7EE0B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text-204">
            <a:extLst xmlns:a="http://schemas.openxmlformats.org/drawingml/2006/main">
              <a:ext uri="{FF2B5EF4-FFF2-40B4-BE49-F238E27FC236}">
                <a16:creationId xmlns:a16="http://schemas.microsoft.com/office/drawing/2014/main" id="{CB0708BA-A995-4E4E-8923-60995FA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2F82EC5-F46B-4637-B8F1-0ADC704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text-206">
            <a:extLst xmlns:a="http://schemas.openxmlformats.org/drawingml/2006/main">
              <a:ext uri="{FF2B5EF4-FFF2-40B4-BE49-F238E27FC236}">
                <a16:creationId xmlns:a16="http://schemas.microsoft.com/office/drawing/2014/main" id="{A4F4D5C7-C85A-42DB-B5BC-5CF2C0E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4AC55D5-55F7-450A-8627-3236C52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text-208">
            <a:extLst xmlns:a="http://schemas.openxmlformats.org/drawingml/2006/main">
              <a:ext uri="{FF2B5EF4-FFF2-40B4-BE49-F238E27FC236}">
                <a16:creationId xmlns:a16="http://schemas.microsoft.com/office/drawing/2014/main" id="{EC80DD43-0F56-4F14-91C6-57587D93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13A7431-3E64-48D3-A161-2D90B6C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text-210">
            <a:extLst xmlns:a="http://schemas.openxmlformats.org/drawingml/2006/main">
              <a:ext uri="{FF2B5EF4-FFF2-40B4-BE49-F238E27FC236}">
                <a16:creationId xmlns:a16="http://schemas.microsoft.com/office/drawing/2014/main" id="{90FD37BF-8466-4FF6-B361-5EA3018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5BA6B79-1A8A-49FC-B5CE-B728A0E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text-212">
            <a:extLst xmlns:a="http://schemas.openxmlformats.org/drawingml/2006/main">
              <a:ext uri="{FF2B5EF4-FFF2-40B4-BE49-F238E27FC236}">
                <a16:creationId xmlns:a16="http://schemas.microsoft.com/office/drawing/2014/main" id="{B233A709-EA34-4E10-A949-B268A48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893E584-5506-4956-AB8C-1F9F6AB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text-214">
            <a:extLst xmlns:a="http://schemas.openxmlformats.org/drawingml/2006/main">
              <a:ext uri="{FF2B5EF4-FFF2-40B4-BE49-F238E27FC236}">
                <a16:creationId xmlns:a16="http://schemas.microsoft.com/office/drawing/2014/main" id="{299D24E0-90C1-4D6E-8FFA-84AF42F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2AFFB17-2C99-4674-B46A-669C431F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text-216">
            <a:extLst xmlns:a="http://schemas.openxmlformats.org/drawingml/2006/main">
              <a:ext uri="{FF2B5EF4-FFF2-40B4-BE49-F238E27FC236}">
                <a16:creationId xmlns:a16="http://schemas.microsoft.com/office/drawing/2014/main" id="{76A4CEC0-E659-477A-8A71-E37ADE0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DBD79B2-3DB9-4BF8-B2A2-B1FFDA2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text-218">
            <a:extLst xmlns:a="http://schemas.openxmlformats.org/drawingml/2006/main">
              <a:ext uri="{FF2B5EF4-FFF2-40B4-BE49-F238E27FC236}">
                <a16:creationId xmlns:a16="http://schemas.microsoft.com/office/drawing/2014/main" id="{4CBCAB40-2C0C-4D2E-8C55-69588F6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F9723B9-BF59-43E6-A245-0E1DD54D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text-220">
            <a:extLst xmlns:a="http://schemas.openxmlformats.org/drawingml/2006/main">
              <a:ext uri="{FF2B5EF4-FFF2-40B4-BE49-F238E27FC236}">
                <a16:creationId xmlns:a16="http://schemas.microsoft.com/office/drawing/2014/main" id="{6FBBD849-D48F-4654-BCB6-9740659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A4B7CAB-D7AE-49A0-AEAE-7F698B64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text-222">
            <a:extLst xmlns:a="http://schemas.openxmlformats.org/drawingml/2006/main">
              <a:ext uri="{FF2B5EF4-FFF2-40B4-BE49-F238E27FC236}">
                <a16:creationId xmlns:a16="http://schemas.microsoft.com/office/drawing/2014/main" id="{B2F5A208-D72F-4048-89BB-4C58302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DC3BC6C-E985-44AE-AC6C-605F4F72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text-224">
            <a:extLst xmlns:a="http://schemas.openxmlformats.org/drawingml/2006/main">
              <a:ext uri="{FF2B5EF4-FFF2-40B4-BE49-F238E27FC236}">
                <a16:creationId xmlns:a16="http://schemas.microsoft.com/office/drawing/2014/main" id="{1C5A6180-6FAD-402E-B035-1C54A7B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D44B54B-71AB-4919-BE14-601B198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text-226">
            <a:extLst xmlns:a="http://schemas.openxmlformats.org/drawingml/2006/main">
              <a:ext uri="{FF2B5EF4-FFF2-40B4-BE49-F238E27FC236}">
                <a16:creationId xmlns:a16="http://schemas.microsoft.com/office/drawing/2014/main" id="{C29E4A5D-D2BB-403B-AA3A-D0E3083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618655E-7149-411C-BA0B-CBE159A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text-228">
            <a:extLst xmlns:a="http://schemas.openxmlformats.org/drawingml/2006/main">
              <a:ext uri="{FF2B5EF4-FFF2-40B4-BE49-F238E27FC236}">
                <a16:creationId xmlns:a16="http://schemas.microsoft.com/office/drawing/2014/main" id="{6133B337-1627-486C-9F4B-E0E38ED6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0365BB6-94F8-4CC6-9290-38AC11D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text-230">
            <a:extLst xmlns:a="http://schemas.openxmlformats.org/drawingml/2006/main">
              <a:ext uri="{FF2B5EF4-FFF2-40B4-BE49-F238E27FC236}">
                <a16:creationId xmlns:a16="http://schemas.microsoft.com/office/drawing/2014/main" id="{70A36400-666F-4EC9-B28F-652C48F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334F7AE-80B2-460E-AACF-92ED6F6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text-232">
            <a:extLst xmlns:a="http://schemas.openxmlformats.org/drawingml/2006/main">
              <a:ext uri="{FF2B5EF4-FFF2-40B4-BE49-F238E27FC236}">
                <a16:creationId xmlns:a16="http://schemas.microsoft.com/office/drawing/2014/main" id="{9F553918-D9E4-4D62-849B-7CD7AA4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948D446-BA83-4825-9B16-17C7035C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text-234">
            <a:extLst xmlns:a="http://schemas.openxmlformats.org/drawingml/2006/main">
              <a:ext uri="{FF2B5EF4-FFF2-40B4-BE49-F238E27FC236}">
                <a16:creationId xmlns:a16="http://schemas.microsoft.com/office/drawing/2014/main" id="{F5736198-BFD6-413D-84A0-8415DAD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FD07038-317B-4C94-A965-917F874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text-236">
            <a:extLst xmlns:a="http://schemas.openxmlformats.org/drawingml/2006/main">
              <a:ext uri="{FF2B5EF4-FFF2-40B4-BE49-F238E27FC236}">
                <a16:creationId xmlns:a16="http://schemas.microsoft.com/office/drawing/2014/main" id="{6870DFF5-3908-40C4-B2FC-2674BBB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93FB357-8DCC-43C7-A35B-397EBE1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text-238">
            <a:extLst xmlns:a="http://schemas.openxmlformats.org/drawingml/2006/main">
              <a:ext uri="{FF2B5EF4-FFF2-40B4-BE49-F238E27FC236}">
                <a16:creationId xmlns:a16="http://schemas.microsoft.com/office/drawing/2014/main" id="{C2667B6C-A199-4704-BF2D-E45F4195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0FD6942-4F73-4439-BD1D-120FB93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text-240">
            <a:extLst xmlns:a="http://schemas.openxmlformats.org/drawingml/2006/main">
              <a:ext uri="{FF2B5EF4-FFF2-40B4-BE49-F238E27FC236}">
                <a16:creationId xmlns:a16="http://schemas.microsoft.com/office/drawing/2014/main" id="{9C7ADC27-9DCE-4687-9337-E1AEF8F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285F85F-FC28-4A37-B3F7-257A4CD0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text-242">
            <a:extLst xmlns:a="http://schemas.openxmlformats.org/drawingml/2006/main">
              <a:ext uri="{FF2B5EF4-FFF2-40B4-BE49-F238E27FC236}">
                <a16:creationId xmlns:a16="http://schemas.microsoft.com/office/drawing/2014/main" id="{994E697B-6981-4F53-8BAA-6DE5F621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4BF7321-3061-483C-BA5F-BC26BE56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text-244">
            <a:extLst xmlns:a="http://schemas.openxmlformats.org/drawingml/2006/main">
              <a:ext uri="{FF2B5EF4-FFF2-40B4-BE49-F238E27FC236}">
                <a16:creationId xmlns:a16="http://schemas.microsoft.com/office/drawing/2014/main" id="{9906518C-B811-44B4-8BC5-B50D195B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95571A5-38CE-48E1-859F-F0264D4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text-246">
            <a:extLst xmlns:a="http://schemas.openxmlformats.org/drawingml/2006/main">
              <a:ext uri="{FF2B5EF4-FFF2-40B4-BE49-F238E27FC236}">
                <a16:creationId xmlns:a16="http://schemas.microsoft.com/office/drawing/2014/main" id="{D76B76D4-056C-4BFE-ADD3-06AC464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38A5D63-77CF-46B4-B5FC-C5968AD9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text-248">
            <a:extLst xmlns:a="http://schemas.openxmlformats.org/drawingml/2006/main">
              <a:ext uri="{FF2B5EF4-FFF2-40B4-BE49-F238E27FC236}">
                <a16:creationId xmlns:a16="http://schemas.microsoft.com/office/drawing/2014/main" id="{50F2D399-2839-4E42-A493-05C312D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08C8B89A-8DEE-4C76-94EA-5C28A18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text-250">
            <a:extLst xmlns:a="http://schemas.openxmlformats.org/drawingml/2006/main">
              <a:ext uri="{FF2B5EF4-FFF2-40B4-BE49-F238E27FC236}">
                <a16:creationId xmlns:a16="http://schemas.microsoft.com/office/drawing/2014/main" id="{BE07CED6-5650-4F92-B052-EC2BBC8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A1C9069-6A8D-4FF4-9A43-C00923E1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text-252">
            <a:extLst xmlns:a="http://schemas.openxmlformats.org/drawingml/2006/main">
              <a:ext uri="{FF2B5EF4-FFF2-40B4-BE49-F238E27FC236}">
                <a16:creationId xmlns:a16="http://schemas.microsoft.com/office/drawing/2014/main" id="{5BB84A70-AD92-48EA-93C3-68E242B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9490C2F-0D4C-4687-A13A-A13B9206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text-254">
            <a:extLst xmlns:a="http://schemas.openxmlformats.org/drawingml/2006/main">
              <a:ext uri="{FF2B5EF4-FFF2-40B4-BE49-F238E27FC236}">
                <a16:creationId xmlns:a16="http://schemas.microsoft.com/office/drawing/2014/main" id="{7735885D-46B7-428D-80B5-E72FE48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09E75A6-0D19-4528-9CD6-C4E2BE5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text-256">
            <a:extLst xmlns:a="http://schemas.openxmlformats.org/drawingml/2006/main">
              <a:ext uri="{FF2B5EF4-FFF2-40B4-BE49-F238E27FC236}">
                <a16:creationId xmlns:a16="http://schemas.microsoft.com/office/drawing/2014/main" id="{D9684130-6C4D-4ADD-9B1E-6B8DC25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1F2F1CB-9270-4DCC-B66F-2B03288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text-258">
            <a:extLst xmlns:a="http://schemas.openxmlformats.org/drawingml/2006/main">
              <a:ext uri="{FF2B5EF4-FFF2-40B4-BE49-F238E27FC236}">
                <a16:creationId xmlns:a16="http://schemas.microsoft.com/office/drawing/2014/main" id="{05D37C30-962C-4BF7-85E5-C6F1CF8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C9CA2F6-8E7F-401F-A0E9-1E8F47D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C7594A0A-F2AE-4C2A-9940-EF9C9FB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8026BAC8-859E-461E-AFDC-A01E203D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118F1E01-FEA6-493E-9BED-1E2B0CA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B0C36B8F-D288-403A-BE33-283EF427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180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2050670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782DCB-B2C6-4908-AE7C-29A23114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F527A-6F6D-4570-9AD0-87005C0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1648F4-5385-4655-97C5-BA11C1E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FF5C9-4664-4510-8774-5148C6E1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15F40-47EA-4456-AE11-9A1EFC6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14F06-A544-4924-AAD7-BE7F8F3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CAD47-F012-4940-9761-8E404BF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22624-20A0-41DC-B714-657D848D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A5E86-40CA-483E-AE29-23D7E29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04B42-98DF-499D-9D82-4372180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71D26-E1A2-4849-A928-1582F1F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8E740-B5E5-4DC2-9168-26400E56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CAE7B-DB82-474D-9A06-12FC066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DA5C8-FABC-44B3-B015-F8029D5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3A0E6-073C-4F24-9AD1-B0D7AB96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2B5C6-A163-42B4-A3C7-89E02B4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40FA-9364-497C-AC2F-0759757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2DCE7-7DFB-4866-925A-295C1D5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64BCB-EA0A-428D-946A-E3D4504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3AEDE-3CC5-4F5D-8603-4E99BB9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781A9-9CB8-4B85-AFCB-5BAC094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38ADE-0B33-4D5A-A329-14CAC189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E6FEE-95EA-4B9F-93FE-61F3D82F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CCC24-7C48-4767-A70C-83A2CC1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B16DF-4C33-4630-AB44-09F1939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ABE1E-7ABC-4E47-9BC9-C45E4F0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34523-5282-4FCF-ABED-FEE4CC1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74051-77E6-4D19-BC3F-92BDF0F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92B2B-0D05-4C7B-BB00-667CC5F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B2451-1040-46A1-B6EF-95FECC4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9481C-73FD-4BD1-92B5-09AEDFC9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51F25-3E24-4DE4-833F-4F8243B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FD7D6-08F8-4436-8C52-5F549BA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D54B6-C607-48EE-9B4F-76AE5A76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003A0-844C-470D-9F5F-81905A7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21DDD-39FA-4AB6-ADBC-3D5FBCB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10C45-BCBF-4D75-8464-624F782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6F6038-04FD-4A2E-8062-7AD5FA6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7D743C-7242-41A7-975C-B11DBB4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13E15-34DF-4CBA-AD2B-E641999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524DBF-B6B0-49B7-8BC5-0C1C30B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2264C3-A09A-4EAD-81D4-7C82F74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A4688-FC43-4031-8ADB-00A2C876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B1506-3BC6-4F38-A4AD-B6633D6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44DE5-1FB4-4620-BE83-B47921E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4D7EF-BDF4-4D27-ACDF-61373DA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5D26F2-650C-49AA-8FED-BDAB8735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F5F16A-1456-4FFB-8073-964F9D00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9BD3D3-C406-4FB4-959B-14C8C2A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C0E3DC-A585-4488-A68A-530C52B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46E15-1D77-4DE0-82FE-46E07378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5AD494-E280-4AD4-8214-2BAC1ED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328972-C9B3-4035-9D47-81ECBA63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A8A153-9215-4BC0-AE76-26D38EF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99C8D2-3389-4E55-8A37-AD025B3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F952D5-3D8E-4AB4-910C-8477B864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DA1C72-E5DA-422C-89E0-5CC2839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BBA853-096E-47AC-90AE-ED60FB0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821AB2-0B6B-4FAF-8FD1-9CAE46E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0C54D5-FA33-47D5-B595-1EAA10F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ADC5DD-B3E2-46F9-867E-99974F3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92BD6D-82BE-467A-BEAF-125F3BF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132572-443F-43F0-AB24-C21DCB9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5E561D-E0EC-4D93-85FF-6349BBD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61F5C1-37E3-471E-9739-54F420C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89A35D-4777-4BC6-B8EA-E01CD98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8D5E92-90E7-4535-9BC2-6C419C0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DADAB6D3-0297-4EBF-9438-FAE8CE19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1354753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A782DCB-B2C6-4908-AE7C-29A23114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F527A-6F6D-4570-9AD0-87005C0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1648F4-5385-4655-97C5-BA11C1E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FF5C9-4664-4510-8774-5148C6E1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15F40-47EA-4456-AE11-9A1EFC6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14F06-A544-4924-AAD7-BE7F8F3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CAD47-F012-4940-9761-8E404BF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22624-20A0-41DC-B714-657D848D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A5E86-40CA-483E-AE29-23D7E29D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04B42-98DF-499D-9D82-4372180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71D26-E1A2-4849-A928-1582F1F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8E740-B5E5-4DC2-9168-26400E56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CAE7B-DB82-474D-9A06-12FC066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DA5C8-FABC-44B3-B015-F8029D5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3A0E6-073C-4F24-9AD1-B0D7AB96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2B5C6-A163-42B4-A3C7-89E02B4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40FA-9364-497C-AC2F-0759757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2DCE7-7DFB-4866-925A-295C1D5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64BCB-EA0A-428D-946A-E3D4504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3AEDE-3CC5-4F5D-8603-4E99BB9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781A9-9CB8-4B85-AFCB-5BAC094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38ADE-0B33-4D5A-A329-14CAC189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E6FEE-95EA-4B9F-93FE-61F3D82F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CCC24-7C48-4767-A70C-83A2CC1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B16DF-4C33-4630-AB44-09F1939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ABE1E-7ABC-4E47-9BC9-C45E4F0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34523-5282-4FCF-ABED-FEE4CC1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74051-77E6-4D19-BC3F-92BDF0F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92B2B-0D05-4C7B-BB00-667CC5F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B2451-1040-46A1-B6EF-95FECC4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9481C-73FD-4BD1-92B5-09AEDFC9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51F25-3E24-4DE4-833F-4F8243B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FD7D6-08F8-4436-8C52-5F549BA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D54B6-C607-48EE-9B4F-76AE5A76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F003A0-844C-470D-9F5F-81905A7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21DDD-39FA-4AB6-ADBC-3D5FBCB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10C45-BCBF-4D75-8464-624F7828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6F6038-04FD-4A2E-8062-7AD5FA6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7D743C-7242-41A7-975C-B11DBB4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D13E15-34DF-4CBA-AD2B-E641999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524DBF-B6B0-49B7-8BC5-0C1C30B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2264C3-A09A-4EAD-81D4-7C82F74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7A4688-FC43-4031-8ADB-00A2C876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B1506-3BC6-4F38-A4AD-B6633D6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44DE5-1FB4-4620-BE83-B47921E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4D7EF-BDF4-4D27-ACDF-61373DA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5D26F2-650C-49AA-8FED-BDAB8735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F5F16A-1456-4FFB-8073-964F9D00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9BD3D3-C406-4FB4-959B-14C8C2A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C0E3DC-A585-4488-A68A-530C52B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46E15-1D77-4DE0-82FE-46E07378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5AD494-E280-4AD4-8214-2BAC1ED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328972-C9B3-4035-9D47-81ECBA63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A8A153-9215-4BC0-AE76-26D38EF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99C8D2-3389-4E55-8A37-AD025B3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F952D5-3D8E-4AB4-910C-8477B864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DA1C72-E5DA-422C-89E0-5CC2839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BBA853-096E-47AC-90AE-ED60FB0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821AB2-0B6B-4FAF-8FD1-9CAE46E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0C54D5-FA33-47D5-B595-1EAA10F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ADC5DD-B3E2-46F9-867E-99974F3C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92BD6D-82BE-467A-BEAF-125F3BF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132572-443F-43F0-AB24-C21DCB9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5E561D-E0EC-4D93-85FF-6349BBD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61F5C1-37E3-471E-9739-54F420C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89A35D-4777-4BC6-B8EA-E01CD988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8D5E92-90E7-4535-9BC2-6C419C0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DADAB6D3-0297-4EBF-9438-FAE8CE19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BFD7CC-6206-4FA7-892C-54351D2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45AFB4-559E-4DC5-AA78-261DBA6F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0C6D78-6CF1-4A10-A02D-D29FD65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A80B8B-F825-4E12-913F-76BB1F8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25ABB2-8528-4ACA-9CAF-DA268B87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B22EE0-B67C-4EE5-B12B-64A58AE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F7B45D-2A14-4C6C-A9FA-33598FF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3D3ED7-706D-46AA-930B-3F1EE35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936845-9963-4B13-8FEB-BD61D0BD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0EFF6D-BED2-49FF-80F9-69BEA3E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571BE1-4075-4D37-85C0-C5614782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70F186-893D-46D4-9036-E9AFC48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F97AEF-5DF2-4CBB-8898-E0530D4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2786BE4-F635-480B-840F-9BDB60C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5989CA2-84E0-4587-ACFD-22447181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55A0D0-5FA7-4C36-B23C-47F19AD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BC1854-190F-423E-A9DB-BC4E562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151B64-0014-481D-BA79-E10E861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58A107-78A4-4C40-8FD6-3DCF9593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75A616-5EE6-4B3A-B094-C6D4551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5DD2DE-FC08-44B7-B871-089CD57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F6FD70-418F-4C53-99F4-D81FE81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9A8D36-4C00-403C-9935-4168966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AA087D-73E5-4569-BF02-0F540E07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571154-4961-4768-A1AF-F7F8890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8A393A-DF24-4B42-90C1-50D24FB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83434D-51A8-4A21-ABD5-09B0451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611DD21-A0D1-4249-9F0F-AFA064C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77E035-0BF8-471B-B6F2-F4E1C6B5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5D4223-9EE9-4FAC-9820-598FA75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27E5939-4BD0-46D1-A9B3-C2A26F3F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34894EA-F86B-436E-AF7D-26605B2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9C0015-CAE5-47EF-AF52-F2412698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9C10A55-E3B5-4A6A-BEA4-96540CE3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7F8CCC1-AE33-4FF3-B408-45DE291A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E7394F5-7671-4E71-91FE-C569409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D8A85A-1282-4DE2-B260-DDB1716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0DFACF-BA08-42F5-8ACF-03CDA83D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E470B44-CCA5-4509-905E-ECEE882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44BB670-3835-46D9-A7B1-EB9FB92A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8DCC820-81E2-4800-B1AB-54B22FC9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37541E-B594-4262-BE94-D174A4B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2B5945-12B0-4CDF-9236-86D1251E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63673E-737F-4220-BBD1-CFAECE6D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9A6513F-5A88-43A7-93E4-9991D65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D478B45-2C7B-4651-8960-BC96ECE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016675C-5E33-477B-A1C2-B54AF2D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BE2533-AD93-42D2-9A63-5A2ED68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792466D-178B-4B1E-B020-133D65E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402A58A-C7E9-4DB4-B4CA-FD224EA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C9475E-CC67-4192-950C-55F111E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4A87C8-F354-4D4D-BC97-9465FDF8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50D247F-A018-4533-84A6-34EF6E9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CFC211-D150-4B38-9E0A-5E40DE7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88BFEA6-6928-43AD-BC98-DE89B71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20F9AC-6BFA-448C-814D-DEAFA07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3F1BE1-ED21-416C-A697-984535D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23FEBA-3BF2-43E8-8C97-13C420A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B15B8D-7E81-43C1-A439-0C10FCB4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A94640B-AA52-4BA7-B093-31CAB246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E5FF0CC-4EAE-40D8-A7F7-DB60AC6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9579F15-9FAC-4912-B58C-0E35E3E6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F53D288-CA33-446D-98A6-85BC4B5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BBF862E-DA89-47FF-956A-3411EF3C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D52B231-CFBE-462B-A41D-439CBDED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35959D6-82F8-47FB-BD08-54271E2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29B5D8A-636B-4C79-BDA2-2561FA1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C1B2D7-44D9-4ED1-9FC0-708BFB49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27F320-D0DE-4493-910F-339B3FE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9D6516E-5804-4408-AD73-F0815D2E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769103-17C0-4B2B-8B35-DB8D73E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295C0AF-FD8B-497E-9508-FC2B32A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4DE59AD-5ADB-4ACA-AC7C-E6E4CF6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FA851FF-FB5B-4AA5-9798-9684C24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0ABB1B-C4E4-4FFE-89AD-1A36974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649A10B-C754-4442-BB2D-C18FF4C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14C9B6-B3FC-44F8-8FAE-847E349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3CB7796-87F7-4E48-B109-7784C058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3FE89D5-3B88-4009-9C82-EFDAC3FE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129CF0C-81B0-46DC-9FCB-91F0746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9BFF34-1FCC-487F-9636-B4EA3BF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4D6965-8E21-4D65-AA77-BA53AC3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9A52EEA-E1EE-4C30-AB11-2AD45218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785BD43-2EFB-4239-96B3-B89B9D54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2793B86-768B-4837-BDBB-03D62B82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5A8B185-2AD2-4B0F-9973-7BEF11D3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2373941-C8E7-40D6-9267-D4D86B9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AC075C2-E26D-4869-A3AC-5499146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3B62C08-7283-4EE4-A16D-A16A63DC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B531055-A7ED-4570-985E-30766B08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E1F3D8D-B94D-4D20-A234-10DBB132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80CB620-0600-4D97-B8D5-B2F00C9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DE53F9F-4B2C-4202-8D8C-A5877409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9215065-812C-4307-B4EC-32481B84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E2C2D9A-38A3-492F-835D-7E908E32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D684A87-0790-4B8C-BF59-A8729328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3F87BB4-17FF-4DFC-AB5B-97F7630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15E5D83-C9F6-4FAA-90B8-A2B636B0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8A5D421-B6EE-42FC-869A-911353C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AB9F355-8609-4615-BDF7-3A02D63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EB2814D-8BA1-47BC-8425-9764D78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2AD3F20-1E70-40CF-81F0-3AF1F21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2FE3025-286F-4898-8AB0-87BAEA5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0BB6C0C-BCA3-4AED-B8D5-BE4B74E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4C74639-DA20-445E-83AA-61348A9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2A01DF6-13FA-45DE-8920-89EEE27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875D20F-9141-4EA4-96EA-B6DF846B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E0BCB97-8868-46FB-9CEC-15B391E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000CAB6-C38C-4941-9693-C00492A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81EA6E8-E78F-4C47-BE84-129973E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6940169-29D4-4C75-A570-A461431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D020D86-F6CB-4498-AF7D-B86CFC18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0B54E7F-9E72-460E-8AA3-E7710C4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1499AC8-76FB-45E0-9899-8769E07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93C8051-EDE4-48D6-B31F-7C49BEE0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A390592-C4B4-4C85-B789-B1CD5AA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BCA7706-E3F2-441B-9ED8-107E1E18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DF60279-3DBE-4902-830F-78A9AB1B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2F1BEDA-D27C-47EB-B5CA-B08A2AC2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8F9DEC7-E2C3-48D9-B81D-659B11F4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A47367-07AD-4D4B-B5A4-6B7BF2B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E8A96E0-EF2C-4BC4-9F29-4AA628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F6DD46E-F47D-4698-B894-6FE2334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6CA0856-D1DF-4E1A-9A33-8C2B74A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694AB16-BEE0-43D1-B8AD-9CE6D14D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EEC3629-58D1-4CBA-9A56-41CA91A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1C89312-427E-4D4F-B855-60EE00CE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85563BA-A006-41AC-B631-46A39F68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2C81CCD-CB4D-4C80-913C-4E86D14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26FA3A6-0B8E-4C7F-AD27-C8805A20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2527FB8-4EF1-4E6C-AF73-6E7F114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D7F7886-1E1A-48DC-9F7D-254A189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724120F-5DBA-4B54-A76F-0D7203B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38D9786-FBBC-4A86-B468-9377444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E20DDE4-99DC-493A-8B4B-50745B7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BC310A5-7823-4600-A7AF-63D918C2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DC4DB13-9132-4D49-BAC7-A9BF9A5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04C5AAA-D435-48DF-974A-1367CC82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A05ABC6-B1B0-411E-AFF2-D8AC8F0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137E78B-2F3F-49B5-9432-0A73C25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C5A804D-AC55-4F32-9BCF-DC3F4026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C952706-7441-4A5A-9445-4EF61E21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FF4AA16-BF42-4B07-A74E-6452F77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FBBEB3D-FE49-40C0-9DDA-4EAB626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E3DC931-D672-4DEF-BE01-891881E6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393E3BF-7779-4AC7-B4EF-C2367B3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D1DC656-44E7-4B00-B2B9-513126E7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5BA9135-A382-43F1-A849-345BD42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F7D6058-C4EE-41A9-B491-7CC9205F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CEA5911-861E-488B-8D28-B276E87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CCC55F6-7B12-4222-BE3D-4107D15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7F7AE84-5EC1-43F1-B18F-E90B0C6F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FD68083-17A0-4CCF-9720-635E6192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E7D09C3-CFB5-417E-82F9-113CCD55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47C398D-18E2-4B92-9CC6-E7AB877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BDF752C-BEC5-401F-882E-55B7D3EB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73A4B52-52B6-455B-80B3-9B3C568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753C1BD-CD8C-49EE-8CA2-390F3D2C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60DA6E4-B40B-43B8-9807-5E96564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0DCF8F9-A561-4EB0-81D6-1C82960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2EB04D3-60C0-4C9A-B825-8AE2591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0CAEFA4-D7C7-4FA4-9845-DC03550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D7A8E21-3715-4314-943B-25892119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DE16F79-94BE-40F8-AFE6-0139201E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B91469E-F234-466A-BE27-31149AB9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70CFDC3-216A-4565-92DE-0F4797D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965B906-A8CE-455C-A796-B82F340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45A23EC-6FD6-47BB-9CE1-D56F88ED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76FEB51-2308-4100-8B37-FE3E46A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DB60F36-CFD3-4C59-B766-E651CC5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4878DE4-67E9-4797-89B8-CCCAAC6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E74847A-B268-498C-A5E7-6D82180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EE259BF-5DC7-4DAA-BAFB-11B322E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B5D72FA-DED8-45FF-859C-34A49DA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2E314D2-E9CA-414E-AAF9-8A90152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46B20EF-1585-4D9F-B933-4B39594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D739FDF-A9D0-4742-9AA3-A5D742C7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0E5EF0B-D878-4C4A-83D4-67CC126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17AE51F-0784-456A-BAC8-D240AE83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1C9FDEC-1859-4B0D-8CAB-42ECEB1F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D5FFC64-F38E-44AD-9E36-64566937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73C60D0-F0B4-4241-91AC-2F8E79E3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D5141B3-D81D-463B-A6CC-F965F55A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821814C-1C20-422C-AE41-4B8CCF0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4951347-CA94-4E75-8343-0BB3963B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9BB93B3-24A2-47D8-8DDB-8ED7F4B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A212398-7165-462B-9E3D-1E71BE9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474204F-EB95-4135-B115-BEE7A61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6615612-AD72-4FDC-B8B1-238BCE9A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16F191F-DF95-4A26-BB9E-DAC0BF92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7852832-0702-4D4F-A902-35BDE4EB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CAEC4C6-36F1-4F01-8597-8E6F7165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D0AC7EA-C100-4802-A4F0-217C9B3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F7883A9-6992-4790-8C41-ED6F99EF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5EA1259-35CB-419C-AE26-E71A003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88CA6F2-62DF-4464-ABFC-3912996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0030E9B-3784-4E5E-87A4-9514318B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9094F7F-B456-4D4C-8BBE-C38C995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333ABE9-2D63-4765-A11A-E18A7E34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EB7C44A-0216-4378-8827-BA7525BB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791EA8E-7E73-4CA4-8BA3-1091F90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59A0D63-F262-4C26-8239-4B30FD54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4948DE9-0578-4A2C-8049-65A92E4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373AB70-7937-45E3-9CD6-BC59112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6396DE6-00CD-460F-968D-FA98CB1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EBC8DBF-F151-45A2-AA4E-ED9020FF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88E35CC-3291-4F2D-A00F-04E6D248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9A345658-1B09-4C9C-8DD8-00652D7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0C96831-2DDC-4909-8DA2-77A9BE9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66BDAE7-0A89-437E-8931-055EEE3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579E926-CBF0-47DF-9236-CADA90C1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457D82E-939A-49BA-9213-F9984938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8F51C01-F7C1-4389-81A2-B35F2BA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DEFD308-9BFA-44E5-BAAC-713106A2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410C60A-BA94-429C-A5E3-CAFAAAA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B554051-78A9-450D-AE15-1221B6A7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1E5A4C6-2A5D-43F8-AA65-AD28F0F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107E9A4-72D7-4B6B-A799-E238FDCF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69290A7-1A47-40B6-9B36-71284881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3A8A901-4B4E-4F13-8B9C-153A8EF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B320F56-A467-41CB-BAE2-6D57473B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E7780F3-FA27-4EC4-B06C-F8D6AE9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8F45B64-704D-4D05-8A06-76F32F3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587B64B-AE8E-4B3B-97F1-7DC8B9F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683EDAE-228C-4918-BC43-68C7BE6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308F414-6645-490B-BBB6-A87078F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DB93561-28C3-48B8-939A-4CF892E7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5A68F86-962F-423E-9790-1709EB80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8BA6224-6FCC-40CB-AF08-48478A0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58FB94E-55CB-4FDE-886F-98C325C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665FA3C-18DA-4238-B3F9-E597C6CE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F2AB0F6-4952-4B1A-897D-6CF83F6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8D9AEBE-C04B-46A0-B400-87914EB7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20597CF-7A3A-43B8-A153-B6468027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E49F772-311A-427B-AA13-3278044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D237D3F-7638-48E3-87F6-05D98516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6944183C-6E65-4E1A-B92B-AD772C23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8BB0D50-3B88-4A53-BCDC-6792C0C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982EAE3-A420-4111-A500-EAD2E735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030C12F-2D15-4534-A3DB-219E537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7B1EC6C-0862-4492-81B6-C55D80A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50AD8BF-F114-44D2-99EA-EBEAF2B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4485AB3-25E1-4185-BC38-0024EDD2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CE1A8EE-AC10-43D3-813A-03BBD9F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0E6BFC5-C15A-4C8A-A152-17CAA9B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2A1C2ED-EE8C-4152-AB61-76E72CF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5ADE8BA-166C-4507-9E38-19CE7A65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0CBD404-5732-445A-9734-31405F6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DE453D9-FFB0-405D-8259-83FF5F6F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B7D1369-9335-4377-BC7A-EA0F6627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9D9E5B09-F2E9-4F0D-B1B2-341D951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FA2D15B-22B9-4431-BA5E-FD748AE7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F3537F4-8495-462F-94EC-E64FC4C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9281C28-F0E8-46E8-8913-23579D0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F164A225-25C6-4980-9E07-DF9DEB6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E1B1A7D4-E75A-404D-BDDF-C55059F4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6C5DA99C-9EA7-4990-A1CC-B34052CC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293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135475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D2B0FDA-75D5-471C-9C03-A2D6480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80EF9-0432-49A7-B3B6-7CB2868F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691446-F03E-403A-AB24-F27B492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0E30-72CD-4748-B232-90CB543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4F3E3-6520-4B83-B776-B2BAA2D1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892BC-C937-465A-A406-B83D1C0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D8755-B788-4C28-8C93-2DC9AF6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7B7AF-BECD-4E9F-839A-4348EEB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4B17-0F7A-4FB3-A1F9-59F3C790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B6C8D-0C30-4F25-A648-F54F19F1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B47D5-2496-4922-B195-FC354E4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44A9C-5227-4A9F-B9A7-A324A54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5AA57-D332-4802-B1D7-A380C56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E6714-908B-43EA-9A38-3DDF9F5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8A9FD-BCC3-4A26-BC83-B68C5FF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12C28-8B91-4B6B-B1A2-AFBC885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2D45E-243D-4BBC-9574-15253E20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F0145-5FFB-467E-BE50-66AD2D5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64E6B-B3C3-47B6-97FF-B7FD684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FF2FD-6B01-4B89-B022-763DAF5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56631-7E82-4EC5-8684-55D8685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5A9AE-5FA3-4D34-8A19-39EFF19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EAE56-52F5-4579-90F7-6CBDE4F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993C-8739-46DB-8554-651F8865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6622-3D56-42AD-8562-3367B15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5A4B-E2DD-41A8-A6FE-4A7CFE5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BEE3D-1A5A-4019-9B7F-760644F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A7EE4-2875-4D48-9F36-28705AA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2A274-5F89-465E-B0FB-50963961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0AF5C-ACFB-4515-832E-C69F9DD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B1AA6-7AD1-4E5C-8B6B-1AE82BF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30AA1-E53E-414F-AEC5-70FCF1A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F256E-2F48-4B08-8086-F3A305D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80426-A536-4251-80B9-BCA7977E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70C84-19BF-4D7D-8984-CFF26B69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401BE0-C001-4EE2-B277-90BB03A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6E2C6-4082-409E-ABD7-11688B9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7BFA7-C0E9-48E9-BB9E-4C0A95BF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30C7E-86B8-4EE5-94F6-A53EB07B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F96372-9AE9-4149-9597-0E408C1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F6E29-2407-48B5-AF03-383DC7E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675B7E-044A-4DEF-9B1C-A791CB68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455164-FC48-494F-979B-3E81483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68EFE-FBCB-43C1-82F7-0C994AD4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08BB6C-5908-4159-A222-B23D7A1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02D669-F574-417A-A298-37C99CFE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019918-BF97-47D4-A9DE-D212EA33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CC4E7-BDEB-49A4-847E-45E546B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3EAF9E-A4C1-43AD-99EF-341A34D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A91E20-0F51-43D8-81AF-E1E06AEB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0624C7-7049-41D3-BAF0-7687D63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FB2C29-CABE-4046-9524-2B594138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73AD2-3864-46B4-B12F-69776ACE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1C3042-F647-46C6-8B05-96A2535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72B4D9-DB7D-49B5-92F1-FF06A5E3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F45611-C46E-4DBD-8DE7-514E0FF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557654-E9FE-44DA-B3E4-53A4E0E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62A65C-036F-4453-AFB6-500AA26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EC1DED-C0B1-42C0-BBF5-9C09FB6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B89E28-D2C2-4ACC-AC06-C542A9A6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00680E-4520-4802-9F16-2FE54CE3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A4AB26-D2CF-4C0E-B9E6-9C709DE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24CD93-6D63-41C9-9C45-ABA7122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C1AB8D-02B4-4F93-8B9D-7AB3307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8F633E-8AB3-4DA1-85C5-CFB52F7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B62F8C-4F8E-43B6-83E0-B5826D3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A743C2-B59B-4236-BAD8-4342CD7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0C672E-4DA5-4CB3-8C86-535D7FF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45B0FE-5062-44DA-8E03-F636CC82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E417FF-7DEA-4BC7-9220-830A8AF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5B9092-6DBB-4BFF-B9B3-0911D707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0C5377-0631-43F8-B671-554C306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320CC2-251A-473C-8C4F-1F3ECF2E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1A1426-A946-4D83-8021-9DC456D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A4C097-0626-4CDC-A035-1BE7146E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FF6FEB-2AD0-419C-8203-B00FCDA1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0767C6-D1A0-49C0-B2DD-F4567294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16BD6B-FC49-4D17-9BEB-5569596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BD89BB-9E7E-4213-87F7-E92ECF6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83B0D0-9200-499A-85E0-0DA0D49B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4EEC43-5146-43A5-A01C-C41DF53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277177-5124-4988-8909-0C43303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218618A-EBF3-4640-8479-4E6EB4CA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33301D-711C-46FB-B8D3-A5D0064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C721E0-1F57-40D6-BE34-8051C45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6A8C6E-43B3-4EA7-928E-D78593F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58B173-7F86-4852-A4FF-FA161216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CD7EB5-7633-410F-9769-D500298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333ED6-588B-4731-A96D-CFED95F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360F3E-A61C-488B-9E15-2342547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AEA1D5-D373-4268-9CDC-D55905F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D4DE1A9-8EF8-4DDD-85AC-855663C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084CFE-AEBA-4AB3-BE2B-8C12D09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3B5E55-0FD9-4DF9-A50A-D601027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21DAA5-05F1-474F-AFEA-EA0437C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B8B3DE-B1A3-459F-A416-D7DBE2DD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4A4403-64CF-4E20-90F4-1DDA950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96E6D7-07AA-4AA9-B6E7-6D6778B0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29162B-95A8-498A-9C0B-EC3A43B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DA1540-5533-4D75-AA71-3E65738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8F11A2-7281-4257-91CF-355783F3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DE01B3-FB50-489F-BA3A-90A99E0D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642B3FC-363D-42BD-94C6-2CB310F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13FD42B-0D07-4F37-A341-B9FC84A6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6E66B5-BFFD-46B0-9C8A-9CE3511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0695E4-1F5B-4A25-8699-A911FDF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EA7177-C1B0-449B-A8A1-0624EA5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EAC071B-4D45-4CBF-A79E-8421D606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C52A3AE-7ABF-4699-BF51-A93E42C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9AB947-58C8-4E76-B127-A8ED495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F3DE057-42EB-462E-88C8-CC3C3918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EFA2CD-E8BB-45D7-A9A1-B78E708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7B15730-60CE-4458-A7C6-8BF4603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0FB766-1290-4AD6-86FF-DCE101A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858529-A734-4FDB-80F6-74C7B63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929A41-2FD5-4342-A519-4EF08FE7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B5EDFA-4E98-4385-AAAD-1B9A72E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26130E-F97E-4E2E-9079-AF90FF3F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831E28-DA5E-48E8-811E-C5060D8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A77F4F-F904-4C1C-B022-AB8553C8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82C2A1F-08B9-49FA-8F62-0CFF1CC6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EC96D49-B756-4043-8A69-D52E79E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5E0FE1C-310E-44F9-A2FB-C7EA3D1C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F42FB7-CF38-4D58-BBA6-0CD7E65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B61D0A1-081E-43C9-AE2A-942F0EC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8B43E61-5FD2-4DAF-B802-3E14397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AD8DC9-9BF9-46BB-A042-9D7D910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41030A-8A7C-4D30-9BEF-432EF5A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482F8C9-1C03-4BD8-9008-EC41209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844556-E6D8-4614-91B6-12108127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9E52DB-A2B6-41BA-B882-44B109D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7FC315A-D7B7-4A6D-8271-CC8BF82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E7780D9-373F-4379-B154-4ED12F8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C7CA4A-CC59-4354-9C5D-8AF9B65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BF0BE43-65AF-40C9-83CC-DFCE957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D77F792-CCE7-4454-B002-EE893584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0F9437B-2ED6-494C-8DFF-C692DE17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3E13910-9799-4448-B1C7-F75FB81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F89D227-6E1B-4D11-8495-6A8B15B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C870BBD-3574-42AB-994E-66C5F21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D965251-E746-41F6-ACC7-981C305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97BB9E8-C0CE-44E2-8C29-0BE2A6D8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4691C87-8CFE-4987-BF3B-D6D23E81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E442F38-3535-4668-A6E4-A182DB5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141E3EA-37F7-40B3-AC1E-660097A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29DF75-3699-43EF-B1E2-D733264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E3BA43-1F78-43ED-829E-0A056C1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4A2DADE-114C-4633-A293-0FA912FE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437A018-642F-4D54-8716-6542FC82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12F7EE-4F94-406F-B0F8-1FFFA58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C8DBFEE-A6B8-4B3C-9D60-81D38F8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FE46D3B-F51F-44AB-8897-A825AA0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3F3D1F6-F88E-418B-B271-43B098A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5E2AB03-D407-4693-BA5F-DAA8E87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BBF227E-29B6-49A9-8A90-455A9FB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D8B3ED4-B0D3-493C-B1C0-CB2D1A4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7EAA3A0-1401-4E30-A17C-86B062E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F9CE1FB-0133-46EE-9B33-0E1EAFA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DD6C921-3560-4A27-9EBF-2736B09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197A053-9E4B-4504-8FB8-92116C34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91F7E39-E571-4450-8389-CE0BE82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9E4A89E-43A8-41D8-A316-ABCA7A5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C8BD792-7810-42C0-9D8E-72FE879E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CE62AF1-A662-4269-8480-AA120D2E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23CC651-731F-4C84-923B-10BAD34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21688BA-D161-41C0-AA4F-FABE3E1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0DF3AF0-D5D3-4270-A8A8-36F11BE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2AF4F89-A7D8-44D7-96A4-73BC67F1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BEB5042-686D-4594-9C10-30B52DA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5CE98CB-3E64-42A2-A00E-330F72B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210BE3C-F02D-4056-AB93-BAB401E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B18447-1A52-4039-A16F-1AB2D1F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D26E54-CC35-465D-959A-C1F3E5C1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4CD5F6E-4445-453D-BFA2-9B2A2B27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97AFE48-6530-46B6-8971-EC36DD1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BE3201A-5502-4843-8FE4-60B41E31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4B7D007-2E8A-4E26-9550-4ADD0D1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FB1F626-15A4-4078-A3DE-A1A8E74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5338145-6002-4E91-9D27-9700CDB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EB187D8-3A29-46E1-82BA-4731766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AD22F1E-E30C-4C9C-993D-1B65224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6D5CBB5-B9D7-44C4-91C3-58C0575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732F8EC-CBD9-4117-BDDC-0EE0DCC0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0C78EEF-6850-4633-A3EF-6713C9D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711984E-0ACD-4F41-8A3B-792DFB0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4AC680D-8522-484D-B305-E56663B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B6AFDE6-0F95-436D-9F5A-57A2378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EE4C77C-2039-48EC-849F-A4785BD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52369FE-3933-4E5B-B2C7-9A345FC3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DBC2400-DA2D-4CF0-BF15-A438DFB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D09335E-A631-498D-9EB4-AB633AC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92FA262-F158-4D29-BF70-AB7586A8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89F3C80-C19D-48C7-B4DD-E169C29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77FE7D-E2A1-4CE8-9561-C332352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41D918D-6295-4674-8315-9AC4CE2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DDDFF79-8948-426F-9247-5E8B438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598C9D3-05EC-4817-88F6-229ECAA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9EA2D94-15AF-4B57-876D-A4870EA2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7E972A1-3C63-4E0B-A1D8-5C791A6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CE8F69D-98C2-4AB6-8B45-84CB18C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A02A25E-F3DE-484C-8491-440FFAC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CC1C177-9605-4D97-B045-354EAC6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7369987-0EA3-445B-9AB1-772BC5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BCA499C-69FF-4930-B94D-E6F5EAA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27806C1-5A02-4EDA-9F80-219DB9F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50F9D97-162E-4FB3-927E-46306E2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05EA0B5-816C-47BF-A2DB-BC38302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E2BB8C4-0EA4-4F2A-B4B7-654925A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F66EB10-8524-4FFA-94EF-C0BB2C0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5309A83-000A-4C3F-AA52-7356FBC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2EC3E08-A6DD-4F1A-B5BD-CD4FC711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9390C26-F878-4370-9896-4146E2A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457E9B8-3FAC-44C3-A2E2-8D904DA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517AE35-47CE-45F7-AC9E-C57BC5A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6C1EBC4-6A4F-43C2-9284-61F73F8A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173C540-8964-4CA5-AE6C-44C6FB7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EBFE466-280B-486D-B979-9C08885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0DC464D-78B6-4F05-ACCB-D179831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C8D8DA7-16E2-48B0-B392-51258B1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21E280B-1592-4BAF-8EF3-88D901E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4FBD21F-22D5-4AEC-B7FA-19849BF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5F38816-CD10-4866-A0FE-3B596D93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0CC308D-55D7-4F26-A319-F61C0FF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C45D08E-92C7-4E9D-803D-0F7028B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DECAE45-ADC3-4760-A2B9-291060B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DC55969-0E4C-401D-A31A-EDA3D39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AD503D7-CB59-43F7-A86A-765D31AA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FFF8C4F-4871-4F49-ACE3-D0B5BF9B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B357D63-3D4A-4D7E-973F-462BA6C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D6D6FD9-DEE1-445D-BF83-C527F73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F84EB44-8904-4C54-8B12-3DFE683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0D81F9A-3FC2-4E3E-B22F-817E37F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287B9F9-327F-4C34-BBA6-1336F14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30B6144-DFB5-414C-BC5D-0EE1686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2CFF272-35B3-4407-BE7C-786B92C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849A242-286A-4A4F-8CC5-3382219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3698DF4-337D-42D9-8E28-3C73206C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F32C78F-D1E4-49C9-A9D4-660A1A3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A3DA794-DF7C-427D-B152-A1BB291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BAC54CC-DBA2-4332-9B38-2F573A63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5D9A7DC-DE35-45CB-9E91-AD2BDA9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5E4CEC7-A984-462C-8D77-7E6CEC07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F1C1AFD-7F59-40AC-B366-C4C26B92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AF1EA9F-5ECA-4B99-BDC4-CDD98E8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BC140F9-B5F5-409E-9A11-4713379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FF2CC36-AC5E-4599-8CF3-8D1E95A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DA3A7E1-E1F2-4304-97A8-CD835C4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D16E1D8-2D28-46F0-B8F3-E53DFD6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C1889D0-211A-4BF8-9D1D-99D33EEC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DE8F0DF-54E0-4535-BD8B-D4A641C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44A21C1-FF33-4D8D-93B9-82421C6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DB23B45-F17D-410D-9EE6-076DAE6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8F8CEFF-6AC0-4B5A-82E9-303905E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0D27229-B248-4245-A848-08BF74D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8DEA9A5-12D3-421B-B9E4-AC926C0F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C15CCFB-159C-4441-A024-68BF806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573F259-36C0-4B09-9088-99A386C1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C5712CB-4CBE-42C2-A6F0-BD0A75F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E715A2C-0B61-4415-8B83-E29D6103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661DA15-C504-4451-A0DB-8F61574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02BD9162-A36B-4748-8BC0-040AD63E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211CE37-5E4C-4F63-AD3D-02986F9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994374CE-504E-4107-B19C-68BC2DC4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23794E4-805B-44D6-941E-FE02C29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0A6FA65F-0293-4B74-9DA7-AA4F538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33F5F04-4722-4EA9-B3DA-2AD56ED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C3E58E96-B177-43A6-AE14-1FA0DF13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29AE9A6-1236-4F8D-BBA4-8C41F8D2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41B67DEA-1CBC-4BD0-BB67-F1A1E6C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843B9BA-56AC-4B56-A558-2E88FEAE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22259A0-5BED-41C7-AFCC-D19F3F7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2E18E33-4D80-4A3D-8317-843A09C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5571F31-4F1A-4352-85C0-B55F6313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D0DCDE3-BAA3-451A-8CD3-E9D58D3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514DC67-D0D1-41D1-8C97-C649AA2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2086E08-DCA7-412A-BC3F-0741B23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971CBB7-AC0A-4B8E-A7D6-7A25F55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377D21E4-4F57-4E6E-8D52-9CEC02CE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</p:spTree>
    <p:extLst>
      <p:ext uri="{BB962C8B-B14F-4D97-AF65-F5344CB8AC3E}">
        <p14:creationId xmlns:p14="http://schemas.microsoft.com/office/powerpoint/2010/main" val="19746359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D2B0FDA-75D5-471C-9C03-A2D6480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80EF9-0432-49A7-B3B6-7CB2868F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691446-F03E-403A-AB24-F27B492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0E30-72CD-4748-B232-90CB543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4F3E3-6520-4B83-B776-B2BAA2D1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892BC-C937-465A-A406-B83D1C0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D8755-B788-4C28-8C93-2DC9AF6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7B7AF-BECD-4E9F-839A-4348EEB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44B17-0F7A-4FB3-A1F9-59F3C790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B6C8D-0C30-4F25-A648-F54F19F1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B47D5-2496-4922-B195-FC354E4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44A9C-5227-4A9F-B9A7-A324A54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5AA57-D332-4802-B1D7-A380C56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E6714-908B-43EA-9A38-3DDF9F5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8A9FD-BCC3-4A26-BC83-B68C5FF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12C28-8B91-4B6B-B1A2-AFBC885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2D45E-243D-4BBC-9574-15253E20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F0145-5FFB-467E-BE50-66AD2D5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64E6B-B3C3-47B6-97FF-B7FD684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FF2FD-6B01-4B89-B022-763DAF5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56631-7E82-4EC5-8684-55D8685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5A9AE-5FA3-4D34-8A19-39EFF19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EAE56-52F5-4579-90F7-6CBDE4F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993C-8739-46DB-8554-651F8865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6622-3D56-42AD-8562-3367B15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5A4B-E2DD-41A8-A6FE-4A7CFE5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BEE3D-1A5A-4019-9B7F-760644F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A7EE4-2875-4D48-9F36-28705AA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2A274-5F89-465E-B0FB-50963961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0AF5C-ACFB-4515-832E-C69F9DD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B1AA6-7AD1-4E5C-8B6B-1AE82BF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30AA1-E53E-414F-AEC5-70FCF1A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F256E-2F48-4B08-8086-F3A305D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80426-A536-4251-80B9-BCA7977E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270C84-19BF-4D7D-8984-CFF26B69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401BE0-C001-4EE2-B277-90BB03A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6E2C6-4082-409E-ABD7-11688B9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7BFA7-C0E9-48E9-BB9E-4C0A95BF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30C7E-86B8-4EE5-94F6-A53EB07B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F96372-9AE9-4149-9597-0E408C1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F6E29-2407-48B5-AF03-383DC7E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675B7E-044A-4DEF-9B1C-A791CB68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455164-FC48-494F-979B-3E81483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68EFE-FBCB-43C1-82F7-0C994AD4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08BB6C-5908-4159-A222-B23D7A1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02D669-F574-417A-A298-37C99CFE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019918-BF97-47D4-A9DE-D212EA33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CC4E7-BDEB-49A4-847E-45E546B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3EAF9E-A4C1-43AD-99EF-341A34D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A91E20-0F51-43D8-81AF-E1E06AEB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0624C7-7049-41D3-BAF0-7687D63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FB2C29-CABE-4046-9524-2B594138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73AD2-3864-46B4-B12F-69776ACE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1C3042-F647-46C6-8B05-96A2535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72B4D9-DB7D-49B5-92F1-FF06A5E3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F45611-C46E-4DBD-8DE7-514E0FF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557654-E9FE-44DA-B3E4-53A4E0E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62A65C-036F-4453-AFB6-500AA26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EC1DED-C0B1-42C0-BBF5-9C09FB6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B89E28-D2C2-4ACC-AC06-C542A9A6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00680E-4520-4802-9F16-2FE54CE3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A4AB26-D2CF-4C0E-B9E6-9C709DE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24CD93-6D63-41C9-9C45-ABA7122C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C1AB8D-02B4-4F93-8B9D-7AB3307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8F633E-8AB3-4DA1-85C5-CFB52F7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B62F8C-4F8E-43B6-83E0-B5826D3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A743C2-B59B-4236-BAD8-4342CD7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0C672E-4DA5-4CB3-8C86-535D7FFC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45B0FE-5062-44DA-8E03-F636CC82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E417FF-7DEA-4BC7-9220-830A8AF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5B9092-6DBB-4BFF-B9B3-0911D707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0C5377-0631-43F8-B671-554C306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320CC2-251A-473C-8C4F-1F3ECF2E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1A1426-A946-4D83-8021-9DC456D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A4C097-0626-4CDC-A035-1BE7146E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FF6FEB-2AD0-419C-8203-B00FCDA1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0767C6-D1A0-49C0-B2DD-F4567294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16BD6B-FC49-4D17-9BEB-5569596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BD89BB-9E7E-4213-87F7-E92ECF6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83B0D0-9200-499A-85E0-0DA0D49B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4EEC43-5146-43A5-A01C-C41DF53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277177-5124-4988-8909-0C43303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218618A-EBF3-4640-8479-4E6EB4CA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33301D-711C-46FB-B8D3-A5D0064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C721E0-1F57-40D6-BE34-8051C45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6A8C6E-43B3-4EA7-928E-D78593F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58B173-7F86-4852-A4FF-FA161216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CD7EB5-7633-410F-9769-D500298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333ED6-588B-4731-A96D-CFED95F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360F3E-A61C-488B-9E15-2342547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AEA1D5-D373-4268-9CDC-D55905F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D4DE1A9-8EF8-4DDD-85AC-855663C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084CFE-AEBA-4AB3-BE2B-8C12D09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3B5E55-0FD9-4DF9-A50A-D601027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21DAA5-05F1-474F-AFEA-EA0437C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B8B3DE-B1A3-459F-A416-D7DBE2DD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4A4403-64CF-4E20-90F4-1DDA950A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96E6D7-07AA-4AA9-B6E7-6D6778B0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29162B-95A8-498A-9C0B-EC3A43B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DA1540-5533-4D75-AA71-3E65738D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8F11A2-7281-4257-91CF-355783F3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3DE01B3-FB50-489F-BA3A-90A99E0D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642B3FC-363D-42BD-94C6-2CB310F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13FD42B-0D07-4F37-A341-B9FC84A6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6E66B5-BFFD-46B0-9C8A-9CE3511C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0695E4-1F5B-4A25-8699-A911FDF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EA7177-C1B0-449B-A8A1-0624EA5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EAC071B-4D45-4CBF-A79E-8421D606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C52A3AE-7ABF-4699-BF51-A93E42C0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9AB947-58C8-4E76-B127-A8ED495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F3DE057-42EB-462E-88C8-CC3C3918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EFA2CD-E8BB-45D7-A9A1-B78E708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7B15730-60CE-4458-A7C6-8BF46030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0FB766-1290-4AD6-86FF-DCE101A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858529-A734-4FDB-80F6-74C7B63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929A41-2FD5-4342-A519-4EF08FE7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BB5EDFA-4E98-4385-AAAD-1B9A72E2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26130E-F97E-4E2E-9079-AF90FF3F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831E28-DA5E-48E8-811E-C5060D8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A77F4F-F904-4C1C-B022-AB8553C8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82C2A1F-08B9-49FA-8F62-0CFF1CC6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EC96D49-B756-4043-8A69-D52E79E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5E0FE1C-310E-44F9-A2FB-C7EA3D1C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F42FB7-CF38-4D58-BBA6-0CD7E65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B61D0A1-081E-43C9-AE2A-942F0ECE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8B43E61-5FD2-4DAF-B802-3E14397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AD8DC9-9BF9-46BB-A042-9D7D910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541030A-8A7C-4D30-9BEF-432EF5A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482F8C9-1C03-4BD8-9008-EC41209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844556-E6D8-4614-91B6-12108127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9E52DB-A2B6-41BA-B882-44B109D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7FC315A-D7B7-4A6D-8271-CC8BF829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E7780D9-373F-4379-B154-4ED12F8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C7CA4A-CC59-4354-9C5D-8AF9B65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BF0BE43-65AF-40C9-83CC-DFCE957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D77F792-CCE7-4454-B002-EE893584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0F9437B-2ED6-494C-8DFF-C692DE17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3E13910-9799-4448-B1C7-F75FB81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F89D227-6E1B-4D11-8495-6A8B15B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C870BBD-3574-42AB-994E-66C5F21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D965251-E746-41F6-ACC7-981C305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97BB9E8-C0CE-44E2-8C29-0BE2A6D8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4691C87-8CFE-4987-BF3B-D6D23E81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E442F38-3535-4668-A6E4-A182DB5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141E3EA-37F7-40B3-AC1E-660097A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29DF75-3699-43EF-B1E2-D733264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E3BA43-1F78-43ED-829E-0A056C1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4A2DADE-114C-4633-A293-0FA912FE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437A018-642F-4D54-8716-6542FC82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12F7EE-4F94-406F-B0F8-1FFFA58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C8DBFEE-A6B8-4B3C-9D60-81D38F8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FE46D3B-F51F-44AB-8897-A825AA0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3F3D1F6-F88E-418B-B271-43B098A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5E2AB03-D407-4693-BA5F-DAA8E87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BBF227E-29B6-49A9-8A90-455A9FB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D8B3ED4-B0D3-493C-B1C0-CB2D1A4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7EAA3A0-1401-4E30-A17C-86B062E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F9CE1FB-0133-46EE-9B33-0E1EAFA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DD6C921-3560-4A27-9EBF-2736B09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197A053-9E4B-4504-8FB8-92116C34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91F7E39-E571-4450-8389-CE0BE82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9E4A89E-43A8-41D8-A316-ABCA7A5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C8BD792-7810-42C0-9D8E-72FE879E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CE62AF1-A662-4269-8480-AA120D2E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23CC651-731F-4C84-923B-10BAD34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21688BA-D161-41C0-AA4F-FABE3E1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0DF3AF0-D5D3-4270-A8A8-36F11BE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2AF4F89-A7D8-44D7-96A4-73BC67F1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BEB5042-686D-4594-9C10-30B52DA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5CE98CB-3E64-42A2-A00E-330F72B6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210BE3C-F02D-4056-AB93-BAB401E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B18447-1A52-4039-A16F-1AB2D1F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D26E54-CC35-465D-959A-C1F3E5C1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4CD5F6E-4445-453D-BFA2-9B2A2B27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97AFE48-6530-46B6-8971-EC36DD1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BE3201A-5502-4843-8FE4-60B41E31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4B7D007-2E8A-4E26-9550-4ADD0D19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FB1F626-15A4-4078-A3DE-A1A8E74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5338145-6002-4E91-9D27-9700CDB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EB187D8-3A29-46E1-82BA-4731766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AD22F1E-E30C-4C9C-993D-1B65224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6D5CBB5-B9D7-44C4-91C3-58C0575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732F8EC-CBD9-4117-BDDC-0EE0DCC0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0C78EEF-6850-4633-A3EF-6713C9D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711984E-0ACD-4F41-8A3B-792DFB0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4AC680D-8522-484D-B305-E56663B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B6AFDE6-0F95-436D-9F5A-57A2378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EE4C77C-2039-48EC-849F-A4785BD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52369FE-3933-4E5B-B2C7-9A345FC3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DBC2400-DA2D-4CF0-BF15-A438DFB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D09335E-A631-498D-9EB4-AB633AC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92FA262-F158-4D29-BF70-AB7586A8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89F3C80-C19D-48C7-B4DD-E169C29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77FE7D-E2A1-4CE8-9561-C332352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41D918D-6295-4674-8315-9AC4CE2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DDDFF79-8948-426F-9247-5E8B438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598C9D3-05EC-4817-88F6-229ECAA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9EA2D94-15AF-4B57-876D-A4870EA2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7E972A1-3C63-4E0B-A1D8-5C791A6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CE8F69D-98C2-4AB6-8B45-84CB18C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A02A25E-F3DE-484C-8491-440FFAC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CC1C177-9605-4D97-B045-354EAC6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7369987-0EA3-445B-9AB1-772BC58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BCA499C-69FF-4930-B94D-E6F5EAA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27806C1-5A02-4EDA-9F80-219DB9F8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50F9D97-162E-4FB3-927E-46306E2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05EA0B5-816C-47BF-A2DB-BC38302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E2BB8C4-0EA4-4F2A-B4B7-654925A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F66EB10-8524-4FFA-94EF-C0BB2C0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5309A83-000A-4C3F-AA52-7356FBC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2EC3E08-A6DD-4F1A-B5BD-CD4FC711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9390C26-F878-4370-9896-4146E2A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457E9B8-3FAC-44C3-A2E2-8D904DA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517AE35-47CE-45F7-AC9E-C57BC5A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6C1EBC4-6A4F-43C2-9284-61F73F8A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173C540-8964-4CA5-AE6C-44C6FB7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EBFE466-280B-486D-B979-9C08885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0DC464D-78B6-4F05-ACCB-D179831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C8D8DA7-16E2-48B0-B392-51258B1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21E280B-1592-4BAF-8EF3-88D901E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4FBD21F-22D5-4AEC-B7FA-19849BF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5F38816-CD10-4866-A0FE-3B596D93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0CC308D-55D7-4F26-A319-F61C0FF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C45D08E-92C7-4E9D-803D-0F7028B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DECAE45-ADC3-4760-A2B9-291060B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DC55969-0E4C-401D-A31A-EDA3D39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AD503D7-CB59-43F7-A86A-765D31AA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FFF8C4F-4871-4F49-ACE3-D0B5BF9B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B357D63-3D4A-4D7E-973F-462BA6C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D6D6FD9-DEE1-445D-BF83-C527F73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F84EB44-8904-4C54-8B12-3DFE683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0D81F9A-3FC2-4E3E-B22F-817E37F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287B9F9-327F-4C34-BBA6-1336F14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30B6144-DFB5-414C-BC5D-0EE1686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2CFF272-35B3-4407-BE7C-786B92C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849A242-286A-4A4F-8CC5-3382219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3698DF4-337D-42D9-8E28-3C73206C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F32C78F-D1E4-49C9-A9D4-660A1A3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A3DA794-DF7C-427D-B152-A1BB291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BAC54CC-DBA2-4332-9B38-2F573A63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5D9A7DC-DE35-45CB-9E91-AD2BDA95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5E4CEC7-A984-462C-8D77-7E6CEC07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F1C1AFD-7F59-40AC-B366-C4C26B92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AF1EA9F-5ECA-4B99-BDC4-CDD98E82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BC140F9-B5F5-409E-9A11-4713379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FF2CC36-AC5E-4599-8CF3-8D1E95A3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DA3A7E1-E1F2-4304-97A8-CD835C4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D16E1D8-2D28-46F0-B8F3-E53DFD6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C1889D0-211A-4BF8-9D1D-99D33EEC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DE8F0DF-54E0-4535-BD8B-D4A641CB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44A21C1-FF33-4D8D-93B9-82421C6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DB23B45-F17D-410D-9EE6-076DAE6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8F8CEFF-6AC0-4B5A-82E9-303905E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0D27229-B248-4245-A848-08BF74D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8DEA9A5-12D3-421B-B9E4-AC926C0F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C15CCFB-159C-4441-A024-68BF806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573F259-36C0-4B09-9088-99A386C1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C5712CB-4CBE-42C2-A6F0-BD0A75F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E715A2C-0B61-4415-8B83-E29D6103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661DA15-C504-4451-A0DB-8F61574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02BD9162-A36B-4748-8BC0-040AD63E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211CE37-5E4C-4F63-AD3D-02986F9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994374CE-504E-4107-B19C-68BC2DC4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23794E4-805B-44D6-941E-FE02C29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0A6FA65F-0293-4B74-9DA7-AA4F538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33F5F04-4722-4EA9-B3DA-2AD56ED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C3E58E96-B177-43A6-AE14-1FA0DF13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29AE9A6-1236-4F8D-BBA4-8C41F8D2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41B67DEA-1CBC-4BD0-BB67-F1A1E6C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843B9BA-56AC-4B56-A558-2E88FEAE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22259A0-5BED-41C7-AFCC-D19F3F7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2E18E33-4D80-4A3D-8317-843A09C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5571F31-4F1A-4352-85C0-B55F6313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D0DCDE3-BAA3-451A-8CD3-E9D58D3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514DC67-D0D1-41D1-8C97-C649AA2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2086E08-DCA7-412A-BC3F-0741B23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A971CBB7-AC0A-4B8E-A7D6-7A25F55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377D21E4-4F57-4E6E-8D52-9CEC02CE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39BE37A4-EBC6-44D1-80F4-D500C48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0" name="text-279">
            <a:extLst xmlns:a="http://schemas.openxmlformats.org/drawingml/2006/main">
              <a:ext uri="{FF2B5EF4-FFF2-40B4-BE49-F238E27FC236}">
                <a16:creationId xmlns:a16="http://schemas.microsoft.com/office/drawing/2014/main" id="{46D1A5B3-F304-4AA1-925C-F9284D9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1" name="text-280">
            <a:extLst xmlns:a="http://schemas.openxmlformats.org/drawingml/2006/main">
              <a:ext uri="{FF2B5EF4-FFF2-40B4-BE49-F238E27FC236}">
                <a16:creationId xmlns:a16="http://schemas.microsoft.com/office/drawing/2014/main" id="{8A3F2EF2-EBB6-4D9A-8468-551C62D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1DD41699-F022-4BCD-99DF-9D253F1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88B5BD7B-558F-4B4E-B9C8-95F29550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55E13A11-AD99-46A5-AD5A-C6B9F12A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1E581A98-357D-42FF-A29E-BE365798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382D331F-BF0F-4CE0-BC5A-A4DE926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DE79F506-5C05-4964-A099-1E826F8E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8×2 = 16 bit</a:t>
            </a:r>
          </a:p>
        </p:txBody>
      </p:sp>
    </p:spTree>
    <p:extLst>
      <p:ext uri="{BB962C8B-B14F-4D97-AF65-F5344CB8AC3E}">
        <p14:creationId xmlns:p14="http://schemas.microsoft.com/office/powerpoint/2010/main" val="1974635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160C7-D7BD-4011-9E74-50BC8F0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2090C-074F-4E37-BEBF-E2D8472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AD2199-55FE-4569-86E7-D57E198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EEF931-D8F5-4B41-842F-8F709F0E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8292802-B47B-4C6C-BDC0-72AAF6F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E58D60-2CBC-4024-8DB7-7C8203D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61113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160C7-D7BD-4011-9E74-50BC8F0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2090C-074F-4E37-BEBF-E2D8472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AD2199-55FE-4569-86E7-D57E1983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EEF931-D8F5-4B41-842F-8F709F0E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8292802-B47B-4C6C-BDC0-72AAF6F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E58D60-2CBC-4024-8DB7-7C8203D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97BC1-1C9A-4805-8709-CE806CD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3B2DB-7BCA-4969-88BA-35C0250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0484E-E22A-4B82-8C94-C074F088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C457D-8361-4718-AC8F-5AC421D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015A6-A1EE-4206-90E9-79C998C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C2AF6-7DDD-4DFE-9D9C-015A1BF5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A11FC-E2D3-4921-B4D6-4C242BF2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13C08-7960-441B-857F-CDA54B7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281CF-8429-4195-85CC-CAE96A3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C4399-5ED6-4294-9F88-B23A54E6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D8C17-E0BD-4126-BD42-A80BC3C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DB842-C87A-446C-858A-40D29D6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1C649-388E-4D72-90E1-C69EFC98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664DF-DF78-4CBF-A722-D651AC3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ACE4A-CA68-4E93-A3C1-A5E38984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30B6A-63E3-4133-9FCE-81C748DB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F601D-4500-420D-977B-3C5A5342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E1917-B747-4162-9788-D8E4F12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E7B2B-E990-4215-82AF-ADDCAB0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8B44C-C6C3-4DE9-949C-065A576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BA360-F177-496D-B293-A841476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83B31-D610-432C-896F-A347662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8A841-823F-439C-A32D-3D90823A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92783-A416-46D3-A24B-E09FCB57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BC01B-5B35-4436-B4B7-7F890B6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AD2EA-B59E-468F-96CC-5D29792B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88396644-E22C-4D04-9979-7DEF4DEA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F535B9B-6FD5-4EA6-A04B-04CFA84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611139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D86CE89-2664-4213-AAA7-A6D5A69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B0FD-E265-42ED-BCAF-C497862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9F19E7-D7E2-4AA2-85C3-50A455F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82D45-E102-4795-93EC-B8118F0E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CABC-DD1B-4738-84D6-C33478D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E2112-D259-4D74-82F7-913F6A1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F857-BEFF-4E36-A14F-9E7CE93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16977-4E88-4E5C-8C16-DADF5C7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A9566-A12A-4209-A959-0A29214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94A3-6338-402B-BF43-9571E8D0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23416-92E8-4D85-BA95-179F2C5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8E5F9-6ECF-49DE-A3D6-B74FC5B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79FC-2D42-460D-B68B-99F6FBE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8F14B-0CCE-4229-AFFF-B098F13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B6FBF-D4DE-4C85-9A30-CB251FF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D2731-C5B0-4BD4-B034-C819849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695B4-23E2-45EA-A731-391200E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4DC7F-BF51-4CAB-BAD8-ECA805EA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17B46-6AA5-48D3-AADC-330C8DC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717FF-2754-4CD1-BED4-43A2507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A4BBB-57FC-434C-8ECE-EA09829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C5E23-AF9E-4EA0-BA83-A6480A0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82E20-1084-4D07-B8E8-013194C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0443D-867E-4B31-8637-E1A7D926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EE758-A27C-48E5-8838-1DF5EC8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E402C-AFD1-4A6B-827C-E6C20AD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F049A-A5AC-4925-89AE-16EE2BB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24852-89F2-42B8-B1A3-9FA7A62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BD287-C4BF-4B9A-837E-D144F2A7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813BB-4A35-4E68-95D2-EE2CF28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CE06B1-FD16-4103-980F-66AB546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187EA-26BD-4CBB-856C-9C841FB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F2BD34-DCE3-4BAC-91E4-A4C18A5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85754-51F3-479C-B4B1-E5D8C5D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6251B-6C68-4F61-8B82-CC4C0D9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4E2DF-3049-4F33-90C4-1AE6D92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A1D8F-BE45-45F4-9E6D-4962313E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20E0E-2ED1-4EF3-B66E-A6C53BF3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61C7B5-D887-418C-AA32-5B7C375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6B8123-89FB-4D0D-9BB3-A46BB33A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82C8A-640D-4DAC-AF89-CC2FDBEE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6EA5D9-7BA4-4CD1-948E-9081F5DB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D8641B-20DA-4836-A9C4-57E7B319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6C1B4-CC64-4CE0-B2F5-E50C536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4583B5-345D-4DC3-A525-BE5FF86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1FD51-5733-47A0-8CF8-A491AD0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4BBDAC-BCB0-42E1-A586-C19AAD4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CD0311-FAEB-4B57-A7D5-5DFBD55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6FDFFA-2800-4DE6-BC29-5BDFE46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25ABAA-9B7B-4E08-9E06-2C4E5305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B4287-2C13-4467-9B29-143B94C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0B988C-1557-4F2B-9EC5-2D95783B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91654E-17CC-4D6A-A1A6-6040F0A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C0153A-DE79-4454-9DF3-882CEEB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52609F-CBEB-45A9-AD84-C024095E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30643D-3EA1-4B9B-8153-1DD51BD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DB02AD-84D8-4375-968E-38304A5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4127FC-B153-466E-B830-2BE938C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A2B5D6-ADA2-419F-84D2-FEB1E99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58CD82-A684-408E-B158-7C9D0FA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DC9EEF-D1DF-4029-8DCD-83C8030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53408D-1E89-48CF-9FF4-F3A44A71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940F74-7B0B-44C8-BC89-DF93604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A33A65-DF24-4BCE-902E-494AB970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A7448A-A93B-4C0C-861C-F1436D7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317598-1619-4400-8B6F-292268A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42E69-46FA-46AE-94BC-AE831C10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5586FC-3E8F-49DC-B1E5-D0C80E2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8B4D3D-0A2A-4F63-B9D1-A0D651E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AE54A4-9BB8-4D78-A136-59C474F9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A8F76C-A648-4DA4-B1FD-896B16D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184D21-4E5E-448A-A88E-9F488A2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4352B7-C005-4438-B935-AD89A0C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A63C30-00A6-4FFC-B020-56E11F8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BED0B8-2F9D-4932-B3B7-0B2138D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525748-B5CF-40DD-945A-C439D98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DC2927-344C-45C6-BA7C-E3ABD45F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880326-8555-40E6-A613-B1F955D0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FD26E3-E421-45B2-856E-CC21131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EFD60B-6699-475C-AE58-158ADD77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79C948-A60D-4B08-B29A-D995994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9237633-1FB4-4EB3-9177-BA30F85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EB3C3C-C14A-4F40-8BF5-976344D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FE5E0D-A091-484A-B1D8-84F7F4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ACEE09-261E-412C-918E-BBCB583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B0DA97-C880-42CF-B0D4-1F962D1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9C7916-9C76-4039-B13E-7DABE34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74FF9F-91C5-4EA7-A077-65698D2C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534D39-9055-4697-904F-A7BB727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B50E2C-4E3C-4C4B-9888-265CDCE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18EEE9-F71B-4F38-BB84-E5D2BBE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014E86-4772-420C-B383-24ED4FA7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9DBFFF-4A5A-4017-AE72-B206A94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D6D416F-50CC-47E7-B5DD-37FDE88A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02A3F5-CAD0-4DEE-89F4-2981DF9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81995B-AECC-47E0-846C-6E691536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4DAB72-5344-467F-8471-BB37D8D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DA1787-EE02-4C9E-9BFD-4191DE2A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441194-C988-45EF-BF7C-33BD915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BE6895-A9C7-425B-8E32-066417B1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A82E1F-A6A6-4034-AB89-9DA4F757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B1597B-C678-4418-B34F-3E00817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13405E-305C-49A8-B9EA-77BA050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CD7B3A-1736-4197-A33C-DAF080D9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DCADE2-D0C7-425F-B0CD-5A7EFBE9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AC8AE3-51D6-471E-B217-2529C48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6AEEA0-3F44-4F4C-8F7A-A2EC3C2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D54589-AC0E-40F3-9B4F-5C5B408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264D80-2C78-4D5F-8B67-2BE3AFA3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7190CD-B5CB-48C4-B2B9-BCFF6F1D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4B597C-7568-46DA-A640-FD7EC04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F43173-6549-421D-AC10-0468644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FBB9B1-B63B-4C6A-9F89-AD0F0FA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F000C7-CEED-491A-9643-EA9C91E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F3EFEF-0042-4681-99BE-BBF600A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6F5C8A-648B-4CEC-92FB-6CC9159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5D612C-5C0A-4E69-B11B-A9EFC4D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A6EBE06-027A-4A0F-9361-5B77546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6F5D60-C226-4F1A-9B6E-95FF7D51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C3C93F2-C59A-4981-B5DF-7198144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3FFFF54-B1A1-4185-BD46-6D32C0F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EC2216-7CD1-46FD-82BC-A694463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AC767D6-D1DE-4EA6-A709-30C48139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789871-20E7-48BB-82C7-60C7BA6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DD6949-6780-426B-8231-4806B3A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7F89D6-AC52-4B04-8433-76F4D4F9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81DE49-1A1D-4847-8591-9FC9197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3717BC6-FFAC-4510-9116-2E1EA03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CD48FF-8467-45DB-BA34-8760CAF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E7DE65-171A-4CC0-A925-5DDBA30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6B72D8E-182C-4E96-832A-3755191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B4B8B9-ADB1-4E7C-9560-5C2827A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A9F6E6-FDB1-4905-8985-3B2E10A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CDED238-F1D9-4D5C-8F5A-D240A6B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0EA472-403A-437C-B007-56FE2F1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9BC231-9973-4DEA-97AB-15275A9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651F4E1-5C7D-4758-831C-FC60CBA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341E33-6505-4FBB-8866-8BC522A3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7F2198-9A64-4BB9-910C-9E5F87F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D64C46E-8BDA-4FBA-93D8-A99FAE35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39288B6-09DE-40B2-8159-AE4488AB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C31BBF-1521-46CC-97AD-9EAF65A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692DB7-2C21-4267-9C16-55DF6746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00E20E5-9BD4-4863-9934-6226B33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863E116-A29F-44FE-84E8-CBC53E7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FF2C486-FCF8-4112-ACF9-C6AC508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F3DA4AA-5C71-41BC-BE3F-B0A299B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EF0EAFA-78CE-4B07-8BC2-5496743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628262F-29E4-4EDA-BABD-73DD963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C0F87A8-44C4-4AB8-9A21-306CA9E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52D84A3-9285-44D2-9AF5-B76DEDD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EF85388-10CA-4FFF-89C5-1F0BAB2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AC9C3B9-F7A8-4B17-AFD8-B9C0C98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29267B1-F6E6-4EE3-858D-637D6F0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6C28A1F-B2D0-4EEC-90BE-DCE3D29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3E21E4F-7F8A-4742-9A40-89B52E5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B0BDC6-A9C6-4964-B0CD-F2FA0ABD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81E4084-1D51-4B1D-BB00-21E4CE0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B9C2A4-F851-4EAA-9B74-8D0FF88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13637A-1299-4DAA-8AEF-CA7B4728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996F40E-5AFF-4CC3-8773-C8B0313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4DC07EC-CA82-4009-B1AD-6A5092F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1EADB4-C432-4FF4-A061-A4A1902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8A78C7C-1F4D-4965-9E2F-78C968F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B383927-1272-4754-BD20-DD48596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F3DF99A-F71E-43EE-9D1A-350673F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0A7AC2B-1EBD-4EF5-967C-64CF664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EC35830-A253-4FCF-A3B2-8F3BFF6E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DB0A209-D9A1-4CF5-A1D5-F76B53B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8B0D4B-7427-4648-9C3F-FB0EC84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F7FD58B-B2B2-40C9-B9D4-B436880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79008A9-A6DE-490F-9419-D976065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95E2748-7AFD-4EF2-9B07-9579BEC3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FF6568E-70D2-45E1-AA26-AAF5B543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2DE25AA-73EC-47EC-B160-A61C77C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D1AD08A-F859-443D-9D49-9294EEF0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753E4FF-764C-4E8C-B85F-A5A605C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3B2FB9C-5F52-4EA5-915A-A3D299F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31FF129-002B-40D9-A33E-8A112D41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0DFCDEA-9F0F-4838-BB25-F23E962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43AAA4E-B79E-4547-8A8B-9FD6F44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FB5639B-8F9A-4C3C-B214-67AE16A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CDAEEFD-F73D-4AD7-B18E-D9F339F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A7D3AAB-DED7-46EC-B410-2D02D11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168410F-872E-4008-985D-815057E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406340D-2BCD-4D8C-BB1A-043E5F0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9F56A7-122C-4918-8472-A59F3E5E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2965407-B6EF-4B31-94F6-FEB9BB0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AF6189-6F20-4BFA-A537-51D5AB2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CCE992E-4E8E-4965-8214-F9A9FFB7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FDAC807-A5F8-4C12-ABBB-55EEB0A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C41C5CE-7B2A-4052-A913-DE3EC75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D2C3C92-21D2-437B-9261-D507235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DD11BD5-B3CA-4A67-AD22-7C0D04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F5A2330-2A14-448A-BED8-236DA555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5AB866A-BDC0-49F9-A222-A82F536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7CA0404-694F-49F0-AD28-567752E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A5F92E8-6478-4509-B234-B018E645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8869FF8-8560-4340-A690-EDFF4D1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F25C564-1D2D-4E78-851F-51CA679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1BC2E5D-D7B8-4C61-8277-C6D3DED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38C5208-0A9A-4D83-B156-5FF112B9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68CAE4C-646C-4F20-A987-4B664ED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5374493-7112-4805-9212-AA5DEC9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AF2BDAF-47EA-40FD-8F0A-94F4C7C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1C57048-6AB0-4B29-855B-98504558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034F2AF-F9E9-4AAB-BAF1-3058C04A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50DBEE5-A553-4157-A3AE-FE05A91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0CB3050-AED8-4075-B83F-0901AC46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C37B534-C670-4837-B7C8-F8246199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AEABC9D-D2DD-48FD-A609-72712B8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BF9D1B8-9CEF-402B-A277-E40A463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95CAA73-3BC9-4D84-B5A3-CD838C6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BDF2C0F-90D5-4641-871B-2CCD885F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F573E3C-BFDC-448D-AC31-AFD61B0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5298B66-88F0-4ED4-BC3A-72D9EE6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D53AD2E-46E5-4BDC-8A8A-26DE34C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BF23EA9-4D95-4B47-9177-5307314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E09A6D4-7281-4DA8-A184-4F2B01E6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2CBE881-E14A-4685-ADCE-57312BC7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5E155BA-575A-40E0-881A-021BD0EA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77AFE15-E98C-46E0-8348-26C2F69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0B2426B-1E83-4FF9-8C76-A6AEE673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67A1556-721E-464B-A5F3-8AA05F94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9B9F9E6-0B8B-4DB3-BF23-CCA81367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BA7D852-2296-45B0-994D-4489E35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FCFE1F-28B4-465D-8332-23D8226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78B96B3-8EB2-4E4E-A8B7-16016C0E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49C860-7269-45AE-9117-FADD4D0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0189B61-1961-4D72-83AD-EF0D1C9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F37C7BD-42F3-4631-A843-49ACAB0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4E6224A-D104-4C99-8B3A-3BB81E1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3A92B89-A7E7-4BA7-B4E9-E9C596E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62C3495-1771-44F1-9E40-574BE28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53A2706-C395-44C7-851A-64E99C1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73F14FF-1D1F-48C6-BAC5-2AE6C57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86FED88-BC11-46E9-ACE2-8B6E792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66FBD27-0D6B-456C-938E-BA52EE95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4205AC7-5644-4420-BAEB-C4D4231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D8DDD2B-7EB7-420D-B149-0AC9E5C8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57DDAA-8B51-4D80-A374-C4AD8D14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0CD4FC3-6E9C-4731-94EB-1B3BE39E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CAB78D0-0EC2-4404-9E8A-1536EF5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EDA9D28-F47E-4796-B3F3-CA4EB54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8660A84-B210-42AF-B328-A8F2619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76DFA9D-EE06-4C71-B32E-74F33A90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601F807-8B12-4A22-A603-9F84CAB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0469F22-F5AE-42B0-95B4-93FC0DD9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29D79B5-1B3B-422E-91E5-24487563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4CF76B9-5852-49DF-819B-2A371F0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7027857-AA07-4686-A470-A6233C5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9FB4BA6-E771-40C7-8D00-BA8EA28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1686209-608B-4251-9ED1-01E8BCA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EB5780D-84B1-412C-A7DD-563FDE7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0694502-63CD-4643-97A6-CB20C359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0F0E970-8264-47E6-BC29-B965066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2261000-1F88-4E92-A74D-0CD0C4F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7FD9DC8-C0AE-496D-8C62-BA11C46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6ED83D2-DD33-4C88-91B9-87F9C6B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91C2E91-E9D1-4FC2-8A95-5DE25DE3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</p:spTree>
    <p:extLst>
      <p:ext uri="{BB962C8B-B14F-4D97-AF65-F5344CB8AC3E}">
        <p14:creationId xmlns:p14="http://schemas.microsoft.com/office/powerpoint/2010/main" val="7033901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D86CE89-2664-4213-AAA7-A6D5A69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B0FD-E265-42ED-BCAF-C497862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9F19E7-D7E2-4AA2-85C3-50A455F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82D45-E102-4795-93EC-B8118F0E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CABC-DD1B-4738-84D6-C33478D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E2112-D259-4D74-82F7-913F6A1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F857-BEFF-4E36-A14F-9E7CE93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16977-4E88-4E5C-8C16-DADF5C7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A9566-A12A-4209-A959-0A29214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94A3-6338-402B-BF43-9571E8D0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23416-92E8-4D85-BA95-179F2C5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8E5F9-6ECF-49DE-A3D6-B74FC5B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879FC-2D42-460D-B68B-99F6FBE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8F14B-0CCE-4229-AFFF-B098F13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B6FBF-D4DE-4C85-9A30-CB251FF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D2731-C5B0-4BD4-B034-C819849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695B4-23E2-45EA-A731-391200E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4DC7F-BF51-4CAB-BAD8-ECA805EA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17B46-6AA5-48D3-AADC-330C8DC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717FF-2754-4CD1-BED4-43A2507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A4BBB-57FC-434C-8ECE-EA09829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C5E23-AF9E-4EA0-BA83-A6480A0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82E20-1084-4D07-B8E8-013194C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0443D-867E-4B31-8637-E1A7D926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EE758-A27C-48E5-8838-1DF5EC8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E402C-AFD1-4A6B-827C-E6C20AD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F049A-A5AC-4925-89AE-16EE2BB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24852-89F2-42B8-B1A3-9FA7A62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BD287-C4BF-4B9A-837E-D144F2A7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813BB-4A35-4E68-95D2-EE2CF28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CE06B1-FD16-4103-980F-66AB546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187EA-26BD-4CBB-856C-9C841FB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F2BD34-DCE3-4BAC-91E4-A4C18A5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85754-51F3-479C-B4B1-E5D8C5D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6251B-6C68-4F61-8B82-CC4C0D9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4E2DF-3049-4F33-90C4-1AE6D92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A1D8F-BE45-45F4-9E6D-4962313E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20E0E-2ED1-4EF3-B66E-A6C53BF3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61C7B5-D887-418C-AA32-5B7C375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6B8123-89FB-4D0D-9BB3-A46BB33A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82C8A-640D-4DAC-AF89-CC2FDBEE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6EA5D9-7BA4-4CD1-948E-9081F5DB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D8641B-20DA-4836-A9C4-57E7B319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6C1B4-CC64-4CE0-B2F5-E50C536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4583B5-345D-4DC3-A525-BE5FF86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1FD51-5733-47A0-8CF8-A491AD0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4BBDAC-BCB0-42E1-A586-C19AAD4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CD0311-FAEB-4B57-A7D5-5DFBD55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6FDFFA-2800-4DE6-BC29-5BDFE46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25ABAA-9B7B-4E08-9E06-2C4E5305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B4287-2C13-4467-9B29-143B94C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0B988C-1557-4F2B-9EC5-2D95783B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91654E-17CC-4D6A-A1A6-6040F0A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C0153A-DE79-4454-9DF3-882CEEB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52609F-CBEB-45A9-AD84-C024095E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30643D-3EA1-4B9B-8153-1DD51BD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DB02AD-84D8-4375-968E-38304A5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4127FC-B153-466E-B830-2BE938C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A2B5D6-ADA2-419F-84D2-FEB1E99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58CD82-A684-408E-B158-7C9D0FA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DC9EEF-D1DF-4029-8DCD-83C8030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53408D-1E89-48CF-9FF4-F3A44A71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940F74-7B0B-44C8-BC89-DF93604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A33A65-DF24-4BCE-902E-494AB970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A7448A-A93B-4C0C-861C-F1436D7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317598-1619-4400-8B6F-292268A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42E69-46FA-46AE-94BC-AE831C10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5586FC-3E8F-49DC-B1E5-D0C80E2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8B4D3D-0A2A-4F63-B9D1-A0D651E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AE54A4-9BB8-4D78-A136-59C474F9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A8F76C-A648-4DA4-B1FD-896B16D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184D21-4E5E-448A-A88E-9F488A2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4352B7-C005-4438-B935-AD89A0C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A63C30-00A6-4FFC-B020-56E11F8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BED0B8-2F9D-4932-B3B7-0B2138D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525748-B5CF-40DD-945A-C439D98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DC2927-344C-45C6-BA7C-E3ABD45F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880326-8555-40E6-A613-B1F955D0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FD26E3-E421-45B2-856E-CC21131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EFD60B-6699-475C-AE58-158ADD77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79C948-A60D-4B08-B29A-D995994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9237633-1FB4-4EB3-9177-BA30F85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EB3C3C-C14A-4F40-8BF5-976344D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FE5E0D-A091-484A-B1D8-84F7F4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ACEE09-261E-412C-918E-BBCB583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B0DA97-C880-42CF-B0D4-1F962D1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9C7916-9C76-4039-B13E-7DABE34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74FF9F-91C5-4EA7-A077-65698D2C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534D39-9055-4697-904F-A7BB727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B50E2C-4E3C-4C4B-9888-265CDCE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18EEE9-F71B-4F38-BB84-E5D2BBE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014E86-4772-420C-B383-24ED4FA7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9DBFFF-4A5A-4017-AE72-B206A94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D6D416F-50CC-47E7-B5DD-37FDE88A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02A3F5-CAD0-4DEE-89F4-2981DF90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81995B-AECC-47E0-846C-6E691536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4DAB72-5344-467F-8471-BB37D8D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DA1787-EE02-4C9E-9BFD-4191DE2A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441194-C988-45EF-BF7C-33BD915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BE6895-A9C7-425B-8E32-066417B1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A82E1F-A6A6-4034-AB89-9DA4F757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B1597B-C678-4418-B34F-3E00817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13405E-305C-49A8-B9EA-77BA050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CD7B3A-1736-4197-A33C-DAF080D9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DCADE2-D0C7-425F-B0CD-5A7EFBE9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AC8AE3-51D6-471E-B217-2529C48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6AEEA0-3F44-4F4C-8F7A-A2EC3C2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D54589-AC0E-40F3-9B4F-5C5B408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264D80-2C78-4D5F-8B67-2BE3AFA3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D7190CD-B5CB-48C4-B2B9-BCFF6F1D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4B597C-7568-46DA-A640-FD7EC04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F43173-6549-421D-AC10-0468644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FBB9B1-B63B-4C6A-9F89-AD0F0FA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F000C7-CEED-491A-9643-EA9C91EA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F3EFEF-0042-4681-99BE-BBF600A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6F5C8A-648B-4CEC-92FB-6CC9159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5D612C-5C0A-4E69-B11B-A9EFC4D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A6EBE06-027A-4A0F-9361-5B77546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6F5D60-C226-4F1A-9B6E-95FF7D51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C3C93F2-C59A-4981-B5DF-7198144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3FFFF54-B1A1-4185-BD46-6D32C0F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EC2216-7CD1-46FD-82BC-A694463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AC767D6-D1DE-4EA6-A709-30C48139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789871-20E7-48BB-82C7-60C7BA6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DD6949-6780-426B-8231-4806B3A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7F89D6-AC52-4B04-8433-76F4D4F9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81DE49-1A1D-4847-8591-9FC9197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3717BC6-FFAC-4510-9116-2E1EA03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CD48FF-8467-45DB-BA34-8760CAF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E7DE65-171A-4CC0-A925-5DDBA30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6B72D8E-182C-4E96-832A-3755191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B4B8B9-ADB1-4E7C-9560-5C2827A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A9F6E6-FDB1-4905-8985-3B2E10A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CDED238-F1D9-4D5C-8F5A-D240A6B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C0EA472-403A-437C-B007-56FE2F1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9BC231-9973-4DEA-97AB-15275A9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651F4E1-5C7D-4758-831C-FC60CBA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341E33-6505-4FBB-8866-8BC522A3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A7F2198-9A64-4BB9-910C-9E5F87F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D64C46E-8BDA-4FBA-93D8-A99FAE35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39288B6-09DE-40B2-8159-AE4488AB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C31BBF-1521-46CC-97AD-9EAF65A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692DB7-2C21-4267-9C16-55DF6746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00E20E5-9BD4-4863-9934-6226B33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863E116-A29F-44FE-84E8-CBC53E7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FF2C486-FCF8-4112-ACF9-C6AC508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F3DA4AA-5C71-41BC-BE3F-B0A299B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EF0EAFA-78CE-4B07-8BC2-5496743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628262F-29E4-4EDA-BABD-73DD963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C0F87A8-44C4-4AB8-9A21-306CA9E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52D84A3-9285-44D2-9AF5-B76DEDD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EF85388-10CA-4FFF-89C5-1F0BAB2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AC9C3B9-F7A8-4B17-AFD8-B9C0C98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29267B1-F6E6-4EE3-858D-637D6F0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6C28A1F-B2D0-4EEC-90BE-DCE3D290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3E21E4F-7F8A-4742-9A40-89B52E5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B0BDC6-A9C6-4964-B0CD-F2FA0ABD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81E4084-1D51-4B1D-BB00-21E4CE03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B9C2A4-F851-4EAA-9B74-8D0FF88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13637A-1299-4DAA-8AEF-CA7B4728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996F40E-5AFF-4CC3-8773-C8B0313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4DC07EC-CA82-4009-B1AD-6A5092F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1EADB4-C432-4FF4-A061-A4A1902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8A78C7C-1F4D-4965-9E2F-78C968F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B383927-1272-4754-BD20-DD48596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F3DF99A-F71E-43EE-9D1A-350673F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0A7AC2B-1EBD-4EF5-967C-64CF664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EC35830-A253-4FCF-A3B2-8F3BFF6E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DB0A209-D9A1-4CF5-A1D5-F76B53B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828B0D4B-7427-4648-9C3F-FB0EC84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F7FD58B-B2B2-40C9-B9D4-B436880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79008A9-A6DE-490F-9419-D976065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95E2748-7AFD-4EF2-9B07-9579BEC3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FF6568E-70D2-45E1-AA26-AAF5B543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2DE25AA-73EC-47EC-B160-A61C77C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D1AD08A-F859-443D-9D49-9294EEF0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753E4FF-764C-4E8C-B85F-A5A605CD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3B2FB9C-5F52-4EA5-915A-A3D299F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31FF129-002B-40D9-A33E-8A112D41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0DFCDEA-9F0F-4838-BB25-F23E962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43AAA4E-B79E-4547-8A8B-9FD6F44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FB5639B-8F9A-4C3C-B214-67AE16A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CDAEEFD-F73D-4AD7-B18E-D9F339F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A7D3AAB-DED7-46EC-B410-2D02D11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168410F-872E-4008-985D-815057E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406340D-2BCD-4D8C-BB1A-043E5F0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19F56A7-122C-4918-8472-A59F3E5E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2965407-B6EF-4B31-94F6-FEB9BB0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0AF6189-6F20-4BFA-A537-51D5AB2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CCE992E-4E8E-4965-8214-F9A9FFB7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FDAC807-A5F8-4C12-ABBB-55EEB0A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C41C5CE-7B2A-4052-A913-DE3EC75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D2C3C92-21D2-437B-9261-D507235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DD11BD5-B3CA-4A67-AD22-7C0D04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F5A2330-2A14-448A-BED8-236DA555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5AB866A-BDC0-49F9-A222-A82F536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7CA0404-694F-49F0-AD28-567752E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A5F92E8-6478-4509-B234-B018E645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8869FF8-8560-4340-A690-EDFF4D1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F25C564-1D2D-4E78-851F-51CA679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1BC2E5D-D7B8-4C61-8277-C6D3DED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38C5208-0A9A-4D83-B156-5FF112B9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68CAE4C-646C-4F20-A987-4B664ED8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5374493-7112-4805-9212-AA5DEC9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AF2BDAF-47EA-40FD-8F0A-94F4C7C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1C57048-6AB0-4B29-855B-98504558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034F2AF-F9E9-4AAB-BAF1-3058C04A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50DBEE5-A553-4157-A3AE-FE05A91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0CB3050-AED8-4075-B83F-0901AC46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C37B534-C670-4837-B7C8-F8246199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AEABC9D-D2DD-48FD-A609-72712B8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BF9D1B8-9CEF-402B-A277-E40A463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95CAA73-3BC9-4D84-B5A3-CD838C6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BDF2C0F-90D5-4641-871B-2CCD885F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F573E3C-BFDC-448D-AC31-AFD61B0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5298B66-88F0-4ED4-BC3A-72D9EE6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D53AD2E-46E5-4BDC-8A8A-26DE34C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BF23EA9-4D95-4B47-9177-5307314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E09A6D4-7281-4DA8-A184-4F2B01E6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2CBE881-E14A-4685-ADCE-57312BC7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5E155BA-575A-40E0-881A-021BD0EA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77AFE15-E98C-46E0-8348-26C2F69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0B2426B-1E83-4FF9-8C76-A6AEE673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67A1556-721E-464B-A5F3-8AA05F94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9B9F9E6-0B8B-4DB3-BF23-CCA81367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BA7D852-2296-45B0-994D-4489E35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FCFE1F-28B4-465D-8332-23D8226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78B96B3-8EB2-4E4E-A8B7-16016C0E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49C860-7269-45AE-9117-FADD4D0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0189B61-1961-4D72-83AD-EF0D1C9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F37C7BD-42F3-4631-A843-49ACAB03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4E6224A-D104-4C99-8B3A-3BB81E11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3A92B89-A7E7-4BA7-B4E9-E9C596E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62C3495-1771-44F1-9E40-574BE28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53A2706-C395-44C7-851A-64E99C1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73F14FF-1D1F-48C6-BAC5-2AE6C57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86FED88-BC11-46E9-ACE2-8B6E792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66FBD27-0D6B-456C-938E-BA52EE95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4205AC7-5644-4420-BAEB-C4D4231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D8DDD2B-7EB7-420D-B149-0AC9E5C8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C57DDAA-8B51-4D80-A374-C4AD8D14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0CD4FC3-6E9C-4731-94EB-1B3BE39E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CAB78D0-0EC2-4404-9E8A-1536EF5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EDA9D28-F47E-4796-B3F3-CA4EB54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8660A84-B210-42AF-B328-A8F2619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76DFA9D-EE06-4C71-B32E-74F33A90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601F807-8B12-4A22-A603-9F84CAB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0469F22-F5AE-42B0-95B4-93FC0DD9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29D79B5-1B3B-422E-91E5-24487563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4CF76B9-5852-49DF-819B-2A371F0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7027857-AA07-4686-A470-A6233C5A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9FB4BA6-E771-40C7-8D00-BA8EA28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1686209-608B-4251-9ED1-01E8BCA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EB5780D-84B1-412C-A7DD-563FDE7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B0694502-63CD-4643-97A6-CB20C359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0F0E970-8264-47E6-BC29-B965066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2261000-1F88-4E92-A74D-0CD0C4F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7FD9DC8-C0AE-496D-8C62-BA11C46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6ED83D2-DD33-4C88-91B9-87F9C6B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F91C2E91-E9D1-4FC2-8A95-5DE25DE3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37443A6-9297-45D0-9F03-DD84FA6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2BD338B-D026-497A-B972-A3FF140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46DE7BA-01D7-49C0-9AAD-408FDDCD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6B83DCD-3FA0-4E9B-8B1C-BAC45B2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CB37E7F-8B97-4F17-A2BC-27E8DC6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66589B3-85AF-466D-A70C-B41578FC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1CEF37E-972E-4720-A764-B90C1733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D4F1956-2164-489E-9B29-A7B477D7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DE28176-1FE7-4F36-ABEA-74870817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E90FBF2-BF36-4D42-8427-108508B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13DD7EB-8710-4804-B800-262C4B27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562455C-1621-4546-B4D8-62C32D0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16D2A68-E612-4E52-978D-E651D35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4926634C-07F3-4924-9A9D-9A0D7814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B9CEAD0-0E72-48DC-BA19-11D7BE7F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9BCA3C4-E241-4A2A-928A-0A86F5B4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C6ACA4B-C9A3-4978-8457-025417E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05BAF5C-1BA9-4D92-9061-32D8C1DD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FB0D067-797E-4487-AB86-2655AD10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A4C68D2-C10D-4CDA-B730-9051B81A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52F2C3F-05FF-496B-AFE4-86E2A94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376CA55-0F3C-49AF-8A80-78E882C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2FC8823-228F-40DB-AC5C-6D502AED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5E9F877-57E9-47F3-983F-3E5C8A4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E70D64E-0EC1-4C4A-AAAD-813E5373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09D748F-03FF-4F59-88C6-5FEE037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E2206FF-9398-4126-B290-18FD987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8C87220-2CDF-41D9-AC38-27297D9D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61FBAD5-F472-4B69-97A0-7A52A4E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58447E6-C8A1-40AD-AA5D-560977C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38D2391-DAF5-431D-BE5D-28E8FF2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51F47B6-74E1-4BE4-AEE9-9DD497B9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4D3DD46-4775-448D-A414-7CD86A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6E30A063-CDBD-4B99-B5B3-D5D2F1C8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E82B755-0AEC-437D-BAE4-F49639E6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7FAE19C-45D0-4976-AB2D-BEEEAF0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6FA99B7-BB44-4083-BFC7-9EF932C5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E562BF3-6997-4938-B6F9-FBA521C1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CDA1440-3284-43E3-A882-0A7FECDA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EED2A34-098D-498D-A25E-3AE3FFE3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1A90D08-A926-42E9-B3CF-7FCC597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4E2486A-BB1A-407C-825E-9061556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CEE7B0C-85B7-4B13-B0A4-4E000FD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D5B54E6-4208-4AC3-B26B-C35567F6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4D06646-F674-4090-8669-5006DFA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651DA7D-5FF6-4FD3-AC67-83B16EAF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2730AA0-67FD-4D6F-A744-85BA6AD3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5DFDA47-AA44-4BCA-A01E-7E7F74C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073AE94-60ED-4A99-89DC-6A56B05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AA45019-5966-47CC-9644-125BCBA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F24AE83-6115-4ADF-86FD-B7DD6A5F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4B1065E9-684D-4227-BE5C-0B3D941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8BCBD4F-8D81-4BF9-AC5F-AE14761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BA9E968-CC02-4356-88E9-6C50B34B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B5A4AA4-7B8A-437B-BDC4-89079AF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4A63823-234B-4B6B-BC18-08B6304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B7D7E72-F2ED-44F8-BBEE-517A853F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DCD516F-E905-44B7-8443-8BEB22F7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D09845D-9D32-4CFB-8594-51BFE640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B41933B-EB52-432D-8325-29586EFF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9EF739AE-2B74-4178-9D1F-4B8E5883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37D5807-3A3A-458F-A336-18034AC7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731B34C-7CAB-4FB4-9E99-179FA6EC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3E75B3F-A486-40B8-8604-9C45054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9C60FF4-3CB4-419C-B281-077F1A0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5D5FB16-EB17-4E70-984A-001F19C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64ED42E-45B7-4672-87E8-D6F5CE7B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E411447-9CE2-4015-9213-2822131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B6128B6-D9D4-48DF-9049-AA9BDB0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AD342B8-1CD7-4760-B4E3-B725DDB1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A103963-15BD-492C-BC26-41861F9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A96773A-EE82-4362-BB2B-CEC6231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9FE046D-7642-4177-96DF-ACFF90E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F1993ED-D0C6-4AC5-81B4-91E163B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F5D465F-2463-4196-A68C-68B941AC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6F78757-D8B5-4AFF-9BD0-32E2D24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EA2FCA5-B76E-4F13-8A07-0B7945EB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91C710DA-93D9-4C60-AAEB-2C8EF5C4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91997E7-4D46-4877-9FBD-13FCE729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B528AD3-39AF-4E72-8DC4-A20C061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4817A44C-5E5D-49B2-BF04-E9F5A0AF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3AC465E5-7652-48B5-93F0-A5C12D1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FDC16887-7845-48C2-A4B1-5EC3A14D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D750B9F-CD33-4E31-9614-D6ACB35C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9ABD099-B4DE-494C-9A80-3E5369F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6C5A608D-D4B1-4D77-B093-5F11DD0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365F370-AC72-4CDA-B679-E9BD292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92362AAB-1755-403A-8158-9CCDB5A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164303A-9091-4601-AFD6-E2F146B0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BF954D49-9D82-4C34-83DF-F74D4AD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A3486E7-D406-4357-B272-7C9E97E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C382FBD2-B8B8-4A01-9E59-F5CF68F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CA26A09-5653-4AC8-BE20-9E90CA73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BD9C1F0-4141-40B0-BC37-A67E808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CD870AC-A9B0-47A2-A7D6-0040486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8E7829E2-3760-4D17-BAC6-426AE55F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DA8A95B-857F-4083-B2BB-BE39090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E7DD173-46CE-4072-B448-EEBE68D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036D20E-D925-4342-A8DE-5BFC4E8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796AA8F-6A09-4295-A790-6D0E5B4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A8F6C10-B946-4651-A07C-E9D8D4EE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0B9D76F-DF47-414D-970F-B376AC6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0A012E2F-B226-43AF-AF99-0CFAD5E3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2717975-980B-478F-9103-F281BE49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D5E42CF-E8F5-4AD4-987B-725221A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968440E-D1FE-406C-A4AE-D45A9037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4A8FF33-72F6-43C3-B2D3-3B605E8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B640A720-A3C2-48E8-BE85-AE57777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EBF4BF68-9C2C-4D4A-A04B-5C56667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943AF58B-73FB-4285-8851-5008959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050F21E-D3AD-4732-8798-7D86A95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1446F8C-ADFA-4F80-9C76-6CADFA24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92E9490-7E93-428E-9A1E-CB0C68B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01DE52E-48E3-4C0C-842E-E842A38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6B0D145-5ACA-4831-B016-130DF2E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08CA0F61-D244-47E6-9B6A-D283AFC5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B179E51-E157-4241-A231-F26D3E8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68F0F57-1FA0-4B17-889D-92AA997D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A76AA16E-1156-4C3B-9FFE-88C1503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A5530F7-23CD-434C-A5EA-AD9D2FED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99EB08C0-4236-474B-B6C1-49EF1B14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CF76E7CA-8ED7-4BCD-B5C1-D276524F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B585654-01E3-43B3-BF3C-8AF051D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485224E-A18F-4F80-B660-19B25E22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0A273D2-0181-4F8F-80AB-4153D91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A64468E1-A9F0-4F4E-8B54-AA328BAA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11F1134B-FB25-44AA-91FB-BB902A9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0C9443E-818A-43E6-B22F-7F2F082D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50B74D9-FB69-4444-83CB-0C622EF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A55EAA9B-931E-47E0-B196-3A42BD9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B6679DD0-851E-4885-BD78-6E7E54F5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5896C41E-5658-470E-968D-6C3761D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6D54B47-6FDC-42AF-B12A-7311C527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9102A9D-DE51-4485-80A2-934C03B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23EAF8C-109B-4A70-9D4F-7CFFA77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65AC8E2-7C16-4865-887B-9B03F581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DD3CFB0-DADC-4FB0-8E8D-51F777A1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44678C8-8868-4BD9-A801-6CD076A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2BC8A391-0209-4C3C-8AB1-222087DF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D65BD13-90F2-4421-A420-E5767271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A9903FC-705A-455E-B90C-6149129C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9620F425-9D51-4281-8430-E83694AB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8F52A097-A9BA-46E6-89D1-70A1B1D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68EFA74-0618-4E32-97C1-2F9452DC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3F6205FF-FB3E-4DAE-8C8D-E085AC7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3EDCAD93-B0CE-4F68-A25C-980CF07F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0B80B1B9-4B56-4676-A216-1844541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0DFAC61-7589-42C4-A1AB-85ED9143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081212E0-680D-4747-8289-97BCAEE4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4FD19C87-DE90-4C5E-BE6C-84A73AE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F1E6326-3072-42ED-A405-646D7ABD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F379E7E-9CF7-4E3B-B1F9-1FDE59A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23A7340-4422-4732-A765-3A29492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D215C737-C43C-4DF8-B37E-E0401C4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62C69A6A-7743-4039-9813-EB5F23BF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0D788AD-526A-4529-857B-FAC202D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F7E846E9-9F33-49C7-91D9-3FFADA85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AE81EF7B-C301-4725-A44C-FFDA962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A21815C-A012-4B63-990F-F702708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95BAB8E0-5BED-44B6-817C-33B5698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CCFA2B8D-424A-4499-B5BA-D45AF941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CC10F9B-1262-45FC-82F4-7C6F1C2C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FFAAFF8E-9F36-475C-9327-FA30617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3104C59A-AB0C-4E46-97C4-50BDC5E3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EAD51A99-9B9B-4652-BE66-C0B8F564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5865F28-5B34-4F51-8BF8-7F1FCE3B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421E8701-F8AE-40B9-A4D6-A98B742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F689806-97C6-4F7A-8949-551FB43E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2C45A6D8-9CB6-4D50-834B-2890987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10BE151-5FCD-4BD1-A56B-CC03FBF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1DF491D-25EB-41D3-B68B-62A4929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9A260C0-C74D-4F96-89CC-1527249F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C7A3F52-1A0F-4B18-A214-F1B36F48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9084066-F741-411C-AE80-9ED29016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4A0742B-D667-47A4-B103-4B4232A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67C0F78-7A17-466E-BE16-50D8D6D4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4DFEA09-F658-4CC0-A409-A1578ED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74B7FD5-3996-43B5-BDC8-80604824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9F3AEE9-B9D8-4690-AF06-C43C717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66D0F769-B327-4E62-8351-BEE1DD3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DFE4FCD-CBCF-4123-B311-0C9394EE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A879005-637B-4004-850F-14922B5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0C73126C-1524-4703-84EA-6D167E75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24496FD-3545-4F21-9ED7-1CE6200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8F9DD47-2831-4B58-B351-7ACA38A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A1009CC-1D23-451B-AE04-C8574D1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5CBD64C-A3A1-45C7-B815-E79DC554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366D993-E3E9-4FAD-B97A-E78A57C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A82F280F-31F5-45E9-8B6E-92D3E85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28EAE41-B747-4297-B971-63226585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666D01B2-688B-4310-BA43-BE1D84C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3C30F50-EB37-4D30-978D-6230BAD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D026FE6-357D-4016-9D7A-DC82A4F4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D93D84B7-0676-42B0-8077-47CD32D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FC1B1AA-ADC4-4F50-BF93-91568D1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2688F23-1C68-4196-BCA3-9332CAD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52A09BB7-953C-4BC7-A945-96DA5BAE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3A2FBBA0-0DC3-47EE-82F4-C56B5047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D246C9A-E7EE-459F-B111-EFCB3B15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5C8D674-AB69-411A-AF0F-A4580E6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F874EE2B-F0B6-4344-A437-24AA0484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E3354C04-A74E-4F32-8271-8951A06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B3049F3C-00EC-4CD9-A48B-13F305C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63EA5BFA-9723-4378-BB09-12475452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800CD919-B87C-4776-A588-390E614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7AD04EAA-BA62-4D41-96B6-CA8B526D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24DC3AB-C985-4E42-B0C1-5184E57A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935D8E4-A5C5-4F43-B6DC-7FAC16F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AF00D105-DC20-43DE-A2CA-5D40282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141344B6-1234-40FD-8642-8704DD02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34C99CF-642D-46C0-8A64-8969350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1BFDA2C8-3845-4006-A96E-3F7732A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B40CC13C-4910-4A5F-8D06-0BA54CBC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96BF1FF-4D3F-41DA-99B7-0CF8DBD4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E883AF6-990F-4BFD-A47A-E739725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77EB7B97-65C2-4B94-9426-5C7F612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0E2940A-CC69-4A35-A94C-F5666751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19BF1EA-5E91-45F3-82BB-6DFC856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635E12C-3561-4A5B-BC16-F210260A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F4BFA40-6D22-485E-8506-162AEBA9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C134B79-F068-4D1E-A6C6-54D1893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2D1FD7BC-1C81-4349-8605-88994270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18808C16-9999-4968-A242-8CAA15A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16434006-E45E-47CC-807F-C69D9C4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C383320-3E2C-45E2-A2D1-C3CE8009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73F0FFDF-6E7E-4C7B-9AD2-238F3D6F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2E01626-F527-429E-88D2-C9BE9E9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7A81B81-5CFF-4AF5-A814-7F650AC3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A98B3F5-139E-48CD-BFDF-2CD9D77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DDBD8588-AEA0-4825-95D0-84422A5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B6A1CB31-7291-41D4-92E7-513CB2F7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007E8FC1-236A-456B-B45C-728CB76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30F47F7D-BD8A-4A1C-8EC7-1206C68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0B44C583-0557-4192-A8B4-6FD03D7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E0E89E7-2A3E-4155-9522-770E2815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D10AED0F-D42C-4588-9275-3973F4A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892852C-0A14-4A3C-BE55-9CB1599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47DBAFD5-DD28-4171-BA84-D2264D4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01062DE-646F-4821-93D0-8808DE1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40385DBD-328F-4891-81CA-B20CAB6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39651310-7A75-4B65-A576-0AF4BF9A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D5CE45B2-41A5-4BD6-BCDB-294952A1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F01FBBE1-64B9-40E0-B6B4-9BDD857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3E4241BA-D115-42CC-97BD-8625AB90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A665FB4-C8E1-4931-BAC0-EE2800D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6AABE6D-BB1B-43F8-ACA4-29E2A7FE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F7AC9ABB-81B9-40E8-8B0B-1A1DB34C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73A23124-B0CC-4687-B970-DA21958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3554724-27E6-4F10-AEED-ACFEAFB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48D93FA9-975D-4D67-92E8-83D55BBC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12CD3A73-68E9-46D2-B0AF-C1BF0223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9088C06-7058-4C9E-8946-DF1E0D7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1A83C4EC-627D-433E-97BC-1F3C9C93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A686887-4687-4922-9D1B-997AE720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48A06632-59BF-4272-92AA-DFF678A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AFC95EF4-53ED-4CCC-84EC-7F749B4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text-516">
            <a:extLst xmlns:a="http://schemas.openxmlformats.org/drawingml/2006/main">
              <a:ext uri="{FF2B5EF4-FFF2-40B4-BE49-F238E27FC236}">
                <a16:creationId xmlns:a16="http://schemas.microsoft.com/office/drawing/2014/main" id="{7CF9B70B-E99F-4976-8ED8-7D4EDF0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6种颜色</a:t>
            </a:r>
          </a:p>
        </p:txBody>
      </p:sp>
    </p:spTree>
    <p:extLst>
      <p:ext uri="{BB962C8B-B14F-4D97-AF65-F5344CB8AC3E}">
        <p14:creationId xmlns:p14="http://schemas.microsoft.com/office/powerpoint/2010/main" val="703390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3FC7F-9696-4ECC-A9FF-F606B69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11FD8-C5D2-42DD-9911-43E27D8D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7B1137-2915-4032-84A8-67E15CF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3190-8D83-40E2-B7E7-3C11FCB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E45C1-1EB9-4ED7-BBE6-A9AB7516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66CC-8F42-4F51-8299-CE8CC337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50C39-DBA5-472E-9171-CFB80B6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2E4D-DBE8-46CE-80FE-8F8D04A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FA789-BFA8-48B2-ABB4-ED661D4D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6AE19F5-8FEE-417D-9089-06FBC59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</p:spTree>
    <p:extLst>
      <p:ext uri="{BB962C8B-B14F-4D97-AF65-F5344CB8AC3E}">
        <p14:creationId xmlns:p14="http://schemas.microsoft.com/office/powerpoint/2010/main" val="19286127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3FC7F-9696-4ECC-A9FF-F606B69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11FD8-C5D2-42DD-9911-43E27D8D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7B1137-2915-4032-84A8-67E15CF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3190-8D83-40E2-B7E7-3C11FCB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E45C1-1EB9-4ED7-BBE6-A9AB7516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66CC-8F42-4F51-8299-CE8CC337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50C39-DBA5-472E-9171-CFB80B6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2E4D-DBE8-46CE-80FE-8F8D04A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FA789-BFA8-48B2-ABB4-ED661D4D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6AE19F5-8FEE-417D-9089-06FBC59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05BF32D-FC8B-452B-A7ED-B72691EB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FC8460D-9CCB-413E-AD85-76EF5AC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19286127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973C82D7-F980-401A-8E72-A1DBFFD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EA899-BB4A-4F78-BEC3-C227B267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608691-B4BF-4AA7-892A-155C049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841DA-F06D-4760-8366-857F426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1A8B6-49C5-4152-A1F0-28B66161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3D54A-8FB4-4BA7-B006-0AF80EC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0A1F5-9F4E-4258-BD0F-2854B72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18121-439D-442B-8F64-A023337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7F741-7226-4C20-8B46-BADBB3E1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7F46-0E48-42D3-A11F-7CB1A8F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9F32C-E74B-4FA6-A479-78D74D1A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8DBB6-A2BA-423D-B119-45A4B54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1026F-E2A3-4D72-8DB0-8DE3EBF0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F8AFB-6C05-41BA-8D5F-3CF4A23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EF15F-5018-4E5D-82BE-4F9F096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E298C-A7BD-400E-87DC-B0EEE54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B2059-7221-45DC-AE6D-F706BC2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CDD1D-77A2-4BF6-9DB2-35418E6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A9EBD-A218-44D6-AC3B-9D40DB4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847E8-8B7E-41C8-8BD8-841DC34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7AF8B-0525-434E-9CAE-D5D0B61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3EFF1-0B26-48E4-80FA-410CCC1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D2BB5-E691-4C4B-9A8E-B2C0867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50393-A2DE-4EBA-A33F-7DD633A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824D9-B83B-4E3F-914F-80494CA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88143-C202-463B-A4A5-8A39196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2AFF9-E166-4A48-A20B-85C6E413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1DBF2-7678-4F3B-A30C-5BA43251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1D4A7-1172-4F22-A8BC-406913A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24EEA-019C-486F-B1D3-696F99E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4CB4C-386E-440F-B6B1-CB5F8C7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2F06B-3385-46AF-B3FC-301FEFC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912158-F476-4400-91B7-FA36F86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21B86-962C-4DFA-AB36-6E71376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D59AF-FDDD-4287-BA15-91DFF524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A0405-EC1F-4D95-9D7C-6555D1D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FE0FC-5CCE-4AEE-90F7-2137871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E75D43-9769-455D-8F45-AC097FE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83504-F2A6-4409-975D-0E4F8F4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92BDFA-82C7-4936-B176-4CF0AA6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08D4D7-AAA8-472B-A1FC-E805AD7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0BC10E-6C6B-4EEC-A8FA-8F4CF8E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A8FED3-E651-4AE2-B5E0-0E3A1FE5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6F1B52-3CC0-4700-86A6-7448F41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33675-1386-4344-9F54-045AE0F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F8B3C-C239-466D-B00C-BA57983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6E4EE1-05D0-460C-9CF1-8C2A1CB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21B810-43A6-43F5-B2CB-5E36DF97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FAAD2B-E818-449D-AAE0-715B1EC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CC758E-D442-4D77-A6E3-E3465B3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342CCC-F927-4D1B-B0D0-FC03D08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02C45B-0C2C-446C-BDB6-C10EA0FB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77C4FA-AE68-47E5-826B-408414A6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8A7A96-B5E1-4BEC-9AB1-1C1CBB9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C96E7C-1637-4BB3-AD0B-A09F6D3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184439-B529-4B80-99EF-358510C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EF4A1B-FE81-4238-BC84-E407D1D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4FE3FC-14D1-44B8-A5B9-6A951C4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1E274C-D62C-4362-9946-9C1E6DED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D445E7-2141-4C33-9099-AE252CB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491ABF-973E-4BC6-9C5B-BE19CE2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260065-B6C8-439D-BBEF-36546C5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9EBB65-5893-460D-9FFD-0EFC4A1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375D13-139B-42D7-916F-2F9B422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38C87D-327A-40E2-8D83-24F629B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186B4A-9C62-4612-9590-D4B207B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F990C8-1812-49C0-BC87-D016DA7A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1D89A4-CEF4-4429-A901-67E8096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C693E6-4AB5-4C6A-86CD-C374F7E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D7774C-5C49-4A7D-B590-815CE47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E2A2C6-5642-4E1A-A876-CAF5E96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A178FA-D9F3-4316-8508-3B8F255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5AA2F6-F656-4A7D-8209-91C2608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58BD73-E522-4550-9D56-CCC974B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2CD0E6-9C39-4B45-B22A-D2B6DB9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CE08DD-6198-4838-A999-EEE9F368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1A1018-1175-4FC2-BA20-3933DF0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C46AA0-187D-4D22-BD2D-E893C82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3D4C6C-FB69-4F06-8232-A1D6CDA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BB7221-D9F9-4872-9549-EA2AE25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033033-2FD3-4408-8DE0-E10209C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4057FF-E2B5-450D-A916-275E288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751096-A94D-456C-B8BF-0A238CE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BA2332-1542-4E59-950F-A6D37D4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17B1D7-BFC7-4E87-BEE8-D12BA5A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3FB49A-6848-4212-9884-16E519C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3B20BB-453B-41C8-B939-F98E5C2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58BC60-0D7C-4BCF-B596-010FA607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1C0673-3FE6-4B88-86A4-FED0B9A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01F7C2-A9EE-4929-97CA-C9DBECF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2D5F38-86C8-4C2A-A0D0-0F31D85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CC988F-815E-4A83-8A01-20CD9D8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DF4831C-9C0D-4FFA-8C64-D97F17C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D2B533-ACA6-4E65-90BA-5B53441E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9AFF489-928F-43E5-B8BF-4AF09922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35C0005-0E60-4C2D-A079-7586C7AB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63B14F-2E11-411C-B24E-986CEA6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BDACD2-164A-490C-8E0A-F566F7E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9C8C2-05A6-4AEA-9004-0D559677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00C652-24CA-460A-848E-F449137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C80E97-DA3C-451C-815A-E73E98DE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09CED3-1D29-48AE-A2BB-FD71BE4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554A117-DE1F-4E86-802D-19B977C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D729D5-E6CF-433C-B992-9E8133B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E34924-F441-4B11-AC0E-A65AF28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A83CAB9-F69F-4767-B0BC-0804CE9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9BA476-48AB-4D08-91DC-835A26D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9074E29-FB9E-4C6D-981B-1A88CE8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22520D-1D9E-4F76-909E-D99B58B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FA8D25-8E67-4569-AB7C-0BB28D5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742DBE-2F8C-4824-A8CB-F0F4038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1764E9-15A6-4C85-BC6F-C75E4914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F1ABDB-D22B-4C31-8447-65188CA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FE1F06-E2B2-4145-86D9-82570D3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C70A852-887A-4E12-985F-17EB41E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F7C0C0A-56AB-40AE-BEE6-3C69797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17A948F-ED11-488C-A202-19FE247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95F71AF-8C8B-4B42-8C03-83CB245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F83D4C0-6E11-4115-9584-48F897C1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0A81A84-089A-46FB-94C6-9E8D284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EE707E9-A3A2-4E7F-B0E8-6D5AC61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88F450-A360-4C35-B8F8-C8D74D9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F7808E-82EA-41A4-B797-C9DD0B6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85DA263-8798-4483-9297-B731B74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A5CBE3-B268-4C5B-90C1-B92374BE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D25002-0910-485F-89DF-41C12501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53EE2F-31DD-42E7-A51B-28C5C788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B5901B5-7503-42A9-835F-4E770F9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F6E9997-033B-4880-8DD3-472DEE91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D8CF847-FF19-4306-BE25-D2817BF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D00D21C-91D9-4E6C-B715-7B3D9C00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34740B-175D-419B-A940-3AF4167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FA9C41-B406-4DB5-BBF6-8DF5DD2B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5F90FBB-C7B9-40A6-A3E6-F2F060E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087A17-7BC6-4C94-8237-717FF3A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B723CD5-A421-412B-AE7C-EC0DB0FE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9EBFE31-FB53-4FB0-829D-255865E2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C866EBF-9A77-46F6-BB02-F042B9FC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E09790-4852-4799-BC34-1871431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2A5DC3C-8E27-42A6-9755-3014FA7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2E6496A-A846-4251-8ED7-8CE28D8F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D44062-32E0-4C67-8946-ACA4EC2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31AD2FB-4291-4BF6-AEC0-92F7889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BC8E427-3293-4326-997B-E902948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EBABD75-0B5B-4F17-8E93-0E387B8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85A4A72-04C8-4774-8222-1345018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A2C9CBD-7033-4E98-9BEF-C71C7689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B1F0F68-FBC9-4653-BD68-38BE0AF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5F2CCD9-C530-4452-AD37-555C8DD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335B755-8428-4F08-8E89-AB04E589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3B33C3E-6E4F-4EF1-8BD2-EA3E3F6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317ACD4-08CC-42BF-A7FE-74ABC96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894EEF2-1A1B-4961-AF07-B66A3B1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BB57632-0884-4F34-8BB6-20818E8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7A430F-F9F1-4085-A6F6-5AE522F2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615DC8F-4B68-4556-B433-807F538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E590038-54DF-4BFE-966E-676D5B44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19CC4BD-96CA-469C-98A5-3E0CA9A9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FD28D13-44B4-45E1-B578-FAC04C53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E89E1D7-1CB3-4DBD-A322-E82B881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29EC6B3-BD70-4657-8EBA-CD0EF01A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D2BF864-6D92-48DC-9CD0-EAEF03F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0B1FAAA-A684-4145-9E7C-31421D51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350B547-4A05-4199-8BA1-8FBF1E5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15907A7-9ECD-4966-96B8-390E968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137362E-5E19-48DA-A898-9B90C49D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5A41020-D0FC-485A-8DF1-6115E22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F5D6194-228A-4030-BEF4-5838595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C686A85-F006-47A9-9F3B-E9C6544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549A2F8-15A3-4EBD-8B69-B58A42AA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C010B4C-7128-437D-B5BF-5C2E970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6988895-AEF3-443B-A61E-564EB5E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84E27F-1F0C-4CD0-A28A-6AC37A5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C705155-C15C-4D30-B5BC-4D35927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9D42181-BAEB-445E-BEC5-757CB027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3A7DA92-24EC-4FAC-B98A-947F9DA7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D517411-C764-476F-8DD9-BE07D8DA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98AFD75-A36C-4FDE-81BB-92B07A4B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4355329-1355-429D-A46F-1AA7DC65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D9A17E0-66B1-4161-A026-2F7C481D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44574D-40B5-4D33-AB03-3F5B3F7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A1B5DA8-89AD-47E2-8B24-9653286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2E19A1-66C3-42B0-A1A1-9FA3DDD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4EBCE7A-88F0-4D2A-B108-39FA2CB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AFA514-BC84-4D42-8075-C885B3B5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F36F76-A6A1-4EB6-ACA5-4E3D829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7282626-73EE-46C6-A584-9B7DF12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3FC40DF-D897-47C3-8129-1045539B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E9D6CD4-510A-40F0-B409-8DAB73A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D43878C-531D-48AF-B9A1-AF607D5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9ED14AD-EC80-4661-BA87-3E6227F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CAD8CC4-A5C2-41E2-B11E-5EE883A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23BAB24-A3C7-4A27-A519-8198CB13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A1D5457-F609-44C5-AF46-3979715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4A19B8B-D166-4D7D-BD88-4F13BD9F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026BC19-EDC0-40CD-8DB0-4547B86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D566AA7-DC6A-448E-BD45-4E7068F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0888B40-CBE4-49FE-8C49-6D429E76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2DE3756-30FA-4DEE-80B9-003C115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B8B5457-F64B-4F99-8774-94C0710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82059E8-1289-452C-95A5-536122E0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08136B4-A865-4246-906C-1D983C7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CDB476F-FC12-48B6-8CEC-0449A49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B432579-09F4-4332-96B6-2BB9156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39AC92B-0043-4F47-A603-FA1EA0D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1D4C6A8-CFD1-406A-AEC5-9A06F8E4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24636D0-40D5-4C4F-827D-0F6F6BFB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23B47D4-C9BF-414A-BF0F-DF540D63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957138A-BC2B-4CDD-96A2-EA0C8F0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BF7839C-F8E9-4620-9082-7C953B3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416A554-BD9B-4C9E-B2EC-9E8C2D6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3D5F510-9F16-40F1-8925-8FD5333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FF06BD9-B553-42D7-B839-2B63B644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376921C-1219-4CDD-8563-8C6B4AD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A581295-1A4E-43FD-8A1E-866228A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93B3C2F-F3D9-45E3-B0C0-E2F9327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899D566-EDF9-4B13-84D7-ED3446C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8313628-15E3-4141-A46C-2C48E41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DC48540-F505-4387-9BB9-29BD0684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5F3E40D-A86B-4AAD-A5A7-EA68DC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BAF3E36-BF3D-4BC2-8148-019D79E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4860957-1F27-48DC-83E9-E7D005A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7472601-6602-43F8-BAD9-FEC8DA9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DBA1636-0FD2-40C0-A8FF-423D9E2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9883A09-2504-44B8-8B1E-6BE65FF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A346ADF-6F90-4B10-8521-1881C191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FF44D15-4C18-429D-A406-1FD9F24B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4A181A8-2EDA-4210-B928-9A132D4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33EB771-67F3-4868-B217-777FCEA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0AE4067-3072-40C4-9480-DC3A40A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83F5073-3CD1-4292-B574-64C8B73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F3BC811-664B-4C53-9D05-7F05F87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F370136-CE37-4FA9-B39B-AD6C91D8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DE03045-B30A-4E0F-86F8-062FDFE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C9AE283-CA8C-4743-88E5-CFDAC583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9629224-989E-49A9-96B1-6524E20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FAEA033-56FB-4454-8952-3A43CB3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ED4E9BF-544B-4ED2-827A-183AF89F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728AB39-6C86-42CA-853A-B156DEE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4642C20-68DE-4531-8F14-062515E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AF38F89-7039-4026-BFDB-F679B37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5C0B824-6CD6-4B95-A125-12D40DB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4FDFD04-08BF-41E3-B3FC-675B8E06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E96D7E9-7A42-493F-B4AB-86F2D51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65F1606-4481-4162-B1D8-870AABD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31BD91D-1C48-4D30-AEE2-A2DBF7D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BDFCEB3-EF9A-4AD4-AAFB-EF98CB2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0F55A1E-415B-4450-9F21-00F8C14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D090F6F-FFC1-4182-951A-13B3D63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808B25E-A004-4672-918A-F500386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6DE5EC4-8BA2-4501-8FB7-4CB5B95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2ECFBBF-0B73-48F0-A404-B78827D2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8F9B669-4197-45B2-8BB9-0A39FD5D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62B37FD-B5F4-4690-B129-74E62A7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D7D6F44-B5F1-4A5F-AB7A-7B9119A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EBCA48F-3C0F-4C92-A6D5-77D22BA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86C82D-515E-447C-BC42-4601C69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E8B9161-925A-43E5-B957-55EF58F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0BD6209-0AE3-42B4-AA77-5777BCA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C19C15A9-CC1F-4B13-89E2-9711DF1C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79E3ADF-CA6E-4A9A-B58B-F396D65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F874312-BD67-4E18-B16B-77E7664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35E5453-A8AB-4503-8D89-7434D7D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DF396D9-CBE3-4BA8-B528-0E5886D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DBB50C7-96A4-4151-88E6-FD9F016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65BF1A2-A92F-47C7-A584-CCAE20C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A408EA5-2BBF-4BBF-8E5A-5D836EA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431D8DD-BEF4-43CC-AABC-59B7F00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0097965-423C-4965-8D0E-B447865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6673A34-99A5-4D84-8028-26169B66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BC221C1-02CB-46A8-9E56-9E1DAB3C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4BF5140-7FE9-4AB8-89BB-8461558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B2153D8-361C-48DF-A99A-6963B81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59AD76C-8C4A-4C10-9636-3D6F670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AE2B594-3B6B-47C7-8886-CB69D50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1922ED1-30CD-4C6B-8AAC-EDA2097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6AC8538-1C7E-410D-A181-452A3B7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AD92B07-40B7-414F-A22A-AD0A6FA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1468887-0066-4548-BDB6-B71FC7E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A4AA339-74AA-44A1-B014-69DFC52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AD18808-BE10-47CF-8ABC-B289CC6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7A2B8AF-285B-4205-9694-A240724C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6108A0A-DACB-43D5-8458-ED4C40DB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AF01575-DA88-406A-9EAC-597E65E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335CA46-8834-4CBE-8583-61C77205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49B2F34-E492-42FF-A703-2435477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D3E315D-C991-46D3-BCCB-B27A879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4C2B481-2E33-4606-B546-CC1C1E51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8D92A50-69D4-4ADD-8BEE-9B577F2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C98E09C-8580-4F7D-BB98-3C4DAE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130B53C-9F50-4B09-9D98-0139497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D4DB765-076B-4016-B2D8-9537976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EFA809C-A2E2-4E98-B304-E0D944A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CAE525C-98C0-4CD7-82C8-639650F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5317F18-4027-4C15-AB81-1937DA0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ED6238D-DC24-44EC-9350-9DD42922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4BBF222-C92D-40BD-B770-EE06B89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7AD0035-31DF-4633-9215-7A8F5D5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BD07A4-6EA2-472E-A014-B151BF0C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900451C-B4BA-4E60-A0EF-663CD8B4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111C0EC-C548-4A9F-8BCE-36BADFC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FFB9EE1-C1D0-4EDA-86DE-8418D71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31A5DEF-65D6-465D-A40E-60D1BC2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CEC13B-7289-4084-AFA6-3FDB90C3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C0763F2-DB87-4435-9951-7E7C593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99B0044-BF9A-4DDF-8CAB-092E9C7C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2A36C3E-D1DA-448F-8516-9E8910F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8D2C3FA-00C2-42D7-9020-6F33963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6011E70-89DA-407E-937E-4A856A2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EF0BFE6-1AAF-4A7B-B82B-7E16775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FD78C35-392F-4779-B451-AED72FFF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95C6AA9-DCF4-4B70-B620-A73161F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46AB2A2-EC8D-4B81-9921-B0AC6500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798428D-D4ED-450E-BE1D-BF69F662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798BFAC-08DE-4521-9F92-5B0D249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5F8AE05-1FA5-46DD-B25C-6B90BC8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C9C6B24-C322-46C3-9E8F-611BC2E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B3ECDB-C4AB-4EBD-A770-4931B97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D3BFE4F-DF22-4DB2-A75E-0CF37983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1C74673-2EB8-42EA-9AA1-3F5E6A5C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4F1BD2F-5898-45E8-A8DF-1FE0353D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D6C3AF9-08B1-47FC-82F2-15AC7EC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020E7D8-4FC1-49C2-96B0-82114D1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D385C1D-ABFC-4BA1-8C71-FAF2EF2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28173E2-969E-4700-8656-9ED0DA4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4C19473-351F-403B-8C60-9E76F5D0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6B54758-1474-4F96-B3B8-6EF9FA8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C8C395A-B2ED-4FE2-A578-A1639489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1199C31-7609-436F-8D3B-78435638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C268655-72D3-44EC-9521-933CDBA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A311779-ADD2-4D64-9937-91E2228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2C4A32E-BD87-478C-BEDB-FF62929B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24DE5D7-F5F8-40D2-9E2C-8B69B19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D8CE0975-E1F9-405D-9D55-50E3053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4D3E1C5-7B4D-4085-A1FA-6E86E443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F0C090E-38A5-4480-B486-DECF5B41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63C798F-2666-4FE4-9A4B-BB20933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5A2AEF0-DCE9-4BCA-A3D3-316A27F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68E1910-DF95-44BA-A5CA-25DCA85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6B4666C-BC21-4BD4-8896-0CF38F5B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45B6002-82E6-4349-9EB8-1264AC8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ACB8CF0-78FC-4221-9C56-371B2FB3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41593F0-5265-4FB5-B528-FD06A9E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3192C81-38B3-487D-BEE0-F8928C4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33DCBBB-F5B8-4432-8929-EFF4ECC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8619690-81CE-4D43-B406-516F8DD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275EA84-5E2F-46B2-8A51-778F2CE9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D9B274C-F6DB-4665-8512-2764583E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4DCF4BE-7686-4DFA-8FA0-FBFB68A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CD10A17-DD08-481D-938C-86858908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4D4FFD4-960A-4796-96D1-D68D294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7F7EB35-1AE8-4873-87FF-CBCEF5A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55ECB7D-DFDB-40E7-816F-9A12594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FE9C13C4-533C-4782-B28D-42B3A15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14592DA-9B29-434E-BEC4-94702B14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81DBC18-C87B-450C-9AA3-B4A254E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BBA4C9A9-EEC5-4A04-AE47-DFC963A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7095514-6289-4BD8-B399-B206B23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AA654B5-6521-4777-9048-8BF5D22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C45BA6CB-CF60-4799-A24C-CA11EB63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E4A0A11-7383-4F49-82D1-FF9E6110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F808F7B-AAA7-4116-B361-C871080A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366EEAB-A960-4CF9-A6D3-F83795E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A0C779F-C91D-45F0-BE41-002013C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B8ACB5B-0EEC-4E83-9C82-BDB8D326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1596134-5CCE-40CE-AF0E-C396FBD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19BCD5C-2F11-4CD9-9716-CD5815F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EACEF26-7341-4E47-9A57-B84AF25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F71DF40-1A18-462F-8106-612322F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E8E8FD3-B9EE-4EC7-9548-9DE78DE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B18A5F6-071E-4E68-96C0-F303531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AF66C05-FFE2-4078-BEBE-45A68273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AE9E7F0-F536-4843-9C09-6674A8C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5AA723A2-7EE1-4537-9ED8-74ED7D9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595DB67-928E-4591-90FB-5EFA0B1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810A271-2058-4EA0-A16B-09A48F67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162CDD6-BE00-47C6-B608-281E86D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E856920-D4BF-44C1-8106-706E2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F84D931-2017-46FE-AFD5-95F7ACA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67CEC41-F06B-4BB1-85DA-F42EDA56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2D1396A-8530-4DC9-999F-2722EBA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F404C90-DF4C-4813-904D-BAB53B4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B2E8FE6-26FB-46BE-81E9-A0C28C9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F117BE0-4B2D-4816-90B4-37357ADF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FC5BAA0-ADB5-4C33-A505-505E345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EF7D0CB-F119-448C-A28D-55C9935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C913525-0B5E-408B-A8BC-88ED752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304AA4C-1D8A-4DA4-87AA-084DAF0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C42F5E6-BE95-4BF4-A23E-E6CD341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FDA42D4-53E0-4D26-A92D-D995659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251787A-EF03-4954-AF10-388049E2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28C39F93-370A-422D-9078-50CA5AF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FAEB53B-A9E6-4B75-B954-0FE6CB8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E75B947A-65F5-4EFF-A800-D241E86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9DE36E95-1D99-4B6D-87C0-9FC005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65099358-2FBC-4BD8-B122-5DA9109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3E8EC3C-B0CC-4C1B-80A2-11409FB3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7147A0A-23CD-4A16-A96B-9C07A578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BEE5C85-AC79-421B-AA87-FF6ED998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45CCF82-4E91-45FB-A1A9-9E8E6DA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6506E75-AE12-4C83-8D17-DA877A39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3FC28EA-8ED7-4746-9EB3-B8FFE94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3D47F7C6-FB3A-4180-961F-9EC975F4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3D78DD1-CC55-4CD3-B4FF-85FDFA3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2149B50-BF00-422F-B5AB-CA77A09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9DDF9F2E-724C-4979-A19C-C15F3B9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6222A7F-FE77-4E85-8A2E-577A75D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2C4697A-3617-43D9-9AB4-C08D7A8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306BA1C-C13B-4C51-AF3A-E405714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8896F2A-5091-40CC-912C-AED0DBFF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92BEE1D6-8DB5-4487-9457-C00407E1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9A1AFDF-7A42-4571-B117-67E5AA8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B38E254-8178-4661-A53D-6C3510C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C3A20C0-6737-4062-A9A8-FB967AD2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4B387089-A1FE-426B-8226-01A3803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DAFA747-43BB-4770-B62A-99D7D21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5EA7763-80B2-435A-BE3D-E665695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75F67A6-AC4E-4A0E-9AE3-41C5DE9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50CF839-73AD-49AC-A7D6-9A25E51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BA26953-686D-4D93-A982-96989B3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0F48E90-EEC2-4473-9839-8891926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3822835C-D3CF-4C45-9606-11017E8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D2564C03-B8C8-4008-BE95-EB9D0B1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62534534-B3D7-4CDF-BD50-04D0FEA8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E660AF73-18FF-4EBA-9D22-F81458E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4E8EA38-3534-4E04-8CD4-51A1516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365BA9B-4663-4FF8-AD00-CBF745DE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CF44018F-8035-40EF-9BF6-222726D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152DC51-C98C-46A8-87B5-D56AAD6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88E1728-2221-4B11-AE00-639D4D5F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283C7C1-AEB0-434F-9767-183DF70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1FA52D8-7677-4873-8036-F8CB1B1A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CE3E1557-6517-44ED-B748-7D8D7EE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BF952AA-9D3D-452D-805D-412BE137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1A093FF-847C-42F8-BA42-6325B01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46830DF-5B5E-4AA0-8B03-3E49D2C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2D7EC71B-5112-42CC-93E8-5E7E3BEB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DD36D7B-5D29-4424-8806-CBD2CF1D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ADA0822-D84A-45F2-8F65-FDDDF2A9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A16BA7D-67AF-4675-BAB7-582E4353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B753AEE-92CD-4783-B4EA-3DFBB31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738C3A3D-DE66-434C-8880-CF8C4EB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8AA4352-D4B5-426C-9FEB-860338B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88B2829-8751-4966-8CE0-312180C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E314437-C987-4AA4-9CC1-395FF858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E75AEBE2-2426-42D1-87B6-0A6C57BF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D029F32-C2D3-4CE1-877B-A04BC45D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BE5BDBB-A494-4F96-B7A0-119DD11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2CC823D5-7F52-490A-A5BD-A45763D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8E4C5DD-7E3D-4FA6-A868-009A1CC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0919FAE-857F-4606-B568-D68A0B7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3D5CCEF-89FE-44B6-B139-9A52CF0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F29B4E2-C675-4F21-BA59-687056D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AC3A5D8-5E07-4A50-AFEF-48A913F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086E79D-BFFE-4173-9E6E-416B764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79E2060-0AED-4D06-BAF6-4CE2867A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8D562B9-B365-4300-B5B9-628342D9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1A0DE86A-0572-47C1-B0A6-B488FB6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5B69E6CE-6685-4064-AA4D-A30C64A2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3B7AA726-71AC-4873-B6DA-EB0A46A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4A2782C-D7BC-4369-AF2C-FCA5011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D4C8EF1-EE5C-4FB5-951D-642A5AC9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228EF30-C92C-47AD-A1A6-8FE027A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8E8A4C5D-3DBE-4334-B145-D58085F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3BE3704-E346-4F82-A8DB-C2D5983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2CBE7CE-1028-4DA4-B79D-2C67225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D5BFDB0-3A5D-48AD-B788-6C2D5A01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6F05AF96-36A6-4C59-8549-FC58263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6F45B8D8-C889-4A55-80E8-71682BB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5FB4A5B-78E9-4F87-A393-D8D80FD8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3AEBED34-6F0B-4BFD-8C59-334E44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A745AB7-0F3F-4E6B-A2F2-08DDA28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C78E953-4BD5-4E8D-9948-FA659DD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B9ECF28-0AF0-499B-A306-A1FFABF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CA47516-51D9-4BA3-BB34-8C5D0F5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64913588-8D68-44EB-ADF0-3B98FF6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E0DB85E-E5BE-4924-BA9A-FD19F06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B19F36C-5A50-4F66-9B1C-A69A4CE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B5A4380-BECD-4441-9926-256FEEB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5C85150E-9032-4818-9E44-3F118F4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767E80F-3277-4343-AD51-950F235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D22D5DB-169B-46DD-BB87-53A2F4AA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DBE1715-CD9A-4FEC-A3C9-6689923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36294FFA-7611-4BD7-ACAD-CD2F79D3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7ACDF83-D447-4C05-9B74-BD92D50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7223D4E-51F5-4C6D-96EF-4485A2E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5516D14-1D99-4506-A9DA-C9A0F0C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85718C3E-8542-4A10-BF8F-2F7D67A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795D3787-38E9-4110-84BE-B9E0978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9DDA8A54-46A7-4CAF-91EC-EC892CE2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EBD1D684-AD59-421F-BCBB-90BD2F5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C9902D3-D4ED-49F2-AFBB-74A37B8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59340C7-8877-4B82-9E5F-8D8BB60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46A0775-DBC8-449B-AC7D-21D537D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ED64DEC4-09FC-4273-94BF-E5479DE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A47B054-81F6-41E1-8CDB-55406EF5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3AE3245-A0EC-4FDF-A585-3F931F8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762323B-FC2B-4A15-8133-6C7A487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FB3180D-AC20-4F07-91E1-C0BD14A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B85161B-C5BA-4014-A043-A9156B5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C6ACCBBB-C907-4C72-8E02-BFCAD26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FC6CE75-4BDD-421E-90E7-F21747E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6D27BCA-0643-48D1-B788-214E2F0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F3849DE-8135-4D99-A0EF-B377472E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FC0DEF1-DDB3-4123-8CFB-764BA26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1430119-00DE-45C1-80B6-9AE3591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36294DF9-416F-466C-85A8-3A4F579D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8CA2D279-6CC8-4EA7-903A-810A9F6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EF526C6-09A8-4E27-9C9F-DE79DE6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5CB3C006-54E2-4997-B95F-BA5B5C4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68EC1C56-78F4-4EEE-928F-B85934D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D565BD15-0307-4E51-8F80-DCD6D6B7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7EA86D07-6EA6-4AA8-8312-C193B4E3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289C161E-AA65-493D-AA2D-A1A13BC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E5FDBA7-48C0-4BD2-AC13-ECCCD385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CC8EC635-39C4-4191-80E8-E1AF71B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3FD6F5ED-CAF0-4812-B8CF-FD44B44C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B6DFFF9-06B8-420F-9CD1-AC827A8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0CB2DEA7-8BCB-443D-A659-1BF65BF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0969765-166F-470F-84D7-E6484E2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5C9B5C27-C169-4136-A619-F6A118A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0C73792-F3D9-4CF8-8B97-95448601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6F2FD2BA-5674-422E-858C-F6F73FB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F6FB903-9358-4610-BDA7-1A1537E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6B0585A1-B81D-4E71-A0A2-0931C4B8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729431AF-1C42-4EFF-8172-DC814F57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EBE1A8D-36E3-45EC-BD4F-5F908AA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94031731-7958-41FB-85E9-DE070E6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F39336F6-1F23-4273-BE03-10EE255E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29C2ECE-56B7-4127-B387-A1B0352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E80ABBBC-22E9-4AC3-B256-68D0E9C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E2C2B255-E0CC-4A1D-BBAC-94AE9C6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0F203F5-B90E-4E25-A04C-6607519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F8BB2F9-9062-41DA-85F4-AC315232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9F7DDD-24C4-4405-9FE0-00B211EB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8B554B2-1408-4AF2-8538-6EDF40B3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97B6C56-B917-462E-97A0-B6BF23EE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AF5533C-A439-4A3B-9760-C3DD1E2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B5900CD-0750-427E-AEF7-404D157F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B2BA971-F6B3-4C89-8F6F-6A49829C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D9581EF-824A-4041-A39B-B635D85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8E44911-C65E-4DC2-8496-D882C719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167A8E4-1E2C-4776-B3C0-E670AA6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EF67B31-CDC6-4896-8B7C-A2F708E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F486E2F-3CDC-4EB3-AE77-53087B0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99BD61D-C18D-467F-871F-051B500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23B1D97-1004-4C57-9BFF-0E9B5B0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34D9A33-BFC8-43EB-B170-BD459EB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50F940D-0F88-426E-8EE6-69C9047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BE4B48F-21F4-4542-B570-8F18E5D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DB5E06B-20DD-45EF-BCC4-71BE5682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AEE2C09-EE9D-4548-A843-75B6334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FE08316-8D7F-4031-AEBC-B3CA467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17171CE-6EFF-4353-97FA-FE504C4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36F7C46-3396-46EF-BB95-6764895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656C945-869F-4630-99C5-12262CE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14A2FA5-A364-46D7-950F-8D7D363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FA25FB9-B55E-4B2B-8785-583EA3F2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8752266-FC89-44BE-8713-6813107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9EC7D70-3D31-4100-95DA-AD2B7C53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083E5EF-6382-4AFC-AFAC-09C6C8F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9A937045-D784-440F-9981-7DDA950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6EEC65A-4EF3-471C-B638-52B7CEBD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3753790-CE5F-4E8D-81BE-105F7EB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923D787-F5A3-4DC1-9655-E51DF64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F5D83229-B032-43B9-8A98-6B85E3AC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B5F1A51-9D19-43E6-9765-BBD375B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6CAFB74-FD1D-413E-A604-896E152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18352E1-FC3E-4B71-A34A-CFD0E3A4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C8C69A5-7606-4159-A634-D7993949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AD3CF5B-00BA-4DDA-B642-EB40CD1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7D19058-A60A-4E17-909A-2B6A8AB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BC925BD-52C8-4F0D-8A61-561635B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2577EFA-A137-41B2-83EE-BD2B904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F467EC9-4DE9-4D01-B05B-9454128B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1A0935C-642E-40C6-BE23-178B635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AB25153-64BD-4AFD-9235-8633524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77ED9F9-EC45-4FA0-80CA-4EC67EF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164EEBC-6B5F-47C1-829E-6D0540EC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3514131B-D6E6-4717-AC5F-D8E5F2B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8C21D788-2CA1-4848-98C5-02D5BDA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271AE3BD-1971-462C-BDD8-6E254C04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5C2F5CA5-0D74-4621-80B4-6306653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BA290C88-1E1E-4626-A296-8CB54B6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C42974F3-9241-4A8B-878E-DC7EE35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7295773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973C82D7-F980-401A-8E72-A1DBFFD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EA899-BB4A-4F78-BEC3-C227B267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608691-B4BF-4AA7-892A-155C049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841DA-F06D-4760-8366-857F426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1A8B6-49C5-4152-A1F0-28B66161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3D54A-8FB4-4BA7-B006-0AF80EC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0A1F5-9F4E-4258-BD0F-2854B72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18121-439D-442B-8F64-A023337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7F741-7226-4C20-8B46-BADBB3E1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7F46-0E48-42D3-A11F-7CB1A8F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9F32C-E74B-4FA6-A479-78D74D1A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8DBB6-A2BA-423D-B119-45A4B54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1026F-E2A3-4D72-8DB0-8DE3EBF0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F8AFB-6C05-41BA-8D5F-3CF4A23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EF15F-5018-4E5D-82BE-4F9F096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E298C-A7BD-400E-87DC-B0EEE54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B2059-7221-45DC-AE6D-F706BC2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CDD1D-77A2-4BF6-9DB2-35418E6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A9EBD-A218-44D6-AC3B-9D40DB4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847E8-8B7E-41C8-8BD8-841DC34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7AF8B-0525-434E-9CAE-D5D0B61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3EFF1-0B26-48E4-80FA-410CCC1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D2BB5-E691-4C4B-9A8E-B2C0867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50393-A2DE-4EBA-A33F-7DD633A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824D9-B83B-4E3F-914F-80494CA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88143-C202-463B-A4A5-8A39196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2AFF9-E166-4A48-A20B-85C6E413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1DBF2-7678-4F3B-A30C-5BA43251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1D4A7-1172-4F22-A8BC-406913A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24EEA-019C-486F-B1D3-696F99E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4CB4C-386E-440F-B6B1-CB5F8C7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2F06B-3385-46AF-B3FC-301FEFC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912158-F476-4400-91B7-FA36F86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21B86-962C-4DFA-AB36-6E71376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D59AF-FDDD-4287-BA15-91DFF524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5A0405-EC1F-4D95-9D7C-6555D1D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FE0FC-5CCE-4AEE-90F7-2137871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E75D43-9769-455D-8F45-AC097FE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83504-F2A6-4409-975D-0E4F8F4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92BDFA-82C7-4936-B176-4CF0AA6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08D4D7-AAA8-472B-A1FC-E805AD7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0BC10E-6C6B-4EEC-A8FA-8F4CF8E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A8FED3-E651-4AE2-B5E0-0E3A1FE5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6F1B52-3CC0-4700-86A6-7448F41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33675-1386-4344-9F54-045AE0F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F8B3C-C239-466D-B00C-BA57983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6E4EE1-05D0-460C-9CF1-8C2A1CB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21B810-43A6-43F5-B2CB-5E36DF97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FAAD2B-E818-449D-AAE0-715B1EC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CC758E-D442-4D77-A6E3-E3465B3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342CCC-F927-4D1B-B0D0-FC03D08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02C45B-0C2C-446C-BDB6-C10EA0FB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77C4FA-AE68-47E5-826B-408414A6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8A7A96-B5E1-4BEC-9AB1-1C1CBB9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C96E7C-1637-4BB3-AD0B-A09F6D3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184439-B529-4B80-99EF-358510C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EF4A1B-FE81-4238-BC84-E407D1D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4FE3FC-14D1-44B8-A5B9-6A951C4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1E274C-D62C-4362-9946-9C1E6DED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D445E7-2141-4C33-9099-AE252CB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491ABF-973E-4BC6-9C5B-BE19CE2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260065-B6C8-439D-BBEF-36546C5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9EBB65-5893-460D-9FFD-0EFC4A1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375D13-139B-42D7-916F-2F9B422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38C87D-327A-40E2-8D83-24F629B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186B4A-9C62-4612-9590-D4B207B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F990C8-1812-49C0-BC87-D016DA7A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1D89A4-CEF4-4429-A901-67E8096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C693E6-4AB5-4C6A-86CD-C374F7E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D7774C-5C49-4A7D-B590-815CE47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E2A2C6-5642-4E1A-A876-CAF5E96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A178FA-D9F3-4316-8508-3B8F255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5AA2F6-F656-4A7D-8209-91C2608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58BD73-E522-4550-9D56-CCC974B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2CD0E6-9C39-4B45-B22A-D2B6DB9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CE08DD-6198-4838-A999-EEE9F368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1A1018-1175-4FC2-BA20-3933DF0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C46AA0-187D-4D22-BD2D-E893C82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3D4C6C-FB69-4F06-8232-A1D6CDA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BB7221-D9F9-4872-9549-EA2AE25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033033-2FD3-4408-8DE0-E10209C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4057FF-E2B5-450D-A916-275E288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751096-A94D-456C-B8BF-0A238CE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BA2332-1542-4E59-950F-A6D37D4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17B1D7-BFC7-4E87-BEE8-D12BA5A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3FB49A-6848-4212-9884-16E519C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3B20BB-453B-41C8-B939-F98E5C2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58BC60-0D7C-4BCF-B596-010FA607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1C0673-3FE6-4B88-86A4-FED0B9A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01F7C2-A9EE-4929-97CA-C9DBECF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2D5F38-86C8-4C2A-A0D0-0F31D85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CC988F-815E-4A83-8A01-20CD9D8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DF4831C-9C0D-4FFA-8C64-D97F17C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D2B533-ACA6-4E65-90BA-5B53441E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9AFF489-928F-43E5-B8BF-4AF09922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35C0005-0E60-4C2D-A079-7586C7AB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63B14F-2E11-411C-B24E-986CEA6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BDACD2-164A-490C-8E0A-F566F7E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9C8C2-05A6-4AEA-9004-0D559677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00C652-24CA-460A-848E-F449137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C80E97-DA3C-451C-815A-E73E98DE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09CED3-1D29-48AE-A2BB-FD71BE4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554A117-DE1F-4E86-802D-19B977C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D729D5-E6CF-433C-B992-9E8133B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E34924-F441-4B11-AC0E-A65AF28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A83CAB9-F69F-4767-B0BC-0804CE92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9BA476-48AB-4D08-91DC-835A26D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9074E29-FB9E-4C6D-981B-1A88CE8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22520D-1D9E-4F76-909E-D99B58B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FA8D25-8E67-4569-AB7C-0BB28D5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742DBE-2F8C-4824-A8CB-F0F4038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51764E9-15A6-4C85-BC6F-C75E4914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F1ABDB-D22B-4C31-8447-65188CA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FE1F06-E2B2-4145-86D9-82570D3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C70A852-887A-4E12-985F-17EB41E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F7C0C0A-56AB-40AE-BEE6-3C69797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17A948F-ED11-488C-A202-19FE247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95F71AF-8C8B-4B42-8C03-83CB245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F83D4C0-6E11-4115-9584-48F897C1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0A81A84-089A-46FB-94C6-9E8D284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EE707E9-A3A2-4E7F-B0E8-6D5AC61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88F450-A360-4C35-B8F8-C8D74D9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F7808E-82EA-41A4-B797-C9DD0B6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85DA263-8798-4483-9297-B731B74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A5CBE3-B268-4C5B-90C1-B92374BE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D25002-0910-485F-89DF-41C12501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53EE2F-31DD-42E7-A51B-28C5C788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B5901B5-7503-42A9-835F-4E770F9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F6E9997-033B-4880-8DD3-472DEE91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D8CF847-FF19-4306-BE25-D2817BF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D00D21C-91D9-4E6C-B715-7B3D9C00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34740B-175D-419B-A940-3AF4167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FA9C41-B406-4DB5-BBF6-8DF5DD2B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5F90FBB-C7B9-40A6-A3E6-F2F060E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087A17-7BC6-4C94-8237-717FF3A8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B723CD5-A421-412B-AE7C-EC0DB0FE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9EBFE31-FB53-4FB0-829D-255865E2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C866EBF-9A77-46F6-BB02-F042B9FC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E09790-4852-4799-BC34-1871431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2A5DC3C-8E27-42A6-9755-3014FA7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2E6496A-A846-4251-8ED7-8CE28D8F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D44062-32E0-4C67-8946-ACA4EC2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31AD2FB-4291-4BF6-AEC0-92F7889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BC8E427-3293-4326-997B-E902948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EBABD75-0B5B-4F17-8E93-0E387B8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85A4A72-04C8-4774-8222-1345018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A2C9CBD-7033-4E98-9BEF-C71C7689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B1F0F68-FBC9-4653-BD68-38BE0AF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5F2CCD9-C530-4452-AD37-555C8DD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335B755-8428-4F08-8E89-AB04E589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3B33C3E-6E4F-4EF1-8BD2-EA3E3F6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317ACD4-08CC-42BF-A7FE-74ABC96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894EEF2-1A1B-4961-AF07-B66A3B1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BB57632-0884-4F34-8BB6-20818E8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7A430F-F9F1-4085-A6F6-5AE522F2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615DC8F-4B68-4556-B433-807F538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E590038-54DF-4BFE-966E-676D5B44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19CC4BD-96CA-469C-98A5-3E0CA9A9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FD28D13-44B4-45E1-B578-FAC04C53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E89E1D7-1CB3-4DBD-A322-E82B881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29EC6B3-BD70-4657-8EBA-CD0EF01A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D2BF864-6D92-48DC-9CD0-EAEF03F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0B1FAAA-A684-4145-9E7C-31421D51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350B547-4A05-4199-8BA1-8FBF1E5E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15907A7-9ECD-4966-96B8-390E968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137362E-5E19-48DA-A898-9B90C49D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5A41020-D0FC-485A-8DF1-6115E22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F5D6194-228A-4030-BEF4-5838595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C686A85-F006-47A9-9F3B-E9C6544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549A2F8-15A3-4EBD-8B69-B58A42AA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C010B4C-7128-437D-B5BF-5C2E970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6988895-AEF3-443B-A61E-564EB5E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84E27F-1F0C-4CD0-A28A-6AC37A5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C705155-C15C-4D30-B5BC-4D35927A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9D42181-BAEB-445E-BEC5-757CB027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3A7DA92-24EC-4FAC-B98A-947F9DA7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D517411-C764-476F-8DD9-BE07D8DA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98AFD75-A36C-4FDE-81BB-92B07A4B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4355329-1355-429D-A46F-1AA7DC65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D9A17E0-66B1-4161-A026-2F7C481D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44574D-40B5-4D33-AB03-3F5B3F7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A1B5DA8-89AD-47E2-8B24-9653286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82E19A1-66C3-42B0-A1A1-9FA3DDD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4EBCE7A-88F0-4D2A-B108-39FA2CB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AFA514-BC84-4D42-8075-C885B3B5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F36F76-A6A1-4EB6-ACA5-4E3D829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7282626-73EE-46C6-A584-9B7DF12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3FC40DF-D897-47C3-8129-1045539B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E9D6CD4-510A-40F0-B409-8DAB73A3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D43878C-531D-48AF-B9A1-AF607D5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9ED14AD-EC80-4661-BA87-3E6227F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CAD8CC4-A5C2-41E2-B11E-5EE883A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23BAB24-A3C7-4A27-A519-8198CB13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A1D5457-F609-44C5-AF46-3979715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4A19B8B-D166-4D7D-BD88-4F13BD9F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026BC19-EDC0-40CD-8DB0-4547B86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D566AA7-DC6A-448E-BD45-4E7068F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0888B40-CBE4-49FE-8C49-6D429E76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2DE3756-30FA-4DEE-80B9-003C115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B8B5457-F64B-4F99-8774-94C0710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82059E8-1289-452C-95A5-536122E0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08136B4-A865-4246-906C-1D983C7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CDB476F-FC12-48B6-8CEC-0449A49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B432579-09F4-4332-96B6-2BB9156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39AC92B-0043-4F47-A603-FA1EA0D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1D4C6A8-CFD1-406A-AEC5-9A06F8E4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24636D0-40D5-4C4F-827D-0F6F6BFB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23B47D4-C9BF-414A-BF0F-DF540D63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957138A-BC2B-4CDD-96A2-EA0C8F0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BF7839C-F8E9-4620-9082-7C953B3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416A554-BD9B-4C9E-B2EC-9E8C2D6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3D5F510-9F16-40F1-8925-8FD5333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FF06BD9-B553-42D7-B839-2B63B644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376921C-1219-4CDD-8563-8C6B4AD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A581295-1A4E-43FD-8A1E-866228A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93B3C2F-F3D9-45E3-B0C0-E2F9327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899D566-EDF9-4B13-84D7-ED3446C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8313628-15E3-4141-A46C-2C48E41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DC48540-F505-4387-9BB9-29BD0684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5F3E40D-A86B-4AAD-A5A7-EA68DC0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BAF3E36-BF3D-4BC2-8148-019D79E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4860957-1F27-48DC-83E9-E7D005A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7472601-6602-43F8-BAD9-FEC8DA9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DBA1636-0FD2-40C0-A8FF-423D9E2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9883A09-2504-44B8-8B1E-6BE65FFA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A346ADF-6F90-4B10-8521-1881C191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FF44D15-4C18-429D-A406-1FD9F24B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4A181A8-2EDA-4210-B928-9A132D4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33EB771-67F3-4868-B217-777FCEA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0AE4067-3072-40C4-9480-DC3A40A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83F5073-3CD1-4292-B574-64C8B73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F3BC811-664B-4C53-9D05-7F05F87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F370136-CE37-4FA9-B39B-AD6C91D8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4DE03045-B30A-4E0F-86F8-062FDFE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C9AE283-CA8C-4743-88E5-CFDAC583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9629224-989E-49A9-96B1-6524E20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FAEA033-56FB-4454-8952-3A43CB3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ED4E9BF-544B-4ED2-827A-183AF89F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728AB39-6C86-42CA-853A-B156DEE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4642C20-68DE-4531-8F14-062515E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AF38F89-7039-4026-BFDB-F679B37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5C0B824-6CD6-4B95-A125-12D40DB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4FDFD04-08BF-41E3-B3FC-675B8E06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E96D7E9-7A42-493F-B4AB-86F2D51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65F1606-4481-4162-B1D8-870AABD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31BD91D-1C48-4D30-AEE2-A2DBF7DD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BDFCEB3-EF9A-4AD4-AAFB-EF98CB2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0F55A1E-415B-4450-9F21-00F8C14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8D090F6F-FFC1-4182-951A-13B3D63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808B25E-A004-4672-918A-F500386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6DE5EC4-8BA2-4501-8FB7-4CB5B95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2ECFBBF-0B73-48F0-A404-B78827D2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8F9B669-4197-45B2-8BB9-0A39FD5D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62B37FD-B5F4-4690-B129-74E62A72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D7D6F44-B5F1-4A5F-AB7A-7B9119A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EBCA48F-3C0F-4C92-A6D5-77D22BA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486C82D-515E-447C-BC42-4601C69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E8B9161-925A-43E5-B957-55EF58F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0BD6209-0AE3-42B4-AA77-5777BCA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C19C15A9-CC1F-4B13-89E2-9711DF1C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79E3ADF-CA6E-4A9A-B58B-F396D65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F874312-BD67-4E18-B16B-77E7664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35E5453-A8AB-4503-8D89-7434D7D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DF396D9-CBE3-4BA8-B528-0E5886DA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DBB50C7-96A4-4151-88E6-FD9F016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65BF1A2-A92F-47C7-A584-CCAE20C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A408EA5-2BBF-4BBF-8E5A-5D836EA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431D8DD-BEF4-43CC-AABC-59B7F00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0097965-423C-4965-8D0E-B447865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6673A34-99A5-4D84-8028-26169B66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4BC221C1-02CB-46A8-9E56-9E1DAB3C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4BF5140-7FE9-4AB8-89BB-8461558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B2153D8-361C-48DF-A99A-6963B81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59AD76C-8C4A-4C10-9636-3D6F670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AE2B594-3B6B-47C7-8886-CB69D50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1922ED1-30CD-4C6B-8AAC-EDA20973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6AC8538-1C7E-410D-A181-452A3B7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AD92B07-40B7-414F-A22A-AD0A6FA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1468887-0066-4548-BDB6-B71FC7E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A4AA339-74AA-44A1-B014-69DFC525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AD18808-BE10-47CF-8ABC-B289CC6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7A2B8AF-285B-4205-9694-A240724C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6108A0A-DACB-43D5-8458-ED4C40DB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AF01575-DA88-406A-9EAC-597E65E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335CA46-8834-4CBE-8583-61C77205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49B2F34-E492-42FF-A703-2435477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D3E315D-C991-46D3-BCCB-B27A879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4C2B481-2E33-4606-B546-CC1C1E51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8D92A50-69D4-4ADD-8BEE-9B577F2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C98E09C-8580-4F7D-BB98-3C4DAE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130B53C-9F50-4B09-9D98-0139497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D4DB765-076B-4016-B2D8-9537976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EFA809C-A2E2-4E98-B304-E0D944A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CAE525C-98C0-4CD7-82C8-639650F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5317F18-4027-4C15-AB81-1937DA0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6ED6238D-DC24-44EC-9350-9DD42922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4BBF222-C92D-40BD-B770-EE06B89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7AD0035-31DF-4633-9215-7A8F5D54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2BD07A4-6EA2-472E-A014-B151BF0C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900451C-B4BA-4E60-A0EF-663CD8B4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111C0EC-C548-4A9F-8BCE-36BADFC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FFB9EE1-C1D0-4EDA-86DE-8418D71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31A5DEF-65D6-465D-A40E-60D1BC2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ECEC13B-7289-4084-AFA6-3FDB90C3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C0763F2-DB87-4435-9951-7E7C593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99B0044-BF9A-4DDF-8CAB-092E9C7C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2A36C3E-D1DA-448F-8516-9E8910F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8D2C3FA-00C2-42D7-9020-6F33963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6011E70-89DA-407E-937E-4A856A2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EF0BFE6-1AAF-4A7B-B82B-7E16775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FD78C35-392F-4779-B451-AED72FFF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95C6AA9-DCF4-4B70-B620-A73161F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46AB2A2-EC8D-4B81-9921-B0AC6500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798428D-D4ED-450E-BE1D-BF69F662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798BFAC-08DE-4521-9F92-5B0D249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5F8AE05-1FA5-46DD-B25C-6B90BC80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C9C6B24-C322-46C3-9E8F-611BC2E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B3ECDB-C4AB-4EBD-A770-4931B97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D3BFE4F-DF22-4DB2-A75E-0CF37983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1C74673-2EB8-42EA-9AA1-3F5E6A5C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4F1BD2F-5898-45E8-A8DF-1FE0353D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D6C3AF9-08B1-47FC-82F2-15AC7EC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020E7D8-4FC1-49C2-96B0-82114D1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D385C1D-ABFC-4BA1-8C71-FAF2EF2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28173E2-969E-4700-8656-9ED0DA4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4C19473-351F-403B-8C60-9E76F5D0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6B54758-1474-4F96-B3B8-6EF9FA8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C8C395A-B2ED-4FE2-A578-A1639489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1199C31-7609-436F-8D3B-78435638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C268655-72D3-44EC-9521-933CDBA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A311779-ADD2-4D64-9937-91E2228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42C4A32E-BD87-478C-BEDB-FF62929B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24DE5D7-F5F8-40D2-9E2C-8B69B19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D8CE0975-E1F9-405D-9D55-50E3053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E4D3E1C5-7B4D-4085-A1FA-6E86E443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F0C090E-38A5-4480-B486-DECF5B41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63C798F-2666-4FE4-9A4B-BB209338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5A2AEF0-DCE9-4BCA-A3D3-316A27F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68E1910-DF95-44BA-A5CA-25DCA85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6B4666C-BC21-4BD4-8896-0CF38F5B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45B6002-82E6-4349-9EB8-1264AC8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ACB8CF0-78FC-4221-9C56-371B2FB3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41593F0-5265-4FB5-B528-FD06A9E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3192C81-38B3-487D-BEE0-F8928C4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33DCBBB-F5B8-4432-8929-EFF4ECC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8619690-81CE-4D43-B406-516F8DD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275EA84-5E2F-46B2-8A51-778F2CE9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D9B274C-F6DB-4665-8512-2764583E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4DCF4BE-7686-4DFA-8FA0-FBFB68A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CD10A17-DD08-481D-938C-86858908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4D4FFD4-960A-4796-96D1-D68D294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7F7EB35-1AE8-4873-87FF-CBCEF5A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E55ECB7D-DFDB-40E7-816F-9A12594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FE9C13C4-533C-4782-B28D-42B3A15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14592DA-9B29-434E-BEC4-94702B14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81DBC18-C87B-450C-9AA3-B4A254E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BBA4C9A9-EEC5-4A04-AE47-DFC963A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7095514-6289-4BD8-B399-B206B23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AA654B5-6521-4777-9048-8BF5D22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C45BA6CB-CF60-4799-A24C-CA11EB63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E4A0A11-7383-4F49-82D1-FF9E6110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F808F7B-AAA7-4116-B361-C871080A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7366EEAB-A960-4CF9-A6D3-F83795E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A0C779F-C91D-45F0-BE41-002013C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B8ACB5B-0EEC-4E83-9C82-BDB8D326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1596134-5CCE-40CE-AF0E-C396FBD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19BCD5C-2F11-4CD9-9716-CD5815F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EACEF26-7341-4E47-9A57-B84AF25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F71DF40-1A18-462F-8106-612322F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E8E8FD3-B9EE-4EC7-9548-9DE78DE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B18A5F6-071E-4E68-96C0-F303531A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AF66C05-FFE2-4078-BEBE-45A68273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AE9E7F0-F536-4843-9C09-6674A8C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5AA723A2-7EE1-4537-9ED8-74ED7D9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595DB67-928E-4591-90FB-5EFA0B1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810A271-2058-4EA0-A16B-09A48F67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162CDD6-BE00-47C6-B608-281E86D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E856920-D4BF-44C1-8106-706E2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F84D931-2017-46FE-AFD5-95F7ACA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067CEC41-F06B-4BB1-85DA-F42EDA56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2D1396A-8530-4DC9-999F-2722EBA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F404C90-DF4C-4813-904D-BAB53B4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B2E8FE6-26FB-46BE-81E9-A0C28C9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F117BE0-4B2D-4816-90B4-37357ADF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FC5BAA0-ADB5-4C33-A505-505E345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EF7D0CB-F119-448C-A28D-55C9935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C913525-0B5E-408B-A8BC-88ED752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304AA4C-1D8A-4DA4-87AA-084DAF0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C42F5E6-BE95-4BF4-A23E-E6CD341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FDA42D4-53E0-4D26-A92D-D995659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251787A-EF03-4954-AF10-388049E2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28C39F93-370A-422D-9078-50CA5AF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2FAEB53B-A9E6-4B75-B954-0FE6CB8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E75B947A-65F5-4EFF-A800-D241E86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9DE36E95-1D99-4B6D-87C0-9FC005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65099358-2FBC-4BD8-B122-5DA9109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3E8EC3C-B0CC-4C1B-80A2-11409FB3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7147A0A-23CD-4A16-A96B-9C07A578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BEE5C85-AC79-421B-AA87-FF6ED998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45CCF82-4E91-45FB-A1A9-9E8E6DA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6506E75-AE12-4C83-8D17-DA877A39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3FC28EA-8ED7-4746-9EB3-B8FFE94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3D47F7C6-FB3A-4180-961F-9EC975F4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3D78DD1-CC55-4CD3-B4FF-85FDFA3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2149B50-BF00-422F-B5AB-CA77A09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9DDF9F2E-724C-4979-A19C-C15F3B9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6222A7F-FE77-4E85-8A2E-577A75D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2C4697A-3617-43D9-9AB4-C08D7A8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9306BA1C-C13B-4C51-AF3A-E405714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8896F2A-5091-40CC-912C-AED0DBFF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92BEE1D6-8DB5-4487-9457-C00407E1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9A1AFDF-7A42-4571-B117-67E5AA8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B38E254-8178-4661-A53D-6C3510C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C3A20C0-6737-4062-A9A8-FB967AD2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4B387089-A1FE-426B-8226-01A38039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DAFA747-43BB-4770-B62A-99D7D21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5EA7763-80B2-435A-BE3D-E665695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75F67A6-AC4E-4A0E-9AE3-41C5DE98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50CF839-73AD-49AC-A7D6-9A25E51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BA26953-686D-4D93-A982-96989B3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0F48E90-EEC2-4473-9839-8891926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3822835C-D3CF-4C45-9606-11017E8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D2564C03-B8C8-4008-BE95-EB9D0B1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62534534-B3D7-4CDF-BD50-04D0FEA8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E660AF73-18FF-4EBA-9D22-F81458E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4E8EA38-3534-4E04-8CD4-51A1516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365BA9B-4663-4FF8-AD00-CBF745DE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CF44018F-8035-40EF-9BF6-222726D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152DC51-C98C-46A8-87B5-D56AAD6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88E1728-2221-4B11-AE00-639D4D5F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283C7C1-AEB0-434F-9767-183DF70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1FA52D8-7677-4873-8036-F8CB1B1A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CE3E1557-6517-44ED-B748-7D8D7EE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BF952AA-9D3D-452D-805D-412BE137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1A093FF-847C-42F8-BA42-6325B01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46830DF-5B5E-4AA0-8B03-3E49D2C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2D7EC71B-5112-42CC-93E8-5E7E3BEB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CDD36D7B-5D29-4424-8806-CBD2CF1D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ADA0822-D84A-45F2-8F65-FDDDF2A9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A16BA7D-67AF-4675-BAB7-582E4353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B753AEE-92CD-4783-B4EA-3DFBB31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738C3A3D-DE66-434C-8880-CF8C4EB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8AA4352-D4B5-426C-9FEB-860338B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988B2829-8751-4966-8CE0-312180C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E314437-C987-4AA4-9CC1-395FF858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E75AEBE2-2426-42D1-87B6-0A6C57BF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D029F32-C2D3-4CE1-877B-A04BC45D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BE5BDBB-A494-4F96-B7A0-119DD11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2CC823D5-7F52-490A-A5BD-A45763D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8E4C5DD-7E3D-4FA6-A868-009A1CC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0919FAE-857F-4606-B568-D68A0B7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3D5CCEF-89FE-44B6-B139-9A52CF0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F29B4E2-C675-4F21-BA59-687056D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8AC3A5D8-5E07-4A50-AFEF-48A913F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086E79D-BFFE-4173-9E6E-416B764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79E2060-0AED-4D06-BAF6-4CE2867A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A8D562B9-B365-4300-B5B9-628342D9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1A0DE86A-0572-47C1-B0A6-B488FB66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5B69E6CE-6685-4064-AA4D-A30C64A2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3B7AA726-71AC-4873-B6DA-EB0A46A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4A2782C-D7BC-4369-AF2C-FCA5011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3D4C8EF1-EE5C-4FB5-951D-642A5AC9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228EF30-C92C-47AD-A1A6-8FE027A5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8E8A4C5D-3DBE-4334-B145-D58085F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3BE3704-E346-4F82-A8DB-C2D5983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2CBE7CE-1028-4DA4-B79D-2C67225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D5BFDB0-3A5D-48AD-B788-6C2D5A01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6F05AF96-36A6-4C59-8549-FC58263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6F45B8D8-C889-4A55-80E8-71682BB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5FB4A5B-78E9-4F87-A393-D8D80FD8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3AEBED34-6F0B-4BFD-8C59-334E44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A745AB7-0F3F-4E6B-A2F2-08DDA28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C78E953-4BD5-4E8D-9948-FA659DD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BB9ECF28-0AF0-499B-A306-A1FFABF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1CA47516-51D9-4BA3-BB34-8C5D0F5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64913588-8D68-44EB-ADF0-3B98FF6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E0DB85E-E5BE-4924-BA9A-FD19F06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FB19F36C-5A50-4F66-9B1C-A69A4CE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B5A4380-BECD-4441-9926-256FEEB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5C85150E-9032-4818-9E44-3F118F4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767E80F-3277-4343-AD51-950F235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D22D5DB-169B-46DD-BB87-53A2F4AA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DBE1715-CD9A-4FEC-A3C9-6689923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36294FFA-7611-4BD7-ACAD-CD2F79D3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97ACDF83-D447-4C05-9B74-BD92D50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7223D4E-51F5-4C6D-96EF-4485A2EB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45516D14-1D99-4506-A9DA-C9A0F0C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85718C3E-8542-4A10-BF8F-2F7D67A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795D3787-38E9-4110-84BE-B9E09789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9DDA8A54-46A7-4CAF-91EC-EC892CE2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EBD1D684-AD59-421F-BCBB-90BD2F5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C9902D3-D4ED-49F2-AFBB-74A37B8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59340C7-8877-4B82-9E5F-8D8BB60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46A0775-DBC8-449B-AC7D-21D537D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ED64DEC4-09FC-4273-94BF-E5479DE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A47B054-81F6-41E1-8CDB-55406EF5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3AE3245-A0EC-4FDF-A585-3F931F8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762323B-FC2B-4A15-8133-6C7A487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FB3180D-AC20-4F07-91E1-C0BD14A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B85161B-C5BA-4014-A043-A9156B5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C6ACCBBB-C907-4C72-8E02-BFCAD262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FC6CE75-4BDD-421E-90E7-F21747E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E6D27BCA-0643-48D1-B788-214E2F00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8F3849DE-8135-4D99-A0EF-B377472E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FC0DEF1-DDB3-4123-8CFB-764BA26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1430119-00DE-45C1-80B6-9AE3591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36294DF9-416F-466C-85A8-3A4F579D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8CA2D279-6CC8-4EA7-903A-810A9F6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EF526C6-09A8-4E27-9C9F-DE79DE6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5CB3C006-54E2-4997-B95F-BA5B5C4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68EC1C56-78F4-4EEE-928F-B85934D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D565BD15-0307-4E51-8F80-DCD6D6B7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7EA86D07-6EA6-4AA8-8312-C193B4E3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289C161E-AA65-493D-AA2D-A1A13BC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E5FDBA7-48C0-4BD2-AC13-ECCCD385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CC8EC635-39C4-4191-80E8-E1AF71B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3FD6F5ED-CAF0-4812-B8CF-FD44B44C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B6DFFF9-06B8-420F-9CD1-AC827A8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0CB2DEA7-8BCB-443D-A659-1BF65BF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0969765-166F-470F-84D7-E6484E2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5C9B5C27-C169-4136-A619-F6A118A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0C73792-F3D9-4CF8-8B97-95448601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6F2FD2BA-5674-422E-858C-F6F73FB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F6FB903-9358-4610-BDA7-1A1537E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6B0585A1-B81D-4E71-A0A2-0931C4B8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729431AF-1C42-4EFF-8172-DC814F57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EBE1A8D-36E3-45EC-BD4F-5F908AA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94031731-7958-41FB-85E9-DE070E6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F39336F6-1F23-4273-BE03-10EE255E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29C2ECE-56B7-4127-B387-A1B0352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E80ABBBC-22E9-4AC3-B256-68D0E9C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E2C2B255-E0CC-4A1D-BBAC-94AE9C6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0F203F5-B90E-4E25-A04C-6607519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F8BB2F9-9062-41DA-85F4-AC315232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9F7DDD-24C4-4405-9FE0-00B211EB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8B554B2-1408-4AF2-8538-6EDF40B3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97B6C56-B917-462E-97A0-B6BF23EE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AF5533C-A439-4A3B-9760-C3DD1E2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B5900CD-0750-427E-AEF7-404D157F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B2BA971-F6B3-4C89-8F6F-6A49829C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D9581EF-824A-4041-A39B-B635D85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8E44911-C65E-4DC2-8496-D882C719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167A8E4-1E2C-4776-B3C0-E670AA6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EF67B31-CDC6-4896-8B7C-A2F708E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F486E2F-3CDC-4EB3-AE77-53087B0D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999BD61D-C18D-467F-871F-051B500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23B1D97-1004-4C57-9BFF-0E9B5B0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34D9A33-BFC8-43EB-B170-BD459EB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50F940D-0F88-426E-8EE6-69C9047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BE4B48F-21F4-4542-B570-8F18E5D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DB5E06B-20DD-45EF-BCC4-71BE5682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AEE2C09-EE9D-4548-A843-75B6334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FE08316-8D7F-4031-AEBC-B3CA467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17171CE-6EFF-4353-97FA-FE504C4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36F7C46-3396-46EF-BB95-6764895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2656C945-869F-4630-99C5-12262CE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214A2FA5-A364-46D7-950F-8D7D363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FA25FB9-B55E-4B2B-8785-583EA3F2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8752266-FC89-44BE-8713-6813107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9EC7D70-3D31-4100-95DA-AD2B7C53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7083E5EF-6382-4AFC-AFAC-09C6C8F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9A937045-D784-440F-9981-7DDA9500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6EEC65A-4EF3-471C-B638-52B7CEBD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B3753790-CE5F-4E8D-81BE-105F7EB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923D787-F5A3-4DC1-9655-E51DF64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F5D83229-B032-43B9-8A98-6B85E3AC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B5F1A51-9D19-43E6-9765-BBD375B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6CAFB74-FD1D-413E-A604-896E152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18352E1-FC3E-4B71-A34A-CFD0E3A4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5C8C69A5-7606-4159-A634-D7993949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AD3CF5B-00BA-4DDA-B642-EB40CD1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E7D19058-A60A-4E17-909A-2B6A8AB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BC925BD-52C8-4F0D-8A61-561635B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E2577EFA-A137-41B2-83EE-BD2B904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CF467EC9-4DE9-4D01-B05B-9454128B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31A0935C-642E-40C6-BE23-178B635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AB25153-64BD-4AFD-9235-8633524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477ED9F9-EC45-4FA0-80CA-4EC67EF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C164EEBC-6B5F-47C1-829E-6D0540EC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3514131B-D6E6-4717-AC5F-D8E5F2B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8C21D788-2CA1-4848-98C5-02D5BDA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271AE3BD-1971-462C-BDD8-6E254C04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5C2F5CA5-0D74-4621-80B4-6306653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BA290C88-1E1E-4626-A296-8CB54B6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C42974F3-9241-4A8B-878E-DC7EE35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586" name="text-585">
            <a:extLst xmlns:a="http://schemas.openxmlformats.org/drawingml/2006/main">
              <a:ext uri="{FF2B5EF4-FFF2-40B4-BE49-F238E27FC236}">
                <a16:creationId xmlns:a16="http://schemas.microsoft.com/office/drawing/2014/main" id="{37F5640E-4B03-414C-BB43-1718464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7295773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71A9E-B43A-432C-BF84-5B73A8A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2FFBF-E135-4E48-AA85-3E6B095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12321F-69E4-4E2F-A3C3-F85C10EA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5B3E06-3F28-4069-B669-395ACBF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4E3D8B57-D757-4829-BBF9-BDB8248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06A822E-FDF0-4F45-8028-D61A68D7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2DEF18DF-9BD3-40A4-8ED6-E7B2459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09F7C60-CAA8-4628-9309-DB0C0011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6168058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71A9E-B43A-432C-BF84-5B73A8A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2FFBF-E135-4E48-AA85-3E6B095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12321F-69E4-4E2F-A3C3-F85C10EA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5B3E06-3F28-4069-B669-395ACBF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4E3D8B57-D757-4829-BBF9-BDB8248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06A822E-FDF0-4F45-8028-D61A68D7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2DEF18DF-9BD3-40A4-8ED6-E7B2459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09F7C60-CAA8-4628-9309-DB0C0011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6168058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0EE7D-F71F-4617-BAFA-965B21AD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D3CFF-B8D3-48A1-BF07-C6AC623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A22C13-AB61-47DA-B4A2-2DE4B86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同一只熊猫，数据量为什么不同？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243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0EE7D-F71F-4617-BAFA-965B21AD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D3CFF-B8D3-48A1-BF07-C6AC623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A22C13-AB61-47DA-B4A2-2DE4B86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同一只熊猫，数据量为什么不同？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8×8×2 = 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16×16×2 =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16×16×3 = 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6EAC334-65CF-44EE-A100-0915F870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942243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43F9B-6987-4658-A807-0084CB6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E28A5-6F3F-4974-BFEE-159B979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490FAA-47DA-4EEE-81C4-17BFB73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397A0E-1A5C-43FC-AFAA-3EEE116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FD798C76-2581-4033-AE2C-6B4E6D7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128 bit → ___ B    512 bit → ___ B    768 bit → ___ B</a:t>
            </a:r>
          </a:p>
        </p:txBody>
      </p:sp>
    </p:spTree>
    <p:extLst>
      <p:ext uri="{BB962C8B-B14F-4D97-AF65-F5344CB8AC3E}">
        <p14:creationId xmlns:p14="http://schemas.microsoft.com/office/powerpoint/2010/main" val="8386241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43F9B-6987-4658-A807-0084CB6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E28A5-6F3F-4974-BFEE-159B979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490FAA-47DA-4EEE-81C4-17BFB73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397A0E-1A5C-43FC-AFAA-3EEE116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FD798C76-2581-4033-AE2C-6B4E6D7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 bit → 16 B     512 bit → 64 B     768 bit → 96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4E5E7A-0EA8-41EE-9139-4ADD977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9E92F5-C45D-4A53-B8F5-2221C4B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8386241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540E-F474-44E2-B5FF-6488BE77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BB38C-7BFB-40BD-A1E7-20D110F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B1656F-B9DA-43C3-953F-F470338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EE629C2-4ECD-41D9-B71F-27D8C23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8745519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9540E-F474-44E2-B5FF-6488BE77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BB38C-7BFB-40BD-A1E7-20D110F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B1656F-B9DA-43C3-953F-F470338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EE629C2-4ECD-41D9-B71F-27D8C23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874551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A66EC-1203-4A2B-AAE7-135DEE0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512E-5DB6-450D-B049-043FCAF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B9F9A-990D-40DA-8132-2FB40A6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5379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A66EC-1203-4A2B-AAE7-135DEE0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512E-5DB6-450D-B049-043FCAF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B9F9A-990D-40DA-8132-2FB40A6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5379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16273-CCC7-46D7-BF7F-7A38F49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6F80E-71C3-46A4-95C6-02DD84B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66DFA1-8C23-4564-8F88-6FEE96F6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F7EBC9-D1F2-492F-8CBA-127975F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662803F-85C8-4B00-B7D3-8B9D085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738C178-D527-4461-9273-88D1DDD4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27A4D2-A794-4AAD-8C9B-0DD6F67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1A9DD02-206E-4C88-899E-3AFA14E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60CF988-57EE-4045-AC55-4367EC9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5953922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16273-CCC7-46D7-BF7F-7A38F49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6F80E-71C3-46A4-95C6-02DD84B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66DFA1-8C23-4564-8F88-6FEE96F6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F7EBC9-D1F2-492F-8CBA-127975F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662803F-85C8-4B00-B7D3-8B9D085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738C178-D527-4461-9273-88D1DDD4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27A4D2-A794-4AAD-8C9B-0DD6F67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1A9DD02-206E-4C88-899E-3AFA14E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60CF988-57EE-4045-AC55-4367EC9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AD905EA-5CEA-4DFF-83A3-DE0023B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F325228-0749-4092-90C2-C3443D2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15953922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096AA-74E3-4398-8DCD-9ABD893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F9FC4-6C3D-49AC-9BE3-CF6FE91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63DE7B-BD16-42AA-8162-8519F677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熊猫眼睛的一个像素存什么？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9f386d05b400c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04875" y="204787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823FA-7AAB-4E92-8BF4-7F2DC6D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44" y="3559969"/>
            <a:ext cx="83344" cy="83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C802E0E-03A5-41C0-8F53-B9F13B8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138   G = 179   B = 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7EA1A-0465-40C4-9858-FCCEF5D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987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FCB64B4-0BDB-424F-8ACF-E63FDF30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每通道8bit，怎样表示？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C6CF97B-1F54-4250-81F9-C95DB2E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</p:spTree>
    <p:extLst>
      <p:ext uri="{BB962C8B-B14F-4D97-AF65-F5344CB8AC3E}">
        <p14:creationId xmlns:p14="http://schemas.microsoft.com/office/powerpoint/2010/main" val="1798059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096AA-74E3-4398-8DCD-9ABD893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F9FC4-6C3D-49AC-9BE3-CF6FE91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63DE7B-BD16-42AA-8162-8519F677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熊猫眼睛的一个像素存什么？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d9bd17f5c4f9c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04875" y="204787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823FA-7AAB-4E92-8BF4-7F2DC6D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44" y="3559969"/>
            <a:ext cx="83344" cy="83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C802E0E-03A5-41C0-8F53-B9F13B8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138   G = 179   B = 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7EA1A-0465-40C4-9858-FCCEF5D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987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FCB64B4-0BDB-424F-8ACF-E63FDF30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每通道8bit，怎样表示？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C6CF97B-1F54-4250-81F9-C95DB2E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2BCBC6B-0056-4814-BD3F-84368D42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  10001010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1313E90-2E0A-4747-99C0-35B812DC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G  10110011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07BB0CC8-7BF9-4601-86D0-A1A16F3C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B  01101111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A7D38F5-4DC7-4E92-9613-04B1961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829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798059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2EBAC-FE01-4C84-AA44-1100667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57DF0-6577-4B9C-AAC3-7C3D481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31FCE7-F6EE-4A43-9278-366CE56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F8585E-5E9F-46FB-BBDC-5367DEF4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8DCB060-3188-4CC0-9AE7-1B7110F5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4009125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2EBAC-FE01-4C84-AA44-1100667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57DF0-6577-4B9C-AAC3-7C3D481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31FCE7-F6EE-4A43-9278-366CE56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F8585E-5E9F-46FB-BBDC-5367DEF4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8DCB060-3188-4CC0-9AE7-1B7110F5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8AC3678-E207-43E2-967B-B009A908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E4F07FD-119A-4A7B-A1A0-DAB1FBAC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40091251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2DCF7-B886-4635-8A91-E896DCB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6C6DD-89BB-4A9D-BB7A-C68430C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BDE8BB-5741-4D61-BBF4-15DE18A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D5D3367-C26A-4E8A-9A0E-95645E5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计算结果：499,500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7CF5A-3F51-40D0-89DA-E5288295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14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924C818-6DEA-435F-A989-A2E5F54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未压缩的像素数据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51F1956-0367-44DF-8679-6C31928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文件还可能记录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D4C29E-752C-480E-8BF8-71BE860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压缩、行填充等也会影响完整文件大小。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66264370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7DE8C-FA24-4654-A77F-C836075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3A9B7-66BA-4030-866D-B94AADD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180052-5E22-4814-B32B-1BF6E8C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放大熊猫图，为什么没有新细节？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eb699cc1a47c3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1DADF-C853-4F67-BCB9-FCFBC8E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5B5F87-E0FC-40E7-BBC9-D1ECF43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</p:spTree>
    <p:extLst>
      <p:ext uri="{BB962C8B-B14F-4D97-AF65-F5344CB8AC3E}">
        <p14:creationId xmlns:p14="http://schemas.microsoft.com/office/powerpoint/2010/main" val="99974902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C27DE8C-FA24-4654-A77F-C836075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3A9B7-66BA-4030-866D-B94AADD6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180052-5E22-4814-B32B-1BF6E8C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放大熊猫图，为什么没有新细节？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4894994614ea3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1DADF-C853-4F67-BCB9-FCFBC8E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5B5F87-E0FC-40E7-BBC9-D1ECF43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7835-198B-4AB0-90F3-173ABB3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1ACF0-8789-4460-8B0A-8517AE0A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CB7C6-20A0-424B-8EE3-6EF396F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24F3A-95B5-4987-BF3A-10AA478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A0DE3-E7B1-4E7C-AC70-ED1AD6B4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975CD-22EE-4801-98A8-5CA65D0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14456-7083-44AE-914E-D89CAD5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BCBB0-6688-48C4-8961-41A7306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EDABB-74E7-4219-8853-569C53A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639DD-3F4C-4F3D-82B8-F78A293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57F28-ECB5-4754-BABE-C54A8C7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26CA7-4726-4733-8EAC-AD55B66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8D5A2-9226-4A64-B9AE-C86C72D8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C701E-D9A3-4FBE-AD60-CD6CEA4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7255E-1AB5-4847-B478-91C0B70C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EEC6E-9F2A-4755-B19E-8159DB9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F76AE-369F-47E8-8619-8467AE2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8FBA9-3CF5-4F3B-8407-8714BF82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5BDB6-E58C-45F4-A86A-A9637F1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6D765-680E-4EEB-864B-81F0E06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73D8F-5F87-4787-BA36-9FEFE8FF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DAE4B-9116-417A-9A1A-D9BB2664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AB1FC-1D19-4294-9B95-D3DEFD3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2A8A3-F4F0-4577-8000-7EB5B55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46CD2-475E-41F0-B82C-3C6A16DC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6219A-2CFB-4484-9A21-453ADBE6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9206D-E75A-4F0D-9B91-31FE84F9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0C506-6122-410A-9336-3295445F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F21D37-5C45-4619-87EA-A509FCC1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0987C-CB08-4E92-9844-F19AC6A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539D4F-3908-49E8-8B67-A32F06E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29FA6-A4CF-4CFB-8952-42BA041E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51AD2-02CE-4334-95A4-0BC37E1E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CD7A25-E5D4-4EB4-8F7D-D93A522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07A714-DCF1-4D12-8B46-A3DE41EA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097B03-B573-4431-B791-3C7423C3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5D506A-0C33-4421-889B-289C4614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54CFDF-8FB6-44F9-8259-C5DBA8F3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E9C9C1-46E2-46E7-AA89-80DA0AD3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43FBEC-0CA1-4BF8-9591-36E036D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A97642-F562-4F2D-AE77-7F924F5E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0A1075-6C6A-407A-95AE-880E0D7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696121-1AB4-42C9-BC0D-4BF86DA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737E42-DD51-42D4-BB84-69151378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E68835-B954-433C-8929-EFB2C7F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B2EF8B-F19E-45CE-8CEA-2873579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8419AE-41F2-4C12-AA82-299C14B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BFD588-7820-4B72-BDFB-51863226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DB32E0-5B3B-40DD-984B-11C7141A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D7F80F-ACA2-40B1-9B1E-183F2426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7A2A79-DA8D-4C0A-9C38-E4C08A02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6B28D-AD4E-4927-B7B6-2FDBBB1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CAB172-605F-4EA7-BC36-07E2C6C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120998-D4AA-41BD-9734-9001FB19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C44688-0601-4104-8CD9-CF40B1DE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B6EF2F-4E0D-4221-8A40-29468A90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8094D9-6BC2-439E-9F4D-ED71D726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6DA22E-F997-42AD-895C-7FC2B02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523E28-CA65-4408-A78B-1F5D4EF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20F122-1887-4883-8E8C-5EF12D9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EDEDEA-8309-4C20-A55C-C623338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D25FD5-D6C9-4A9B-BA0E-4E08EE17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4D0823-A8AC-4EEF-9694-2B0BA9D1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AB4AD2-FD35-4087-8145-ECD9065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DF1808-8D24-4DFC-9427-E1877534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6CB90C-8C91-4B14-8DB1-EBE12A0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CD9CCB-4A29-42B7-8160-341119D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3E8FFA-3C19-404F-B889-919320F7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3DA831-2569-4D4A-979D-694BB3D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2B9104-4D55-46CF-9402-28F9897F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03E935-AC42-4365-AE25-344A4C9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D2A188C-35A3-4DBF-9387-E6F03568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5FD91D-3F34-4859-AA68-81AF3A8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013D87-B625-4DEA-B481-9E005CF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BE3479-BE93-4ACE-B7A9-6BCB7E3B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1521ED-7F15-493C-891E-D9F28C8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C88A9A1-DBCA-46E2-AE32-8B5035E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6B15DF7-5EE7-4AE0-8BB3-B873C2A5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79D80E-959B-403C-8C66-5DAE5DAD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65771F-46EE-47E5-8222-26D2DF7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90874A-FACA-4513-9F94-061CCA0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1A3052D-E534-4019-9AF9-4740F2D4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F028A9-1E4B-48DC-BA71-17243743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62F97A8-C5A7-4D31-85AB-48E7E016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994177-A1A7-4EAA-B0B3-22070C8B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479F9D5-FA2C-47ED-A995-0F6358A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3173C7-BE6A-40F2-8AAF-439A600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6AF1984-E02B-47A0-995E-8789857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7D0453-57EB-46C6-B8DE-79160FBF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ADEC9A-4895-414F-8049-2CA1E33C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71B485-1A2A-4710-BD49-21F78CD3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5D344D-CC6F-45B7-80E0-2BB8B69E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465086-18CD-4252-AAAF-BB8EAB1A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985E0B-1C76-4A9D-89E4-3265298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242C46-D0D2-4FC6-A5F1-9699C3BC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871DF9-60B5-4C89-B54F-C7F9CFC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47BD75-76D2-4959-B1B8-9EA5B93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1268E3-14B6-4064-88C0-C648EF2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046788-1282-484E-8E7F-B2A1C96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0805C4-8D9B-487B-A217-17925B88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89A6C2-796A-4EC0-862C-214B499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8D5A77-1E7E-4698-A8CA-EC85032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33C2CE-4F25-4B14-B121-9002899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520C58-CCFC-4640-AB3E-B8D505D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070BA19-606D-45B0-9019-08348406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512FD22-A0B1-4E7E-99C9-0630796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924EB82-BDC1-4766-B465-2052C76F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A53488C-E813-4D96-932D-1FA58A8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83DE50-A192-49F5-862F-A568472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1FE5B6A-48FA-4E23-BA55-3F29633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45A585-DD65-4CC8-AD81-EADF218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1F4485-0EDB-4673-8303-0CC49C9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7111F2C-E99B-49BB-991D-41D1F598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56E6D8A-A9A2-476B-8DB9-62B4FBC8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76E313C-54C6-40B9-93C7-042A3464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F24D013-6FC7-4768-8E6C-6615297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66AEF90-4373-41D8-9184-032ED68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834197-1DD0-461A-9208-7F31B09C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6407D1-D5CA-4268-9606-7F63032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7F790EE-45AE-47AB-A91B-DF95E87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314356-F4F6-4D79-BC41-B3C6985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AA73F6-F37A-4E3A-ADB9-F4FB9139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64F9B27-BC96-4705-8ADB-C4E49749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24CEEB9-B6A6-4341-A12F-608D074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E2385C-D8C7-49EE-8B88-61D829CA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15B3CD-9248-4266-97AD-413E85D1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1CB65D2-4F83-4AED-816A-FE65499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E25D92B-D884-42E3-9150-7EFA2B06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2DC7CA-80E2-44B3-903D-D2E0389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3B80FAE-EDE4-439C-945F-1FB2B9D1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059DCC0-1940-4692-A752-BB02EB93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F4D30D4-3D64-4F0A-9BE7-FD33934C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3618C38-DB91-49B3-B907-CE1724C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DE29E6-93BF-494D-83DE-34517F8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96AF541-3323-484A-8A52-97CFD7A2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37054D0-4812-47AC-9082-6F8A1C26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FB39014-40C3-4CF7-88AD-9B682478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3D8C647-3E80-4298-B6E6-8366128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00EBC18-2DE7-4C29-A263-9BDBA7AA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2235F86-15B3-482F-BC2C-628A65C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807B880-D77D-4B2D-AC95-EB26855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4D99C71-5700-4579-8983-D1B407C2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FC64E61-F1CF-4211-8E12-48AABE5B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C61E770-205E-4E13-8505-8306D72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0E721D6-A3F2-408B-BE17-ECB64CF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8D09E77-2F1E-43D4-A666-FF133F6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1A38E42-9BCA-4D8D-A1CE-7A3E3EAA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7F84ABE-45AB-4936-99F8-D55FF7D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5258F30-2FCD-4F38-94F5-9BF3219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0ACA14-7F11-4FCB-ADE5-2BEEEA38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81978A3-5CA1-4574-B266-3CFD2BD6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18FF9B8-29A0-4751-9480-EF27AB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1A4FAD3-5A22-4D7D-A227-055CA18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E10347-33F3-473E-9478-6C14183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29E6A3-006F-485E-86D3-80ADDA21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C78D2E6-163A-4F93-B011-D815702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93AB51-66EA-4956-A95E-15360EF0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DEF66D5-7D7A-4B47-9488-34A99CC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E24FB1E-F0F9-4591-A0C0-165CF23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D9CB153-D40A-455A-AA41-2E72DF12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D8D9491-DA92-47D8-BCE4-C675068F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70E32F3-450B-4E61-AE9C-5BD880F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CEBC90B-9E84-441E-AE0B-FE8461B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635C169-8FA0-4BEA-9EA6-AB677E43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1CA624D-7B28-4771-BCEF-507EC1B1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0F1ACD3-F9B3-44F0-BFC1-60DECA6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0F89D31-E129-4027-BB2B-84D6B77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F98D521-6BBD-461C-B20C-711B9995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8F9E8CD-3C0A-49E4-8C98-400B1C19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267E930-7605-4A69-9F90-667D2D32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2B3C3F8-817E-46FC-BB79-263F4252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0B413E8-6A53-4C61-AA36-9FAC3A67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8A07E3C-AD87-4353-853C-C9672D87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587274B-CE6C-47FC-90B4-18951C0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7D5C46B-514E-4488-9251-C389B62E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3394F28-A562-40E4-A5B8-0982526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E5AE448-84E6-4485-A696-1FC7963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6F8B021-1CF2-4703-966A-53564A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CE9C8AF-EB1B-456C-AFA7-9896648E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F0764EB-E3EA-4A4C-8828-78C8ED1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97993A5-0268-4BDF-827B-F3F1360D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AA09049-2F56-47D5-83E7-4AAC10F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9591929-03A9-44D9-AB6B-766EAD0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EAE1A05-1F1E-4E8F-B476-284734B1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FDA35D6-E09D-43CE-94A4-3AE1E7F7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47E8E51-E6DE-4742-AA60-E1F7BBD2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EF75056-8F04-4263-A086-EA7593ED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C1BBC8F-C752-40F7-A77A-9E8B58A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655B9FB-65CA-4E2A-8EC7-CAA3ED3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3E3C56D-B580-4B47-A0DE-46B2D75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043533F-9E0E-42B2-A887-BC9531EF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5C29915-C989-4B93-BF4E-9E1CCE9D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5711795-3EF4-4D9F-B074-D2D96BA3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B9C8694-8202-43E3-ADDD-0EBBDFE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DB47698-4F7E-452E-AD91-85F8F2C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4286683-ED7C-48F0-94E4-42B9997B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146F348-2A9F-4FA0-9FA3-9A1C184A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79AE1CA-9AC1-456D-8388-9459D5A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B84509C-6E1A-4FA4-A5D0-0ED9C10F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C277F48-F547-4BB0-AFE8-DE66A88C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D59F60D-FAB0-4953-93CD-6127337C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F89898B-FA59-4DC5-8A46-0FF8B01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0D71AA0-CE46-4851-9BD1-07D3D10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50B4950-806A-4029-8999-7772EB8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6363F66-0BBC-43F3-911F-AA61C93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D9E4848-2614-4BE8-AB00-A843B52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6B30663-62C6-4257-A61E-0B6AF2BA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A0FF03C-ABAF-4697-B89E-E33EB96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9B595AF-21DF-4726-8D6B-3D780DAF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D14316F-C3C3-46E8-B7D1-0F14F70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5979B3C-9FCE-47E7-8B2A-F2CDE52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22A7023-6ABB-44DB-B03A-5D9D5276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713FDCF-A308-419F-A28A-AB113E9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8204CCF-FBD2-4846-9CAE-CA284B9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2C0DC5D-7E9C-4610-8B9A-737DC12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0697751-4902-4554-B0EE-099BF45C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EA65995-4413-4A13-B8EA-E9D2D034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FD1947B-453C-430B-9B17-8FB9C422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201DEDF-260E-4A2F-9A44-224F953E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B30DDC8-6257-43DF-B460-A38BFA8D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33398F6-07B3-45B0-B150-2681BA2D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B207D24-7244-4FA1-8554-FAEBCB8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4F25545-1ABA-43DF-B291-0A19AD07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DD8FF46-4001-4E63-83A6-666FB91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B042B87-A647-4B74-BDFD-6DBDD9F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FF970CD-0D51-4126-87D3-934CC31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E2E24A4-8AF3-4A57-ADA3-3D651E7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794FAB1-70EB-4B8E-85A9-4C97206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5D071FB-D1A1-47E8-AE9A-3A4D968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2C39FED-2374-42AF-849E-D8E8215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A66BCD8-C589-435E-AF2E-884E50BB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4B69157-9D6E-4174-9C4E-78A6B7A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C2CAA64-B1F2-400D-91A4-F9C0094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0A7E899-F31F-4A6D-88CC-FB455A3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3788633-3309-4560-A9A9-A19E35E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F6D34BC-AAC9-41A1-8ECA-A713593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DED4319-9375-45F3-B2CE-BC19A48F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EA3255E-8411-46A2-95D1-A808EDBD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09D6179-1590-486F-8FF0-B396D361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617A463-A8B8-4311-B297-1512B3B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0DD5F09-8AF4-4414-94BD-DAF1D5C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840083C-4E23-4A3B-A1B9-4D61B337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9023B1A-C86B-49D9-A219-12F5933C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299A941-57FA-4A04-92DB-B55AEAA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DD54C38-7332-4262-824B-B8321B64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AE55ED5-01BB-4C6B-AE8B-2B8D35D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E8C230E-5D5B-49D0-8C56-E037175A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6ACE5B9-A897-4E99-ADA6-EF8F226E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D7DC261-F1BB-415C-8DC3-A0EC9C2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83C2AF1-D60B-4B8D-ADD9-73D674E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8688CB3-5C2F-462E-BDF2-D2A6B0C8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EF64579-26D9-4506-80BB-9B7F10D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0D051D7-E86D-4E9F-82B7-EC74408E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72B68B2-8402-4F84-BE94-79880E6D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3C94604-E62F-4A6E-A2F0-6B4F52B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361AA1F-AB7F-40BA-B9D4-ED0BF6B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6436A755-94B0-4F68-92CA-105D2102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768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仍是已有的16×16个像素</a:t>
            </a:r>
          </a:p>
        </p:txBody>
      </p:sp>
    </p:spTree>
    <p:extLst>
      <p:ext uri="{BB962C8B-B14F-4D97-AF65-F5344CB8AC3E}">
        <p14:creationId xmlns:p14="http://schemas.microsoft.com/office/powerpoint/2010/main" val="99974902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F87E-AC98-4F49-9525-B0AB059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39FE-1A69-48F1-AE9C-CCA4889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418CCC-1195-4E58-AA76-D604590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662d03a094471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90345E-E820-4A7C-9A99-7FB0BCC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</p:spTree>
    <p:extLst>
      <p:ext uri="{BB962C8B-B14F-4D97-AF65-F5344CB8AC3E}">
        <p14:creationId xmlns:p14="http://schemas.microsoft.com/office/powerpoint/2010/main" val="14637215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BF87E-AC98-4F49-9525-B0AB059C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839FE-1A69-48F1-AE9C-CCA48892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418CCC-1195-4E58-AA76-D604590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68b2c4cd14ef3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90345E-E820-4A7C-9A99-7FB0BCC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7a86f8e44e29"/>
          <a:srcRect xmlns:a="http://schemas.openxmlformats.org/drawingml/2006/main" l="50000" t="16000" r="5000" b="0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390525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0ABB4F24-F115-4E06-8DBF-236270F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修复结果（示例）</a:t>
            </a:r>
          </a:p>
        </p:txBody>
      </p:sp>
    </p:spTree>
    <p:extLst>
      <p:ext uri="{BB962C8B-B14F-4D97-AF65-F5344CB8AC3E}">
        <p14:creationId xmlns:p14="http://schemas.microsoft.com/office/powerpoint/2010/main" val="146372150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8E7B-2276-41B3-9136-AED18EEE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C5CDA-04EB-469D-8154-7776A834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DA1C41-2ABD-49A4-BB70-26E7F4D0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用四步理解照片修复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059260-C8E1-4679-8A04-2365093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识别：区分破损与完好区域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C91CB3-C24F-4CE6-A02B-D2ABDD7B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匹配：利用周边内容和图像规律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35F375E-65A7-4EE9-8600-7873CB47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补全：推断缺损处的像素内容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32820E7-5DEE-446B-A1FE-0A4C4C6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表示：得到颜色数据并编码保存</a:t>
            </a:r>
          </a:p>
        </p:txBody>
      </p:sp>
    </p:spTree>
    <p:extLst>
      <p:ext uri="{BB962C8B-B14F-4D97-AF65-F5344CB8AC3E}">
        <p14:creationId xmlns:p14="http://schemas.microsoft.com/office/powerpoint/2010/main" val="103405328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FB39F-0272-461A-BC3A-7CAA9F7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F1992-FADF-4331-9DA1-F5FA5FB3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56BBD7-57B7-4423-BBEA-5C61E12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0421A9A-620E-4131-A213-D475F0B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52094703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FB39F-0272-461A-BC3A-7CAA9F7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F1992-FADF-4331-9DA1-F5FA5FB3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56BBD7-57B7-4423-BBEA-5C61E12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0421A9A-620E-4131-A213-D475F0B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52094703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B62AAD-490A-404E-A85A-168E9C50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62CCC-67D7-43BF-BFF8-B4E8196C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DBF941-776E-4D12-9C19-5FAED72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模拟量的关键：连续变化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E15AA-3916-4F8F-88C0-44C1640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3500" y="5048250"/>
            <a:ext cx="609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4AF6E-0241-4D76-A2F9-EE8D980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33500" y="2238375"/>
            <a:ext cx="0" cy="2809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3F6B9B-22B6-4349-898A-AE404669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ED15BFA-7384-452C-8C35-0EFF78F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4C96B-4016-46E6-8AA1-A10B000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76375" y="4330125"/>
            <a:ext cx="95250" cy="513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E5F1D-298B-4E7F-8B95-B338CC6C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" y="4279112"/>
            <a:ext cx="95250" cy="510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EA77C-462F-4CF5-87CB-7049FA5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66875" y="4228816"/>
            <a:ext cx="95250" cy="5029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8E332-BE96-480C-BF71-4D0A2B98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62125" y="4179590"/>
            <a:ext cx="95250" cy="4922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7B76-FCEB-4473-BA23-A922D73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57375" y="4131772"/>
            <a:ext cx="95250" cy="478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3304C-4719-4F59-B53C-49679297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52625" y="4085688"/>
            <a:ext cx="95250" cy="460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F7F7F-F15C-4269-8B6D-075EBE2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47875" y="4041645"/>
            <a:ext cx="95250" cy="440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631F6-F658-4203-87EB-3D327124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43125" y="3999933"/>
            <a:ext cx="95250" cy="4171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D51C8-F073-42AA-A601-5E2305D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8375" y="3960815"/>
            <a:ext cx="95250" cy="391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A9DC9-CE00-4517-84C0-F6FBD6FF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33625" y="3924530"/>
            <a:ext cx="95250" cy="3628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C8A3-FF49-4E0F-BFFA-460DEC6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28875" y="3891287"/>
            <a:ext cx="95250" cy="332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ACE3E-A8A6-42E8-8A6A-CAD7C3D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3861268"/>
            <a:ext cx="95250" cy="3001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3FB3D-927E-4AEC-A37C-13D552EE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19375" y="3834620"/>
            <a:ext cx="95250" cy="266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A9642-406C-4E73-85F7-382B8CDF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3811456"/>
            <a:ext cx="95250" cy="231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3D295B-960E-40D9-888D-CDB594F1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3791857"/>
            <a:ext cx="95250" cy="19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502CC-9951-4ECB-AB3F-60DA6D4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05125" y="3775864"/>
            <a:ext cx="95250" cy="1599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8A0C5-0F40-4DA6-9AA9-C55C8FC2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3763487"/>
            <a:ext cx="95250" cy="123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BDFE7-1D91-4B9D-8CE7-A813F008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95625" y="3754696"/>
            <a:ext cx="95250" cy="8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9B3EC-126D-4B85-97BB-1DF16DA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90875" y="3749427"/>
            <a:ext cx="95250" cy="526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ED967-C7DB-4831-ADA1-2CA9904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86125" y="3747580"/>
            <a:ext cx="95250" cy="184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CF424-1AA2-47D9-8FA8-F86012E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3747580"/>
            <a:ext cx="95250" cy="14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2DB59-B7FB-4585-A5DF-EC38849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3749021"/>
            <a:ext cx="95250" cy="456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CB5C3-0C15-4BE3-ADE2-8B369E4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3753585"/>
            <a:ext cx="95250" cy="748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BF629-6635-4496-892C-C9905B88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761072"/>
            <a:ext cx="95250" cy="101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35822-B16E-4632-AE87-10A4B9B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3771256"/>
            <a:ext cx="95250" cy="1262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51E45-13BF-466A-A297-10BF788A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3783883"/>
            <a:ext cx="95250" cy="14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A2D74-D67B-49F4-8458-450106B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798674"/>
            <a:ext cx="95250" cy="166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4CD7E5-CB38-41CC-A7B3-E4E6352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815330"/>
            <a:ext cx="95250" cy="1820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00ECCB-DEB7-4E52-B92C-B9B579D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3833531"/>
            <a:ext cx="95250" cy="1941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2DC53-9E5A-43EC-AAF3-CBC76D7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852944"/>
            <a:ext cx="95250" cy="202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B42DA7-FCBD-4527-99C9-BB39467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3873222"/>
            <a:ext cx="95250" cy="2078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416FB0-F79A-4B2C-8E13-086607B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3894010"/>
            <a:ext cx="95250" cy="2093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F4393-F4E1-4F4A-A39C-F94FF9E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3914949"/>
            <a:ext cx="95250" cy="2072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3895D-3112-472E-A907-783EA050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3935676"/>
            <a:ext cx="95250" cy="2015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5CD62D-7BEC-441F-800B-43C8C8F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55833"/>
            <a:ext cx="95250" cy="1923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3B41FE-7348-4D29-91D1-95061448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75066"/>
            <a:ext cx="95250" cy="179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EB70F5-2816-4941-A115-462F4E2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5375" y="3993030"/>
            <a:ext cx="95250" cy="163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CC98A9-6916-41FB-AE47-97D05C0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00625" y="4009394"/>
            <a:ext cx="95250" cy="144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B14E47-D0BB-42C3-BAA3-6491598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5875" y="4023842"/>
            <a:ext cx="95250" cy="1223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F5999A-3D28-4364-906C-8DB91370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4036077"/>
            <a:ext cx="95250" cy="97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A08DD8-7A36-4320-813F-A0B7674A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4045825"/>
            <a:ext cx="95250" cy="701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383CD2-9F4A-4622-9FB5-E32F8DDE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81625" y="4052835"/>
            <a:ext cx="95250" cy="405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FA0885-3C05-4D6F-B4DF-74D35935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056887"/>
            <a:ext cx="95250" cy="89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4237BB-C485-4DE7-95AC-C7D001E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2125" y="4055372"/>
            <a:ext cx="95250" cy="24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6EEF0B-0A6F-49E0-8F88-88CBA478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67375" y="4049517"/>
            <a:ext cx="95250" cy="585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76BD31-EE3F-4A0F-83D8-B0D688C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2625" y="4040126"/>
            <a:ext cx="95250" cy="93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9B99E3-F5DE-4677-B665-151B0507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57875" y="4027142"/>
            <a:ext cx="95250" cy="129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68710D-00CF-4482-ABF4-123CF14A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53125" y="4010542"/>
            <a:ext cx="95250" cy="16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1E11D0-88A8-4645-AA56-9AD15D22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48375" y="3990339"/>
            <a:ext cx="95250" cy="2020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05A469-7F2B-49F5-A93D-BBBAA49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43625" y="3966583"/>
            <a:ext cx="95250" cy="237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02650C-2442-450D-9DB2-56F8A48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875" y="3939359"/>
            <a:ext cx="95250" cy="2722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DB141E-FD48-435D-A69A-FCC347D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34125" y="3908786"/>
            <a:ext cx="95250" cy="30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7BB931-19F7-4379-91D0-EF787A9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875019"/>
            <a:ext cx="95250" cy="3376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9C591B-6CA7-42AB-B4F6-5D5634F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24625" y="3838242"/>
            <a:ext cx="95250" cy="367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7FD702-AAFC-4B43-AA8B-809CC80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19875" y="3798670"/>
            <a:ext cx="95250" cy="39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C0310B-3914-446C-8A51-FFF5EF8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15125" y="3756547"/>
            <a:ext cx="95250" cy="4212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3548B8-1EEA-49D2-9C58-D277124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3712141"/>
            <a:ext cx="95250" cy="4440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8E8B51-A6D0-4E5F-9898-5DE525E7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05625" y="3665743"/>
            <a:ext cx="95250" cy="4639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379F28-4C48-41F1-ABC6-73CAEBBE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3617665"/>
            <a:ext cx="95250" cy="480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27A10079-0B45-4C92-BCE4-B7BCB7CA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两次测量之间，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仍有连续变化的温度。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5432D196-C13F-4798-B22D-3E418C0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示意曲线</a:t>
            </a:r>
          </a:p>
        </p:txBody>
      </p:sp>
    </p:spTree>
    <p:extLst>
      <p:ext uri="{BB962C8B-B14F-4D97-AF65-F5344CB8AC3E}">
        <p14:creationId xmlns:p14="http://schemas.microsoft.com/office/powerpoint/2010/main" val="9974982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EA184-0B34-49F5-B303-EAE1E41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0FD1A-0867-4DEC-8C88-5F1037D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A0FB07F-B209-41D8-807A-BB94C8E7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5C5C27-28D6-4390-A5D8-11ADDEC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770EF-F5BD-4831-8363-9B0C56CA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DDBA7-7971-4BE8-97D9-3FED4A1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291FE-1FB6-406A-AA22-CC24C6B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5F977-CD1D-4785-AED5-D19A046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E1885-9248-4DCB-AFF2-EFDF2B1A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E98B3AC-1F2B-4EA8-97AF-15BBD5B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5B374-019F-4913-A2B5-F3CCED5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55828-B179-4D99-B0AD-3196602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33A69-DEA4-4116-B015-03C4778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872A3-3265-41A6-9008-C1C8224F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D713D8A-A9F9-4FC2-A0C9-48328037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16392014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EA184-0B34-49F5-B303-EAE1E41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0FD1A-0867-4DEC-8C88-5F1037D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A0FB07F-B209-41D8-807A-BB94C8E7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5C5C27-28D6-4390-A5D8-11ADDEC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770EF-F5BD-4831-8363-9B0C56CA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DDBA7-7971-4BE8-97D9-3FED4A1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291FE-1FB6-406A-AA22-CC24C6B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5F977-CD1D-4785-AED5-D19A046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E1885-9248-4DCB-AFF2-EFDF2B1A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E98B3AC-1F2B-4EA8-97AF-15BBD5B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5B374-019F-4913-A2B5-F3CCED5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55828-B179-4D99-B0AD-3196602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33A69-DEA4-4116-B015-03C4778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872A3-3265-41A6-9008-C1C8224F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D713D8A-A9F9-4FC2-A0C9-48328037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BBB2A0F5-C0B0-4882-9E61-4DD5703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1245DD13-2A81-41FF-BE05-2447BB48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20507781-C362-44F6-A514-F04EC6D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163920140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556BD-AEDC-4DDE-8535-D98FEA5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DF1CB-3DB0-4B67-9C20-E53F993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2F0573-603C-4C48-B0C0-A3F5E07B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1A455E-8487-49D0-B3E1-DB34CBE6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91CF910-95AF-450D-B388-2F1D96F8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320814A-D56E-4955-9405-DFAD6D5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44346598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556BD-AEDC-4DDE-8535-D98FEA5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DF1CB-3DB0-4B67-9C20-E53F993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2F0573-603C-4C48-B0C0-A3F5E07B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1A455E-8487-49D0-B3E1-DB34CBE6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91CF910-95AF-450D-B388-2F1D96F8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320814A-D56E-4955-9405-DFAD6D5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4350BA7-B02F-4D95-8FBA-78109B94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5F4550C-77F6-4F8F-9608-37A66D1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44346598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04AC7-0C03-4484-8771-9155785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21426-F8F1-4547-BE67-905FF91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AB921E1-4711-41E9-990A-2EEFF6A9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78E990-5028-4374-B919-4FF5A244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一幅图只用6种颜色，最少需要几bit？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2594B9-8770-45B7-9442-DF154C40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800×600的24位RGB图像，像素数据量是多少B？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35BAA0B-6D44-450D-A13F-A2B42F9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A69CD3A-9379-4B70-8F90-9080E23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168810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2026-09-29T21:47:06.4600000Z</dcterms:created>
  <dcterms:modified xsi:type="dcterms:W3CDTF">2026-09-29T21:47:06.4600000Z</dcterms:modified>
</coreProperties>
</file>