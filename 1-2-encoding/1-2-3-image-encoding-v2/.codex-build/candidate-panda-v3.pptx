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d72a5934a4966" /><Relationship Type="http://schemas.openxmlformats.org/officeDocument/2006/relationships/extended-properties" Target="/docProps/app.xml" Id="R43955b9e9cdd4434" /><Relationship Type="http://schemas.openxmlformats.org/officeDocument/2006/relationships/officeDocument" Target="/ppt/presentation.xml" Id="Rb8f7bdf03a114d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73ddca929f4348"/>
  </p:sldMasterIdLst>
  <p:notesMasterIdLst>
    <p:notesMasterId xmlns:r="http://schemas.openxmlformats.org/officeDocument/2006/relationships" r:id="R2c7767f2eff14845"/>
  </p:notesMasterIdLst>
  <p:sldIdLst>
    <p:sldId xmlns:r="http://schemas.openxmlformats.org/officeDocument/2006/relationships" id="256" r:id="Rac6371920f5c4e18"/>
    <p:sldId xmlns:r="http://schemas.openxmlformats.org/officeDocument/2006/relationships" id="257" r:id="R2d4a9cdaecbc4adf"/>
    <p:sldId xmlns:r="http://schemas.openxmlformats.org/officeDocument/2006/relationships" id="258" r:id="R648ab6ade0d147be"/>
    <p:sldId xmlns:r="http://schemas.openxmlformats.org/officeDocument/2006/relationships" id="259" r:id="Rfc8b1a14bf1846d5"/>
    <p:sldId xmlns:r="http://schemas.openxmlformats.org/officeDocument/2006/relationships" id="260" r:id="Rf24ad20df35f4f55"/>
    <p:sldId xmlns:r="http://schemas.openxmlformats.org/officeDocument/2006/relationships" id="261" r:id="R03de8227749240f3"/>
    <p:sldId xmlns:r="http://schemas.openxmlformats.org/officeDocument/2006/relationships" id="262" r:id="R63bf2eb692ae4eb2"/>
    <p:sldId xmlns:r="http://schemas.openxmlformats.org/officeDocument/2006/relationships" id="263" r:id="R4e0e68d0eee246c0"/>
    <p:sldId xmlns:r="http://schemas.openxmlformats.org/officeDocument/2006/relationships" id="264" r:id="R15eb8bac448f403d"/>
    <p:sldId xmlns:r="http://schemas.openxmlformats.org/officeDocument/2006/relationships" id="265" r:id="R290aa52a6b664b7d"/>
    <p:sldId xmlns:r="http://schemas.openxmlformats.org/officeDocument/2006/relationships" id="266" r:id="R5a2383db21fd42ed"/>
    <p:sldId xmlns:r="http://schemas.openxmlformats.org/officeDocument/2006/relationships" id="267" r:id="Refaa3a2613f840d3"/>
    <p:sldId xmlns:r="http://schemas.openxmlformats.org/officeDocument/2006/relationships" id="268" r:id="Rb18c4f9484f74b21"/>
    <p:sldId xmlns:r="http://schemas.openxmlformats.org/officeDocument/2006/relationships" id="269" r:id="R253e1ee7d7d943bb"/>
    <p:sldId xmlns:r="http://schemas.openxmlformats.org/officeDocument/2006/relationships" id="270" r:id="R3a3e0314d6704223"/>
    <p:sldId xmlns:r="http://schemas.openxmlformats.org/officeDocument/2006/relationships" id="271" r:id="R1c01c80632ba4ae3"/>
    <p:sldId xmlns:r="http://schemas.openxmlformats.org/officeDocument/2006/relationships" id="272" r:id="R7d70282eb2964261"/>
    <p:sldId xmlns:r="http://schemas.openxmlformats.org/officeDocument/2006/relationships" id="273" r:id="Rfccec4a57ed949e0"/>
    <p:sldId xmlns:r="http://schemas.openxmlformats.org/officeDocument/2006/relationships" id="274" r:id="R1b553c8ee6834a54"/>
    <p:sldId xmlns:r="http://schemas.openxmlformats.org/officeDocument/2006/relationships" id="275" r:id="R88ef7677ffe9451a"/>
    <p:sldId xmlns:r="http://schemas.openxmlformats.org/officeDocument/2006/relationships" id="276" r:id="R60fffeb2beee42e8"/>
    <p:sldId xmlns:r="http://schemas.openxmlformats.org/officeDocument/2006/relationships" id="277" r:id="Rda5a420747104309"/>
    <p:sldId xmlns:r="http://schemas.openxmlformats.org/officeDocument/2006/relationships" id="278" r:id="R541b7d036b234fd2"/>
    <p:sldId xmlns:r="http://schemas.openxmlformats.org/officeDocument/2006/relationships" id="279" r:id="R610949ea0cd94363"/>
    <p:sldId xmlns:r="http://schemas.openxmlformats.org/officeDocument/2006/relationships" id="280" r:id="R0854c18e4e894829"/>
    <p:sldId xmlns:r="http://schemas.openxmlformats.org/officeDocument/2006/relationships" id="281" r:id="Rec4d44a21a9c4353"/>
    <p:sldId xmlns:r="http://schemas.openxmlformats.org/officeDocument/2006/relationships" id="282" r:id="R69b32a592a3d478a"/>
    <p:sldId xmlns:r="http://schemas.openxmlformats.org/officeDocument/2006/relationships" id="283" r:id="R44799f4ecb2f4e08"/>
    <p:sldId xmlns:r="http://schemas.openxmlformats.org/officeDocument/2006/relationships" id="284" r:id="R86655318197549c2"/>
    <p:sldId xmlns:r="http://schemas.openxmlformats.org/officeDocument/2006/relationships" id="285" r:id="R7d02b460ca9545f4"/>
    <p:sldId xmlns:r="http://schemas.openxmlformats.org/officeDocument/2006/relationships" id="286" r:id="Re2f8fb7af07945f2"/>
    <p:sldId xmlns:r="http://schemas.openxmlformats.org/officeDocument/2006/relationships" id="287" r:id="Rb47910ec347f4f23"/>
    <p:sldId xmlns:r="http://schemas.openxmlformats.org/officeDocument/2006/relationships" id="288" r:id="R1b2ce533e5264532"/>
    <p:sldId xmlns:r="http://schemas.openxmlformats.org/officeDocument/2006/relationships" id="289" r:id="R2c4a753fced24a77"/>
    <p:sldId xmlns:r="http://schemas.openxmlformats.org/officeDocument/2006/relationships" id="290" r:id="Rd61581f7159144b6"/>
    <p:sldId xmlns:r="http://schemas.openxmlformats.org/officeDocument/2006/relationships" id="291" r:id="R853cfbb2c0134c5f"/>
    <p:sldId xmlns:r="http://schemas.openxmlformats.org/officeDocument/2006/relationships" id="292" r:id="Re4d710fdc92d4c0a"/>
    <p:sldId xmlns:r="http://schemas.openxmlformats.org/officeDocument/2006/relationships" id="293" r:id="R2cb8a405dd554207"/>
    <p:sldId xmlns:r="http://schemas.openxmlformats.org/officeDocument/2006/relationships" id="294" r:id="R5ae367d1eb1c41c9"/>
    <p:sldId xmlns:r="http://schemas.openxmlformats.org/officeDocument/2006/relationships" id="295" r:id="R3212f948c75a4ba9"/>
    <p:sldId xmlns:r="http://schemas.openxmlformats.org/officeDocument/2006/relationships" id="296" r:id="R2996adda7e724e49"/>
    <p:sldId xmlns:r="http://schemas.openxmlformats.org/officeDocument/2006/relationships" id="297" r:id="R8cedb7daab0c4b1d"/>
    <p:sldId xmlns:r="http://schemas.openxmlformats.org/officeDocument/2006/relationships" id="298" r:id="Rbdf51b94e8394bfd"/>
    <p:sldId xmlns:r="http://schemas.openxmlformats.org/officeDocument/2006/relationships" id="299" r:id="R1e1599b3394e41fd"/>
    <p:sldId xmlns:r="http://schemas.openxmlformats.org/officeDocument/2006/relationships" id="300" r:id="Ra5a7e8a3ba1e4e74"/>
    <p:sldId xmlns:r="http://schemas.openxmlformats.org/officeDocument/2006/relationships" id="301" r:id="R1c89a65ae87440b4"/>
    <p:sldId xmlns:r="http://schemas.openxmlformats.org/officeDocument/2006/relationships" id="302" r:id="R1f2f8a440ef74bcf"/>
    <p:sldId xmlns:r="http://schemas.openxmlformats.org/officeDocument/2006/relationships" id="303" r:id="R0cabec70826940ba"/>
    <p:sldId xmlns:r="http://schemas.openxmlformats.org/officeDocument/2006/relationships" id="304" r:id="Rc37129d329644bc5"/>
    <p:sldId xmlns:r="http://schemas.openxmlformats.org/officeDocument/2006/relationships" id="305" r:id="Reb3c1887dc704469"/>
    <p:sldId xmlns:r="http://schemas.openxmlformats.org/officeDocument/2006/relationships" id="306" r:id="R1ab8be2561314a54"/>
    <p:sldId xmlns:r="http://schemas.openxmlformats.org/officeDocument/2006/relationships" id="307" r:id="R133c14af62f046cb"/>
    <p:sldId xmlns:r="http://schemas.openxmlformats.org/officeDocument/2006/relationships" id="308" r:id="R0915617016d1416d"/>
    <p:sldId xmlns:r="http://schemas.openxmlformats.org/officeDocument/2006/relationships" id="309" r:id="R6d7c594e27b74229"/>
    <p:sldId xmlns:r="http://schemas.openxmlformats.org/officeDocument/2006/relationships" id="310" r:id="R73cb93fa72c14a50"/>
    <p:sldId xmlns:r="http://schemas.openxmlformats.org/officeDocument/2006/relationships" id="311" r:id="R85ab1891ee97441f"/>
    <p:sldId xmlns:r="http://schemas.openxmlformats.org/officeDocument/2006/relationships" id="312" r:id="R1d964a2091bd4289"/>
    <p:sldId xmlns:r="http://schemas.openxmlformats.org/officeDocument/2006/relationships" id="313" r:id="R6715a0b1254347b5"/>
    <p:sldId xmlns:r="http://schemas.openxmlformats.org/officeDocument/2006/relationships" id="314" r:id="Ref8e993bca6d4f25"/>
    <p:sldId xmlns:r="http://schemas.openxmlformats.org/officeDocument/2006/relationships" id="315" r:id="R7d50182721a64ae2"/>
    <p:sldId xmlns:r="http://schemas.openxmlformats.org/officeDocument/2006/relationships" id="316" r:id="R8d76a4f001cf4594"/>
    <p:sldId xmlns:r="http://schemas.openxmlformats.org/officeDocument/2006/relationships" id="317" r:id="R51dc7e4648d0416f"/>
    <p:sldId xmlns:r="http://schemas.openxmlformats.org/officeDocument/2006/relationships" id="318" r:id="Rfb59a18214d048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d95ad8aea444b6" /><Relationship Type="http://schemas.openxmlformats.org/officeDocument/2006/relationships/slideMaster" Target="/ppt/slideMasters/slideMaster1.xml" Id="Rad73ddca929f4348" /><Relationship Type="http://schemas.openxmlformats.org/officeDocument/2006/relationships/notesMaster" Target="/ppt/notesMasters/notesMaster1.xml" Id="R2c7767f2eff14845" /><Relationship Type="http://schemas.openxmlformats.org/officeDocument/2006/relationships/presProps" Target="/ppt/presProps.xml" Id="Ra61c19ba91e94fbb" /><Relationship Type="http://schemas.openxmlformats.org/officeDocument/2006/relationships/tableStyles" Target="/ppt/tableStyles.xml" Id="R0245580026cb4caf" /><Relationship Type="http://schemas.openxmlformats.org/officeDocument/2006/relationships/slide" Target="/ppt/slides/slide1.xml" Id="Rac6371920f5c4e18" /><Relationship Type="http://schemas.openxmlformats.org/officeDocument/2006/relationships/slide" Target="/ppt/slides/slide2.xml" Id="R2d4a9cdaecbc4adf" /><Relationship Type="http://schemas.openxmlformats.org/officeDocument/2006/relationships/slide" Target="/ppt/slides/slide3.xml" Id="R648ab6ade0d147be" /><Relationship Type="http://schemas.openxmlformats.org/officeDocument/2006/relationships/slide" Target="/ppt/slides/slide4.xml" Id="Rfc8b1a14bf1846d5" /><Relationship Type="http://schemas.openxmlformats.org/officeDocument/2006/relationships/slide" Target="/ppt/slides/slide5.xml" Id="Rf24ad20df35f4f55" /><Relationship Type="http://schemas.openxmlformats.org/officeDocument/2006/relationships/slide" Target="/ppt/slides/slide6.xml" Id="R03de8227749240f3" /><Relationship Type="http://schemas.openxmlformats.org/officeDocument/2006/relationships/slide" Target="/ppt/slides/slide7.xml" Id="R63bf2eb692ae4eb2" /><Relationship Type="http://schemas.openxmlformats.org/officeDocument/2006/relationships/slide" Target="/ppt/slides/slide8.xml" Id="R4e0e68d0eee246c0" /><Relationship Type="http://schemas.openxmlformats.org/officeDocument/2006/relationships/slide" Target="/ppt/slides/slide9.xml" Id="R15eb8bac448f403d" /><Relationship Type="http://schemas.openxmlformats.org/officeDocument/2006/relationships/slide" Target="/ppt/slides/slide10.xml" Id="R290aa52a6b664b7d" /><Relationship Type="http://schemas.openxmlformats.org/officeDocument/2006/relationships/slide" Target="/ppt/slides/slide11.xml" Id="R5a2383db21fd42ed" /><Relationship Type="http://schemas.openxmlformats.org/officeDocument/2006/relationships/slide" Target="/ppt/slides/slide12.xml" Id="Refaa3a2613f840d3" /><Relationship Type="http://schemas.openxmlformats.org/officeDocument/2006/relationships/slide" Target="/ppt/slides/slide13.xml" Id="Rb18c4f9484f74b21" /><Relationship Type="http://schemas.openxmlformats.org/officeDocument/2006/relationships/slide" Target="/ppt/slides/slide14.xml" Id="R253e1ee7d7d943bb" /><Relationship Type="http://schemas.openxmlformats.org/officeDocument/2006/relationships/slide" Target="/ppt/slides/slide15.xml" Id="R3a3e0314d6704223" /><Relationship Type="http://schemas.openxmlformats.org/officeDocument/2006/relationships/slide" Target="/ppt/slides/slide16.xml" Id="R1c01c80632ba4ae3" /><Relationship Type="http://schemas.openxmlformats.org/officeDocument/2006/relationships/slide" Target="/ppt/slides/slide17.xml" Id="R7d70282eb2964261" /><Relationship Type="http://schemas.openxmlformats.org/officeDocument/2006/relationships/slide" Target="/ppt/slides/slide18.xml" Id="Rfccec4a57ed949e0" /><Relationship Type="http://schemas.openxmlformats.org/officeDocument/2006/relationships/slide" Target="/ppt/slides/slide19.xml" Id="R1b553c8ee6834a54" /><Relationship Type="http://schemas.openxmlformats.org/officeDocument/2006/relationships/slide" Target="/ppt/slides/slide20.xml" Id="R88ef7677ffe9451a" /><Relationship Type="http://schemas.openxmlformats.org/officeDocument/2006/relationships/slide" Target="/ppt/slides/slide21.xml" Id="R60fffeb2beee42e8" /><Relationship Type="http://schemas.openxmlformats.org/officeDocument/2006/relationships/slide" Target="/ppt/slides/slide22.xml" Id="Rda5a420747104309" /><Relationship Type="http://schemas.openxmlformats.org/officeDocument/2006/relationships/slide" Target="/ppt/slides/slide23.xml" Id="R541b7d036b234fd2" /><Relationship Type="http://schemas.openxmlformats.org/officeDocument/2006/relationships/slide" Target="/ppt/slides/slide24.xml" Id="R610949ea0cd94363" /><Relationship Type="http://schemas.openxmlformats.org/officeDocument/2006/relationships/slide" Target="/ppt/slides/slide25.xml" Id="R0854c18e4e894829" /><Relationship Type="http://schemas.openxmlformats.org/officeDocument/2006/relationships/slide" Target="/ppt/slides/slide26.xml" Id="Rec4d44a21a9c4353" /><Relationship Type="http://schemas.openxmlformats.org/officeDocument/2006/relationships/slide" Target="/ppt/slides/slide27.xml" Id="R69b32a592a3d478a" /><Relationship Type="http://schemas.openxmlformats.org/officeDocument/2006/relationships/slide" Target="/ppt/slides/slide28.xml" Id="R44799f4ecb2f4e08" /><Relationship Type="http://schemas.openxmlformats.org/officeDocument/2006/relationships/slide" Target="/ppt/slides/slide29.xml" Id="R86655318197549c2" /><Relationship Type="http://schemas.openxmlformats.org/officeDocument/2006/relationships/slide" Target="/ppt/slides/slide30.xml" Id="R7d02b460ca9545f4" /><Relationship Type="http://schemas.openxmlformats.org/officeDocument/2006/relationships/slide" Target="/ppt/slides/slide31.xml" Id="Re2f8fb7af07945f2" /><Relationship Type="http://schemas.openxmlformats.org/officeDocument/2006/relationships/slide" Target="/ppt/slides/slide32.xml" Id="Rb47910ec347f4f23" /><Relationship Type="http://schemas.openxmlformats.org/officeDocument/2006/relationships/slide" Target="/ppt/slides/slide33.xml" Id="R1b2ce533e5264532" /><Relationship Type="http://schemas.openxmlformats.org/officeDocument/2006/relationships/slide" Target="/ppt/slides/slide34.xml" Id="R2c4a753fced24a77" /><Relationship Type="http://schemas.openxmlformats.org/officeDocument/2006/relationships/slide" Target="/ppt/slides/slide35.xml" Id="Rd61581f7159144b6" /><Relationship Type="http://schemas.openxmlformats.org/officeDocument/2006/relationships/slide" Target="/ppt/slides/slide36.xml" Id="R853cfbb2c0134c5f" /><Relationship Type="http://schemas.openxmlformats.org/officeDocument/2006/relationships/slide" Target="/ppt/slides/slide37.xml" Id="Re4d710fdc92d4c0a" /><Relationship Type="http://schemas.openxmlformats.org/officeDocument/2006/relationships/slide" Target="/ppt/slides/slide38.xml" Id="R2cb8a405dd554207" /><Relationship Type="http://schemas.openxmlformats.org/officeDocument/2006/relationships/slide" Target="/ppt/slides/slide39.xml" Id="R5ae367d1eb1c41c9" /><Relationship Type="http://schemas.openxmlformats.org/officeDocument/2006/relationships/slide" Target="/ppt/slides/slide40.xml" Id="R3212f948c75a4ba9" /><Relationship Type="http://schemas.openxmlformats.org/officeDocument/2006/relationships/slide" Target="/ppt/slides/slide41.xml" Id="R2996adda7e724e49" /><Relationship Type="http://schemas.openxmlformats.org/officeDocument/2006/relationships/slide" Target="/ppt/slides/slide42.xml" Id="R8cedb7daab0c4b1d" /><Relationship Type="http://schemas.openxmlformats.org/officeDocument/2006/relationships/slide" Target="/ppt/slides/slide43.xml" Id="Rbdf51b94e8394bfd" /><Relationship Type="http://schemas.openxmlformats.org/officeDocument/2006/relationships/slide" Target="/ppt/slides/slide44.xml" Id="R1e1599b3394e41fd" /><Relationship Type="http://schemas.openxmlformats.org/officeDocument/2006/relationships/slide" Target="/ppt/slides/slide45.xml" Id="Ra5a7e8a3ba1e4e74" /><Relationship Type="http://schemas.openxmlformats.org/officeDocument/2006/relationships/slide" Target="/ppt/slides/slide46.xml" Id="R1c89a65ae87440b4" /><Relationship Type="http://schemas.openxmlformats.org/officeDocument/2006/relationships/slide" Target="/ppt/slides/slide47.xml" Id="R1f2f8a440ef74bcf" /><Relationship Type="http://schemas.openxmlformats.org/officeDocument/2006/relationships/slide" Target="/ppt/slides/slide48.xml" Id="R0cabec70826940ba" /><Relationship Type="http://schemas.openxmlformats.org/officeDocument/2006/relationships/slide" Target="/ppt/slides/slide49.xml" Id="Rc37129d329644bc5" /><Relationship Type="http://schemas.openxmlformats.org/officeDocument/2006/relationships/slide" Target="/ppt/slides/slide50.xml" Id="Reb3c1887dc704469" /><Relationship Type="http://schemas.openxmlformats.org/officeDocument/2006/relationships/slide" Target="/ppt/slides/slide51.xml" Id="R1ab8be2561314a54" /><Relationship Type="http://schemas.openxmlformats.org/officeDocument/2006/relationships/slide" Target="/ppt/slides/slide52.xml" Id="R133c14af62f046cb" /><Relationship Type="http://schemas.openxmlformats.org/officeDocument/2006/relationships/slide" Target="/ppt/slides/slide53.xml" Id="R0915617016d1416d" /><Relationship Type="http://schemas.openxmlformats.org/officeDocument/2006/relationships/slide" Target="/ppt/slides/slide54.xml" Id="R6d7c594e27b74229" /><Relationship Type="http://schemas.openxmlformats.org/officeDocument/2006/relationships/slide" Target="/ppt/slides/slide55.xml" Id="R73cb93fa72c14a50" /><Relationship Type="http://schemas.openxmlformats.org/officeDocument/2006/relationships/slide" Target="/ppt/slides/slide56.xml" Id="R85ab1891ee97441f" /><Relationship Type="http://schemas.openxmlformats.org/officeDocument/2006/relationships/slide" Target="/ppt/slides/slide57.xml" Id="R1d964a2091bd4289" /><Relationship Type="http://schemas.openxmlformats.org/officeDocument/2006/relationships/slide" Target="/ppt/slides/slide58.xml" Id="R6715a0b1254347b5" /><Relationship Type="http://schemas.openxmlformats.org/officeDocument/2006/relationships/slide" Target="/ppt/slides/slide59.xml" Id="Ref8e993bca6d4f25" /><Relationship Type="http://schemas.openxmlformats.org/officeDocument/2006/relationships/slide" Target="/ppt/slides/slide60.xml" Id="R7d50182721a64ae2" /><Relationship Type="http://schemas.openxmlformats.org/officeDocument/2006/relationships/slide" Target="/ppt/slides/slide61.xml" Id="R8d76a4f001cf4594" /><Relationship Type="http://schemas.openxmlformats.org/officeDocument/2006/relationships/slide" Target="/ppt/slides/slide62.xml" Id="R51dc7e4648d0416f" /><Relationship Type="http://schemas.openxmlformats.org/officeDocument/2006/relationships/slide" Target="/ppt/slides/slide63.xml" Id="Rfb59a18214d048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b0168b2678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705a29eb8846fc" /><Relationship Type="http://schemas.openxmlformats.org/officeDocument/2006/relationships/notesMaster" Target="/ppt/notesMasters/notesMaster1.xml" Id="Rf1e51bf7edb344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1a3829053e4869" /><Relationship Type="http://schemas.openxmlformats.org/officeDocument/2006/relationships/notesMaster" Target="/ppt/notesMasters/notesMaster1.xml" Id="R2d02d2c7204e4d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6fa56fe8c84ee4" /><Relationship Type="http://schemas.openxmlformats.org/officeDocument/2006/relationships/notesMaster" Target="/ppt/notesMasters/notesMaster1.xml" Id="R5d445b773cac43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e12de3dbe242b1" /><Relationship Type="http://schemas.openxmlformats.org/officeDocument/2006/relationships/notesMaster" Target="/ppt/notesMasters/notesMaster1.xml" Id="Rc0875bcc613a4c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dce9d80421415d" /><Relationship Type="http://schemas.openxmlformats.org/officeDocument/2006/relationships/notesMaster" Target="/ppt/notesMasters/notesMaster1.xml" Id="R2f888d9514c84e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0a6dfa141d4e51" /><Relationship Type="http://schemas.openxmlformats.org/officeDocument/2006/relationships/notesMaster" Target="/ppt/notesMasters/notesMaster1.xml" Id="Ra701d06564a541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b5f268b54e48e2" /><Relationship Type="http://schemas.openxmlformats.org/officeDocument/2006/relationships/notesMaster" Target="/ppt/notesMasters/notesMaster1.xml" Id="Red552dc8e7d344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83a1392150436f" /><Relationship Type="http://schemas.openxmlformats.org/officeDocument/2006/relationships/notesMaster" Target="/ppt/notesMasters/notesMaster1.xml" Id="R63023c69123846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a30d78ca7b45f2" /><Relationship Type="http://schemas.openxmlformats.org/officeDocument/2006/relationships/notesMaster" Target="/ppt/notesMasters/notesMaster1.xml" Id="Rce5dae5d311e43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c750ebb8e742c0" /><Relationship Type="http://schemas.openxmlformats.org/officeDocument/2006/relationships/notesMaster" Target="/ppt/notesMasters/notesMaster1.xml" Id="R2d7baba8b52044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ee2e7760344dcb" /><Relationship Type="http://schemas.openxmlformats.org/officeDocument/2006/relationships/notesMaster" Target="/ppt/notesMasters/notesMaster1.xml" Id="R5e680e522b2c4b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65e0c6b1574c67" /><Relationship Type="http://schemas.openxmlformats.org/officeDocument/2006/relationships/notesMaster" Target="/ppt/notesMasters/notesMaster1.xml" Id="R44326b47695940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ba13e8382d4ac5" /><Relationship Type="http://schemas.openxmlformats.org/officeDocument/2006/relationships/notesMaster" Target="/ppt/notesMasters/notesMaster1.xml" Id="Rf37122ce33c748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5fa98e2b2347e9" /><Relationship Type="http://schemas.openxmlformats.org/officeDocument/2006/relationships/notesMaster" Target="/ppt/notesMasters/notesMaster1.xml" Id="R9be7c5db435b44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b54d5993734522" /><Relationship Type="http://schemas.openxmlformats.org/officeDocument/2006/relationships/notesMaster" Target="/ppt/notesMasters/notesMaster1.xml" Id="R39af9dda3e7f4d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7fadfba7114c66" /><Relationship Type="http://schemas.openxmlformats.org/officeDocument/2006/relationships/notesMaster" Target="/ppt/notesMasters/notesMaster1.xml" Id="Ra5daccd8271540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656896a8444879" /><Relationship Type="http://schemas.openxmlformats.org/officeDocument/2006/relationships/notesMaster" Target="/ppt/notesMasters/notesMaster1.xml" Id="R4bc930ae2b1c493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9a2a1c71e54d3f" /><Relationship Type="http://schemas.openxmlformats.org/officeDocument/2006/relationships/notesMaster" Target="/ppt/notesMasters/notesMaster1.xml" Id="R5c9c35d9899a44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5a97366a5d4239" /><Relationship Type="http://schemas.openxmlformats.org/officeDocument/2006/relationships/notesMaster" Target="/ppt/notesMasters/notesMaster1.xml" Id="R751be7f7407e40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f3bf9b0aa5424a" /><Relationship Type="http://schemas.openxmlformats.org/officeDocument/2006/relationships/notesMaster" Target="/ppt/notesMasters/notesMaster1.xml" Id="R50af9f9c3e60463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0500282f9147c1" /><Relationship Type="http://schemas.openxmlformats.org/officeDocument/2006/relationships/notesMaster" Target="/ppt/notesMasters/notesMaster1.xml" Id="R498416523b7f4ad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0a31c131b54ec9" /><Relationship Type="http://schemas.openxmlformats.org/officeDocument/2006/relationships/notesMaster" Target="/ppt/notesMasters/notesMaster1.xml" Id="R8a8b7e004b67474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767c5c2f8894ac0" /><Relationship Type="http://schemas.openxmlformats.org/officeDocument/2006/relationships/notesMaster" Target="/ppt/notesMasters/notesMaster1.xml" Id="Rb978ba50c2644d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48aede4a624691" /><Relationship Type="http://schemas.openxmlformats.org/officeDocument/2006/relationships/notesMaster" Target="/ppt/notesMasters/notesMaster1.xml" Id="Rb04c314f9ca64f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35f2be9c1a4a91" /><Relationship Type="http://schemas.openxmlformats.org/officeDocument/2006/relationships/notesMaster" Target="/ppt/notesMasters/notesMaster1.xml" Id="Rd7f18ba92e0f4be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a172e8f06a41a7" /><Relationship Type="http://schemas.openxmlformats.org/officeDocument/2006/relationships/notesMaster" Target="/ppt/notesMasters/notesMaster1.xml" Id="R7b788a02095e4d3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190a4b8e8324780" /><Relationship Type="http://schemas.openxmlformats.org/officeDocument/2006/relationships/notesMaster" Target="/ppt/notesMasters/notesMaster1.xml" Id="R7288f30c45fc431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0476bef14c9439c" /><Relationship Type="http://schemas.openxmlformats.org/officeDocument/2006/relationships/notesMaster" Target="/ppt/notesMasters/notesMaster1.xml" Id="R546554c811c54f1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369d9c192f64b6f" /><Relationship Type="http://schemas.openxmlformats.org/officeDocument/2006/relationships/notesMaster" Target="/ppt/notesMasters/notesMaster1.xml" Id="Rca5d6de4480c44c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7818613918546ce" /><Relationship Type="http://schemas.openxmlformats.org/officeDocument/2006/relationships/notesMaster" Target="/ppt/notesMasters/notesMaster1.xml" Id="R2764f0d7afee461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0243a6bb1742e1" /><Relationship Type="http://schemas.openxmlformats.org/officeDocument/2006/relationships/notesMaster" Target="/ppt/notesMasters/notesMaster1.xml" Id="R5628559dbf8743d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fbe175a390a44c0" /><Relationship Type="http://schemas.openxmlformats.org/officeDocument/2006/relationships/notesMaster" Target="/ppt/notesMasters/notesMaster1.xml" Id="R0677668d344c48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f1de7a5278e4268" /><Relationship Type="http://schemas.openxmlformats.org/officeDocument/2006/relationships/notesMaster" Target="/ppt/notesMasters/notesMaster1.xml" Id="Rdf025c7b428d459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764bf90717f4963" /><Relationship Type="http://schemas.openxmlformats.org/officeDocument/2006/relationships/notesMaster" Target="/ppt/notesMasters/notesMaster1.xml" Id="R6a767e0c2538489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c0e009142a14014" /><Relationship Type="http://schemas.openxmlformats.org/officeDocument/2006/relationships/notesMaster" Target="/ppt/notesMasters/notesMaster1.xml" Id="R0ccdd8719107413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1fbfa33468a4a3b" /><Relationship Type="http://schemas.openxmlformats.org/officeDocument/2006/relationships/notesMaster" Target="/ppt/notesMasters/notesMaster1.xml" Id="R68d25fccd413428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2bf7355c1314573" /><Relationship Type="http://schemas.openxmlformats.org/officeDocument/2006/relationships/notesMaster" Target="/ppt/notesMasters/notesMaster1.xml" Id="R89c4a9c548ce447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f2a2a9367f14d47" /><Relationship Type="http://schemas.openxmlformats.org/officeDocument/2006/relationships/notesMaster" Target="/ppt/notesMasters/notesMaster1.xml" Id="R4b44e1f3cf364ad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e3b3e00f5624360" /><Relationship Type="http://schemas.openxmlformats.org/officeDocument/2006/relationships/notesMaster" Target="/ppt/notesMasters/notesMaster1.xml" Id="R1d2ef85f8d3840c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a290bf486c463c" /><Relationship Type="http://schemas.openxmlformats.org/officeDocument/2006/relationships/notesMaster" Target="/ppt/notesMasters/notesMaster1.xml" Id="R47c6707479bf4aa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836473d8d3f405b" /><Relationship Type="http://schemas.openxmlformats.org/officeDocument/2006/relationships/notesMaster" Target="/ppt/notesMasters/notesMaster1.xml" Id="R19df507139124f0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1502d8dd8584679" /><Relationship Type="http://schemas.openxmlformats.org/officeDocument/2006/relationships/notesMaster" Target="/ppt/notesMasters/notesMaster1.xml" Id="R9fdd5da29266480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adb27f1f17645c5" /><Relationship Type="http://schemas.openxmlformats.org/officeDocument/2006/relationships/notesMaster" Target="/ppt/notesMasters/notesMaster1.xml" Id="Rf8763171c6e8409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753977dd3a447d8" /><Relationship Type="http://schemas.openxmlformats.org/officeDocument/2006/relationships/notesMaster" Target="/ppt/notesMasters/notesMaster1.xml" Id="R55c8011f9b13457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5f1da50249541f3" /><Relationship Type="http://schemas.openxmlformats.org/officeDocument/2006/relationships/notesMaster" Target="/ppt/notesMasters/notesMaster1.xml" Id="Rf797f6e9a59e44a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60285d7ae1c4475" /><Relationship Type="http://schemas.openxmlformats.org/officeDocument/2006/relationships/notesMaster" Target="/ppt/notesMasters/notesMaster1.xml" Id="Rd3f907037554462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be1f18a714f4efa" /><Relationship Type="http://schemas.openxmlformats.org/officeDocument/2006/relationships/notesMaster" Target="/ppt/notesMasters/notesMaster1.xml" Id="Ra9bf4440c7c0491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32ef5c44edc475c" /><Relationship Type="http://schemas.openxmlformats.org/officeDocument/2006/relationships/notesMaster" Target="/ppt/notesMasters/notesMaster1.xml" Id="R1753d15cc1ed477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2a59578ae7f415c" /><Relationship Type="http://schemas.openxmlformats.org/officeDocument/2006/relationships/notesMaster" Target="/ppt/notesMasters/notesMaster1.xml" Id="R70c9633c83fb4ee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45fa09e08c24bd0" /><Relationship Type="http://schemas.openxmlformats.org/officeDocument/2006/relationships/notesMaster" Target="/ppt/notesMasters/notesMaster1.xml" Id="Rf98d8eee3e15422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c482f89c51a4625" /><Relationship Type="http://schemas.openxmlformats.org/officeDocument/2006/relationships/notesMaster" Target="/ppt/notesMasters/notesMaster1.xml" Id="R283b7697975241d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51cc7ebf26b4457" /><Relationship Type="http://schemas.openxmlformats.org/officeDocument/2006/relationships/notesMaster" Target="/ppt/notesMasters/notesMaster1.xml" Id="R0abe945bee6540a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7d99630a473443d" /><Relationship Type="http://schemas.openxmlformats.org/officeDocument/2006/relationships/notesMaster" Target="/ppt/notesMasters/notesMaster1.xml" Id="Rc00f04a802ba405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55f69ff9c314df5" /><Relationship Type="http://schemas.openxmlformats.org/officeDocument/2006/relationships/notesMaster" Target="/ppt/notesMasters/notesMaster1.xml" Id="R2091f3248941476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1834ffa3fc040fa" /><Relationship Type="http://schemas.openxmlformats.org/officeDocument/2006/relationships/notesMaster" Target="/ppt/notesMasters/notesMaster1.xml" Id="R704a226e7dd44ff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8198a63d94c47db" /><Relationship Type="http://schemas.openxmlformats.org/officeDocument/2006/relationships/notesMaster" Target="/ppt/notesMasters/notesMaster1.xml" Id="Rf9a12f2ba11244a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42b80febf4944a5" /><Relationship Type="http://schemas.openxmlformats.org/officeDocument/2006/relationships/notesMaster" Target="/ppt/notesMasters/notesMaster1.xml" Id="R82bf36c4be5046a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84b94a7ab9a4ba6" /><Relationship Type="http://schemas.openxmlformats.org/officeDocument/2006/relationships/notesMaster" Target="/ppt/notesMasters/notesMaster1.xml" Id="Rb3cfe4fa46df43e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bc757c2eeb14fc6" /><Relationship Type="http://schemas.openxmlformats.org/officeDocument/2006/relationships/notesMaster" Target="/ppt/notesMasters/notesMaster1.xml" Id="R0ab4343638f1415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61e52d0e83447d8" /><Relationship Type="http://schemas.openxmlformats.org/officeDocument/2006/relationships/notesMaster" Target="/ppt/notesMasters/notesMaster1.xml" Id="R70ca4863724347d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1ee70a3eadc4df8" /><Relationship Type="http://schemas.openxmlformats.org/officeDocument/2006/relationships/notesMaster" Target="/ppt/notesMasters/notesMaster1.xml" Id="R4102035abd554ec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2267d21df2e4f0b" /><Relationship Type="http://schemas.openxmlformats.org/officeDocument/2006/relationships/notesMaster" Target="/ppt/notesMasters/notesMaster1.xml" Id="R87d6aa80577049e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d50fc10b0644177" /><Relationship Type="http://schemas.openxmlformats.org/officeDocument/2006/relationships/notesMaster" Target="/ppt/notesMasters/notesMaster1.xml" Id="Re33a2a330fca4f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从字符编码转入图像编码</a:t>
            </a:r>
          </a:p>
          <a:p xmlns:a="http://schemas.openxmlformats.org/drawingml/2006/main">
            <a:r>
              <a:t>[内部编号] Q0</a:t>
            </a:r>
          </a:p>
          <a:p xmlns:a="http://schemas.openxmlformats.org/drawingml/2006/main">
            <a:r>
              <a:t>[教师逐字稿] 前面讨论过字符怎样保存。今天换成图像：这只熊猫看起来有轮廓、颜色和明暗，计算机记录的是什么？先别急着说二进制，下一页从放大眼睛开始观察。</a:t>
            </a:r>
          </a:p>
          <a:p xmlns:a="http://schemas.openxmlformats.org/drawingml/2006/main">
            <a:r>
              <a:t>[来源与改编] 沿用course-design.qmd Q0的衔接逻辑。熊猫图来自用户提供的assets/pandas.jpg，属于数字角色插图；本版未生成替代图片。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熊猫图不断放大，会看到什么？</a:t>
            </a:r>
          </a:p>
          <a:p xmlns:a="http://schemas.openxmlformats.org/drawingml/2006/main">
            <a:r>
              <a:t>[内部编号] Q1 / question</a:t>
            </a:r>
          </a:p>
          <a:p xmlns:a="http://schemas.openxmlformats.org/drawingml/2006/main">
            <a:r>
              <a:t>[教学意图] 预测，观察原图真实像素的放大结果。</a:t>
            </a:r>
          </a:p>
          <a:p xmlns:a="http://schemas.openxmlformats.org/drawingml/2006/main">
            <a:r>
              <a:t>[教师逐字稿] 先看这张熊猫图。不断放大它，会看到更多细节，还是会出现别的现象？红框圈出了眼睛里很小的一块。先说预测，再看这一块的放大结果。</a:t>
            </a:r>
          </a:p>
          <a:p xmlns:a="http://schemas.openxmlformats.org/drawingml/2006/main">
            <a:r>
              <a:t>[预期学生反应] 可能预测“更清楚”，也可能说“看到小格”。让学生指认一个像素。</a:t>
            </a:r>
          </a:p>
          <a:p xmlns:a="http://schemas.openxmlformats.org/drawingml/2006/main">
            <a:r>
              <a:t>[追问问题] 看到更多格子，就等于得到更多原始细节吗？</a:t>
            </a:r>
          </a:p>
          <a:p xmlns:a="http://schemas.openxmlformats.org/drawingml/2006/main">
            <a:r>
              <a:t>[下一问] 如果把熊猫图印在纸上，相机怎样把它记录下来？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Q1；00:00:43–00:02:48；Snip 3–5。本版采用course-design.qmd当前课堂实施方案，熊猫数据与新增活动的来源分别注明。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本页按原始像素作最近邻式放大；一般查看器也可能插值，本课不把像素格大小当成物体真实尺寸。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熊猫图不断放大，会看到什么？</a:t>
            </a:r>
          </a:p>
          <a:p xmlns:a="http://schemas.openxmlformats.org/drawingml/2006/main">
            <a:r>
              <a:t>[内部编号] Q1 / answer</a:t>
            </a:r>
          </a:p>
          <a:p xmlns:a="http://schemas.openxmlformats.org/drawingml/2006/main">
            <a:r>
              <a:t>[教学意图] 预测，观察原图真实像素的放大结果。</a:t>
            </a:r>
          </a:p>
          <a:p xmlns:a="http://schemas.openxmlformats.org/drawingml/2006/main">
            <a:r>
              <a:t>[教师逐字稿] 右边放大的是红框中的16×16个原始像素，直接把每个像素画成一个色块。现在能找到绿色眼睛的边界吗？这些小格就是位图的图像单元，叫像素。没有在格子之间补颜色，也没有生成新的细节。先记住这个观察，后面用它解释放大的限制。</a:t>
            </a:r>
          </a:p>
          <a:p xmlns:a="http://schemas.openxmlformats.org/drawingml/2006/main">
            <a:r>
              <a:t>[预期学生反应] 可能预测“更清楚”，也可能说“看到小格”。让学生指认一个像素。</a:t>
            </a:r>
          </a:p>
          <a:p xmlns:a="http://schemas.openxmlformats.org/drawingml/2006/main">
            <a:r>
              <a:t>[追问问题] 看到更多格子，就等于得到更多原始细节吗？</a:t>
            </a:r>
          </a:p>
          <a:p xmlns:a="http://schemas.openxmlformats.org/drawingml/2006/main">
            <a:r>
              <a:t>[下一问] 如果把熊猫图印在纸上，相机怎样把它记录下来？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Q1；00:00:43–00:02:48；Snip 3–5。本版采用course-design.qmd当前课堂实施方案，熊猫数据与新增活动的来源分别注明。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本页按原始像素作最近邻式放大；一般查看器也可能插值，本课不把像素格大小当成物体真实尺寸。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相机怎样记录纸上的熊猫图？</a:t>
            </a:r>
          </a:p>
          <a:p xmlns:a="http://schemas.openxmlformats.org/drawingml/2006/main">
            <a:r>
              <a:t>[内部编号] Q2 / question</a:t>
            </a:r>
          </a:p>
          <a:p xmlns:a="http://schemas.openxmlformats.org/drawingml/2006/main">
            <a:r>
              <a:t>[教学意图] 从纸面反射光过渡到传感器采样。</a:t>
            </a:r>
          </a:p>
          <a:p xmlns:a="http://schemas.openxmlformats.org/drawingml/2006/main">
            <a:r>
              <a:t>[教师逐字稿] 设想把这张熊猫图印在纸上，再用相机拍下来。眼睛为什么能看见纸上的图案？进入相机的又是什么？先说光走过的路径。</a:t>
            </a:r>
          </a:p>
          <a:p xmlns:a="http://schemas.openxmlformats.org/drawingml/2006/main">
            <a:r>
              <a:t>[预期学生反应] 学生会说纸上的图案、颜色或光进入相机。追问镜头与传感器分别做什么。</a:t>
            </a:r>
          </a:p>
          <a:p xmlns:a="http://schemas.openxmlformats.org/drawingml/2006/main">
            <a:r>
              <a:t>[追问问题] 镜头主要负责成像，哪个部件感光？</a:t>
            </a:r>
          </a:p>
          <a:p xmlns:a="http://schemas.openxmlformats.org/drawingml/2006/main">
            <a:r>
              <a:t>[下一问] 把取样位置排成8×8的网格。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Q2；00:02:48–00:06:12；Snip 6–7。本版采用course-design.qmd当前课堂实施方案，熊猫数据与新增活动的来源分别注明。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原素材为数字角色插图。本页是“打印后再拍摄”的思想实验，不把这张JPEG冒充实拍照片。后续对已解码图片做区域平均与量化，以演示采样和量化的不同作用。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相机怎样记录纸上的熊猫图？</a:t>
            </a:r>
          </a:p>
          <a:p xmlns:a="http://schemas.openxmlformats.org/drawingml/2006/main">
            <a:r>
              <a:t>[内部编号] Q2 / answer</a:t>
            </a:r>
          </a:p>
          <a:p xmlns:a="http://schemas.openxmlformats.org/drawingml/2006/main">
            <a:r>
              <a:t>[教学意图] 从纸面反射光过渡到传感器采样。</a:t>
            </a:r>
          </a:p>
          <a:p xmlns:a="http://schemas.openxmlformats.org/drawingml/2006/main">
            <a:r>
              <a:t>[教师逐字稿] 光照到纸面，反射光经镜头进入相机，在图像传感器上成像。相机记录的是光的信息。我们接下来用一个很简化的模型：在有限位置采集信息，每处留下一个局部样本。先留一个问题：采样位置是不是越多越好？算完数据量再回来回答。</a:t>
            </a:r>
          </a:p>
          <a:p xmlns:a="http://schemas.openxmlformats.org/drawingml/2006/main">
            <a:r>
              <a:t>[预期学生反应] 学生会说纸上的图案、颜色或光进入相机。追问镜头与传感器分别做什么。</a:t>
            </a:r>
          </a:p>
          <a:p xmlns:a="http://schemas.openxmlformats.org/drawingml/2006/main">
            <a:r>
              <a:t>[追问问题] 镜头主要负责成像，哪个部件感光？</a:t>
            </a:r>
          </a:p>
          <a:p xmlns:a="http://schemas.openxmlformats.org/drawingml/2006/main">
            <a:r>
              <a:t>[下一问] 把取样位置排成8×8的网格。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Q2；00:02:48–00:06:12；Snip 6–7。本版采用course-design.qmd当前课堂实施方案，熊猫数据与新增活动的来源分别注明。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原素材为数字角色插图。本页是“打印后再拍摄”的思想实验，不把这张JPEG冒充实拍照片。后续对已解码图片做区域平均与量化，以演示采样和量化的不同作用。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8×8，而不只写 64？</a:t>
            </a:r>
          </a:p>
          <a:p xmlns:a="http://schemas.openxmlformats.org/drawingml/2006/main">
            <a:r>
              <a:t>[内部编号] Q3 / question</a:t>
            </a:r>
          </a:p>
          <a:p xmlns:a="http://schemas.openxmlformats.org/drawingml/2006/main">
            <a:r>
              <a:t>[教学意图] 数采样位置，比较总数与二维排列。</a:t>
            </a:r>
          </a:p>
          <a:p xmlns:a="http://schemas.openxmlformats.org/drawingml/2006/main">
            <a:r>
              <a:t>[教师逐字稿] 网格横向8个位置，纵向8个位置。总数是多少？只写64，能知道横向和纵向各有几个吗？想一想，4×16也有64个位置。</a:t>
            </a:r>
          </a:p>
          <a:p xmlns:a="http://schemas.openxmlformats.org/drawingml/2006/main">
            <a:r>
              <a:t>[预期学生反应] 总数64；只写64还不能知道二维形状。</a:t>
            </a:r>
          </a:p>
          <a:p xmlns:a="http://schemas.openxmlformats.org/drawingml/2006/main">
            <a:r>
              <a:t>[追问问题] 8×8与4×16的像素总数相同，形状也相同吗？</a:t>
            </a:r>
          </a:p>
          <a:p xmlns:a="http://schemas.openxmlformats.org/drawingml/2006/main">
            <a:r>
              <a:t>[下一问] 位置已经确定，每处的颜色怎样表示？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Q3；00:06:12–00:06:45；Snip 7–8。本版采用course-design.qmd当前课堂实施方案，熊猫数据与新增活动的来源分别注明。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本课图像分辨率指横向像素数×纵向像素数；不要与显示器PPI或打印DPI混用。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8×8，而不只写 64？</a:t>
            </a:r>
          </a:p>
          <a:p xmlns:a="http://schemas.openxmlformats.org/drawingml/2006/main">
            <a:r>
              <a:t>[内部编号] Q3 / answer</a:t>
            </a:r>
          </a:p>
          <a:p xmlns:a="http://schemas.openxmlformats.org/drawingml/2006/main">
            <a:r>
              <a:t>[教学意图] 数采样位置，比较总数与二维排列。</a:t>
            </a:r>
          </a:p>
          <a:p xmlns:a="http://schemas.openxmlformats.org/drawingml/2006/main">
            <a:r>
              <a:t>[教师逐字稿] 8×8告诉我们两个方向的数量，也保留了排列形状。8乘8一共64个位置。按一定的空间位置取得样本，叫采样；本课用横向像素数乘纵向像素数表示图像分辨率。后续每格只保留一个代表值。</a:t>
            </a:r>
          </a:p>
          <a:p xmlns:a="http://schemas.openxmlformats.org/drawingml/2006/main">
            <a:r>
              <a:t>[预期学生反应] 总数64；只写64还不能知道二维形状。</a:t>
            </a:r>
          </a:p>
          <a:p xmlns:a="http://schemas.openxmlformats.org/drawingml/2006/main">
            <a:r>
              <a:t>[追问问题] 8×8与4×16的像素总数相同，形状也相同吗？</a:t>
            </a:r>
          </a:p>
          <a:p xmlns:a="http://schemas.openxmlformats.org/drawingml/2006/main">
            <a:r>
              <a:t>[下一问] 位置已经确定，每处的颜色怎样表示？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Q3；00:06:12–00:06:45；Snip 7–8。本版采用course-design.qmd当前课堂实施方案，熊猫数据与新增活动的来源分别注明。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本课图像分辨率指横向像素数×纵向像素数；不要与显示器PPI或打印DPI混用。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采样后，每格的颜色怎样记录？</a:t>
            </a:r>
          </a:p>
          <a:p xmlns:a="http://schemas.openxmlformats.org/drawingml/2006/main">
            <a:r>
              <a:t>[内部编号] Q4 / question</a:t>
            </a:r>
          </a:p>
          <a:p xmlns:a="http://schemas.openxmlformats.org/drawingml/2006/main">
            <a:r>
              <a:t>[教学意图] 用一个真实区域的平均色作中间证据，再观察有限颜色的映射。</a:t>
            </a:r>
          </a:p>
          <a:p xmlns:a="http://schemas.openxmlformats.org/drawingml/2006/main">
            <a:r>
              <a:t>[教师逐字稿] 先只看红框这一格。我们把这块区域的颜色取平均，得到右边的样本色。现在规定只能从下方四种颜色里选一种，你会选哪一个？先比较，再说理由。</a:t>
            </a:r>
          </a:p>
          <a:p xmlns:a="http://schemas.openxmlformats.org/drawingml/2006/main">
            <a:r>
              <a:t>[预期学生反应] 会选接近的浅色，也可能认为平均色必须原样保存。</a:t>
            </a:r>
          </a:p>
          <a:p xmlns:a="http://schemas.openxmlformats.org/drawingml/2006/main">
            <a:r>
              <a:t>[追问问题] 如果平均色不在四种颜色里，这个实验允许直接保存它吗？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Q4；00:06:45–00:09:00；Snip 8–9。本版采用course-design.qmd当前课堂实施方案，熊猫数据与新增活动的来源分别注明。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采样后，每格的颜色怎样记录？</a:t>
            </a:r>
          </a:p>
          <a:p xmlns:a="http://schemas.openxmlformats.org/drawingml/2006/main">
            <a:r>
              <a:t>[内部编号] Q4 / answer</a:t>
            </a:r>
          </a:p>
          <a:p xmlns:a="http://schemas.openxmlformats.org/drawingml/2006/main">
            <a:r>
              <a:t>[教学意图] 用一个真实区域的平均色作中间证据，再观察有限颜色的映射。</a:t>
            </a:r>
          </a:p>
          <a:p xmlns:a="http://schemas.openxmlformats.org/drawingml/2006/main">
            <a:r>
              <a:t>[教师逐字稿] 这一格在第2行第3列，平均色更接近第三种可选色。把取得的样本映射到规定的有限等级，叫量化。请注意：取了哪些位置的样本，与最后允许用哪些颜色，是两个决定。下一页把同一规则用到全部64个位置。</a:t>
            </a:r>
          </a:p>
          <a:p xmlns:a="http://schemas.openxmlformats.org/drawingml/2006/main">
            <a:r>
              <a:t>[预期学生反应] 会选接近的浅色，也可能认为平均色必须原样保存。</a:t>
            </a:r>
          </a:p>
          <a:p xmlns:a="http://schemas.openxmlformats.org/drawingml/2006/main">
            <a:r>
              <a:t>[追问问题] 如果平均色不在四种颜色里，这个实验允许直接保存它吗？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Q4；00:06:45–00:09:00；Snip 8–9。本版采用course-design.qmd当前课堂实施方案，熊猫数据与新增活动的来源分别注明。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把同一规则应用到64个样本</a:t>
            </a:r>
          </a:p>
          <a:p xmlns:a="http://schemas.openxmlformats.org/drawingml/2006/main">
            <a:r>
              <a:t>[内部编号] Q4 / evidence</a:t>
            </a:r>
          </a:p>
          <a:p xmlns:a="http://schemas.openxmlformats.org/drawingml/2006/main">
            <a:r>
              <a:t>[教学意图] 用一个真实区域的平均色作中间证据，再观察有限颜色的映射。</a:t>
            </a:r>
          </a:p>
          <a:p xmlns:a="http://schemas.openxmlformats.org/drawingml/2006/main">
            <a:r>
              <a:t>[教师逐字稿] 从左到右看：先确定8×8个位置，取得每个区域的样本，这里用区域平均色表示；再把每一个平均色映射到四种可选颜色。中间图还没有限制成四种颜色。我们在已存在的数字图片上演示这两种作用，真实相机的采集过程更复杂。现在取得了有限颜色，下一步才讨论每种颜色至少用几位来编码。</a:t>
            </a:r>
          </a:p>
          <a:p xmlns:a="http://schemas.openxmlformats.org/drawingml/2006/main">
            <a:r>
              <a:t>[预期学生反应] 会选接近的浅色，也可能认为平均色必须原样保存。</a:t>
            </a:r>
          </a:p>
          <a:p xmlns:a="http://schemas.openxmlformats.org/drawingml/2006/main">
            <a:r>
              <a:t>[追问问题] 如果平均色不在四种颜色里，这个实验允许直接保存它吗？</a:t>
            </a:r>
          </a:p>
          <a:p xmlns:a="http://schemas.openxmlformats.org/drawingml/2006/main">
            <a:r>
              <a:t>[下一问] 先问区分四种状态至少需要几bit，再把颜色编号换成码字。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Q4；00:06:45–00:09:00；Snip 8–9。本版采用course-design.qmd当前课堂实施方案，熊猫数据与新增活动的来源分别注明。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四种颜色，至少需要几个 bit？</a:t>
            </a:r>
          </a:p>
          <a:p xmlns:a="http://schemas.openxmlformats.org/drawingml/2006/main">
            <a:r>
              <a:t>[内部编号] Q5 / question</a:t>
            </a:r>
          </a:p>
          <a:p xmlns:a="http://schemas.openxmlformats.org/drawingml/2006/main">
            <a:r>
              <a:t>[教学意图] 判断颜色状态数，建立四色码表。</a:t>
            </a:r>
          </a:p>
          <a:p xmlns:a="http://schemas.openxmlformats.org/drawingml/2006/main">
            <a:r>
              <a:t>[教师逐字稿] 现在要给一个像素的颜色编码。该数的是整幅图的64个位置，还是这个像素可能取的四种颜色？先试一位够不够，再给出最少位数。</a:t>
            </a:r>
          </a:p>
          <a:p xmlns:a="http://schemas.openxmlformats.org/drawingml/2006/main">
            <a:r>
              <a:t>[预期学生反应] 可能把64个位置当状态数；也可能把4种颜色直接当4bit。</a:t>
            </a:r>
          </a:p>
          <a:p xmlns:a="http://schemas.openxmlformats.org/drawingml/2006/main">
            <a:r>
              <a:t>[追问问题] 一个像素需要区分几种颜色状态？</a:t>
            </a:r>
          </a:p>
          <a:p xmlns:a="http://schemas.openxmlformats.org/drawingml/2006/main">
            <a:r>
              <a:t>[下一问] 按同一张码表替换每个颜色编号。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Q5；00:09:00–00:13:35；Snip 9–10。本版采用course-design.qmd当前课堂实施方案，熊猫数据与新增活动的来源分别注明。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最少位数基于已知四色表与固定长度像素码字；调色板自身的存储成本另计。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四种颜色，至少需要几个 bit？</a:t>
            </a:r>
          </a:p>
          <a:p xmlns:a="http://schemas.openxmlformats.org/drawingml/2006/main">
            <a:r>
              <a:t>[内部编号] Q5 / answer</a:t>
            </a:r>
          </a:p>
          <a:p xmlns:a="http://schemas.openxmlformats.org/drawingml/2006/main">
            <a:r>
              <a:t>[教学意图] 判断颜色状态数，建立四色码表。</a:t>
            </a:r>
          </a:p>
          <a:p xmlns:a="http://schemas.openxmlformats.org/drawingml/2006/main">
            <a:r>
              <a:t>[教师逐字稿] 1bit只有两种码字，不够区分四种颜色。2bit有00、01、10、11，刚好够。我们按图中从深到浅的顺序编号0、1、2、3，再对应这四个码字。这里的对应关系是全班约定的，编码与解码时要一致。</a:t>
            </a:r>
          </a:p>
          <a:p xmlns:a="http://schemas.openxmlformats.org/drawingml/2006/main">
            <a:r>
              <a:t>[预期学生反应] 可能把64个位置当状态数；也可能把4种颜色直接当4bit。</a:t>
            </a:r>
          </a:p>
          <a:p xmlns:a="http://schemas.openxmlformats.org/drawingml/2006/main">
            <a:r>
              <a:t>[追问问题] 一个像素需要区分几种颜色状态？</a:t>
            </a:r>
          </a:p>
          <a:p xmlns:a="http://schemas.openxmlformats.org/drawingml/2006/main">
            <a:r>
              <a:t>[下一问] 按同一张码表替换每个颜色编号。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Q5；00:09:00–00:13:35；Snip 9–10。本版采用course-design.qmd当前课堂实施方案，熊猫数据与新增活动的来源分别注明。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最少位数基于已知四色表与固定长度像素码字；调色板自身的存储成本另计。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 / question</a:t>
            </a:r>
          </a:p>
          <a:p xmlns:a="http://schemas.openxmlformats.org/drawingml/2006/main">
            <a:r>
              <a:t>[教学意图] 聚焦第四行，核对编号与二进制码字，不要求一次读完整幅矩阵。</a:t>
            </a:r>
          </a:p>
          <a:p xmlns:a="http://schemas.openxmlformats.org/drawingml/2006/main">
            <a:r>
              <a:t>[教师逐字稿] 先只看红框中的第四行，其他行暂时不读。把颜色编号换成码字，每个像素都要保留几位？试着把0、1、2、3各找一个出来。</a:t>
            </a:r>
          </a:p>
          <a:p xmlns:a="http://schemas.openxmlformats.org/drawingml/2006/main">
            <a:r>
              <a:t>[预期学生反应] 能对应四种码字；可能混淆每像素位数与全图总位数。</a:t>
            </a:r>
          </a:p>
          <a:p xmlns:a="http://schemas.openxmlformats.org/drawingml/2006/main">
            <a:r>
              <a:t>[追问问题] 编号3写成11后，颜色改变了吗？</a:t>
            </a:r>
          </a:p>
          <a:p xmlns:a="http://schemas.openxmlformats.org/drawingml/2006/main">
            <a:r>
              <a:t>[下一问] 表示方法清楚了，再改进熊猫的轮廓。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Q6；00:13:35–00:14:46；Snip 10。本版采用course-design.qmd当前课堂实施方案，熊猫数据与新增活动的来源分别注明。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位深度表示每像素位数；编号转成码字不改变已确定的代表色，整图位数还需乘像素数。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 / answer</a:t>
            </a:r>
          </a:p>
          <a:p xmlns:a="http://schemas.openxmlformats.org/drawingml/2006/main">
            <a:r>
              <a:t>[教学意图] 聚焦第四行，核对编号与二进制码字，不要求一次读完整幅矩阵。</a:t>
            </a:r>
          </a:p>
          <a:p xmlns:a="http://schemas.openxmlformats.org/drawingml/2006/main">
            <a:r>
              <a:t>[教师逐字稿] 第四行的3、3、2、0、1、2、1、1，分别换成11、11、10、00、01、10、01、01。下面各行照同一规则处理。编号换成二进制码字叫编码；每个像素使用2bit，这个位数叫位深度。整幅图的总位数还要乘像素个数。</a:t>
            </a:r>
          </a:p>
          <a:p xmlns:a="http://schemas.openxmlformats.org/drawingml/2006/main">
            <a:r>
              <a:t>[预期学生反应] 能对应四种码字；可能混淆每像素位数与全图总位数。</a:t>
            </a:r>
          </a:p>
          <a:p xmlns:a="http://schemas.openxmlformats.org/drawingml/2006/main">
            <a:r>
              <a:t>[追问问题] 编号3写成11后，颜色改变了吗？</a:t>
            </a:r>
          </a:p>
          <a:p xmlns:a="http://schemas.openxmlformats.org/drawingml/2006/main">
            <a:r>
              <a:t>[下一问] 表示方法清楚了，再改进熊猫的轮廓。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Q6；00:13:35–00:14:46；Snip 10。本版采用course-design.qmd当前课堂实施方案，熊猫数据与新增活动的来源分别注明。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位深度表示每像素位数；编号转成码字不改变已确定的代表色，整图位数还需乘像素数。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怎样让数字熊猫更接近原图？</a:t>
            </a:r>
          </a:p>
          <a:p xmlns:a="http://schemas.openxmlformats.org/drawingml/2006/main">
            <a:r>
              <a:t>[内部编号] Q7 / question</a:t>
            </a:r>
          </a:p>
          <a:p xmlns:a="http://schemas.openxmlformats.org/drawingml/2006/main">
            <a:r>
              <a:t>[教学意图] 控制取样范围、显示大小、调色板，只增加空间采样。</a:t>
            </a:r>
          </a:p>
          <a:p xmlns:a="http://schemas.openxmlformats.org/drawingml/2006/main">
            <a:r>
              <a:t>[教师逐字稿] 先看8×8的熊猫，眼睛和嘴部有些难辨认。你会怎么改？若有人提出增加颜色，先记下来。这一轮保持四种颜色不变，只改变取样位置的数量。</a:t>
            </a:r>
          </a:p>
          <a:p xmlns:a="http://schemas.openxmlformats.org/drawingml/2006/main">
            <a:r>
              <a:t>[预期学生反应] 增加格子；位深度不变。</a:t>
            </a:r>
          </a:p>
          <a:p xmlns:a="http://schemas.openxmlformats.org/drawingml/2006/main">
            <a:r>
              <a:t>[追问问题] 横、纵都扩大2倍，总像素数变成几倍？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Q7；00:14:46–00:17:43；Snip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怎样让数字熊猫更接近原图？</a:t>
            </a:r>
          </a:p>
          <a:p xmlns:a="http://schemas.openxmlformats.org/drawingml/2006/main">
            <a:r>
              <a:t>[内部编号] Q7 / answer</a:t>
            </a:r>
          </a:p>
          <a:p xmlns:a="http://schemas.openxmlformats.org/drawingml/2006/main">
            <a:r>
              <a:t>[教学意图] 控制取样范围、显示大小、调色板，只增加空间采样。</a:t>
            </a:r>
          </a:p>
          <a:p xmlns:a="http://schemas.openxmlformats.org/drawingml/2006/main">
            <a:r>
              <a:t>[教师逐字稿] 两幅图取的是同一个头部范围，显示大小也相同。横、纵都从8增到16，格子变小，轮廓和五官能表示得更细。颜色仍是同一组四种，因此每格仍然是2bit。右图从原图重新计算16×16个样本，没有把左边的64个格子直接放大。</a:t>
            </a:r>
          </a:p>
          <a:p xmlns:a="http://schemas.openxmlformats.org/drawingml/2006/main">
            <a:r>
              <a:t>[预期学生反应] 增加格子；位深度不变。</a:t>
            </a:r>
          </a:p>
          <a:p xmlns:a="http://schemas.openxmlformats.org/drawingml/2006/main">
            <a:r>
              <a:t>[追问问题] 横、纵都扩大2倍，总像素数变成几倍？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Q7；00:14:46–00:17:43；Snip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红框里的8个像素，怎样编码？</a:t>
            </a:r>
          </a:p>
          <a:p xmlns:a="http://schemas.openxmlformats.org/drawingml/2006/main">
            <a:r>
              <a:t>[内部编号] Q7 / question</a:t>
            </a:r>
          </a:p>
          <a:p xmlns:a="http://schemas.openxmlformats.org/drawingml/2006/main">
            <a:r>
              <a:t>[教学意图] 从16×16矩阵读取确定的8格，建立可核对的编码练习。</a:t>
            </a:r>
          </a:p>
          <a:p xmlns:a="http://schemas.openxmlformats.org/drawingml/2006/main">
            <a:r>
              <a:t>[教师逐字稿] 这次只读红框中的一段：从上往下第6行，从左往右第5到12列，共8格。先读颜色编号，再按右上方的码表换成二进制。</a:t>
            </a:r>
          </a:p>
          <a:p xmlns:a="http://schemas.openxmlformats.org/drawingml/2006/main">
            <a:r>
              <a:t>[预期学生反应] 可能选错行列或遗漏前导0。</a:t>
            </a:r>
          </a:p>
          <a:p xmlns:a="http://schemas.openxmlformats.org/drawingml/2006/main">
            <a:r>
              <a:t>[追问问题] 红框里的8个像素一共多少bit？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Q7；00:14:46–00:17:43；Snip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红框里的8个像素，怎样编码？</a:t>
            </a:r>
          </a:p>
          <a:p xmlns:a="http://schemas.openxmlformats.org/drawingml/2006/main">
            <a:r>
              <a:t>[内部编号] Q7 / answer</a:t>
            </a:r>
          </a:p>
          <a:p xmlns:a="http://schemas.openxmlformats.org/drawingml/2006/main">
            <a:r>
              <a:t>[教学意图] 从16×16矩阵读取确定的8格，建立可核对的编码练习。</a:t>
            </a:r>
          </a:p>
          <a:p xmlns:a="http://schemas.openxmlformats.org/drawingml/2006/main">
            <a:r>
              <a:t>[教师逐字稿] 8个编号依次是3、3、1、0、0、1、3、0。对应码字是11、11、01、00、00、01、11、00。每像素2bit，8个像素共16bit，也就是2B。红框只是这一行的一段，整幅图仍然有16×16个像素。</a:t>
            </a:r>
          </a:p>
          <a:p xmlns:a="http://schemas.openxmlformats.org/drawingml/2006/main">
            <a:r>
              <a:t>[预期学生反应] 可能选错行列或遗漏前导0。</a:t>
            </a:r>
          </a:p>
          <a:p xmlns:a="http://schemas.openxmlformats.org/drawingml/2006/main">
            <a:r>
              <a:t>[追问问题] 红框里的8个像素一共多少bit？</a:t>
            </a:r>
          </a:p>
          <a:p xmlns:a="http://schemas.openxmlformats.org/drawingml/2006/main">
            <a:r>
              <a:t>[下一问] 从新矩阵选一段，让学生按码表读码。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Q7；00:14:46–00:17:43；Snip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增加真实空间采样通常保留更多细节；插值放大不会凭空恢复原始信息。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 / question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刚才的熊猫用像素格表示。继续放大位图，边缘会怎样？再想一条用图形描述保存的矢量线：改变显示尺寸时，边界怎样画出来？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回到16×16熊猫图，保持位置不变再改变颜色。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Q8；00:17:43–00:18:51；逐字稿。本版采用course-design.qmd当前课堂实施方案，熊猫数据与新增活动的来源分别注明。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矢量描述可以按目标尺寸重新栅格化；最终屏幕仍由像素显示。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 / answer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左边用像素点阵表示边缘，放大后格子也被放大；右边保留的是可重新绘制的图形描述，可以按新的显示尺寸绘出边界。我们接下来继续讨论位图的数据。矢量图最终在屏幕上显示时也会被栅格化，并不是屏幕没有像素。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回到16×16熊猫图，保持位置不变再改变颜色。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Q8；00:17:43–00:18:51；逐字稿。本版采用course-design.qmd当前课堂实施方案，熊猫数据与新增活动的来源分别注明。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矢量描述可以按目标尺寸重新栅格化；最终屏幕仍由像素显示。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格子不变，颜色还能怎样改进？</a:t>
            </a:r>
          </a:p>
          <a:p xmlns:a="http://schemas.openxmlformats.org/drawingml/2006/main">
            <a:r>
              <a:t>[内部编号] Q9 / question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现在两幅图必须都保持16×16个格子。四种颜色有些生硬，还能改什么？先看眼睛周围和脸颊，想一想给量化增加哪些选择。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格子不变，颜色还能怎样改进？</a:t>
            </a:r>
          </a:p>
          <a:p xmlns:a="http://schemas.openxmlformats.org/drawingml/2006/main">
            <a:r>
              <a:t>[内部编号] Q9 / answer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右边保留原有四种颜色，又增加两种中间色。位置和每格的样本都没变，只是可选颜色更多了。一些明暗过渡因此能表达得更接近原图。接下来判断：一个像素若可能取六种颜色，原来的2bit够不够？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同一个样本，增加两种近似选择</a:t>
            </a:r>
          </a:p>
          <a:p xmlns:a="http://schemas.openxmlformats.org/drawingml/2006/main">
            <a:r>
              <a:t>[内部编号] Q9 / evidence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红框指向第10行第13列。把它的样本平均色单独放大。四色时，最近的是原调色板编号0；增加两种中间色后，编号4更接近这个样本。样本没有重算，取样位置也没有变。即使投影颜色不容易分清，也能用这个规则解释：原来的选择都保留，多两个选择不会让最近距离更大。这里不要求学生计算颜色距离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 / question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现在只看一个格子：它有六种可能的颜色。两位够吗？三位有几种码字？找出最少而且够用的位数。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 / answer</a:t>
            </a:r>
          </a:p>
          <a:p xmlns:a="http://schemas.openxmlformats.org/drawingml/2006/main">
            <a:r>
              <a:t>[教学意图] 控制16×16采样值不变，比较四、六色量化。</a:t>
            </a:r>
          </a:p>
          <a:p xmlns:a="http://schemas.openxmlformats.org/drawingml/2006/main">
            <a:r>
              <a:t>[教师逐字稿] 2的2次方是4，小于6，不够。2的3次方是8，足够容纳六种颜色，所以最少3bit。可以给编号0到5分别使用000到101，110和111暂时不用。</a:t>
            </a:r>
          </a:p>
          <a:p xmlns:a="http://schemas.openxmlformats.org/drawingml/2006/main">
            <a:r>
              <a:t>[预期学生反应] 增加颜色等级；不能把增加颜色说成增加像素。</a:t>
            </a:r>
          </a:p>
          <a:p xmlns:a="http://schemas.openxmlformats.org/drawingml/2006/main">
            <a:r>
              <a:t>[追问问题] 这次改变的是格子数量，还是每格可以选择的颜色？</a:t>
            </a:r>
          </a:p>
          <a:p xmlns:a="http://schemas.openxmlformats.org/drawingml/2006/main">
            <a:r>
              <a:t>[下一问] 六种状态引出最少3bit。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Q9；00:18:51–00:20:37；Snip 11 缩略图。本版采用course-design.qmd当前课堂实施方案，熊猫数据与新增活动的来源分别注明。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三轮熊猫实验说明了什么？</a:t>
            </a:r>
          </a:p>
          <a:p xmlns:a="http://schemas.openxmlformats.org/drawingml/2006/main">
            <a:r>
              <a:t>[内部编号] Q10 / question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先回忆三轮实验。第一轮是怎样把图变成码字的？第二轮改了什么，第三轮又改了什么？先在纸上填出三个步骤，再说分辨率提高后格子怎样变化。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Q10；00:20:37–00:22:29；Snip 11、13。本版采用course-design.qmd当前课堂实施方案，熊猫数据与新增活动的来源分别注明。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三轮熊猫实验说明了什么？</a:t>
            </a:r>
          </a:p>
          <a:p xmlns:a="http://schemas.openxmlformats.org/drawingml/2006/main">
            <a:r>
              <a:t>[内部编号] Q10 / answer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第一轮建立采样、量化、编码的模型。第二轮只增加空间采样，格子更小；第三轮保持格子不变，增加可选颜色。请对照自己写的词，说明每个步骤处理的是什么。增加采样要从保有细节的原始对象取得新样本，不能把旧格子插值放大当成重新拍摄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Q10；00:20:37–00:22:29；Snip 11、13。本版采用course-design.qmd当前课堂实施方案，熊猫数据与新增活动的来源分别注明。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 / question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继续填写：四种颜色变成六种，最少位数怎样变？推广到n个bit，最多能表示多少种颜色？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Q10；00:20:37–00:22:29；Snip 11、13。本版采用course-design.qmd当前课堂实施方案，熊猫数据与新增活动的来源分别注明。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 / answer</a:t>
            </a:r>
          </a:p>
          <a:p xmlns:a="http://schemas.openxmlformats.org/drawingml/2006/main">
            <a:r>
              <a:t>[教学意图] 回顾三轮实验的变量、步骤与结果。</a:t>
            </a:r>
          </a:p>
          <a:p xmlns:a="http://schemas.openxmlformats.org/drawingml/2006/main">
            <a:r>
              <a:t>[教师逐字稿] 本实验从2bit变成3bit。位深度n最多表示2的n次方种颜色。增加颜色种类时，只有超过原有位数的容量，才必须增加位数。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Q10；00:20:37–00:22:29；Snip 11、13。本版采用course-design.qmd当前课堂实施方案，熊猫数据与新增活动的来源分别注明。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分辨率与位深度分别作用于本课的取样位置和可表示颜色；2ⁿ是上限，并非每幅图必须用满。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三幅图的像素码字，各占几 bit？</a:t>
            </a:r>
          </a:p>
          <a:p xmlns:a="http://schemas.openxmlformats.org/drawingml/2006/main">
            <a:r>
              <a:t>[内部编号] Q11 / question</a:t>
            </a:r>
          </a:p>
          <a:p xmlns:a="http://schemas.openxmlformats.org/drawingml/2006/main">
            <a:r>
              <a:t>[教学意图] 三例计算再归纳总位数公式。</a:t>
            </a:r>
          </a:p>
          <a:p xmlns:a="http://schemas.openxmlformats.org/drawingml/2006/main">
            <a:r>
              <a:t>[教师逐字稿] 这次只统计未压缩的像素码字，不算文件头或调色板。三轮分别有多少个像素，每个像素用了几位？先列出三个乘法。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Q11；00:22:29–00:25:14；Snip 14–15。本版采用course-design.qmd当前课堂实施方案，熊猫数据与新增活动的来源分别注明。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三幅图的像素码字，各占几 bit？</a:t>
            </a:r>
          </a:p>
          <a:p xmlns:a="http://schemas.openxmlformats.org/drawingml/2006/main">
            <a:r>
              <a:t>[内部编号] Q11 / answer</a:t>
            </a:r>
          </a:p>
          <a:p xmlns:a="http://schemas.openxmlformats.org/drawingml/2006/main">
            <a:r>
              <a:t>[教学意图] 三例计算再归纳总位数公式。</a:t>
            </a:r>
          </a:p>
          <a:p xmlns:a="http://schemas.openxmlformats.org/drawingml/2006/main">
            <a:r>
              <a:t>[教师逐字稿] 第一幅8×8，共64个像素，每个2bit，得到128bit。第二幅16×16，每个仍是2bit，得到512bit。第三幅还是256个像素，但每个3bit，得到768bit。好比人数乘每人巧克力数，像素总数乘每像素位数，就是总bit。这就是增加分辨率和颜色等级的存储代价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Q11；00:22:29–00:25:14；Snip 14–15。本版采用course-design.qmd当前课堂实施方案，熊猫数据与新增活动的来源分别注明。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 / question</a:t>
            </a:r>
          </a:p>
          <a:p xmlns:a="http://schemas.openxmlformats.org/drawingml/2006/main">
            <a:r>
              <a:t>[教学意图] 把128、512、768bit换成16、64、96B，再归纳。</a:t>
            </a:r>
          </a:p>
          <a:p xmlns:a="http://schemas.openxmlformats.org/drawingml/2006/main">
            <a:r>
              <a:t>[教师逐字稿] 前一页是128、512和768bit。若题目要求用B作单位，应该乘8还是除8？写出三个结果，再归纳一般式。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Q12；00:25:14–00:26:28；Snip 15–16。本版采用course-design.qmd当前课堂实施方案，熊猫数据与新增活动的来源分别注明。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  二进制前缀：https://physics.nist.gov/cuu/Units/binary.html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 / answer</a:t>
            </a:r>
          </a:p>
          <a:p xmlns:a="http://schemas.openxmlformats.org/drawingml/2006/main">
            <a:r>
              <a:t>[教学意图] 把128、512、768bit换成16、64、96B，再归纳。</a:t>
            </a:r>
          </a:p>
          <a:p xmlns:a="http://schemas.openxmlformats.org/drawingml/2006/main">
            <a:r>
              <a:t>[教师逐字稿] 1B等于8bit，因此分别除8，得到16B、64B和96B。一般式是横向像素数乘纵向像素数乘位深度，再除8。继续除1024可换成KiB。这只算像素码字连续排列的理想数据量，完整文件还需要别的信息。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Q12；00:25:14–00:26:28；Snip 15–16。本版采用course-design.qmd当前课堂实施方案，熊猫数据与新增活动的来源分别注明。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  二进制前缀：https://physics.nist.gov/cuu/Units/binary.html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 / question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先别看答案。黑白只有两种状态，需要几位？16 色和 256 色分别找哪个 2 的幂？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Q13；00:26:28–00:28:25；Snip 17–18。本版采用course-design.qmd当前课堂实施方案，熊猫数据与新增活动的来源分别注明。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 / answer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黑白 1 bit，16 色 4 bit，256 色 8 bit。若分辨率是 M×N，代入前页公式即可得到理想像素数据量。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Q13；00:26:28–00:28:25；Snip 17–18。本版采用course-design.qmd当前课堂实施方案，熊猫数据与新增活动的来源分别注明。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刚才已经算过黑白、16色和256色。现在直接给位深度24，请写出最多颜色数，再列M×N图像的像素数据量。先不用求出颜色数的十进制值。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此处24位RGB为三个8位通道、不含透明通道；调色板编号和RGB通道值采用不同解释规则。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24位最多表示2的24次方种颜色，数据量是M×N×24除8字节。计算方法完全相同。为什么照片常用24位？下一页看红、绿、蓝三个通道怎样组成它。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此处24位RGB为三个8位通道、不含透明通道；调色板编号和RGB通道值采用不同解释规则。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R、G、B各使用8bit，一个通道有多少个等级？三个通道组合，最多有多少种颜色？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此处24位RGB为三个8位通道、不含透明通道；调色板编号和RGB通道值采用不同解释规则。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每个通道8bit，可以取0到255，共256级。三个通道的等级独立组合，所以一共有256×256×256种组合，等于2的24次方。每个像素的总位数是8+8+8=24。这里说的是不带透明通道的24位RGB模型；软件中的“8位/通道”不要误读成整像素只有8位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回到熊猫的眼睛，读取一个真实像素的RGB值。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此处24位RGB为三个8位通道、不含透明通道；调色板编号和RGB通道值采用不同解释规则。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同一种颜色，为什么有2bit和24bit？</a:t>
            </a:r>
          </a:p>
          <a:p xmlns:a="http://schemas.openxmlformats.org/drawingml/2006/main">
            <a:r>
              <a:t>[内部编号] Q14 / question</a:t>
            </a:r>
          </a:p>
          <a:p xmlns:a="http://schemas.openxmlformats.org/drawingml/2006/main">
            <a:r>
              <a:t>[教学意图] 比较调色板编号与RGB通道值，衔接两个位深度模型。</a:t>
            </a:r>
          </a:p>
          <a:p xmlns:a="http://schemas.openxmlformats.org/drawingml/2006/main">
            <a:r>
              <a:t>[教师逐字稿] 同一块深色，刚才可以用00表示，现在又能写成三个8位通道。它的颜色没变，为什么位数不同？先想：00本身能告诉别人这是什么颜色吗？</a:t>
            </a:r>
          </a:p>
          <a:p xmlns:a="http://schemas.openxmlformats.org/drawingml/2006/main">
            <a:r>
              <a:t>[预期学生反应] 可能以为所有颜色都只需2bit，或认为同色位数必须相同。</a:t>
            </a:r>
          </a:p>
          <a:p xmlns:a="http://schemas.openxmlformats.org/drawingml/2006/main">
            <a:r>
              <a:t>[追问问题] 如果把同一四色图保存成24位RGB，每像素仍只占2bit吗？</a:t>
            </a:r>
          </a:p>
          <a:p xmlns:a="http://schemas.openxmlformats.org/drawingml/2006/main">
            <a:r>
              <a:t>[下一问] 用眼睛里的真实像素练习RGB通道编码。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这里只比较本课理想固定长度模型。调色板自身也需要保存或事先共享，不计入前面的像素码字数据量。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同一种颜色，为什么有2bit和24bit？</a:t>
            </a:r>
          </a:p>
          <a:p xmlns:a="http://schemas.openxmlformats.org/drawingml/2006/main">
            <a:r>
              <a:t>[内部编号] Q14 / answer</a:t>
            </a:r>
          </a:p>
          <a:p xmlns:a="http://schemas.openxmlformats.org/drawingml/2006/main">
            <a:r>
              <a:t>[教学意图] 比较调色板编号与RGB通道值，衔接两个位深度模型。</a:t>
            </a:r>
          </a:p>
          <a:p xmlns:a="http://schemas.openxmlformats.org/drawingml/2006/main">
            <a:r>
              <a:t>[教师逐字稿] 2bit记录的是四色表里的编号，还必须知道约定的码表才能查到颜色。24位RGB直接记录R、G、B三个通道值。这块颜色是36、33、27，所以是三个8位。两种表示的规则不同；位深度不能脱离表示方案来讨论。</a:t>
            </a:r>
          </a:p>
          <a:p xmlns:a="http://schemas.openxmlformats.org/drawingml/2006/main">
            <a:r>
              <a:t>[预期学生反应] 可能以为所有颜色都只需2bit，或认为同色位数必须相同。</a:t>
            </a:r>
          </a:p>
          <a:p xmlns:a="http://schemas.openxmlformats.org/drawingml/2006/main">
            <a:r>
              <a:t>[追问问题] 如果把同一四色图保存成24位RGB，每像素仍只占2bit吗？</a:t>
            </a:r>
          </a:p>
          <a:p xmlns:a="http://schemas.openxmlformats.org/drawingml/2006/main">
            <a:r>
              <a:t>[下一问] 用眼睛里的真实像素练习RGB通道编码。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Q14；00:28:25–00:31:13；Snip 19。本版采用course-design.qmd当前课堂实施方案，熊猫数据与新增活动的来源分别注明。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这里只比较本课理想固定长度模型。调色板自身也需要保存或事先共享，不计入前面的像素码字数据量。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R=138，怎样写成8位二进制？</a:t>
            </a:r>
          </a:p>
          <a:p xmlns:a="http://schemas.openxmlformats.org/drawingml/2006/main">
            <a:r>
              <a:t>[内部编号] Q15 / question</a:t>
            </a:r>
          </a:p>
          <a:p xmlns:a="http://schemas.openxmlformats.org/drawingml/2006/main">
            <a:r>
              <a:t>[教学意图] 用位权表逐步推导真实R通道的8位表示。</a:t>
            </a:r>
          </a:p>
          <a:p xmlns:a="http://schemas.openxmlformats.org/drawingml/2006/main">
            <a:r>
              <a:t>[教师逐字稿] 红框中心的像素读出R为138、G为179、B为111。先只换算R通道。下表从左到右给出8个位权，哪些位置填1，合起来正好是138？给30秒写在纸上。</a:t>
            </a:r>
          </a:p>
          <a:p xmlns:a="http://schemas.openxmlformats.org/drawingml/2006/main">
            <a:r>
              <a:t>[预期学生反应] 可能遗漏某一位或把十进制数字逐个编码。</a:t>
            </a:r>
          </a:p>
          <a:p xmlns:a="http://schemas.openxmlformats.org/drawingml/2006/main">
            <a:r>
              <a:t>[追问问题] 如果把最左边的1改成0，表示的数少了多少？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R通道换算留30秒；其余通道口头核对。 所有证据均嵌入，可离线讲授。</a:t>
            </a:r>
          </a:p>
          <a:p xmlns:a="http://schemas.openxmlformats.org/drawingml/2006/main">
            <a:r>
              <a:t>[来源与改编] course-design.qmd Q15；00:30:06–00:31:13；Snip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R=138，怎样写成8位二进制？</a:t>
            </a:r>
          </a:p>
          <a:p xmlns:a="http://schemas.openxmlformats.org/drawingml/2006/main">
            <a:r>
              <a:t>[内部编号] Q15 / answer</a:t>
            </a:r>
          </a:p>
          <a:p xmlns:a="http://schemas.openxmlformats.org/drawingml/2006/main">
            <a:r>
              <a:t>[教学意图] 用位权表逐步推导真实R通道的8位表示。</a:t>
            </a:r>
          </a:p>
          <a:p xmlns:a="http://schemas.openxmlformats.org/drawingml/2006/main">
            <a:r>
              <a:t>[教师逐字稿] 138等于128加8加2。对应的三个位置填1，其余填0，得到10001010。每个通道固定8位；请用同样方法检查G和B。下一页给出完整的三个通道，尤其留意B通道前面的0。</a:t>
            </a:r>
          </a:p>
          <a:p xmlns:a="http://schemas.openxmlformats.org/drawingml/2006/main">
            <a:r>
              <a:t>[预期学生反应] 可能遗漏某一位或把十进制数字逐个编码。</a:t>
            </a:r>
          </a:p>
          <a:p xmlns:a="http://schemas.openxmlformats.org/drawingml/2006/main">
            <a:r>
              <a:t>[追问问题] 如果把最左边的1改成0，表示的数少了多少？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Q15；00:30:06–00:31:13；Snip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一个RGB像素：三个8位通道</a:t>
            </a:r>
          </a:p>
          <a:p xmlns:a="http://schemas.openxmlformats.org/drawingml/2006/main">
            <a:r>
              <a:t>[内部编号] Q15 / evidence</a:t>
            </a:r>
          </a:p>
          <a:p xmlns:a="http://schemas.openxmlformats.org/drawingml/2006/main">
            <a:r>
              <a:t>[教学意图] 用位权表逐步推导真实R通道的8位表示。</a:t>
            </a:r>
          </a:p>
          <a:p xmlns:a="http://schemas.openxmlformats.org/drawingml/2006/main">
            <a:r>
              <a:t>[教师逐字稿] 这是同一个眼睛像素的完整RGB表示。R刚才已经算过，G等于128加32加16加2加1，B等于64加32加8加4加2加1。注意B前面的0也必须写，它让每个通道都保持8位。三个通道总共24bit，也就是3bytes。这里读取的是JPEG解码后的像素，不是说JPEG内部直接按这个顺序存放每像素的三个字节。</a:t>
            </a:r>
          </a:p>
          <a:p xmlns:a="http://schemas.openxmlformats.org/drawingml/2006/main">
            <a:r>
              <a:t>[预期学生反应] 可能遗漏某一位或把十进制数字逐个编码。</a:t>
            </a:r>
          </a:p>
          <a:p xmlns:a="http://schemas.openxmlformats.org/drawingml/2006/main">
            <a:r>
              <a:t>[追问问题] 如果把最左边的1改成0，表示的数少了多少？</a:t>
            </a:r>
          </a:p>
          <a:p xmlns:a="http://schemas.openxmlformats.org/drawingml/2006/main">
            <a:r>
              <a:t>[下一问] 从一个像素的3bytes，推广到整幅图的像素数据量。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Q15；00:30:06–00:31:13；Snip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 / question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另外给出一幅假定图像：500×333像素，每像素24bit。先列式再算，用B和KiB分别表示。这组尺寸是计算题的条件。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独立计算60–90秒，听两种解法后翻页。 所有证据均嵌入，可离线讲授。</a:t>
            </a:r>
          </a:p>
          <a:p xmlns:a="http://schemas.openxmlformats.org/drawingml/2006/main">
            <a:r>
              <a:t>[来源与改编] course-design.qmd Q16；00:31:13–00:33:09；Snip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 / answer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500乘333是像素数，乘24得到bit，除8得到499500B，再除1024约487.79KiB。算的是未压缩像素码字的有效载荷。下一页把它与完整文件大小分开。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Q16；00:31:13–00:33:09；Snip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公式计算的是像素数据量</a:t>
            </a:r>
          </a:p>
          <a:p xmlns:a="http://schemas.openxmlformats.org/drawingml/2006/main">
            <a:r>
              <a:t>[内部编号] Q16 / evidence</a:t>
            </a:r>
          </a:p>
          <a:p xmlns:a="http://schemas.openxmlformats.org/drawingml/2006/main">
            <a:r>
              <a:t>[教学意图] 在明确假定的尺寸下计算未压缩像素数据量。</a:t>
            </a:r>
          </a:p>
          <a:p xmlns:a="http://schemas.openxmlformats.org/drawingml/2006/main">
            <a:r>
              <a:t>[教师逐字稿] 刚才的公式只统计像素码字连续排列后的理想数据量。文件可能增加头部、调色板和行填充；压缩又会改变数据的保存方式。所以不能直接把磁盘上的JPEG文件大小代入这个公式倒推位深度。500×333是本题假定尺寸，熊猫原JPEG实际是886×1000；原课文件属性截图不再用于熊猫版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这个公式包含文件头、行填充、压缩等影响吗？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Q16；00:31:13–00:33:09；Snip 20。本版采用course-design.qmd当前课堂实施方案，熊猫数据与新增活动的来源分别注明。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放大熊猫图，就能看清新细节吗？</a:t>
            </a:r>
          </a:p>
          <a:p xmlns:a="http://schemas.openxmlformats.org/drawingml/2006/main">
            <a:r>
              <a:t>[内部编号] Q17 / question</a:t>
            </a:r>
          </a:p>
          <a:p xmlns:a="http://schemas.openxmlformats.org/drawingml/2006/main">
            <a:r>
              <a:t>[教学意图] 以同一眼部像素区解释显示放大与真实采样的差别。</a:t>
            </a:r>
          </a:p>
          <a:p xmlns:a="http://schemas.openxmlformats.org/drawingml/2006/main">
            <a:r>
              <a:t>[教师逐字稿] 回到开头的眼睛。把图显示得更大，图像文件记录的原始信息增加了吗？如果想得到更多真实拍摄细节，应该在拍摄时做什么？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已有像素决定了可还原的内容。把像素码字交给别人，他能唯一画出图像吗？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Q17；00:33:09–00:33:39；Snip 21。本版采用course-design.qmd当前课堂实施方案，熊猫数据与新增活动的来源分别注明。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显示放大或插值不能重新采集原场景；拍摄质量还受镜头、对焦和光照影响。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放大熊猫图，就能看清新细节吗？</a:t>
            </a:r>
          </a:p>
          <a:p xmlns:a="http://schemas.openxmlformats.org/drawingml/2006/main">
            <a:r>
              <a:t>[内部编号] Q17 / answer</a:t>
            </a:r>
          </a:p>
          <a:p xmlns:a="http://schemas.openxmlformats.org/drawingml/2006/main">
            <a:r>
              <a:t>[教学意图] 以同一眼部像素区解释显示放大与真实采样的差别。</a:t>
            </a:r>
          </a:p>
          <a:p xmlns:a="http://schemas.openxmlformats.org/drawingml/2006/main">
            <a:r>
              <a:t>[教师逐字稿] 右边仍是左边红框中已有的16×16个像素，只是显示得更大。软件也可以插入中间值让边缘平滑，但并未重新采集原始细节。拍摄时可以适当提高真实采样分辨率，同时考虑镜头、对焦、光照与存储代价。现有数字插图能放大到多清楚，同样受原始信息限制。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已有像素决定了可还原的内容。把像素码字交给别人，他能唯一画出图像吗？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Q17；00:33:09–00:33:39；Snip 21。本版采用course-design.qmd当前课堂实施方案，熊猫数据与新增活动的来源分别注明。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显示放大或插值不能重新采集原场景；拍摄质量还受镜头、对焦和光照影响。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只有这些码字，能唯一画出图像吗？</a:t>
            </a:r>
          </a:p>
          <a:p xmlns:a="http://schemas.openxmlformats.org/drawingml/2006/main">
            <a:r>
              <a:t>[内部编号] Q18 / question</a:t>
            </a:r>
          </a:p>
          <a:p xmlns:a="http://schemas.openxmlformats.org/drawingml/2006/main">
            <a:r>
              <a:t>[教学意图] 把一串像素码字还原成小图，通过两种有效排列发现二维尺寸的作用。</a:t>
            </a:r>
          </a:p>
          <a:p xmlns:a="http://schemas.openxmlformats.org/drawingml/2006/main">
            <a:r>
              <a:t>[教师逐字稿] 现在把这8个像素当成一幅完整小图的数据，不要求沿用前面那一行的摆法。每个像素2bit，颜色对应关系已经给出，读取顺序也约定好了。请画出一种符合条件的图，判断别人是否一定会和你画得一样。先独立画，再和同桌比较。</a:t>
            </a:r>
          </a:p>
          <a:p xmlns:a="http://schemas.openxmlformats.org/drawingml/2006/main">
            <a:r>
              <a:t>[预期学生反应] 可能直接沿用先前的一行8格，也可能画4×2或2×4；误以为16bit本身会告诉我们哪里换行。</a:t>
            </a:r>
          </a:p>
          <a:p xmlns:a="http://schemas.openxmlformats.org/drawingml/2006/main">
            <a:r>
              <a:t>[追问问题] 若约定每行4个像素，8个像素一共有几行？再从图读回码字检验。</a:t>
            </a:r>
          </a:p>
          <a:p xmlns:a="http://schemas.openxmlformats.org/drawingml/2006/main">
            <a:r>
              <a:t>[下一问] 规则解释了怎样读回数字图像；再回到图像的来源，比较自然光的连续变化与数字表示。</a:t>
            </a:r>
          </a:p>
          <a:p xmlns:a="http://schemas.openxmlformats.org/drawingml/2006/main">
            <a:r>
              <a:t>[课堂操作] 独立画图30–45秒，同桌核对后揭示；整个解码环节约3分钟。 所有证据均嵌入，可离线讲授。</a:t>
            </a:r>
          </a:p>
          <a:p xmlns:a="http://schemas.openxmlformats.org/drawingml/2006/main">
            <a: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只有这些码字，能唯一画出图像吗？</a:t>
            </a:r>
          </a:p>
          <a:p xmlns:a="http://schemas.openxmlformats.org/drawingml/2006/main">
            <a:r>
              <a:t>[内部编号] Q18 / answer</a:t>
            </a:r>
          </a:p>
          <a:p xmlns:a="http://schemas.openxmlformats.org/drawingml/2006/main">
            <a:r>
              <a:t>[教学意图] 把一串像素码字还原成小图，通过两种有效排列发现二维尺寸的作用。</a:t>
            </a:r>
          </a:p>
          <a:p xmlns:a="http://schemas.openxmlformats.org/drawingml/2006/main">
            <a:r>
              <a:t>[教师逐字稿] 左边每行放4个，共2行；右边每行放2个，共4行。请按每行从左到右、各行从上到下的顺序把两幅图读回去，得到的都是11、11、01、00、00、01、11、00。两种排列都满足题目给出的条件。因此，像素数相同、码字相同，还不能唯一确定二维排列；需要确定横向和纵向的尺寸。</a:t>
            </a:r>
          </a:p>
          <a:p xmlns:a="http://schemas.openxmlformats.org/drawingml/2006/main">
            <a:r>
              <a:t>[预期学生反应] 可能直接沿用先前的一行8格，也可能画4×2或2×4；误以为16bit本身会告诉我们哪里换行。</a:t>
            </a:r>
          </a:p>
          <a:p xmlns:a="http://schemas.openxmlformats.org/drawingml/2006/main">
            <a:r>
              <a:t>[追问问题] 若约定每行4个像素，8个像素一共有几行？再从图读回码字检验。</a:t>
            </a:r>
          </a:p>
          <a:p xmlns:a="http://schemas.openxmlformats.org/drawingml/2006/main">
            <a:r>
              <a:t>[下一问] 规则解释了怎样读回数字图像；再回到图像的来源，比较自然光的连续变化与数字表示。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还原图像，需要数据和解释规则</a:t>
            </a:r>
          </a:p>
          <a:p xmlns:a="http://schemas.openxmlformats.org/drawingml/2006/main">
            <a:r>
              <a:t>[内部编号] Q18 / evidence</a:t>
            </a:r>
          </a:p>
          <a:p xmlns:a="http://schemas.openxmlformats.org/drawingml/2006/main">
            <a:r>
              <a:t>[教学意图] 把一串像素码字还原成小图，通过两种有效排列发现二维尺寸的作用。</a:t>
            </a:r>
          </a:p>
          <a:p xmlns:a="http://schemas.openxmlformats.org/drawingml/2006/main">
            <a:r>
              <a:t>[教师逐字稿] 前面算出的16bit，只是这8个像素的码字。要解释它，还需要知道二维尺寸、每像素几位、颜色怎样对应以及读取顺序。某些信息写在文件中，某些由格式或通信双方约定，不要求都另存一份。本页明确按横4纵2排列，把结果再读回去检查。注意，读回的是已经记录的像素，采样和量化丢掉的信息不会因此回来。下一问回到自然光：在变成这些有限位置、有限等级之前，它怎样变化？</a:t>
            </a:r>
          </a:p>
          <a:p xmlns:a="http://schemas.openxmlformats.org/drawingml/2006/main">
            <a:r>
              <a:t>[预期学生反应] 可能直接沿用先前的一行8格，也可能画4×2或2×4；误以为16bit本身会告诉我们哪里换行。</a:t>
            </a:r>
          </a:p>
          <a:p xmlns:a="http://schemas.openxmlformats.org/drawingml/2006/main">
            <a:r>
              <a:t>[追问问题] 若约定每行4个像素，8个像素一共有几行？再从图读回码字检验。</a:t>
            </a:r>
          </a:p>
          <a:p xmlns:a="http://schemas.openxmlformats.org/drawingml/2006/main">
            <a:r>
              <a:t>[下一问] 规则解释了怎样读回数字图像；再回到图像的来源，比较自然光的连续变化与数字表示。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这些例子主要随时间还是空间变化？</a:t>
            </a:r>
          </a:p>
          <a:p xmlns:a="http://schemas.openxmlformats.org/drawingml/2006/main">
            <a:r>
              <a:t>[内部编号] Q19 / question</a:t>
            </a:r>
          </a:p>
          <a:p xmlns:a="http://schemas.openxmlformats.org/drawingml/2006/main">
            <a:r>
              <a:t>[教学意图] 按指定观察情境分类，避免按物理量名称机械分类。</a:t>
            </a:r>
          </a:p>
          <a:p xmlns:a="http://schemas.openxmlformats.org/drawingml/2006/main">
            <a:r>
              <a:t>[教师逐字稿] 刚才已经知道怎样按规则读回数字图像。再回到记录之前的自然现象。看清每一行指定的观察情境：同一地点一天的气温、固定位置不同时刻的声波、水下不同深度的压强、房间不同位置的光照。分别主要看时间变化，还是空间变化？先按给定情境分类。</a:t>
            </a:r>
          </a:p>
          <a:p xmlns:a="http://schemas.openxmlformats.org/drawingml/2006/main">
            <a:r>
              <a:t>[预期学生反应] 能按给定情境分类；可能以为温度只能随时间、光照只能随空间。</a:t>
            </a:r>
          </a:p>
          <a:p xmlns:a="http://schemas.openxmlformats.org/drawingml/2006/main">
            <a:r>
              <a:t>[追问问题] 如果改看同一时刻不同地点的温度，横轴还应该是时间吗？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Q19；00:37:19–00:41:41；Snip 26。本版采用course-design.qmd当前课堂实施方案，熊猫数据与新增活动的来源分别注明。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在本课连续量模型中讨论温度等物理量；仪表数字读数的跳变不等于实际物理量只能跳变。概念连线不是实测温度曲线。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这些例子主要随时间还是空间变化？</a:t>
            </a:r>
          </a:p>
          <a:p xmlns:a="http://schemas.openxmlformats.org/drawingml/2006/main">
            <a:r>
              <a:t>[内部编号] Q19 / answer</a:t>
            </a:r>
          </a:p>
          <a:p xmlns:a="http://schemas.openxmlformats.org/drawingml/2006/main">
            <a:r>
              <a:t>[教学意图] 按指定观察情境分类，避免按物理量名称机械分类。</a:t>
            </a:r>
          </a:p>
          <a:p xmlns:a="http://schemas.openxmlformats.org/drawingml/2006/main">
            <a:r>
              <a:t>[教师逐字稿] 前两行在同一位置比较不同时刻，因此主要随时间；后两行在不同位置比较，因此主要随空间。分类取决于这次观察的情境。接下来还要问：这些量只能取几个固定数值吗？连续变化才是建立模拟量概念的关键。</a:t>
            </a:r>
          </a:p>
          <a:p xmlns:a="http://schemas.openxmlformats.org/drawingml/2006/main">
            <a:r>
              <a:t>[预期学生反应] 能按给定情境分类；可能以为温度只能随时间、光照只能随空间。</a:t>
            </a:r>
          </a:p>
          <a:p xmlns:a="http://schemas.openxmlformats.org/drawingml/2006/main">
            <a:r>
              <a:t>[追问问题] 如果改看同一时刻不同地点的温度，横轴还应该是时间吗？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Q19；00:37:19–00:41:41；Snip 26。本版采用course-design.qmd当前课堂实施方案，熊猫数据与新增活动的来源分别注明。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在本课连续量模型中讨论温度等物理量；仪表数字读数的跳变不等于实际物理量只能跳变。概念连线不是实测温度曲线。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温度从25到26，只能跳着变化吗？</a:t>
            </a:r>
          </a:p>
          <a:p xmlns:a="http://schemas.openxmlformats.org/drawingml/2006/main">
            <a:r>
              <a:t>[内部编号] Q19 / question</a:t>
            </a:r>
          </a:p>
          <a:p xmlns:a="http://schemas.openxmlformats.org/drawingml/2006/main">
            <a:r>
              <a:t>[教学意图] 从可取中间值的具体问题形成连续量的模型。</a:t>
            </a:r>
          </a:p>
          <a:p xmlns:a="http://schemas.openxmlformats.org/drawingml/2006/main">
            <a:r>
              <a:t>[教师逐字稿] 某处温度在这段时间由25摄氏度变成26摄氏度。中间可能经过25.5吗？还可能经过25.51吗？不要先看温度计显示了几位，要想实际温度的变化。</a:t>
            </a:r>
          </a:p>
          <a:p xmlns:a="http://schemas.openxmlformats.org/drawingml/2006/main">
            <a:r>
              <a:t>[预期学生反应] 学生可能把数字温度计显示的跳变当成实际温度只能跳变。</a:t>
            </a:r>
          </a:p>
          <a:p xmlns:a="http://schemas.openxmlformats.org/drawingml/2006/main">
            <a:r>
              <a:t>[追问问题] 仪表只显示一位小数，能证明实际温度只能取这些数吗？</a:t>
            </a:r>
          </a:p>
          <a:p xmlns:a="http://schemas.openxmlformats.org/drawingml/2006/main">
            <a:r>
              <a:t>[下一问] 回看图像采样和量化，说明哪些选择变得离散。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Q19；00:37:19–00:41:41；Snip 26。本版采用course-design.qmd当前课堂实施方案，熊猫数据与新增活动的来源分别注明。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曲线是课堂概念示意，不是测量数据；不以“任意点有值”作为数学连续性的定义。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温度从25到26，只能跳着变化吗？</a:t>
            </a:r>
          </a:p>
          <a:p xmlns:a="http://schemas.openxmlformats.org/drawingml/2006/main">
            <a:r>
              <a:t>[内部编号] Q19 / answer</a:t>
            </a:r>
          </a:p>
          <a:p xmlns:a="http://schemas.openxmlformats.org/drawingml/2006/main">
            <a:r>
              <a:t>[教学意图] 从可取中间值的具体问题形成连续量的模型。</a:t>
            </a:r>
          </a:p>
          <a:p xmlns:a="http://schemas.openxmlformats.org/drawingml/2006/main">
            <a:r>
              <a:t>[教师逐字稿] 在本课的连续模型里，温度可以经过这些中间值。仪表只显示整数或一位小数，是读数方式的限制。我们用连续变化的物理量描述温度、声波或光照，称为模拟量。下一页对照图像中的取样位置和有限颜色等级。</a:t>
            </a:r>
          </a:p>
          <a:p xmlns:a="http://schemas.openxmlformats.org/drawingml/2006/main">
            <a:r>
              <a:t>[预期学生反应] 学生可能把数字温度计显示的跳变当成实际温度只能跳变。</a:t>
            </a:r>
          </a:p>
          <a:p xmlns:a="http://schemas.openxmlformats.org/drawingml/2006/main">
            <a:r>
              <a:t>[追问问题] 仪表只显示一位小数，能证明实际温度只能取这些数吗？</a:t>
            </a:r>
          </a:p>
          <a:p xmlns:a="http://schemas.openxmlformats.org/drawingml/2006/main">
            <a:r>
              <a:t>[下一问] 回看图像采样和量化，说明哪些选择变得离散。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Q19；00:37:19–00:41:41；Snip 26。本版采用course-design.qmd当前课堂实施方案，熊猫数据与新增活动的来源分别注明。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曲线是课堂概念示意，不是测量数据；不以“任意点有值”作为数学连续性的定义。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 / question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回看图像模型：位置按格子取样，颜色只能从有限几种里选。这与刚才的连续变化有什么不同？最后怎样写成可保存的码字？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多个bit组成码字后，能不能表示138？</a:t>
            </a:r>
          </a:p>
          <a:p xmlns:a="http://schemas.openxmlformats.org/drawingml/2006/main">
            <a:r>
              <a:t>[下一问] 回扣熊猫图思想实验，完整说出信息数字化过程。</a:t>
            </a:r>
          </a:p>
          <a:p xmlns:a="http://schemas.openxmlformats.org/drawingml/2006/main">
            <a:r>
              <a:t>[课堂操作] 短问停留15–25秒；先听理由，再翻页。 所有证据均嵌入，可离线讲授。</a:t>
            </a:r>
          </a:p>
          <a:p xmlns:a="http://schemas.openxmlformats.org/drawingml/2006/main">
            <a:r>
              <a:t>[来源与改编] course-design.qmd Q20；00:41:41–00:43:11；Snip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 / answer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采样把空间位置离散化，量化把每个位置的值映射到有限等级，再用码字表示。例如00、01、10、11是四种码字；每一位只有0或1，但多个位能够表示许多不同数值。数字量强调离散表示，不能理解成计算机只能存0和1两个数值。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多个bit组成码字后，能不能表示138？</a:t>
            </a:r>
          </a:p>
          <a:p xmlns:a="http://schemas.openxmlformats.org/drawingml/2006/main">
            <a:r>
              <a:t>[下一问] 回扣熊猫图思想实验，完整说出信息数字化过程。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Q20；00:41:41–00:43:11；Snip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 / question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回顾纸上的熊猫图被相机记录的思想实验。反射光怎样一步步变成可保存的数字图像？请依次说出三个动作，再说每一步解决什么问题。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先用32B预算题检查颜色容量和数据量，再布置课后练习。</a:t>
            </a:r>
          </a:p>
          <a:p xmlns:a="http://schemas.openxmlformats.org/drawingml/2006/main">
            <a:r>
              <a:t>[课堂操作] 综合应用留60秒，要求写条件和单位。 所有证据均嵌入，可离线讲授。</a:t>
            </a:r>
          </a:p>
          <a:p xmlns:a="http://schemas.openxmlformats.org/drawingml/2006/main">
            <a:r>
              <a:t>[来源与改编] course-design.qmd Q21；00:43:11–00:43:32；Snip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先讨论打印图的反射光到数字图像，再以理想未压缩像素数据预算作迁移；不把文件完整大小混入预算。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 / answer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现在请完整说出这条链：光经过采样、量化、编码，成为可以存储的数字图像。采样解决在哪些位置取样，量化解决怎样用有限等级表示，编码解决怎样写成码字。这就是信息数字化。分辨率和位深度决定本课简化模型里的像素数据量，也分别影响空间细节和颜色表达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先用32B预算题检查颜色容量和数据量，再布置课后练习。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Q21；00:43:11–00:43:32；Snip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先讨论打印图的反射光到数字图像，再以理想未压缩像素数据预算作迁移；不把文件完整大小混入预算。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只允许32 B，该怎样选择参数？</a:t>
            </a:r>
          </a:p>
          <a:p xmlns:a="http://schemas.openxmlformats.org/drawingml/2006/main">
            <a:r>
              <a:t>[内部编号] Q21 / question</a:t>
            </a:r>
          </a:p>
          <a:p xmlns:a="http://schemas.openxmlformats.org/drawingml/2006/main">
            <a:r>
              <a:t>[教学意图] 同时运用颜色容量与像素数据量，诊断不满足条件的方案。</a:t>
            </a:r>
          </a:p>
          <a:p xmlns:a="http://schemas.openxmlformats.org/drawingml/2006/main">
            <a:r>
              <a:t>[教师逐字稿] 离开前完成这一题。仍用四种颜色，采用固定长度编码，只算未压缩像素码字，最多32B。四个方案可以选哪些？写出像素数乘位深度再除8，别只看像素个数。</a:t>
            </a:r>
          </a:p>
          <a:p xmlns:a="http://schemas.openxmlformats.org/drawingml/2006/main">
            <a:r>
              <a:t>[预期学生反应] 容易只算字节数而误选C，或只选恰好32B的B而漏选D。</a:t>
            </a:r>
          </a:p>
          <a:p xmlns:a="http://schemas.openxmlformats.org/drawingml/2006/main">
            <a:r>
              <a:t>[追问问题] 最多32B是否要求一定用满32B？</a:t>
            </a:r>
          </a:p>
          <a:p xmlns:a="http://schemas.openxmlformats.org/drawingml/2006/main">
            <a:r>
              <a:t>[下一问] 课后继续练习并写明单位。</a:t>
            </a:r>
          </a:p>
          <a:p xmlns:a="http://schemas.openxmlformats.org/drawingml/2006/main">
            <a:r>
              <a:t>[课堂操作] 综合应用留60秒，要求写条件和单位。 所有证据均嵌入，可离线讲授。</a:t>
            </a:r>
          </a:p>
          <a:p xmlns:a="http://schemas.openxmlformats.org/drawingml/2006/main">
            <a:r>
              <a:t>[来源与改编] course-design.qmd Q21；00:43:11–00:43:32；Snip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四个方案覆盖同一取景范围，M、N分别为横纵采样数；本题只比较能否满足约束，不宣称B在所有视觉目标上最好。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只允许32 B，该怎样选择参数？</a:t>
            </a:r>
          </a:p>
          <a:p xmlns:a="http://schemas.openxmlformats.org/drawingml/2006/main">
            <a:r>
              <a:t>[内部编号] Q21 / answer</a:t>
            </a:r>
          </a:p>
          <a:p xmlns:a="http://schemas.openxmlformats.org/drawingml/2006/main">
            <a:r>
              <a:t>[教学意图] 同时运用颜色容量与像素数据量，诊断不满足条件的方案。</a:t>
            </a:r>
          </a:p>
          <a:p xmlns:a="http://schemas.openxmlformats.org/drawingml/2006/main">
            <a:r>
              <a:t>[教师逐字稿] A是16乘16乘2除8，等于64B，超过限制。B是16乘8乘2除8，等于32B，可以。C虽然只有32B，但1bit只能区分两种颜色，达不到四种颜色的要求。D是8乘8乘2除8，等于16B，也可以。B比D保留更多采样位置，但长宽采样数不同。决定之前要同时核对颜色容量和数据量，不能只看字节数。</a:t>
            </a:r>
          </a:p>
          <a:p xmlns:a="http://schemas.openxmlformats.org/drawingml/2006/main">
            <a:r>
              <a:t>[预期学生反应] 容易只算字节数而误选C，或只选恰好32B的B而漏选D。</a:t>
            </a:r>
          </a:p>
          <a:p xmlns:a="http://schemas.openxmlformats.org/drawingml/2006/main">
            <a:r>
              <a:t>[追问问题] 最多32B是否要求一定用满32B？</a:t>
            </a:r>
          </a:p>
          <a:p xmlns:a="http://schemas.openxmlformats.org/drawingml/2006/main">
            <a:r>
              <a:t>[下一问] 课后继续练习并写明单位。</a:t>
            </a:r>
          </a:p>
          <a:p xmlns:a="http://schemas.openxmlformats.org/drawingml/2006/main">
            <a:r>
              <a:t>[课堂操作] 指向新增证据；请学生说明理由再继续。 所有证据均嵌入，可离线讲授。</a:t>
            </a:r>
          </a:p>
          <a:p xmlns:a="http://schemas.openxmlformats.org/drawingml/2006/main">
            <a:r>
              <a:t>[来源与改编] course-design.qmd Q21；00:43:11–00:43:32；Snip 27。本版采用course-design.qmd当前课堂实施方案，熊猫数据与新增活动的来源分别注明。</a:t>
            </a:r>
          </a:p>
          <a:p xmlns:a="http://schemas.openxmlformats.org/drawingml/2006/main">
            <a:r>
              <a:t>[熊猫数据] 原图assets/pandas.jpg；实验固定区域(x=280,y=100,w=288,h=288)，坐标零起始。8×8/16×16均从这一区域计算，码表固定。完整数据与算法见course-design.qmd的C4和.codex-build/panda-data.json；本次审查修订见panda-v3-audit.md。</a:t>
            </a:r>
          </a:p>
          <a:p xmlns:a="http://schemas.openxmlformats.org/drawingml/2006/main">
            <a:r>
              <a:t>[技术注解] 四个方案覆盖同一取景范围，M、N分别为横纵采样数；本题只比较能否满足约束，不宣称B在所有视觉目标上最好。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课后检查位深度、像素数据量和放大的边界</a:t>
            </a:r>
          </a:p>
          <a:p xmlns:a="http://schemas.openxmlformats.org/drawingml/2006/main">
            <a:r>
              <a:t>[内部编号] Q22</a:t>
            </a:r>
          </a:p>
          <a:p xmlns:a="http://schemas.openxmlformats.org/drawingml/2006/main">
            <a:r>
              <a:t>[教师逐字稿] 今天先完成这三题，仍采用固定长度的像素编码。第一题请写判断位数的不等式；第二题写清像素数、每像素位数和单位转换；第三题用“原始信息”解释。原课布置的是新发讲义第二页，但源资料没有那张讲义，这三题是重建版补充题，可直接抄在纸上作答。</a:t>
            </a:r>
          </a:p>
          <a:p xmlns:a="http://schemas.openxmlformats.org/drawingml/2006/main">
            <a:r>
              <a:t>[参考答案] 1. 3bit，4&lt;6≤8。2. 800×600×24÷8=1440000B。3. 没有；插值增加像素数量，不等于增加真实采集的细节。</a:t>
            </a:r>
          </a:p>
          <a:p xmlns:a="http://schemas.openxmlformats.org/drawingml/2006/main">
            <a:r>
              <a:t>[来源] 原课作业位置00:43:32以后；题目为重建补充，不冒充原题。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5731717b240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35f4b6a0954f8e" /><Relationship Type="http://schemas.openxmlformats.org/officeDocument/2006/relationships/slideLayout" Target="/ppt/slideLayouts/slideLayout1.xml" Id="R23e45b9f5c6e4d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e45b9f5c6e4d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d5b644f454d7f" /><Relationship Type="http://schemas.openxmlformats.org/officeDocument/2006/relationships/image" Target="/ppt/media/image.jpeg" Id="R7c06c51b7bae4b65" /><Relationship Type="http://schemas.openxmlformats.org/officeDocument/2006/relationships/notesSlide" Target="/ppt/notesSlides/notesSlide1.xml" Id="Rc624a1ac3df046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91eed860b4293" /><Relationship Type="http://schemas.openxmlformats.org/officeDocument/2006/relationships/image" Target="/ppt/media/image2.jpeg" Id="Rfec0c81026e1411d" /><Relationship Type="http://schemas.openxmlformats.org/officeDocument/2006/relationships/notesSlide" Target="/ppt/notesSlides/notesSlide2.xml" Id="Rca8a4b5a0108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798c6bcb2489a" /><Relationship Type="http://schemas.openxmlformats.org/officeDocument/2006/relationships/image" Target="/ppt/media/image2.jpeg" Id="R6e0c15ba201a4f52" /><Relationship Type="http://schemas.openxmlformats.org/officeDocument/2006/relationships/notesSlide" Target="/ppt/notesSlides/notesSlide3.xml" Id="Rbd13b6f9e043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a2ea8c1e24fb3" /><Relationship Type="http://schemas.openxmlformats.org/officeDocument/2006/relationships/image" Target="/ppt/media/image3.jpeg" Id="Rfdaeef3ae45340e3" /><Relationship Type="http://schemas.openxmlformats.org/officeDocument/2006/relationships/notesSlide" Target="/ppt/notesSlides/notesSlide4.xml" Id="R8d9b98a2d96746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4345c1d6b4613" /><Relationship Type="http://schemas.openxmlformats.org/officeDocument/2006/relationships/image" Target="/ppt/media/image3.jpeg" Id="Rc1ec7c40fc144d4f" /><Relationship Type="http://schemas.openxmlformats.org/officeDocument/2006/relationships/notesSlide" Target="/ppt/notesSlides/notesSlide5.xml" Id="R1578fb7c04c64f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23654582b4bbd" /><Relationship Type="http://schemas.openxmlformats.org/officeDocument/2006/relationships/image" Target="/ppt/media/image4.jpeg" Id="Rce251a5571b141d4" /><Relationship Type="http://schemas.openxmlformats.org/officeDocument/2006/relationships/notesSlide" Target="/ppt/notesSlides/notesSlide6.xml" Id="R4d43f56cf05546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6fb7ed0204885" /><Relationship Type="http://schemas.openxmlformats.org/officeDocument/2006/relationships/image" Target="/ppt/media/image4.jpeg" Id="R1fe12326e123460a" /><Relationship Type="http://schemas.openxmlformats.org/officeDocument/2006/relationships/notesSlide" Target="/ppt/notesSlides/notesSlide7.xml" Id="R4af599f3b57f4d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7ee9cbb2044e6" /><Relationship Type="http://schemas.openxmlformats.org/officeDocument/2006/relationships/image" Target="/ppt/media/image5.jpeg" Id="R896b36b338234260" /><Relationship Type="http://schemas.openxmlformats.org/officeDocument/2006/relationships/notesSlide" Target="/ppt/notesSlides/notesSlide8.xml" Id="R792b920595a741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9ff02e23d44e4" /><Relationship Type="http://schemas.openxmlformats.org/officeDocument/2006/relationships/image" Target="/ppt/media/image5.jpeg" Id="Rddaff5ae64e848d6" /><Relationship Type="http://schemas.openxmlformats.org/officeDocument/2006/relationships/notesSlide" Target="/ppt/notesSlides/notesSlide9.xml" Id="R57f465f7df0144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99cf132414f0e" /><Relationship Type="http://schemas.openxmlformats.org/officeDocument/2006/relationships/image" Target="/ppt/media/image6.jpeg" Id="R34367dec15de4ff3" /><Relationship Type="http://schemas.openxmlformats.org/officeDocument/2006/relationships/notesSlide" Target="/ppt/notesSlides/notesSlide10.xml" Id="R562b0303ae1b49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d124f495345c3" /><Relationship Type="http://schemas.openxmlformats.org/officeDocument/2006/relationships/notesSlide" Target="/ppt/notesSlides/notesSlide11.xml" Id="Rd59e55dab1a541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14a355cb14931" /><Relationship Type="http://schemas.openxmlformats.org/officeDocument/2006/relationships/notesSlide" Target="/ppt/notesSlides/notesSlide12.xml" Id="R7359b8f3bdee44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d11dbc9f34450" /><Relationship Type="http://schemas.openxmlformats.org/officeDocument/2006/relationships/notesSlide" Target="/ppt/notesSlides/notesSlide13.xml" Id="Re6344cb051bb4d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e4ac2cc8e46e1" /><Relationship Type="http://schemas.openxmlformats.org/officeDocument/2006/relationships/notesSlide" Target="/ppt/notesSlides/notesSlide14.xml" Id="R102f16fbc5114c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3888166204d1f" /><Relationship Type="http://schemas.openxmlformats.org/officeDocument/2006/relationships/notesSlide" Target="/ppt/notesSlides/notesSlide15.xml" Id="Rd2216c8d2bf043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b38b80c334d31" /><Relationship Type="http://schemas.openxmlformats.org/officeDocument/2006/relationships/notesSlide" Target="/ppt/notesSlides/notesSlide16.xml" Id="Rd0189a8d52af43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dc948f0e34bab" /><Relationship Type="http://schemas.openxmlformats.org/officeDocument/2006/relationships/notesSlide" Target="/ppt/notesSlides/notesSlide17.xml" Id="R34e408fe77714a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83cca70f345b6" /><Relationship Type="http://schemas.openxmlformats.org/officeDocument/2006/relationships/notesSlide" Target="/ppt/notesSlides/notesSlide18.xml" Id="Re727bba757fd41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7b00a36414b3a" /><Relationship Type="http://schemas.openxmlformats.org/officeDocument/2006/relationships/notesSlide" Target="/ppt/notesSlides/notesSlide19.xml" Id="R00a5e0e93d9842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3ad55ae774ed1" /><Relationship Type="http://schemas.openxmlformats.org/officeDocument/2006/relationships/notesSlide" Target="/ppt/notesSlides/notesSlide20.xml" Id="R5da59144fe5c43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83aa9953d4719" /><Relationship Type="http://schemas.openxmlformats.org/officeDocument/2006/relationships/notesSlide" Target="/ppt/notesSlides/notesSlide21.xml" Id="R02d0e1bbfd3842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fd5dce7194a7a" /><Relationship Type="http://schemas.openxmlformats.org/officeDocument/2006/relationships/notesSlide" Target="/ppt/notesSlides/notesSlide22.xml" Id="R3cd62009c14f4e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5a72d608f461b" /><Relationship Type="http://schemas.openxmlformats.org/officeDocument/2006/relationships/notesSlide" Target="/ppt/notesSlides/notesSlide23.xml" Id="Rfd75d8d4d2474b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1f424d91c489f" /><Relationship Type="http://schemas.openxmlformats.org/officeDocument/2006/relationships/notesSlide" Target="/ppt/notesSlides/notesSlide24.xml" Id="Rc0e5c35d05d043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1be10f0954845" /><Relationship Type="http://schemas.openxmlformats.org/officeDocument/2006/relationships/notesSlide" Target="/ppt/notesSlides/notesSlide25.xml" Id="Ra72bc65c0b3a4c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46d0125aa45ef" /><Relationship Type="http://schemas.openxmlformats.org/officeDocument/2006/relationships/notesSlide" Target="/ppt/notesSlides/notesSlide26.xml" Id="Rd8a628e07e8f4c9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9342c4c4146fe" /><Relationship Type="http://schemas.openxmlformats.org/officeDocument/2006/relationships/notesSlide" Target="/ppt/notesSlides/notesSlide27.xml" Id="Re58ab72df0a241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1b960e2df4391" /><Relationship Type="http://schemas.openxmlformats.org/officeDocument/2006/relationships/notesSlide" Target="/ppt/notesSlides/notesSlide28.xml" Id="Rb019dfc891c54e9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b82642c924766" /><Relationship Type="http://schemas.openxmlformats.org/officeDocument/2006/relationships/notesSlide" Target="/ppt/notesSlides/notesSlide29.xml" Id="R6f8e65d62e7b4f3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9571e13394192" /><Relationship Type="http://schemas.openxmlformats.org/officeDocument/2006/relationships/notesSlide" Target="/ppt/notesSlides/notesSlide30.xml" Id="Rd393b10cac5d438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4a5fb5d864c30" /><Relationship Type="http://schemas.openxmlformats.org/officeDocument/2006/relationships/notesSlide" Target="/ppt/notesSlides/notesSlide31.xml" Id="Re0558041effd4c0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c9859d2c74183" /><Relationship Type="http://schemas.openxmlformats.org/officeDocument/2006/relationships/notesSlide" Target="/ppt/notesSlides/notesSlide32.xml" Id="Ra9b7bb3de7284a1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c26ae8d314af1" /><Relationship Type="http://schemas.openxmlformats.org/officeDocument/2006/relationships/notesSlide" Target="/ppt/notesSlides/notesSlide33.xml" Id="Rd2b8ed8088584ff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4f7489c524480" /><Relationship Type="http://schemas.openxmlformats.org/officeDocument/2006/relationships/notesSlide" Target="/ppt/notesSlides/notesSlide34.xml" Id="Rc8b6015b632141f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d91454f3541b0" /><Relationship Type="http://schemas.openxmlformats.org/officeDocument/2006/relationships/notesSlide" Target="/ppt/notesSlides/notesSlide35.xml" Id="Rf1ec790206144af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ec510f61d4124" /><Relationship Type="http://schemas.openxmlformats.org/officeDocument/2006/relationships/notesSlide" Target="/ppt/notesSlides/notesSlide36.xml" Id="R218d9b36e21040b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981c3e72648be" /><Relationship Type="http://schemas.openxmlformats.org/officeDocument/2006/relationships/notesSlide" Target="/ppt/notesSlides/notesSlide37.xml" Id="R1e041b99fb3a414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33495dd1e4659" /><Relationship Type="http://schemas.openxmlformats.org/officeDocument/2006/relationships/notesSlide" Target="/ppt/notesSlides/notesSlide38.xml" Id="R73133319fa0749b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facffc2114d05" /><Relationship Type="http://schemas.openxmlformats.org/officeDocument/2006/relationships/notesSlide" Target="/ppt/notesSlides/notesSlide39.xml" Id="Rcfcfd62eea1047d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45e1c4d39481a" /><Relationship Type="http://schemas.openxmlformats.org/officeDocument/2006/relationships/notesSlide" Target="/ppt/notesSlides/notesSlide40.xml" Id="R2d56d7e2b561458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f3e8522ef4b49" /><Relationship Type="http://schemas.openxmlformats.org/officeDocument/2006/relationships/notesSlide" Target="/ppt/notesSlides/notesSlide41.xml" Id="Rfd4fcaae1111433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0de148c59473b" /><Relationship Type="http://schemas.openxmlformats.org/officeDocument/2006/relationships/image" Target="/ppt/media/image7.jpeg" Id="R3fdaa724118d4d9a" /><Relationship Type="http://schemas.openxmlformats.org/officeDocument/2006/relationships/notesSlide" Target="/ppt/notesSlides/notesSlide42.xml" Id="Rccdd6772f6ad490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a26c264fb4073" /><Relationship Type="http://schemas.openxmlformats.org/officeDocument/2006/relationships/image" Target="/ppt/media/image7.jpeg" Id="R4974609499194e8d" /><Relationship Type="http://schemas.openxmlformats.org/officeDocument/2006/relationships/notesSlide" Target="/ppt/notesSlides/notesSlide43.xml" Id="R374ce0259f50480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3963ee7be420a" /><Relationship Type="http://schemas.openxmlformats.org/officeDocument/2006/relationships/notesSlide" Target="/ppt/notesSlides/notesSlide44.xml" Id="Recde1cdb420440e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04602568d40ea" /><Relationship Type="http://schemas.openxmlformats.org/officeDocument/2006/relationships/notesSlide" Target="/ppt/notesSlides/notesSlide45.xml" Id="R85a70cc429c14e3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ebe6c4c3446a3" /><Relationship Type="http://schemas.openxmlformats.org/officeDocument/2006/relationships/notesSlide" Target="/ppt/notesSlides/notesSlide46.xml" Id="Rb47b6b1d2bcb497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a33f1880449b2" /><Relationship Type="http://schemas.openxmlformats.org/officeDocument/2006/relationships/notesSlide" Target="/ppt/notesSlides/notesSlide47.xml" Id="R040a5fad5397487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e3d856133412b" /><Relationship Type="http://schemas.openxmlformats.org/officeDocument/2006/relationships/image" Target="/ppt/media/image8.jpeg" Id="Ra52af9aad4cf4b3f" /><Relationship Type="http://schemas.openxmlformats.org/officeDocument/2006/relationships/notesSlide" Target="/ppt/notesSlides/notesSlide48.xml" Id="R87590ae4bb614d2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b2ab2be534bda" /><Relationship Type="http://schemas.openxmlformats.org/officeDocument/2006/relationships/image" Target="/ppt/media/image8.jpeg" Id="Rc73b0d0938324680" /><Relationship Type="http://schemas.openxmlformats.org/officeDocument/2006/relationships/notesSlide" Target="/ppt/notesSlides/notesSlide49.xml" Id="R87c553b90fc0476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4bd0df295447e" /><Relationship Type="http://schemas.openxmlformats.org/officeDocument/2006/relationships/notesSlide" Target="/ppt/notesSlides/notesSlide50.xml" Id="Rd896b2690ef1422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553bbad994e82" /><Relationship Type="http://schemas.openxmlformats.org/officeDocument/2006/relationships/notesSlide" Target="/ppt/notesSlides/notesSlide51.xml" Id="R22a88ae8a9dd48a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56e0be13f4dfe" /><Relationship Type="http://schemas.openxmlformats.org/officeDocument/2006/relationships/notesSlide" Target="/ppt/notesSlides/notesSlide52.xml" Id="Rfb17e823d250471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4db5ce5424360" /><Relationship Type="http://schemas.openxmlformats.org/officeDocument/2006/relationships/notesSlide" Target="/ppt/notesSlides/notesSlide53.xml" Id="R744dd6e2d2b54ac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3bc90401740d4" /><Relationship Type="http://schemas.openxmlformats.org/officeDocument/2006/relationships/notesSlide" Target="/ppt/notesSlides/notesSlide54.xml" Id="R19747a1e729d4a7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f4d722e9c45c2" /><Relationship Type="http://schemas.openxmlformats.org/officeDocument/2006/relationships/notesSlide" Target="/ppt/notesSlides/notesSlide55.xml" Id="Rb5922a831ce64df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2ab3fb7bd434d" /><Relationship Type="http://schemas.openxmlformats.org/officeDocument/2006/relationships/notesSlide" Target="/ppt/notesSlides/notesSlide56.xml" Id="R1a7fda36d56a4f4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4bf1334fd4884" /><Relationship Type="http://schemas.openxmlformats.org/officeDocument/2006/relationships/notesSlide" Target="/ppt/notesSlides/notesSlide57.xml" Id="Rf13eef783e7c482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a0c2f5f4a4e90" /><Relationship Type="http://schemas.openxmlformats.org/officeDocument/2006/relationships/notesSlide" Target="/ppt/notesSlides/notesSlide58.xml" Id="R285639812e0c4b9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281f82197450d" /><Relationship Type="http://schemas.openxmlformats.org/officeDocument/2006/relationships/notesSlide" Target="/ppt/notesSlides/notesSlide59.xml" Id="R45e0dc472470481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1946bccbb4db8" /><Relationship Type="http://schemas.openxmlformats.org/officeDocument/2006/relationships/notesSlide" Target="/ppt/notesSlides/notesSlide60.xml" Id="Rdb9913ef444b472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ae6b8c3b94fdd" /><Relationship Type="http://schemas.openxmlformats.org/officeDocument/2006/relationships/notesSlide" Target="/ppt/notesSlides/notesSlide61.xml" Id="Rac1f6ec331e64f3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8bb1dd80e49ac" /><Relationship Type="http://schemas.openxmlformats.org/officeDocument/2006/relationships/notesSlide" Target="/ppt/notesSlides/notesSlide62.xml" Id="R23b35d29dd57470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92ec2498a41a2" /><Relationship Type="http://schemas.openxmlformats.org/officeDocument/2006/relationships/notesSlide" Target="/ppt/notesSlides/notesSlide63.xml" Id="R08319d2af2ea4c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F0D0D-5239-4999-9275-90F80E47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D07E9-249F-46D9-9006-198929A6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8B7071-84B9-4747-A3E7-BBF9D489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74F0A8D-4368-4018-9573-3FAA197B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7334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一只熊猫怎样变成</a:t>
            </a:r>
          </a:p>
          <a:p xmlns:a="http://schemas.openxmlformats.org/drawingml/2006/main">
            <a:pPr algn="l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二进制数据？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6c51b7bae4b65"/>
          <a:stretch xmlns:a="http://schemas.openxmlformats.org/drawingml/2006/main"/>
        </p:blipFill>
        <p:spPr>
          <a:xfrm xmlns:a="http://schemas.openxmlformats.org/drawingml/2006/main">
            <a:off x="8334375" y="2203543"/>
            <a:ext cx="2762250" cy="3117664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C22F255-A15E-4B29-8534-0A4F29B4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从像素到图像数据</a:t>
            </a:r>
          </a:p>
        </p:txBody>
      </p:sp>
    </p:spTree>
    <p:extLst>
      <p:ext uri="{BB962C8B-B14F-4D97-AF65-F5344CB8AC3E}">
        <p14:creationId xmlns:p14="http://schemas.microsoft.com/office/powerpoint/2010/main" val="1293748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A69C7-E584-462C-8EFD-C19420AA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D5818-2CB6-4B4E-A0E6-CF0E9C8E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77ADCF-A02B-4847-B9C8-A0B06F8E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0c81026e1411d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CF825-63EC-4355-957B-931659D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6E59EC5-2897-4BED-A037-5301E891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</p:spTree>
    <p:extLst>
      <p:ext uri="{BB962C8B-B14F-4D97-AF65-F5344CB8AC3E}">
        <p14:creationId xmlns:p14="http://schemas.microsoft.com/office/powerpoint/2010/main" val="1392942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59A69C7-E584-462C-8EFD-C19420AA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D5818-2CB6-4B4E-A0E6-CF0E9C8E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77ADCF-A02B-4847-B9C8-A0B06F8E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熊猫图不断放大，会看到什么？</a:t>
            </a:r>
          </a:p>
        </p:txBody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c15ba201a4f52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CF825-63EC-4355-957B-931659D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6E59EC5-2897-4BED-A037-5301E891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预测红框区域的放大结果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9491E-C237-4A40-B8B5-3D0D39BA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5CF7D-89C0-4DF7-AAA5-68AA7BDF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EDDF0-87B8-4025-92B7-912871F2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CFF85-BEA1-4A68-AD25-5D1FE41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6A63D-79AC-423B-92D1-D8D699D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5151B-ECA2-4804-967D-D486AFD4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65185-F3D5-4332-8574-F4A80C1B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D20C4-C2B9-4DBC-9DEF-A0C6CB87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D0B51-88B5-47FF-B395-0FF6D436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2C241-1644-45AC-8672-05620277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C9617-6998-47CE-91EA-8D1FACFD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D4E02-038F-4C24-92C6-B4E29A80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38457-DF64-43DD-8EBE-01CF8F37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DCF6D-8C42-44DA-A726-D07A951D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3FD94-274D-46D2-AAD8-8992C2CD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67332-57F8-468F-9205-7DA9654F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CB194-E1F1-4A50-BF95-EEDD9F4C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72328-CADC-4EC4-BD2A-59493262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AD6A8-C23D-42A2-A627-38091092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077237-569B-4DCF-B32C-61C94714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291B1-0B77-44B3-A30E-EE7874A4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6765C6-B8C1-4EE4-B465-C6E6AABD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678664-6FCE-47B4-B34D-B30F6528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358B8-A9B2-4048-8D1B-8A8D4F8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DEC30-C733-46CC-B50C-7F87508C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DD5C51-C9E3-46CB-94D9-6544D50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4393C-D939-4723-8D63-123F2B7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AEC9BC-782E-4A27-905F-33C91688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8C8AD-9A92-43EA-8F36-FEFB269A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F2BD3F-7BF2-47BA-BE7F-4F2E83E0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0798E-DBF7-4A03-A232-5E4A8079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103F8B-780A-4880-A1E4-DC86ABB0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57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A4DCD7-8A15-43CD-B310-C5F7953B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433E6C-28AE-47AA-A71F-DA4F1011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81A0F8-C203-4373-B1B1-9452AB68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A5C0C7-A7B2-4875-A324-6D5799FA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0B7D29-3742-4FD5-B03E-6A3A3B3D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7D1701-1990-4D18-BF2D-B3396DA2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09295E-8F0A-4890-A60B-D30C3A4A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71A97F-F80D-4C32-B6D1-EB91BA2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43722F-2C47-466D-A35D-7BFC4F8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6CF9B8-076F-4C4D-91C3-42C27558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8A47E6-CECD-4B50-B651-96D917C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CB8500-F162-4F38-B01E-204E3ECC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ECB01F-E50C-4484-9158-E79EB1BC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36C05C-4D8F-4A2F-884F-960EDA4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220ED6-ECEF-4E76-947D-E09047E6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8D2CF8-6086-4ABB-B1DF-2540552D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66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D127E0-8EC5-43E9-98EB-8DA4DD62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3FB4CA-2C04-4BE0-A27C-6CC3F620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03A7A4-9456-444E-9CBF-5D29072E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64490B-3EF2-47A1-8D23-4321C527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6541DB-3E57-43B9-87FC-87251D4F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F9DEB9-D318-4333-A871-B6A3C2A2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8FCF6D8-CBCE-4D6A-9B53-15202CFB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EC7E24-F812-425E-8AFE-3589AC1F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A04604-6BC6-4D2A-8E47-9527CB1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877BA7-DC20-4CDB-85F3-CEA3C6AB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484ADE-2807-45CE-82DD-E5925434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CF0A19-BD0F-4C50-8352-AB720763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F0DC8E-CF77-45C2-8D1B-C5785375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D693CF-E3EB-4D87-AC4E-AE62E4E6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7EE0FE-F1DA-40E4-A93E-B891EC66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915CDD-0684-48CE-B55D-6028B5F3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1F435F-69AB-46C1-BDCA-0B8EDFAA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CD8902-D37C-4B25-B72B-D2EA7262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101F552-7DD5-449C-9F27-A4C5E42D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AAE047-BD82-423D-8C1B-771A8D7D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9E49F4E-F4C8-4F56-BB07-2B6B1F9E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DBB948-EE2F-430E-941F-6F35ACF4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659971E-2205-4D35-B662-4C5A890B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A99A98-8188-4FA7-8ECE-A7BED774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353391-6428-4AE5-84CB-62FEF01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4EDEAA2-C86F-4776-BE2C-1F63057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034962-83B8-4383-A555-31D0584A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971A71-E0C6-40FB-9130-5FBB75A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70E3EA5-350F-4CD9-A002-AFF2C4D1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FDB662-4911-4E8E-9E27-BC258E02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A7EF663-16E3-456B-B2C9-48801902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E74DF3-44A7-49FA-9292-9BC593A5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CDAF093-AE8B-4ABC-B9CD-D5E6855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03107F-415B-428B-887B-0544271E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2A17BE-04B2-4ED1-BE3B-CFEC704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4A9744-6EE6-440C-8848-977DCD0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EBFE9BF-C898-437D-839D-D7CADD65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C6BAD51-804C-4EE1-AD46-6305E632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4C46EE0-040E-4D66-970C-A7EBEEC0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8DFCFF9-F31B-49F5-83B3-8C457FCF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0F55835-3D76-42EA-A673-6D692D5D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26B5CA8-D268-446E-8684-B267A4A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A0F2B0-8200-4599-8621-6CE38F9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73899B9-4A26-49AC-B4BD-2CED85A9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98791F6-7C86-42A5-8761-7D583CA8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ED1314C-8512-4D51-B399-B00EB16C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F7AD9DB-EECF-444C-A49B-84A64C2B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AD33F68-056E-4290-A57A-2C80CCF8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95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38C63AC-1800-4EA0-A920-4AE69C01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6FCD882-73BB-40CE-B04B-A892AA7A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B8ED854-CC8D-4323-A898-A5DCEDF6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BF4BD29-7E76-4151-87EA-72FE5F42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CCCF554-E1D9-4AE7-A232-63A93FE9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47BE137-192F-4045-98D4-5EC213E8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1B5BBD9-51EC-4AFB-B77C-D7E61DE4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44B5E18-8CE1-452E-9203-5F3406E7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4D076A9-EB38-4C44-BC82-C4BBFC6C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B592F80-80BB-4EF2-94ED-18F13AFF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0E23B10-71A1-4F62-A854-E050F3F9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0B553D7-9C49-491A-BC75-3D702168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584E70-DC5F-4F8E-B007-1A6CA3D8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D98B39E-AC76-4567-9315-612451D3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BD6BB53-3DDD-4DB2-9B08-423D7A14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DEAA252-1B0A-43C9-83CE-A2D6E32E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05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7C5A5D5-FD9B-4F72-BBFF-C0B66FC8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07CE543-24CA-4FB1-A561-FC1616A7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A54B4E1-4F7B-498F-8DEE-0E2300E0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AD6E5DA-9648-4857-B9B0-11A3D336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121994A-F0D9-497F-97B1-21424F89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089E665-1679-4747-A020-17BA8F1A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4F75327-54BE-4336-A1D6-B4A52F57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CCA27D7-3F7B-411C-9834-5ABB7955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9F5C763-6618-4D40-B3C8-E044FEF2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55DA972-C63E-49D5-8A4D-22A8D50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D2CC4FF-9DDE-4F17-B1A4-9ACD73B2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D7430BE-16C6-4D1C-989F-79431884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8D3FCDC-FBA2-4345-8F44-A27D7F36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AE6BFB0-98BF-40F0-9B91-DD01E253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BCCA529-979E-4776-86D8-A8DD189C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A3C7D11-5850-4D2B-B285-F3AC86F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14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4949E23-2B40-42D5-AA63-E90FFA95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46E34FE-2263-47D6-9722-C1785EDB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8B8DC28-05EE-42F2-9F63-A3A36AE2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6037A52-6E07-4D20-91E5-7BF25935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913847E-916B-486E-B850-2ACC808B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D245507-7C89-4F62-A6CF-ED1495B9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724379F-E48F-4D0D-B2F5-E22D50A5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716559B-EEC8-4817-98D4-287C64B9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8C4E452-6511-42AF-90F1-4F14251C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FB4C8F9-5E33-400C-9380-C6CDCC75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81615CE-9F4E-441D-8743-DDDB210C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E7729F2-775C-4AD0-BB37-DB5543EF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6B9CF04-1A74-4032-9623-3C93352B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AC0384C-7D07-493C-B086-2397F430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5CAE54E-4FC8-42F3-81CA-8E03F161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6FF6EC3-1A92-40EC-A38E-6FC81488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24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F3A604B-AD07-49AB-A515-32F1E7FC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B778E82-0D50-4DA8-BACC-F6D2C9F0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7C35C5C-4E44-4354-9D50-BDFE3F51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08D6C9B-77FA-4E90-93E5-C95C6100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65C30EF-FE33-4AF7-9288-73AA8C1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E2FFFBB-02F8-4AA9-9B3A-C735BF2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0ACA963-A3D9-40C8-BFA0-02341002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3BB7377-C1C3-4E07-90A9-61927222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8EEB347-0BE4-4C9A-A92C-2EA0CE1B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4B47B79-0BC6-44C4-8F36-43CA8607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E228F4E-F8BF-4C35-8A44-17D5BDEA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537BCAF-2917-4023-8058-2723D275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6FDC35B-57A3-4530-8453-0F2E12C2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B7D62E1-F400-4A3C-BE11-73F05B05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6B4F249-368D-4673-9888-913857C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8762A1A-BEB9-46A7-B585-D2E2EF66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06A4E61-85E0-431F-9B09-4FC011E2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F1B01EB-E45A-4765-A989-2130002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F40A919-7118-4D01-A798-11584252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06F7CBB-2BAC-4908-92FB-8D7CDB95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C553FD8-B0CE-482C-82A1-07E38CC5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4C4AF08-087A-48B6-9EB0-AC5BAF55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4CC990F-C32D-4D6E-9E4F-F3F3EFEF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32D0E8D-FCEA-4EA7-AE86-CC34A8F4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C17F9B6-1623-4407-8DB0-0273CE96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7291384-6F39-41B1-8577-3BD669A0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8850545-0133-4B1D-B1F3-9C4481E1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D5D039A-C5ED-48B1-8E12-9A134887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A23DB3A-A410-444D-B4E6-F2E462B9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6508147-7469-4E35-9BC0-C5BDE3A0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D61201D-D074-46D9-B693-425920C8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8A7B06E-784E-4C41-8D8D-9541DAA9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43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09F79B1-031B-4227-945B-A8894A79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2760FF2-B8DD-4E5B-B631-BF4946C4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1E2F1D1-9E59-4A74-959B-DA64BB7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39A03B5-BF6E-47A8-82E8-63A03F5B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626C10C-9E02-4AB5-919E-672CFA34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6A24AC7-661F-4B4F-B74D-1DFF0F4D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E9D77E3-3195-4B02-90BA-BFC75158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F5AF06A-F6D7-4AA9-9FD8-0A516CB7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B122FCE-4E5A-4DC3-B9B2-5C6B5A39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FDE150E-D35A-4E26-A0DD-D39A7E3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7D919A1-F9BA-4D0A-931C-101244C5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91CDA78-19D9-44E1-AD49-76E5B943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06C5374-6E9A-451F-961B-EF236D83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EE5305E-D15F-4B6D-AE9F-1AA15090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D4BEAD1-E69D-4F5B-8935-7E05E2D2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69DE9B5-C067-4054-B16D-A2A86BC9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52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146A1B4-9BC4-4294-9AE7-81F9E380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9AB499A-866E-43D8-BD09-65FA5021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17470F4-9A50-48A9-A3C0-32FDEFA3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D69D0D6-29B1-4C45-A508-BC17519F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463BE37-D261-4843-81BC-D9539EC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55531E9-2654-4AA2-A64E-3B4DED77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74C5C6CD-C8E5-4442-828B-82C9CA38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76F175D-1B61-48F8-942B-BD3CE849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948F3D9-A995-40BE-94B4-5C4F3D6E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7EBCDA4-D0AE-42B5-9D6F-61BD3DF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15695DA-93EB-4DFB-A839-F314312F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A191BD5-206F-4062-8281-26910CB1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A5EA7E1-D090-462B-9063-902D01DE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804DAD0-D2FF-473E-BFFB-1DF519FD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D568CFA-DC58-453D-800D-5C782530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E37C672-A4AB-4648-8B8F-52552719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62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D32F244-442C-482C-BEFD-48D058BD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B2B2F8B-1644-4D75-875E-6B20F81B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7A088E0-8BD7-4DF9-B70F-77F42710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3FE37791-E861-4FEB-941E-85ABE64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3CDD9E6-1679-4A23-AA49-3DD586D0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E283467-0244-4922-B57A-9AD86DE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3FFFA03-6909-4E05-8A96-018538E8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AA80D19-5AEF-4B35-922F-7A387747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C425E5F-EBE6-4242-9FB2-54BE3C2C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5A098E69-661E-43C3-A0E1-BA5FD6BB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78A298F-384C-4AB9-B5FD-97D2CA7B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B73B67D-9AB8-4761-A92E-2405D3AC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28482D24-8BD5-47C0-87E1-F217C42E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2C6FC77-528A-42B2-966A-1EC87E8B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563590A-B8C2-4A17-8BF1-EFBCCABE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0929A50-1C86-47AE-9495-6C6CF4FD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72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6C9CCB9-AF05-4544-8249-4C43433E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3ADAB93-413C-49E5-A73E-F6B5C3F2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3CC68D1-6134-4D9F-800E-B5FCFD98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92C13C8-6A72-4D6D-ADEA-7B877AC8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D0E9918-A439-4B02-9800-35221BC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D90F81E-03B3-4786-93DB-B67F4C3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57D2D07-4059-4748-B1F7-2C6AADC0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B342719-EEEA-46F8-82DE-E35B1A64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B1664F6-1961-4490-9D86-5FCB3055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AAD9787-EAEB-4E04-82F5-FD1EF044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A12FE28-FE7B-4D38-BBD4-5E1E20E9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079F5FB-30D9-4E32-A16A-B7F8C139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8E0101F-F243-436A-987D-D088322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0AC5B68-9009-455E-B07C-E54E7B1C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7F63088-8FE0-4638-BECE-4D12E3A7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F59DC48-123D-4754-8AD8-49637EDB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F1510FC-40E5-4DBA-9FA5-B3DB216B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F2A955A-67A0-4D3B-B69F-C8557436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E353E78-9379-4BE2-B8DB-30CC6F90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22B1B6F-96E2-45A6-9FF7-8DFFBE6C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9DB78657-F361-4323-A2FB-AE5B7E3F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B63BFD2-B106-4161-BD8F-68C9ACD1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2B8D4BF-D09B-496D-9795-79903B6B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AEFF9E5-2EC2-46A8-8F5A-4D308021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60D5BB0-04C7-4735-AEAD-8CD6F840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4F3C9716-66CB-49A5-99DF-38A06996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F273D79-68A2-4ED8-97D3-27D0E79E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C30CE1A1-7853-40AB-A8F9-C34351C1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345794DD-9892-4DC2-BA4C-D3005D0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F2C3FFE8-F31B-409F-8102-94172CB1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358B33F-A964-4A92-B251-3D9EC1A5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B8475F7-1A5B-480E-A6B4-294398FA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A3506B5D-94DD-4592-986B-FE8732F8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025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像素：位图中的图像单元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0A55618-2C21-4B36-9BF4-A2CA4E21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57700" y="3571875"/>
            <a:ext cx="25431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2942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C06BA-42E3-4E32-9FBC-337762A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D1518-D59B-4D15-9CE7-B297683B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671FADE-FE9B-4B2B-B379-DC3EC05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eef3ae45340e3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A734AE2-91BC-4B67-B9AF-8EBB3C3B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</p:spTree>
    <p:extLst>
      <p:ext uri="{BB962C8B-B14F-4D97-AF65-F5344CB8AC3E}">
        <p14:creationId xmlns:p14="http://schemas.microsoft.com/office/powerpoint/2010/main" val="181785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C06BA-42E3-4E32-9FBC-337762A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D1518-D59B-4D15-9CE7-B297683B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671FADE-FE9B-4B2B-B379-DC3EC05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相机怎样记录纸上的熊猫图？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c7c40fc144d4f"/>
          <a:stretch xmlns:a="http://schemas.openxmlformats.org/drawingml/2006/main"/>
        </p:blipFill>
        <p:spPr>
          <a:xfrm xmlns:a="http://schemas.openxmlformats.org/drawingml/2006/main">
            <a:off x="1100328" y="1905000"/>
            <a:ext cx="303809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A734AE2-91BC-4B67-B9AF-8EBB3C3B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把图印在纸上，再用相机拍摄。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EA04F5A-E77B-4144-BD6C-36DFDEAC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反射光 → 镜头 → 图像传感器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64F7B13-CD0C-48D0-B62D-43F58284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在有限位置采集光的信息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C2A8F3F-8C3C-407E-83B3-A577A636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每处留下一个局部样本</a:t>
            </a:r>
          </a:p>
        </p:txBody>
      </p:sp>
    </p:spTree>
    <p:extLst>
      <p:ext uri="{BB962C8B-B14F-4D97-AF65-F5344CB8AC3E}">
        <p14:creationId xmlns:p14="http://schemas.microsoft.com/office/powerpoint/2010/main" val="181785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F8101-4921-4814-9CB2-721D5F8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025E8-659A-4176-92F2-D1605165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567A74-6FA7-4CFE-B1A3-3F87167C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51a5571b141d4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24118-1C41-4033-A149-192EC317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8795D-10B2-450D-B857-CF017D7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7BA1-7098-4839-906E-9B22EC46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AAB88-49AE-45F3-B36E-23C6F583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A7EB6-B8ED-4BB0-A585-EE2DE2CC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31B8C-FBFF-43A0-B93F-818BD0B1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ED2E9-04DA-409D-9520-3A120A09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768CD-D8A3-4144-BA29-6FF08F4C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18D1C-2253-4058-937A-3B6E7953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EB425-3419-4B45-B7C7-5917E84E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52F26-0E56-447B-9B0A-7E141B7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353A3-505C-4527-BFB6-92298360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79DBA-D777-4E56-958B-62219680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D4DE4-2D09-403F-9C17-E32791EF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A1335-17C0-4602-96E2-4074C98C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1719-90CC-46CE-AF0F-CD7EF7D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3589A-BDEC-467A-917D-AB3525E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743C3-06D2-4BE9-82D6-0B0CE883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E2C217FD-4975-42AA-AFFA-72BB0796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</p:spTree>
    <p:extLst>
      <p:ext uri="{BB962C8B-B14F-4D97-AF65-F5344CB8AC3E}">
        <p14:creationId xmlns:p14="http://schemas.microsoft.com/office/powerpoint/2010/main" val="1956227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F8101-4921-4814-9CB2-721D5F8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025E8-659A-4176-92F2-D1605165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567A74-6FA7-4CFE-B1A3-3F87167C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8×8，而不只写 64？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12326e123460a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478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24118-1C41-4033-A149-192EC317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8795D-10B2-450D-B857-CF017D7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0478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7BA1-7098-4839-906E-9B22EC46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AAB88-49AE-45F3-B36E-23C6F583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4669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A7EB6-B8ED-4BB0-A585-EE2DE2CC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31B8C-FBFF-43A0-B93F-818BD0B1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28860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ED2E9-04DA-409D-9520-3A120A09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98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768CD-D8A3-4144-BA29-6FF08F4C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3051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18D1C-2253-4058-937A-3B6E7953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89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EB425-3419-4B45-B7C7-5917E84E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37242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52F26-0E56-447B-9B0A-7E141B7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353A3-505C-4527-BFB6-92298360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1433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79DBA-D777-4E56-958B-62219680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671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D4DE4-2D09-403F-9C17-E32791EF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5624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A1335-17C0-4602-96E2-4074C98C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1719-90CC-46CE-AF0F-CD7EF7D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49815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3589A-BDEC-467A-917D-AB3525E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2047875"/>
            <a:ext cx="0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743C3-06D2-4BE9-82D6-0B0CE883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" y="5400675"/>
            <a:ext cx="335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text-21">
            <a:extLst xmlns:a="http://schemas.openxmlformats.org/drawingml/2006/main">
              <a:ext uri="{FF2B5EF4-FFF2-40B4-BE49-F238E27FC236}">
                <a16:creationId xmlns:a16="http://schemas.microsoft.com/office/drawing/2014/main" id="{E2C217FD-4975-42AA-AFFA-72BB0796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横向8个；纵向8个</a:t>
            </a:r>
          </a:p>
        </p:txBody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90E7EAE8-475D-4BF8-8635-BB011A7F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8×8 = 64 个位置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6E8D6ED4-98B3-49F5-ABB2-1CA955A0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8×8保留二维排列</a:t>
            </a:r>
          </a:p>
        </p:txBody>
      </p:sp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E95064A2-CEDC-407F-B3C6-DA91F5E4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取得样本：采样</a:t>
            </a:r>
          </a:p>
        </p:txBody>
      </p:sp>
    </p:spTree>
    <p:extLst>
      <p:ext uri="{BB962C8B-B14F-4D97-AF65-F5344CB8AC3E}">
        <p14:creationId xmlns:p14="http://schemas.microsoft.com/office/powerpoint/2010/main" val="19562274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D88668-2A27-498F-9443-836BBE1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32CFC-B97A-4175-80D0-74BF6DC9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67C2F-6880-47CD-AE44-C3F3BBE8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b36b338234260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1952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072DD-0157-4A50-ACCD-663F0EC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1B20C-63CA-4BE9-BD8B-AF225D4D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3C4CC-8B79-4110-9622-0556C11D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FD748-0F8E-40FE-AAB6-A9941C38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333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02691-6128-4698-A5F5-16859C4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5A20D-9D74-4D10-872C-042E7CE9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714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581A1-12BE-463C-8470-BF1A0D1C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FDCC5-E181-441F-B973-164AFCF0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095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B983F-2E65-4BA2-8E89-4E57FB81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F2E5C-BB2D-4E98-887C-5CFC62A1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476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7F15E-7465-414B-B398-3E6F38BF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A3211-8CF9-4FCE-90C6-47216A0C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857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38ACC-61CA-4982-A9C7-058B207C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CF53D-CDC0-4449-9E76-FE4F0DFC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238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F12AC-4C8F-4E20-AB91-E3E2DB3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8C27C-612B-482E-96B3-A9244E8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19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2D15C-C504-4892-BF13-9CD8E250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75831-3399-4B5A-96D6-36C23380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00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B40CF-E8CC-4EF2-B444-640C3D46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84094C93-43CA-4BBC-AB09-B46DA8F3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第2行，第3列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BF2B7A96-E12B-4BAA-B18A-01F29E0F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这一格的平均色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A2C7AD-8F99-45DD-9ACA-914FC7CF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1481BE03-1713-4ABE-8AA0-B86FCBA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只能从下方4色中</a:t>
            </a:r>
          </a:p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选一种近似。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D0B5D-2884-4E77-9DAE-B83D6F3D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01378-474E-483A-8317-7BFEE86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3A8EAB-79C5-4957-82D4-D02F7A96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9E32F-AF4B-40CD-AFA4-8C42A9A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599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D88668-2A27-498F-9443-836BBE1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32CFC-B97A-4175-80D0-74BF6DC9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67C2F-6880-47CD-AE44-C3F3BBE8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采样后，每格的颜色怎样记录？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ff5ae64e848d6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1952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072DD-0157-4A50-ACCD-663F0EC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1B20C-63CA-4BE9-BD8B-AF225D4D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1952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3C4CC-8B79-4110-9622-0556C11D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FD748-0F8E-40FE-AAB6-A9941C38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333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02691-6128-4698-A5F5-16859C4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5A20D-9D74-4D10-872C-042E7CE9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714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581A1-12BE-463C-8470-BF1A0D1C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FDCC5-E181-441F-B973-164AFCF0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095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B983F-2E65-4BA2-8E89-4E57FB81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F2E5C-BB2D-4E98-887C-5CFC62A1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476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7F15E-7465-414B-B398-3E6F38BF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A3211-8CF9-4FCE-90C6-47216A0C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857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38ACC-61CA-4982-A9C7-058B207C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CF53D-CDC0-4449-9E76-FE4F0DFC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238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F12AC-4C8F-4E20-AB91-E3E2DB3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8C27C-612B-482E-96B3-A9244E8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19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2D15C-C504-4892-BF13-9CD8E250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1952625"/>
            <a:ext cx="0" cy="304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75831-3399-4B5A-96D6-36C23380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0062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B40CF-E8CC-4EF2-B444-640C3D46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4" name="text-22">
            <a:extLst xmlns:a="http://schemas.openxmlformats.org/drawingml/2006/main">
              <a:ext uri="{FF2B5EF4-FFF2-40B4-BE49-F238E27FC236}">
                <a16:creationId xmlns:a16="http://schemas.microsoft.com/office/drawing/2014/main" id="{84094C93-43CA-4BBC-AB09-B46DA8F3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第2行，第3列</a:t>
            </a:r>
          </a:p>
        </p:txBody>
      </p:sp>
      <p:sp>
        <p:nvSpPr>
          <p:cNvPr id="25" name="text-23">
            <a:extLst xmlns:a="http://schemas.openxmlformats.org/drawingml/2006/main">
              <a:ext uri="{FF2B5EF4-FFF2-40B4-BE49-F238E27FC236}">
                <a16:creationId xmlns:a16="http://schemas.microsoft.com/office/drawing/2014/main" id="{BF2B7A96-E12B-4BAA-B18A-01F29E0F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这一格的平均色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A2C7AD-8F99-45DD-9ACA-914FC7CF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1481BE03-1713-4ABE-8AA0-B86FCBA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只能从下方4色中</a:t>
            </a:r>
          </a:p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选一种近似。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D0B5D-2884-4E77-9DAE-B83D6F3D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01378-474E-483A-8317-7BFEE86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3A8EAB-79C5-4957-82D4-D02F7A96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9E32F-AF4B-40CD-AFA4-8C42A9A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EFACA1-B448-4EBD-8480-F0ADC1A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990A22EA-7DC6-43B4-AAC0-F9A3F4F2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292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映射到有限等级：量化</a:t>
            </a:r>
          </a:p>
        </p:txBody>
      </p:sp>
    </p:spTree>
    <p:extLst>
      <p:ext uri="{BB962C8B-B14F-4D97-AF65-F5344CB8AC3E}">
        <p14:creationId xmlns:p14="http://schemas.microsoft.com/office/powerpoint/2010/main" val="212599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3AFDEE8-1950-4E7E-BF80-4E4A5DB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3A17-9A46-45FD-925E-9631A517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367F01-7F8D-4275-971A-4202FDE7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把同一规则应用到64个样本</a:t>
            </a:r>
          </a:p>
        </p:txBody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67dec15de4ff3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762000" y="228600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5B9FA-C76A-466A-9F4B-D4C601B8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9C564-85B3-4DB0-9A6C-9E8D9888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7F79E-F925-4BAD-8110-A8FC6598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D8589-8569-428B-A2F2-0A1FBD7D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B6EB5-C364-4B42-8733-34807B7A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8336C-10B0-4A73-A935-444EEE64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5DC8F-ECEC-4BAC-80A2-60CDEB97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89802-6DDE-47D9-9AA3-048E2D82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83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E4997-62C3-4F59-8ABD-A433671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0FAAD-0222-4B07-8B14-61A530EB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B7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6CE84-B224-4F4C-95D1-3B278834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3B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8762E-FCFB-4ED9-AC34-DE3DA312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7F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62F39-2E0D-4383-A531-0CF7F85A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7F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9CAC5-1EAE-4E6C-AD04-9F0A271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CD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F0E09-7539-4912-8A4B-118E7E81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52D22-36E6-4639-9A88-06BA888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E6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B1156-6BB2-49E7-A45C-BD770AE2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B0860-259A-42C9-A4EC-E6E7808C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88638-2D76-4CA3-8B68-96383DD4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C810B-E51F-4EF3-81DB-C85E8FE9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D7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F36D82-0855-4A36-9766-64FAB709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6C6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E08A6-7D95-44F1-B99F-A36B8703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09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94301-6ED5-42A8-B3DD-C305E4AF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6E6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88EFD-C94F-4781-A115-D6FA9ED4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87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A705F2-0630-45B0-8F1B-6DE3C7E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5D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BF46C8-584D-449C-AD25-1CCB19CC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EEFC3B-34AB-4676-806C-01C204BE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5CC99-DC31-45D9-9C0C-378C8D18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54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E3FB02-1756-4DFC-8437-B09F6BE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7E7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E903DC-C8CB-43A7-80AC-BA7A3BDA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BB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5ED472-C37C-449F-81F0-D91EE224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652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A15176-939D-4CB1-B9A4-5C139554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560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0453EE-B8F1-404C-BB5E-991742C8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86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E37707-222C-4796-8C7F-9DFC1C83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8C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8E0766-F641-4FD9-81F8-2475F436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ED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43D44E-FA51-4C48-8946-AB98D45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9F9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321C7A-EB11-41D6-BD4B-CB8756E0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2B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33910F-EBAA-4E78-9F7D-6905157C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46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2289E3-B9C4-4D06-8FBF-CF8A0A0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97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27AA2C-1872-41C7-9475-C5C4744D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6E6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0A8AD8-2AAE-4E5A-A385-CF501EBE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B2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935B0E-5584-465D-BEF4-DA08B3EC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95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1B6EDC-ECBE-4024-9C5D-B9662C69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A7A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9F5EF9-3CF2-48AF-8C06-E2B03CD8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9C97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76A3AE-0CD9-40B8-B109-8803DFA8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1A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7F8A93-2D44-4256-8C0C-1A852460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36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6DD98D-434F-48DA-B794-DB7553E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08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64B663-6B9C-4985-BDFF-028E2FFA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84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8385D7-DCC2-4372-BCFA-4D7CE3E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C2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67164F-3EFD-41CF-AD7A-BD1D4441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31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2DE759-5C3C-44BE-935A-EA968E4C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2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37061D-47AD-4709-8C58-9101C20C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26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487558-B8C1-423F-919A-6ADEE42A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89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3E784A-3EA7-40A7-B694-F603BF36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9290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852235-4CB1-47B9-BDB2-899A955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D6C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380B55-2F53-463E-98DE-A910490E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B18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7DF427-77B5-4B9C-9A16-2D3E5486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2E2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493114-C571-495D-A70A-C935637B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72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521CCF-D708-4BDA-AAC4-8C51D94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F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6E46BC-A7B3-42F0-8044-851341EC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81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821871-0B09-4854-8CC0-EBA7DB03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32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F30DAA-DA36-4FDE-8A9C-DF267FE2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2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DDFB45-BCC5-4583-9F46-74235D64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68D0B2-5305-41EC-9A0B-21E23086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93B75D-0A97-4ECF-892C-3B4A54AE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5B8293-CFA8-4C95-9CFA-C7D6DB69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F60A25-72C4-4CD3-A88F-D40F3417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14112A8-BF97-4A10-B0A4-3EBF5BF4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C05002-5F00-460F-8708-AA906E57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1EC518-1AA9-4BAB-B075-E8080CB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FB6EF7-BC7D-4EF1-AD14-24E77EF0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7828B6-AA99-467B-BC94-259BD8B8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2860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4F0B38F-E5A6-4715-8000-D72F4F34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8FC2FB-E2E3-46A1-A940-913DAB4C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70FF7C-31C6-44F8-B4FA-9FFBF3FE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8C2DC5-AE99-4657-B57D-1851A1E9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126EE8-941B-42BF-8B12-05B33918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38FFFA-6377-4AAA-AD11-B7096C2C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691942C-2D06-4812-9FA0-17A0D169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745245C-130A-4F50-BFB9-C765FC9B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193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701752-FB35-4572-B9BF-2159443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07341E-B021-4CDB-B2BF-5FF04B44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C096BE1-88F6-4A8A-95CE-A0A1858D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ED38BB3-6BE2-43C1-97C8-540D0B9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EC8D763-57E6-4487-AA39-5F516CE8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360387E-CB9B-4A36-850C-D4C914D0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AE4921-B940-441E-A821-0EEF11E4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8F88C77-AD38-4189-AA23-5C705D05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9527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ED0AD9-D34C-4B54-80A2-05518C2E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DF6A6D-6A01-4BDA-A412-0C2E5E55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BB2AAC3-EC22-46BB-9F4D-BD7EF2AA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ABDD96-3B21-4247-B7FD-F6B39C75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DD2BF04-2D2E-4A2F-94BA-1ED83B5B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142742A-EBD3-423E-8980-E67CB9E8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5D6C3D5-15C5-42A6-B4DE-2854C94E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567D4EF-29B6-460F-A32B-4045D332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2861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ECA922-733F-4426-AAEE-B502BA9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0C8A519-0B44-402A-8EB0-69D8CF46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A4E6B1D-2E85-4C31-A1EB-E8224F81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A39D5E-0088-4B3B-8435-BD62F662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CA9EEA-BD42-4237-BEE1-0575A79C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E65DA78-B885-4779-BB49-2440E8F1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F9B35A1-A2A8-4188-9805-9E3E943E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A94A46F-FA7B-4BFC-8F0F-81529385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19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48FBEC7-2740-44D6-B4C0-0FAC1DED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59BF9D-565A-4139-B031-B23C8D1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60A8451-4F22-45DD-8957-C2BB9F88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FE1F7EF-0765-40B3-91F7-51094AB8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918D3D9-35EF-4D6F-BED7-B930D91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5E3B61A-9C07-4FE7-A142-F356CF17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A0C4033-DF43-44FB-AAF7-FF9EB455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63BDDCE-0E17-4CE2-9BD0-64627629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952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F0CAC9F-3156-4106-A890-4B8695F0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1F7F865-C6E6-4C76-809B-4922F57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E68CA1B-D27E-4016-A79D-B9F3D427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136C496-FF86-4782-8B34-11F8F47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8D84489-2F2B-4769-8A76-1E17E0BE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C4DA294-2566-4F7E-A168-2A3DB27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73391EA-6B98-4F9B-9BC1-D4447F3C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D39D385-75FA-499F-80F6-9E2BFE84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286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F39A19-34B8-408C-BE8A-9A26E838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86D144C-DEF7-4E12-82D5-F1198C9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75A8883-EAF4-4CB9-B7CA-FF1B9B3B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E71C325-F3FE-4D32-830D-2D2791C3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F3CBD96-38EE-4B6E-8EE6-2DB567F7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E530168-54C9-4557-B39D-842AE447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1551FCD-C6DB-4113-B161-D0E133C7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039D4BD-A315-47C0-9DAD-94F68CE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text-131">
            <a:extLst xmlns:a="http://schemas.openxmlformats.org/drawingml/2006/main">
              <a:ext uri="{FF2B5EF4-FFF2-40B4-BE49-F238E27FC236}">
                <a16:creationId xmlns:a16="http://schemas.microsoft.com/office/drawing/2014/main" id="{ECC9DC35-F422-4CE4-81F1-8B865273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原图同一区域</a:t>
            </a:r>
          </a:p>
        </p:txBody>
      </p:sp>
      <p:sp>
        <p:nvSpPr>
          <p:cNvPr id="134" name="text-132">
            <a:extLst xmlns:a="http://schemas.openxmlformats.org/drawingml/2006/main">
              <a:ext uri="{FF2B5EF4-FFF2-40B4-BE49-F238E27FC236}">
                <a16:creationId xmlns:a16="http://schemas.microsoft.com/office/drawing/2014/main" id="{328DA627-CB36-4C55-A195-F071929A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每格的平均色</a:t>
            </a:r>
          </a:p>
        </p:txBody>
      </p:sp>
      <p:sp>
        <p:nvSpPr>
          <p:cNvPr id="135" name="text-133">
            <a:extLst xmlns:a="http://schemas.openxmlformats.org/drawingml/2006/main">
              <a:ext uri="{FF2B5EF4-FFF2-40B4-BE49-F238E27FC236}">
                <a16:creationId xmlns:a16="http://schemas.microsoft.com/office/drawing/2014/main" id="{69E7AEF5-8436-4A6D-961F-2583617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限制为4种颜色</a:t>
            </a:r>
          </a:p>
        </p:txBody>
      </p:sp>
      <p:sp>
        <p:nvSpPr>
          <p:cNvPr id="136" name="text-134">
            <a:extLst xmlns:a="http://schemas.openxmlformats.org/drawingml/2006/main">
              <a:ext uri="{FF2B5EF4-FFF2-40B4-BE49-F238E27FC236}">
                <a16:creationId xmlns:a16="http://schemas.microsoft.com/office/drawing/2014/main" id="{68AEC53B-917A-436E-9761-BA259746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7" name="text-135">
            <a:extLst xmlns:a="http://schemas.openxmlformats.org/drawingml/2006/main">
              <a:ext uri="{FF2B5EF4-FFF2-40B4-BE49-F238E27FC236}">
                <a16:creationId xmlns:a16="http://schemas.microsoft.com/office/drawing/2014/main" id="{8C1D0AF8-713C-4653-B7A1-9F017223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8" name="text-136">
            <a:extLst xmlns:a="http://schemas.openxmlformats.org/drawingml/2006/main">
              <a:ext uri="{FF2B5EF4-FFF2-40B4-BE49-F238E27FC236}">
                <a16:creationId xmlns:a16="http://schemas.microsoft.com/office/drawing/2014/main" id="{E3A30745-23D0-4A4E-8DF6-FDAE1C23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采样确定位置；量化选择有限颜色。</a:t>
            </a:r>
          </a:p>
        </p:txBody>
      </p:sp>
    </p:spTree>
    <p:extLst>
      <p:ext uri="{BB962C8B-B14F-4D97-AF65-F5344CB8AC3E}">
        <p14:creationId xmlns:p14="http://schemas.microsoft.com/office/powerpoint/2010/main" val="7777693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45D91-10F9-4423-A6D5-22AB197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FA98D-3E0F-4D2C-AB9C-CAC2334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427470-0946-45A4-837D-6F627BE4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F287D1-21FE-4B04-B401-2C7413C4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AD561-D8F6-4783-8740-9D83255A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AF66C-FCF9-46BD-8D7A-7C48F845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2686D-8C43-4974-8ADA-A8847A4C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E6F3F-34C3-4A1C-B7F4-F1E6FB56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31340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45D91-10F9-4423-A6D5-22AB197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FA98D-3E0F-4D2C-AB9C-CAC2334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427470-0946-45A4-837D-6F627BE4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四种颜色，至少需要几个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F287D1-21FE-4B04-B401-2C7413C4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每个像素只能从这四种颜色中选一种。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57250" y="333375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颜色编号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AD561-D8F6-4783-8740-9D83255A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AF66C-FCF9-46BD-8D7A-7C48F845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2686D-8C43-4974-8ADA-A8847A4C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E6F3F-34C3-4A1C-B7F4-F1E6FB56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67000"/>
            <a:ext cx="66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7E92331-5A4E-47E0-B987-ED138A0A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 有 4 种状态，刚好够用</a:t>
            </a:r>
          </a:p>
        </p:txBody>
      </p:sp>
    </p:spTree>
    <p:extLst>
      <p:ext uri="{BB962C8B-B14F-4D97-AF65-F5344CB8AC3E}">
        <p14:creationId xmlns:p14="http://schemas.microsoft.com/office/powerpoint/2010/main" val="1513134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80E7214-3ED1-4099-8CC8-772BB4E5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5B7FC-EBAD-4ECF-971E-21B4BBC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8CA819-9075-4A17-B219-292A9F61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33208-24BB-44B7-9CE8-F44E1103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73457BA-7FEE-4FD1-979F-E1021EB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B8F55-E657-496C-8FB9-21148F55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AC22306-BB42-4793-A175-FA729AF6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E9672-509C-4D0B-9746-72AC0BD1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85F51D4-5DFE-453B-B4F7-3DBAB072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D12FB-C1D4-4D84-89E3-1F60534F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83B84F1-0527-4E61-9B3D-881949D0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00D37-4D56-4731-8CD3-13C5C7DE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F743848-1491-41EE-B990-B084C79F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B2A9C-8C78-4083-A4AC-4E1692A5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ED02E82-165A-421A-A9AA-A7C659BC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2B95D-1C70-48C0-8473-FC8658D8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6C7C25AF-E773-4B2C-9189-23B92209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D8527-0C08-4400-A3D7-C7F70815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C1267922-8D6F-498D-8031-01C5201D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CDA46-A0B7-4DDF-948B-24B7E1F5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14D4E49-7616-47F5-BFC1-20698461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16822-A8BB-4B99-9B70-3EDCF333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C9C5130C-4135-46A5-9969-CA240EB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78600-83A4-4779-BEC1-8B560D9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7B207125-40CA-4A3E-9EEA-4B57AAD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EB0F8-A528-4FCC-B070-62DA2F48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E2F210D-9052-4C9F-B0A8-3BA6FDC9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55758-A15B-49C3-87A0-65888E00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4B8686BF-1C98-4528-8824-1DC08789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62E7B3-5B1E-4924-9ED5-01063966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B9945DC7-3E82-42D9-8F1B-8E5B7047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6304B-6817-4F24-B584-64B7798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AFC7B42E-F897-4D57-BCED-D33C3989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F3ABE0-8448-4AD0-A430-F0C49FAA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99B6A47-773D-4BB9-8AA3-2C8B841E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273F86-BA49-4316-902D-0591B153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26EB21DC-D246-40B8-82A7-63A29BA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79A0AB-3C08-4AF6-89CB-2A071628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35DADA45-6AA0-41D8-9DC6-A53CD295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207812-1BE5-48D6-852E-62BC30A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53904964-9EB9-4AE0-8DA4-69737EA6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02024D-7D5D-4E09-8FF4-D1D81BD7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C13783D2-8E39-4DDE-AEFB-304FB53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944D5C-524B-4A06-95D1-2875705F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E75A565F-89AB-42BB-84C2-BB8C6B06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BAB5AA-12F9-4510-BBFD-23AD6A98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02E7180A-DFD3-452E-AB2B-951C17A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C65E06-D641-4F14-BB9E-9A9B89E0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6B33328A-DF9E-4D32-87B8-787DD72E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BD4F10-6F63-4313-888D-462B5654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B18A2C66-CF27-4100-9221-AA5EAFBB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BBFB0A-2AAC-45E4-A7CA-35670248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B6F6F5B6-705D-44DB-BE73-8A7D06FD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BDCFBE-2FCD-4171-9D2A-B73ED24D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69A43EDE-5029-40F8-9CF8-863CAF23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03E492-DBB3-4154-A614-FC15039F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EAF0E8BB-218D-418E-B370-1685A468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7D0643-EED7-48D2-A294-F9D7552D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8A145361-ABD5-4963-B7B2-3D1B16F4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B38E3A-91E3-4C22-B45F-4EB05A5A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7983A319-7BCE-415C-A249-9685D30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F6185D-AFFE-46BC-AA19-AE79DFC1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6512D0DF-D252-47DA-8936-3730942F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D2F7BB-99E5-436B-B008-3BC1DD06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3DB28CCB-E4ED-4201-AAE0-5A65FF76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304421-18E5-41F4-BC47-1BF24B3C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F4B8F82D-AC91-44FA-A458-921AA8CE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581A31-5169-4A9C-9477-C241C774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30C816ED-5514-4A99-A896-14312350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500C20-0973-4DB1-B855-9B045B07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EFE84E03-E879-4F7D-B13A-DEDFFC46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6CD0C2-4637-4B74-9256-B4084D3B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9CD690C3-9F70-4E83-89A8-98FBA10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FAB29B-68D7-41DB-A9B2-20D93110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2A95287D-F355-4B89-B7F0-DC2EDE54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E23859E-A40C-4DAA-80F1-AC3A9895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2CDA2A6F-ECB6-4DFB-A7EA-8A6507C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D975C47-157E-40B9-ABCF-834D7129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E2BD9A5C-916D-49CC-8A4A-B073B4F9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45CEC4-9E34-4037-B568-CF3E04F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A3E098AB-8CD9-47DA-8A6E-672AA446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016346-D06D-4A0A-AFC2-BE52EE4F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C32BDC25-B3C4-442C-96A2-1C14E255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CB826F-91F8-4FB0-8A26-4DE84CC0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D25BE30B-1D01-4BC5-B445-5D1706A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7DD7082-FB70-490E-8A5B-6E6FED9C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8A88DE19-F9E0-4E2B-B665-CE12953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F0B773D-406E-40E2-89B2-0D2E94B2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D774D3BF-3F12-44A2-8B47-2894423B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107E9F5-1425-4819-BE55-415B4997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5C8F5E36-FF42-4160-A827-6ADDEA83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ECFBC2-42EC-450E-9408-AC4069C1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61DC9D0C-2316-4A9D-98B8-605BDF63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10090F3-8934-4049-A66E-AE4F59B1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45AAA44B-E687-41A8-B235-80491708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09D4521-78BD-42BD-8354-3DADAEBF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F565EED9-C989-46A5-ADF5-81A64BDF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10EDA5B-2C7A-4DE9-BD5C-F1D77A4C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DDDE6819-28E1-4A68-BE60-96D89437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4DCEB49-839D-4CF2-8C20-88EC6EA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DF163E1E-F712-4539-B45F-282011FE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F88B5FD-D02E-419C-B7F6-203B212E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52119E64-0ADC-48A5-BF3F-7681F11E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60925CC-A753-40DE-9A53-3277DA78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DA93214B-712D-4005-9E42-F2EB8FAB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6EDDDCE-4EDA-4B4D-8432-AECE991B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A7EC24D3-91A3-451D-8527-88DF61CB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242C1A1-648F-47E2-98A6-3D79B999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19A4D376-402E-46C0-8A72-6412C9AB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B3F6424-BA0E-4038-A375-90D06165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E0FEE430-3584-436A-9D39-FCDFC52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62055D7-D446-4D5E-A565-41902368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E5EF85A6-F72F-41D8-A1F4-FBADD916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FEC32BE-C910-45D4-90A3-30A99CFB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2871C81C-8E04-4DD7-B77F-A1AB6B7B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CF1F40-6792-4E25-A391-AF6C8B71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0C6FAC5D-6775-4489-BC9C-17CB9CE2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D522274-284B-45BD-8BAF-0C3E9A88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B880B7D7-8697-4BBD-A0C0-60AF2E5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02FBB1-D9F2-4AC8-9055-3ECBC638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20DAE042-A0F2-4650-B88B-3A62019F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D4A5495-423F-48F4-B500-F18E8466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89961496-D508-4BA6-9857-CF4B1259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80274C7-EA1F-44B7-8AAF-692D019B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E0634C34-F0F7-4CB5-87B4-8C989767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E0CD75-4BA0-48D6-953E-18F9901F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F6E8C139-3045-48ED-8CE8-27FD644A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9ADA76C-BF81-41E1-85BA-27742A0C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EA9AD826-4263-491C-9F01-403C9B38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F04F135-AB6D-4F00-BAB5-D28E8A06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71806CEC-468D-470E-B77B-625DAD98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EBB5420-C177-42DD-8F3A-58901504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4775718A-C3CA-4DB3-B837-62899A65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4" name="text-133">
            <a:extLst xmlns:a="http://schemas.openxmlformats.org/drawingml/2006/main">
              <a:ext uri="{FF2B5EF4-FFF2-40B4-BE49-F238E27FC236}">
                <a16:creationId xmlns:a16="http://schemas.microsoft.com/office/drawing/2014/main" id="{61EC3FFF-B988-4408-A608-347AE7F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</p:spTree>
    <p:extLst>
      <p:ext uri="{BB962C8B-B14F-4D97-AF65-F5344CB8AC3E}">
        <p14:creationId xmlns:p14="http://schemas.microsoft.com/office/powerpoint/2010/main" val="4195703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80E7214-3ED1-4099-8CC8-772BB4E5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5B7FC-EBAD-4ECF-971E-21B4BBC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8CA819-9075-4A17-B219-292A9F61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33208-24BB-44B7-9CE8-F44E1103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73457BA-7FEE-4FD1-979F-E1021EB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B8F55-E657-496C-8FB9-21148F55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AC22306-BB42-4793-A175-FA729AF6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E9672-509C-4D0B-9746-72AC0BD1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85F51D4-5DFE-453B-B4F7-3DBAB072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D12FB-C1D4-4D84-89E3-1F60534F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83B84F1-0527-4E61-9B3D-881949D0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00D37-4D56-4731-8CD3-13C5C7DE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F743848-1491-41EE-B990-B084C79F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B2A9C-8C78-4083-A4AC-4E1692A5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ED02E82-165A-421A-A9AA-A7C659BC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2B95D-1C70-48C0-8473-FC8658D8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6C7C25AF-E773-4B2C-9189-23B92209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D8527-0C08-4400-A3D7-C7F70815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C1267922-8D6F-498D-8031-01C5201D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CDA46-A0B7-4DDF-948B-24B7E1F5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14D4E49-7616-47F5-BFC1-20698461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16822-A8BB-4B99-9B70-3EDCF333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C9C5130C-4135-46A5-9969-CA240EB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78600-83A4-4779-BEC1-8B560D9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7B207125-40CA-4A3E-9EEA-4B57AAD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EB0F8-A528-4FCC-B070-62DA2F48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DE2F210D-9052-4C9F-B0A8-3BA6FDC9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55758-A15B-49C3-87A0-65888E00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4B8686BF-1C98-4528-8824-1DC08789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62E7B3-5B1E-4924-9ED5-01063966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B9945DC7-3E82-42D9-8F1B-8E5B7047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6304B-6817-4F24-B584-64B7798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AFC7B42E-F897-4D57-BCED-D33C3989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F3ABE0-8448-4AD0-A430-F0C49FAA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C99B6A47-773D-4BB9-8AA3-2C8B841E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273F86-BA49-4316-902D-0591B153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26EB21DC-D246-40B8-82A7-63A29BA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79A0AB-3C08-4AF6-89CB-2A071628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35DADA45-6AA0-41D8-9DC6-A53CD295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207812-1BE5-48D6-852E-62BC30A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53904964-9EB9-4AE0-8DA4-69737EA6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02024D-7D5D-4E09-8FF4-D1D81BD7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C13783D2-8E39-4DDE-AEFB-304FB53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944D5C-524B-4A06-95D1-2875705F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text-44">
            <a:extLst xmlns:a="http://schemas.openxmlformats.org/drawingml/2006/main">
              <a:ext uri="{FF2B5EF4-FFF2-40B4-BE49-F238E27FC236}">
                <a16:creationId xmlns:a16="http://schemas.microsoft.com/office/drawing/2014/main" id="{E75A565F-89AB-42BB-84C2-BB8C6B06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BAB5AA-12F9-4510-BBFD-23AD6A98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02E7180A-DFD3-452E-AB2B-951C17A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C65E06-D641-4F14-BB9E-9A9B89E0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6B33328A-DF9E-4D32-87B8-787DD72E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BD4F10-6F63-4313-888D-462B5654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text-50">
            <a:extLst xmlns:a="http://schemas.openxmlformats.org/drawingml/2006/main">
              <a:ext uri="{FF2B5EF4-FFF2-40B4-BE49-F238E27FC236}">
                <a16:creationId xmlns:a16="http://schemas.microsoft.com/office/drawing/2014/main" id="{B18A2C66-CF27-4100-9221-AA5EAFBB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813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BBFB0A-2AAC-45E4-A7CA-35670248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B6F6F5B6-705D-44DB-BE73-8A7D06FD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BDCFBE-2FCD-4171-9D2A-B73ED24D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69A43EDE-5029-40F8-9CF8-863CAF23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03E492-DBB3-4154-A614-FC15039F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EAF0E8BB-218D-418E-B370-1685A468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7D0643-EED7-48D2-A294-F9D7552D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8A145361-ABD5-4963-B7B2-3D1B16F4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B38E3A-91E3-4C22-B45F-4EB05A5A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7983A319-7BCE-415C-A249-9685D30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F6185D-AFFE-46BC-AA19-AE79DFC1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6512D0DF-D252-47DA-8936-3730942F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D2F7BB-99E5-436B-B008-3BC1DD06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3DB28CCB-E4ED-4201-AAE0-5A65FF76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F304421-18E5-41F4-BC47-1BF24B3C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F4B8F82D-AC91-44FA-A458-921AA8CE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04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5581A31-5169-4A9C-9477-C241C774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30C816ED-5514-4A99-A896-14312350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500C20-0973-4DB1-B855-9B045B07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EFE84E03-E879-4F7D-B13A-DEDFFC46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6CD0C2-4637-4B74-9256-B4084D3B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9CD690C3-9F70-4E83-89A8-98FBA10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FAB29B-68D7-41DB-A9B2-20D93110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2A95287D-F355-4B89-B7F0-DC2EDE54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E23859E-A40C-4DAA-80F1-AC3A9895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2CDA2A6F-ECB6-4DFB-A7EA-8A6507C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D975C47-157E-40B9-ABCF-834D7129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E2BD9A5C-916D-49CC-8A4A-B073B4F9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45CEC4-9E34-4037-B568-CF3E04F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A3E098AB-8CD9-47DA-8A6E-672AA446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016346-D06D-4A0A-AFC2-BE52EE4F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C32BDC25-B3C4-442C-96A2-1C14E255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CB826F-91F8-4FB0-8A26-4DE84CC0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D25BE30B-1D01-4BC5-B445-5D1706A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7DD7082-FB70-490E-8A5B-6E6FED9C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8A88DE19-F9E0-4E2B-B665-CE12953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F0B773D-406E-40E2-89B2-0D2E94B2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D774D3BF-3F12-44A2-8B47-2894423B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107E9F5-1425-4819-BE55-415B4997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5C8F5E36-FF42-4160-A827-6ADDEA83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ECFBC2-42EC-450E-9408-AC4069C1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61DC9D0C-2316-4A9D-98B8-605BDF63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10090F3-8934-4049-A66E-AE4F59B1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45AAA44B-E687-41A8-B235-80491708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09D4521-78BD-42BD-8354-3DADAEBF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F565EED9-C989-46A5-ADF5-81A64BDF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10EDA5B-2C7A-4DE9-BD5C-F1D77A4C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DDDE6819-28E1-4A68-BE60-96D89437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4DCEB49-839D-4CF2-8C20-88EC6EA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DF163E1E-F712-4539-B45F-282011FE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F88B5FD-D02E-419C-B7F6-203B212E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text-102">
            <a:extLst xmlns:a="http://schemas.openxmlformats.org/drawingml/2006/main">
              <a:ext uri="{FF2B5EF4-FFF2-40B4-BE49-F238E27FC236}">
                <a16:creationId xmlns:a16="http://schemas.microsoft.com/office/drawing/2014/main" id="{52119E64-0ADC-48A5-BF3F-7681F11E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60925CC-A753-40DE-9A53-3277DA78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text-104">
            <a:extLst xmlns:a="http://schemas.openxmlformats.org/drawingml/2006/main">
              <a:ext uri="{FF2B5EF4-FFF2-40B4-BE49-F238E27FC236}">
                <a16:creationId xmlns:a16="http://schemas.microsoft.com/office/drawing/2014/main" id="{DA93214B-712D-4005-9E42-F2EB8FAB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6EDDDCE-4EDA-4B4D-8432-AECE991B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text-106">
            <a:extLst xmlns:a="http://schemas.openxmlformats.org/drawingml/2006/main">
              <a:ext uri="{FF2B5EF4-FFF2-40B4-BE49-F238E27FC236}">
                <a16:creationId xmlns:a16="http://schemas.microsoft.com/office/drawing/2014/main" id="{A7EC24D3-91A3-451D-8527-88DF61CB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242C1A1-648F-47E2-98A6-3D79B999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19A4D376-402E-46C0-8A72-6412C9AB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B3F6424-BA0E-4038-A375-90D06165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text-110">
            <a:extLst xmlns:a="http://schemas.openxmlformats.org/drawingml/2006/main">
              <a:ext uri="{FF2B5EF4-FFF2-40B4-BE49-F238E27FC236}">
                <a16:creationId xmlns:a16="http://schemas.microsoft.com/office/drawing/2014/main" id="{E0FEE430-3584-436A-9D39-FCDFC52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62055D7-D446-4D5E-A565-41902368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E5EF85A6-F72F-41D8-A1F4-FBADD916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FEC32BE-C910-45D4-90A3-30A99CFB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text-114">
            <a:extLst xmlns:a="http://schemas.openxmlformats.org/drawingml/2006/main">
              <a:ext uri="{FF2B5EF4-FFF2-40B4-BE49-F238E27FC236}">
                <a16:creationId xmlns:a16="http://schemas.microsoft.com/office/drawing/2014/main" id="{2871C81C-8E04-4DD7-B77F-A1AB6B7B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CF1F40-6792-4E25-A391-AF6C8B71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0C6FAC5D-6775-4489-BC9C-17CB9CE2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D522274-284B-45BD-8BAF-0C3E9A88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text-118">
            <a:extLst xmlns:a="http://schemas.openxmlformats.org/drawingml/2006/main">
              <a:ext uri="{FF2B5EF4-FFF2-40B4-BE49-F238E27FC236}">
                <a16:creationId xmlns:a16="http://schemas.microsoft.com/office/drawing/2014/main" id="{B880B7D7-8697-4BBD-A0C0-60AF2E5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02FBB1-D9F2-4AC8-9055-3ECBC638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20DAE042-A0F2-4650-B88B-3A62019F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D4A5495-423F-48F4-B500-F18E8466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text-122">
            <a:extLst xmlns:a="http://schemas.openxmlformats.org/drawingml/2006/main">
              <a:ext uri="{FF2B5EF4-FFF2-40B4-BE49-F238E27FC236}">
                <a16:creationId xmlns:a16="http://schemas.microsoft.com/office/drawing/2014/main" id="{89961496-D508-4BA6-9857-CF4B1259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80274C7-EA1F-44B7-8AAF-692D019B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E0634C34-F0F7-4CB5-87B4-8C989767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E0CD75-4BA0-48D6-953E-18F9901F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text-126">
            <a:extLst xmlns:a="http://schemas.openxmlformats.org/drawingml/2006/main">
              <a:ext uri="{FF2B5EF4-FFF2-40B4-BE49-F238E27FC236}">
                <a16:creationId xmlns:a16="http://schemas.microsoft.com/office/drawing/2014/main" id="{F6E8C139-3045-48ED-8CE8-27FD644A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9ADA76C-BF81-41E1-85BA-27742A0C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EA9AD826-4263-491C-9F01-403C9B38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F04F135-AB6D-4F00-BAB5-D28E8A06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text-130">
            <a:extLst xmlns:a="http://schemas.openxmlformats.org/drawingml/2006/main">
              <a:ext uri="{FF2B5EF4-FFF2-40B4-BE49-F238E27FC236}">
                <a16:creationId xmlns:a16="http://schemas.microsoft.com/office/drawing/2014/main" id="{71806CEC-468D-470E-B77B-625DAD98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76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FFFFFF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EBB5420-C177-42DD-8F3A-58901504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133" name="text-132">
            <a:extLst xmlns:a="http://schemas.openxmlformats.org/drawingml/2006/main">
              <a:ext uri="{FF2B5EF4-FFF2-40B4-BE49-F238E27FC236}">
                <a16:creationId xmlns:a16="http://schemas.microsoft.com/office/drawing/2014/main" id="{4775718A-C3CA-4DB3-B837-62899A65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颜色编号</a:t>
            </a:r>
          </a:p>
        </p:txBody>
      </p:sp>
      <p:sp>
        <p:nvSpPr>
          <p:cNvPr id="134" name="text-133">
            <a:extLst xmlns:a="http://schemas.openxmlformats.org/drawingml/2006/main">
              <a:ext uri="{FF2B5EF4-FFF2-40B4-BE49-F238E27FC236}">
                <a16:creationId xmlns:a16="http://schemas.microsoft.com/office/drawing/2014/main" id="{61EC3FFF-B988-4408-A608-347AE7F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每个像素用几个bit？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EB9E899-3F02-4A4E-8815-3D7982AB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text-135">
            <a:extLst xmlns:a="http://schemas.openxmlformats.org/drawingml/2006/main">
              <a:ext uri="{FF2B5EF4-FFF2-40B4-BE49-F238E27FC236}">
                <a16:creationId xmlns:a16="http://schemas.microsoft.com/office/drawing/2014/main" id="{628CC133-DB3F-4755-9A87-FFCAEFB0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4BEFC73-1FD3-4EFD-B2B1-87B298E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text-137">
            <a:extLst xmlns:a="http://schemas.openxmlformats.org/drawingml/2006/main">
              <a:ext uri="{FF2B5EF4-FFF2-40B4-BE49-F238E27FC236}">
                <a16:creationId xmlns:a16="http://schemas.microsoft.com/office/drawing/2014/main" id="{93CF101F-4A74-41E9-8403-7E263E2F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07C208B-465D-4B9C-9633-00EB1C2A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text-139">
            <a:extLst xmlns:a="http://schemas.openxmlformats.org/drawingml/2006/main">
              <a:ext uri="{FF2B5EF4-FFF2-40B4-BE49-F238E27FC236}">
                <a16:creationId xmlns:a16="http://schemas.microsoft.com/office/drawing/2014/main" id="{802B68AE-F7D7-4B51-BB4B-93BFB21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6DD6DEE-22AA-470D-B864-4D49DCD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text-141">
            <a:extLst xmlns:a="http://schemas.openxmlformats.org/drawingml/2006/main">
              <a:ext uri="{FF2B5EF4-FFF2-40B4-BE49-F238E27FC236}">
                <a16:creationId xmlns:a16="http://schemas.microsoft.com/office/drawing/2014/main" id="{6ADFBEEF-B809-4BBF-B4AC-8350D5FD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FB6FC8E-018E-43F2-A478-D19AAF48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text-143">
            <a:extLst xmlns:a="http://schemas.openxmlformats.org/drawingml/2006/main">
              <a:ext uri="{FF2B5EF4-FFF2-40B4-BE49-F238E27FC236}">
                <a16:creationId xmlns:a16="http://schemas.microsoft.com/office/drawing/2014/main" id="{855D5500-0386-478D-94DF-607EAF9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718C505-A572-4641-BCE4-E7B48606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text-145">
            <a:extLst xmlns:a="http://schemas.openxmlformats.org/drawingml/2006/main">
              <a:ext uri="{FF2B5EF4-FFF2-40B4-BE49-F238E27FC236}">
                <a16:creationId xmlns:a16="http://schemas.microsoft.com/office/drawing/2014/main" id="{D304FD70-A911-41B1-858E-23DBFE99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1BED86B-A431-48EF-9DFE-B104B190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text-147">
            <a:extLst xmlns:a="http://schemas.openxmlformats.org/drawingml/2006/main">
              <a:ext uri="{FF2B5EF4-FFF2-40B4-BE49-F238E27FC236}">
                <a16:creationId xmlns:a16="http://schemas.microsoft.com/office/drawing/2014/main" id="{55CAF03A-0F06-4367-818E-6B3BA0E2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938A82E-D0A4-4DC2-956D-CA3E4550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text-149">
            <a:extLst xmlns:a="http://schemas.openxmlformats.org/drawingml/2006/main">
              <a:ext uri="{FF2B5EF4-FFF2-40B4-BE49-F238E27FC236}">
                <a16:creationId xmlns:a16="http://schemas.microsoft.com/office/drawing/2014/main" id="{F53E5C68-A185-46DE-B8E3-6A0FF9A7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2BCF387-1FFE-4103-8C00-A0EEA372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text-151">
            <a:extLst xmlns:a="http://schemas.openxmlformats.org/drawingml/2006/main">
              <a:ext uri="{FF2B5EF4-FFF2-40B4-BE49-F238E27FC236}">
                <a16:creationId xmlns:a16="http://schemas.microsoft.com/office/drawing/2014/main" id="{17579670-C954-4BA6-BE17-06DCDBFF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A94DCAE-6D4F-49F4-9B7B-74006A67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text-153">
            <a:extLst xmlns:a="http://schemas.openxmlformats.org/drawingml/2006/main">
              <a:ext uri="{FF2B5EF4-FFF2-40B4-BE49-F238E27FC236}">
                <a16:creationId xmlns:a16="http://schemas.microsoft.com/office/drawing/2014/main" id="{BC0E134C-A38D-4178-8600-6AF81674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5E3EBFE-6590-47E5-B46F-247B0288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text-155">
            <a:extLst xmlns:a="http://schemas.openxmlformats.org/drawingml/2006/main">
              <a:ext uri="{FF2B5EF4-FFF2-40B4-BE49-F238E27FC236}">
                <a16:creationId xmlns:a16="http://schemas.microsoft.com/office/drawing/2014/main" id="{224BED4A-B10A-4AC0-8B80-BC0192C8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65263BB-AB69-4F0D-92BC-67C48F33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text-157">
            <a:extLst xmlns:a="http://schemas.openxmlformats.org/drawingml/2006/main">
              <a:ext uri="{FF2B5EF4-FFF2-40B4-BE49-F238E27FC236}">
                <a16:creationId xmlns:a16="http://schemas.microsoft.com/office/drawing/2014/main" id="{A7859D69-8DA4-404C-85ED-2031DADE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E509ED6-17B8-40CC-BFF8-5CEC205B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text-159">
            <a:extLst xmlns:a="http://schemas.openxmlformats.org/drawingml/2006/main">
              <a:ext uri="{FF2B5EF4-FFF2-40B4-BE49-F238E27FC236}">
                <a16:creationId xmlns:a16="http://schemas.microsoft.com/office/drawing/2014/main" id="{E810918F-4ED9-46CA-A805-8275A102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D8E579A-EC7B-4A10-96E0-59085D12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text-161">
            <a:extLst xmlns:a="http://schemas.openxmlformats.org/drawingml/2006/main">
              <a:ext uri="{FF2B5EF4-FFF2-40B4-BE49-F238E27FC236}">
                <a16:creationId xmlns:a16="http://schemas.microsoft.com/office/drawing/2014/main" id="{D52A8E46-6174-43A8-9791-F85EB213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15972FC-688A-45AF-81BA-02968022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text-163">
            <a:extLst xmlns:a="http://schemas.openxmlformats.org/drawingml/2006/main">
              <a:ext uri="{FF2B5EF4-FFF2-40B4-BE49-F238E27FC236}">
                <a16:creationId xmlns:a16="http://schemas.microsoft.com/office/drawing/2014/main" id="{33423DE0-563F-4CAA-ABB6-A2D7178A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946E495-18DA-421C-8BB6-FEA0078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text-165">
            <a:extLst xmlns:a="http://schemas.openxmlformats.org/drawingml/2006/main">
              <a:ext uri="{FF2B5EF4-FFF2-40B4-BE49-F238E27FC236}">
                <a16:creationId xmlns:a16="http://schemas.microsoft.com/office/drawing/2014/main" id="{BC9F6274-3B51-4F4D-B8E0-CA4AC212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00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DC02CAE-5F0A-4791-BAC0-B39974CA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text-167">
            <a:extLst xmlns:a="http://schemas.openxmlformats.org/drawingml/2006/main">
              <a:ext uri="{FF2B5EF4-FFF2-40B4-BE49-F238E27FC236}">
                <a16:creationId xmlns:a16="http://schemas.microsoft.com/office/drawing/2014/main" id="{0C372933-8CFE-4623-B9E8-C366D162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9B71324-97CD-4F93-A11A-B1764543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text-169">
            <a:extLst xmlns:a="http://schemas.openxmlformats.org/drawingml/2006/main">
              <a:ext uri="{FF2B5EF4-FFF2-40B4-BE49-F238E27FC236}">
                <a16:creationId xmlns:a16="http://schemas.microsoft.com/office/drawing/2014/main" id="{9F4003FE-3013-438D-A172-A38B3F34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1B3A1E8-CA2E-4CC9-8035-AE0506AA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text-171">
            <a:extLst xmlns:a="http://schemas.openxmlformats.org/drawingml/2006/main">
              <a:ext uri="{FF2B5EF4-FFF2-40B4-BE49-F238E27FC236}">
                <a16:creationId xmlns:a16="http://schemas.microsoft.com/office/drawing/2014/main" id="{53F24805-4E60-47CE-83C9-E3EB15F8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4EBFEAC-D492-415A-894A-6828E03A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text-173">
            <a:extLst xmlns:a="http://schemas.openxmlformats.org/drawingml/2006/main">
              <a:ext uri="{FF2B5EF4-FFF2-40B4-BE49-F238E27FC236}">
                <a16:creationId xmlns:a16="http://schemas.microsoft.com/office/drawing/2014/main" id="{1C2F59D0-CDE4-47DE-8A27-204E0BE9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8FDCD40-71B6-44B5-A107-9A0CFC7E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text-175">
            <a:extLst xmlns:a="http://schemas.openxmlformats.org/drawingml/2006/main">
              <a:ext uri="{FF2B5EF4-FFF2-40B4-BE49-F238E27FC236}">
                <a16:creationId xmlns:a16="http://schemas.microsoft.com/office/drawing/2014/main" id="{DD702BF4-33AC-4B10-9A60-6812DC56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529DBB7-5A13-4260-B641-9B5BA57E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text-177">
            <a:extLst xmlns:a="http://schemas.openxmlformats.org/drawingml/2006/main">
              <a:ext uri="{FF2B5EF4-FFF2-40B4-BE49-F238E27FC236}">
                <a16:creationId xmlns:a16="http://schemas.microsoft.com/office/drawing/2014/main" id="{133D4798-8118-4184-BD9D-5E855D43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39C65A3-677C-4F8C-95FD-D21756CB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text-179">
            <a:extLst xmlns:a="http://schemas.openxmlformats.org/drawingml/2006/main">
              <a:ext uri="{FF2B5EF4-FFF2-40B4-BE49-F238E27FC236}">
                <a16:creationId xmlns:a16="http://schemas.microsoft.com/office/drawing/2014/main" id="{4EC8CCB3-5CBA-4D46-ADA1-84B09425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2A08F71-1DEB-4BB1-AEF3-026A0A21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text-181">
            <a:extLst xmlns:a="http://schemas.openxmlformats.org/drawingml/2006/main">
              <a:ext uri="{FF2B5EF4-FFF2-40B4-BE49-F238E27FC236}">
                <a16:creationId xmlns:a16="http://schemas.microsoft.com/office/drawing/2014/main" id="{5FD6109F-0AA4-4941-BE4D-7E306CCB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B808CB5-3CC8-4A52-83B0-DBA8B258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text-183">
            <a:extLst xmlns:a="http://schemas.openxmlformats.org/drawingml/2006/main">
              <a:ext uri="{FF2B5EF4-FFF2-40B4-BE49-F238E27FC236}">
                <a16:creationId xmlns:a16="http://schemas.microsoft.com/office/drawing/2014/main" id="{17CB6C42-F090-493F-ADCB-E1F7A08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7BCF9E3-8369-4CE4-8F31-D4926014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text-185">
            <a:extLst xmlns:a="http://schemas.openxmlformats.org/drawingml/2006/main">
              <a:ext uri="{FF2B5EF4-FFF2-40B4-BE49-F238E27FC236}">
                <a16:creationId xmlns:a16="http://schemas.microsoft.com/office/drawing/2014/main" id="{39E202E3-4D51-426E-B5C4-73BC5CE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EDED874-6005-41B3-B641-CB096947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text-187">
            <a:extLst xmlns:a="http://schemas.openxmlformats.org/drawingml/2006/main">
              <a:ext uri="{FF2B5EF4-FFF2-40B4-BE49-F238E27FC236}">
                <a16:creationId xmlns:a16="http://schemas.microsoft.com/office/drawing/2014/main" id="{9D18A786-2E17-4218-B9B5-63E8A623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F4F7040-B1D4-4F7A-84D9-00DFD754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text-189">
            <a:extLst xmlns:a="http://schemas.openxmlformats.org/drawingml/2006/main">
              <a:ext uri="{FF2B5EF4-FFF2-40B4-BE49-F238E27FC236}">
                <a16:creationId xmlns:a16="http://schemas.microsoft.com/office/drawing/2014/main" id="{4A96C1EB-47EF-4FC1-9122-2EE3BFB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662B42A-46ED-4973-B4DD-15045ACD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text-191">
            <a:extLst xmlns:a="http://schemas.openxmlformats.org/drawingml/2006/main">
              <a:ext uri="{FF2B5EF4-FFF2-40B4-BE49-F238E27FC236}">
                <a16:creationId xmlns:a16="http://schemas.microsoft.com/office/drawing/2014/main" id="{B70AE544-8955-4A0B-8D57-AA7ADE5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C5FC2F7-4FD0-43FC-B975-46AEB350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text-193">
            <a:extLst xmlns:a="http://schemas.openxmlformats.org/drawingml/2006/main">
              <a:ext uri="{FF2B5EF4-FFF2-40B4-BE49-F238E27FC236}">
                <a16:creationId xmlns:a16="http://schemas.microsoft.com/office/drawing/2014/main" id="{F6DAC8E5-76FA-4703-A212-67276FAD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C61A886-BF59-40B5-9542-B83EA68F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text-195">
            <a:extLst xmlns:a="http://schemas.openxmlformats.org/drawingml/2006/main">
              <a:ext uri="{FF2B5EF4-FFF2-40B4-BE49-F238E27FC236}">
                <a16:creationId xmlns:a16="http://schemas.microsoft.com/office/drawing/2014/main" id="{C2045B81-AA04-4664-9386-CAF8917D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17311FB-1346-48E4-8C41-CAD68167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text-197">
            <a:extLst xmlns:a="http://schemas.openxmlformats.org/drawingml/2006/main">
              <a:ext uri="{FF2B5EF4-FFF2-40B4-BE49-F238E27FC236}">
                <a16:creationId xmlns:a16="http://schemas.microsoft.com/office/drawing/2014/main" id="{09C2A9D9-2B76-4215-AAAE-2418069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14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A7D0BAA-84CE-4758-A4FD-4F5E7AC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text-199">
            <a:extLst xmlns:a="http://schemas.openxmlformats.org/drawingml/2006/main">
              <a:ext uri="{FF2B5EF4-FFF2-40B4-BE49-F238E27FC236}">
                <a16:creationId xmlns:a16="http://schemas.microsoft.com/office/drawing/2014/main" id="{2A22E00F-C504-47BA-98CA-D43619E9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0DB7D1D-A00B-4039-BA6E-27B79E6E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text-201">
            <a:extLst xmlns:a="http://schemas.openxmlformats.org/drawingml/2006/main">
              <a:ext uri="{FF2B5EF4-FFF2-40B4-BE49-F238E27FC236}">
                <a16:creationId xmlns:a16="http://schemas.microsoft.com/office/drawing/2014/main" id="{BB2E19E6-800E-4C7D-96C1-22CCF8BE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1C5EBB4-EAE6-4575-8D83-E91C3988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text-203">
            <a:extLst xmlns:a="http://schemas.openxmlformats.org/drawingml/2006/main">
              <a:ext uri="{FF2B5EF4-FFF2-40B4-BE49-F238E27FC236}">
                <a16:creationId xmlns:a16="http://schemas.microsoft.com/office/drawing/2014/main" id="{8D7200D2-1BA9-41CB-97C4-02919E1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E11D836-7EBD-4A94-8405-3DCFBDA9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text-205">
            <a:extLst xmlns:a="http://schemas.openxmlformats.org/drawingml/2006/main">
              <a:ext uri="{FF2B5EF4-FFF2-40B4-BE49-F238E27FC236}">
                <a16:creationId xmlns:a16="http://schemas.microsoft.com/office/drawing/2014/main" id="{F80F0E40-539D-41D8-9331-524ABE82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B519AA5-E569-4F8A-9EBB-365372FD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text-207">
            <a:extLst xmlns:a="http://schemas.openxmlformats.org/drawingml/2006/main">
              <a:ext uri="{FF2B5EF4-FFF2-40B4-BE49-F238E27FC236}">
                <a16:creationId xmlns:a16="http://schemas.microsoft.com/office/drawing/2014/main" id="{EF7BCC17-3413-448B-BA87-25CA723A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2BA4F55-427B-4478-BD3F-6380439F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text-209">
            <a:extLst xmlns:a="http://schemas.openxmlformats.org/drawingml/2006/main">
              <a:ext uri="{FF2B5EF4-FFF2-40B4-BE49-F238E27FC236}">
                <a16:creationId xmlns:a16="http://schemas.microsoft.com/office/drawing/2014/main" id="{BEB04018-68F3-42B2-9B44-DEE12C65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062994C-64AD-4E97-90C5-7497DC2F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text-211">
            <a:extLst xmlns:a="http://schemas.openxmlformats.org/drawingml/2006/main">
              <a:ext uri="{FF2B5EF4-FFF2-40B4-BE49-F238E27FC236}">
                <a16:creationId xmlns:a16="http://schemas.microsoft.com/office/drawing/2014/main" id="{676EA856-AAA7-4213-9761-BC310D92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9E1467F-DAA2-4946-8F20-3503BD13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text-213">
            <a:extLst xmlns:a="http://schemas.openxmlformats.org/drawingml/2006/main">
              <a:ext uri="{FF2B5EF4-FFF2-40B4-BE49-F238E27FC236}">
                <a16:creationId xmlns:a16="http://schemas.microsoft.com/office/drawing/2014/main" id="{EAC96AD8-C1FC-4B35-9A45-885621BF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71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2515D56-1564-4FD4-9284-A2995E0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text-215">
            <a:extLst xmlns:a="http://schemas.openxmlformats.org/drawingml/2006/main">
              <a:ext uri="{FF2B5EF4-FFF2-40B4-BE49-F238E27FC236}">
                <a16:creationId xmlns:a16="http://schemas.microsoft.com/office/drawing/2014/main" id="{66207388-A950-40F4-98DF-221CED3E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9FB5509-CA95-4512-98BB-2F3C7C3B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text-217">
            <a:extLst xmlns:a="http://schemas.openxmlformats.org/drawingml/2006/main">
              <a:ext uri="{FF2B5EF4-FFF2-40B4-BE49-F238E27FC236}">
                <a16:creationId xmlns:a16="http://schemas.microsoft.com/office/drawing/2014/main" id="{2DADE893-7609-4046-B0DD-4A23A45B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3741CF5-CBBA-469B-AFE8-F844E6B9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text-219">
            <a:extLst xmlns:a="http://schemas.openxmlformats.org/drawingml/2006/main">
              <a:ext uri="{FF2B5EF4-FFF2-40B4-BE49-F238E27FC236}">
                <a16:creationId xmlns:a16="http://schemas.microsoft.com/office/drawing/2014/main" id="{ECA92B61-D30E-4690-BCA2-2C340D68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E360233-290D-476B-A53C-D52AD8D4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text-221">
            <a:extLst xmlns:a="http://schemas.openxmlformats.org/drawingml/2006/main">
              <a:ext uri="{FF2B5EF4-FFF2-40B4-BE49-F238E27FC236}">
                <a16:creationId xmlns:a16="http://schemas.microsoft.com/office/drawing/2014/main" id="{A9464EE8-6AC4-4A15-A360-BD3EC370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C4F5E6C-71C5-4B39-BB80-FB238A5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text-223">
            <a:extLst xmlns:a="http://schemas.openxmlformats.org/drawingml/2006/main">
              <a:ext uri="{FF2B5EF4-FFF2-40B4-BE49-F238E27FC236}">
                <a16:creationId xmlns:a16="http://schemas.microsoft.com/office/drawing/2014/main" id="{72F7BC8D-D9DD-453F-A982-AD974A78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4938CC5-2A58-4099-84E2-64A46C1C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text-225">
            <a:extLst xmlns:a="http://schemas.openxmlformats.org/drawingml/2006/main">
              <a:ext uri="{FF2B5EF4-FFF2-40B4-BE49-F238E27FC236}">
                <a16:creationId xmlns:a16="http://schemas.microsoft.com/office/drawing/2014/main" id="{6DC210DC-A481-43CE-AD45-25EE102A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88F7F1A-D00E-4D34-BDAE-05F890CD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text-227">
            <a:extLst xmlns:a="http://schemas.openxmlformats.org/drawingml/2006/main">
              <a:ext uri="{FF2B5EF4-FFF2-40B4-BE49-F238E27FC236}">
                <a16:creationId xmlns:a16="http://schemas.microsoft.com/office/drawing/2014/main" id="{AAC95CFC-5AB8-45E8-B1DD-D713A73A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1814863-4D5B-4559-B0C1-87641332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text-229">
            <a:extLst xmlns:a="http://schemas.openxmlformats.org/drawingml/2006/main">
              <a:ext uri="{FF2B5EF4-FFF2-40B4-BE49-F238E27FC236}">
                <a16:creationId xmlns:a16="http://schemas.microsoft.com/office/drawing/2014/main" id="{DC9198E4-C1DD-42A2-94F0-7B16340C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29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6811EDFE-03E1-4F29-8725-88AC266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text-231">
            <a:extLst xmlns:a="http://schemas.openxmlformats.org/drawingml/2006/main">
              <a:ext uri="{FF2B5EF4-FFF2-40B4-BE49-F238E27FC236}">
                <a16:creationId xmlns:a16="http://schemas.microsoft.com/office/drawing/2014/main" id="{7C9BB9A0-1F2D-4C9C-94A9-3C400853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CE7CC11-00CF-4A53-AF2E-803873D8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text-233">
            <a:extLst xmlns:a="http://schemas.openxmlformats.org/drawingml/2006/main">
              <a:ext uri="{FF2B5EF4-FFF2-40B4-BE49-F238E27FC236}">
                <a16:creationId xmlns:a16="http://schemas.microsoft.com/office/drawing/2014/main" id="{3E56BDED-8796-4935-8FBC-36F5A7E8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5AC11D5-0A26-44EE-8B69-22634FA9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text-235">
            <a:extLst xmlns:a="http://schemas.openxmlformats.org/drawingml/2006/main">
              <a:ext uri="{FF2B5EF4-FFF2-40B4-BE49-F238E27FC236}">
                <a16:creationId xmlns:a16="http://schemas.microsoft.com/office/drawing/2014/main" id="{392F6065-5D29-461D-8FB5-70B69CEA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6A362FE-3FF8-4EB2-8319-5E7D3188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text-237">
            <a:extLst xmlns:a="http://schemas.openxmlformats.org/drawingml/2006/main">
              <a:ext uri="{FF2B5EF4-FFF2-40B4-BE49-F238E27FC236}">
                <a16:creationId xmlns:a16="http://schemas.microsoft.com/office/drawing/2014/main" id="{1154BFCE-D2F6-474E-8B92-2C1A0010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CB1FCCD-2A16-4F6D-93A8-CD848C7F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text-239">
            <a:extLst xmlns:a="http://schemas.openxmlformats.org/drawingml/2006/main">
              <a:ext uri="{FF2B5EF4-FFF2-40B4-BE49-F238E27FC236}">
                <a16:creationId xmlns:a16="http://schemas.microsoft.com/office/drawing/2014/main" id="{1299BDD8-2264-49A9-A028-BCE1BF7C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52B3238-9AA0-4D62-9938-864E7A98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text-241">
            <a:extLst xmlns:a="http://schemas.openxmlformats.org/drawingml/2006/main">
              <a:ext uri="{FF2B5EF4-FFF2-40B4-BE49-F238E27FC236}">
                <a16:creationId xmlns:a16="http://schemas.microsoft.com/office/drawing/2014/main" id="{8F31085D-69D5-4195-989A-549E58B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B050C55-3A5B-4A70-9036-49FB7F2F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text-243">
            <a:extLst xmlns:a="http://schemas.openxmlformats.org/drawingml/2006/main">
              <a:ext uri="{FF2B5EF4-FFF2-40B4-BE49-F238E27FC236}">
                <a16:creationId xmlns:a16="http://schemas.microsoft.com/office/drawing/2014/main" id="{A0720227-CC12-4DC5-A5AA-D6C2D1F0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9E9ED70-37E4-43E5-9DF9-E3AF8A4A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text-245">
            <a:extLst xmlns:a="http://schemas.openxmlformats.org/drawingml/2006/main">
              <a:ext uri="{FF2B5EF4-FFF2-40B4-BE49-F238E27FC236}">
                <a16:creationId xmlns:a16="http://schemas.microsoft.com/office/drawing/2014/main" id="{74F2C2A3-E356-4E0E-A47D-B5C8394D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886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31FFFB1-AC44-40FD-9AA6-2F4D00A7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text-247">
            <a:extLst xmlns:a="http://schemas.openxmlformats.org/drawingml/2006/main">
              <a:ext uri="{FF2B5EF4-FFF2-40B4-BE49-F238E27FC236}">
                <a16:creationId xmlns:a16="http://schemas.microsoft.com/office/drawing/2014/main" id="{BCDD4EDB-49D2-4A98-A7A4-6FF1A178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B36A752-8478-44C0-901C-9063E2ED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text-249">
            <a:extLst xmlns:a="http://schemas.openxmlformats.org/drawingml/2006/main">
              <a:ext uri="{FF2B5EF4-FFF2-40B4-BE49-F238E27FC236}">
                <a16:creationId xmlns:a16="http://schemas.microsoft.com/office/drawing/2014/main" id="{192E40C9-5D0A-4D57-8857-9C077862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B37EA4E-A4C7-4A6E-B90E-145B1931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text-251">
            <a:extLst xmlns:a="http://schemas.openxmlformats.org/drawingml/2006/main">
              <a:ext uri="{FF2B5EF4-FFF2-40B4-BE49-F238E27FC236}">
                <a16:creationId xmlns:a16="http://schemas.microsoft.com/office/drawing/2014/main" id="{9B9EC21E-1EF6-4220-9B7F-BA96162F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B92987C-4413-48C3-919B-BC599430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text-253">
            <a:extLst xmlns:a="http://schemas.openxmlformats.org/drawingml/2006/main">
              <a:ext uri="{FF2B5EF4-FFF2-40B4-BE49-F238E27FC236}">
                <a16:creationId xmlns:a16="http://schemas.microsoft.com/office/drawing/2014/main" id="{122FACB9-2E63-4611-ADB0-27ECE824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F0E8785-407D-4A89-80AB-0A25454E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text-255">
            <a:extLst xmlns:a="http://schemas.openxmlformats.org/drawingml/2006/main">
              <a:ext uri="{FF2B5EF4-FFF2-40B4-BE49-F238E27FC236}">
                <a16:creationId xmlns:a16="http://schemas.microsoft.com/office/drawing/2014/main" id="{CD6BFD62-6803-4BE7-9AB2-B86127CB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0E52BA3-FC40-4F52-935C-DCD8F3C8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text-257">
            <a:extLst xmlns:a="http://schemas.openxmlformats.org/drawingml/2006/main">
              <a:ext uri="{FF2B5EF4-FFF2-40B4-BE49-F238E27FC236}">
                <a16:creationId xmlns:a16="http://schemas.microsoft.com/office/drawing/2014/main" id="{A0B9ECEC-A6FB-4343-9715-4C32A3A6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22BFF99-893D-4A46-A469-7E562ABD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8395AF69-430F-44D9-B88C-A1DF392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5911368-EDAB-46F5-9056-20BF377A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1E1A7828-EAFE-4E86-A818-D9E25066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43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D033FB7-57E1-4813-9949-2D811AC2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1472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4C8CD2B1-0B94-4DDD-A025-5DED7069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量化值 → 二进制码字</a:t>
            </a:r>
          </a:p>
        </p:txBody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EF0B47D4-373C-4178-83E3-61509F3A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57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</p:spTree>
    <p:extLst>
      <p:ext uri="{BB962C8B-B14F-4D97-AF65-F5344CB8AC3E}">
        <p14:creationId xmlns:p14="http://schemas.microsoft.com/office/powerpoint/2010/main" val="4195703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47CA41-4E7B-4F41-B680-F0F8D3E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BD163-454A-46C1-BE88-7D659C65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22D9B2-1552-47F1-850B-157D0BF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6A8B4-6BAB-4F13-8C96-2E6A6D9E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8C1A9-24AA-42B9-9DA5-27E33969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5B172-ADAD-4731-83C2-1C2FF1B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4637D-0845-4723-AF0B-DB68B5B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F6C75-6AF3-4383-BB3C-7AED30C8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BFFFB-FFC4-49AE-9697-B2366F9B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69A3F-C7F4-49A4-AB5A-EB1A7228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B93A5-F2E2-4451-B931-0CDFCAA7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F9CC4-7223-4ED8-B552-7E10A49F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0D3E4-8719-4BDE-87FA-532DFD7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A5843-D715-451C-AE8D-4A125D1A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EE698-A44B-452A-9576-521CBC71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4EE4E-33C4-40A4-BA6D-2C63B43F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49D8D-2507-4CA9-B45E-B27E798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3DF69-1562-4411-956A-EC279003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0B5AE-916C-472C-89F4-2360E377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55C17-1C7B-4C2A-9CC4-3ABF1127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51A9B-B903-470B-AC13-1947521A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5D40C-E43D-420A-AA14-2A9AB80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6F0A3-69D8-4564-BCD2-D4F3C70D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03AC7-4943-4270-97D4-E74948D7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57021-736F-47F0-8DE2-540A6CE3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1D517-1A86-491C-929E-BE4CCB5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F26FA-F659-415A-A965-74DCB57A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A3725-BE1B-4111-B317-12B4AC28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D08B2B-EDE8-4D2D-BEC3-DE971081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B1CC0-A9D6-4C2C-A10D-7E4A5FBF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15B135-7E3D-446A-A241-E92D401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69D08-FCF4-44A2-9B01-BC6AE2A3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27EDC-64F6-4A5E-95C1-D862F932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F21E1E-239F-4E2D-B1FD-AC6F9D62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9A665D-A6CB-4BAC-9B2D-E54C068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887FC9-35A2-45F5-A320-14C072B3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ABB5EE-D92F-4F83-8306-AA115CC8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D3746E-0E57-4315-AA62-E5BCDB16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7A3F2A-45FD-44FE-A50D-3596FF61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DFC88C-1945-4113-A8E8-293F82E5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2A1E6B-E0FA-45D7-83FA-EA529834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23C415-6EA3-4B73-AA48-DD4528CE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717FE-6FC5-4A5D-862A-C2DB5003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E5162E-11E0-40A7-A479-8CE81BA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4192B8-25CD-4BEC-9538-5069E025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C61F01-AA02-41C8-945D-08D48969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473554-0BBB-466F-A172-F93F5FB5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9ED456-0F14-44BB-A4B2-30EF58E5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FADEBC-F998-4CB1-94CB-B1519F08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F4468F-89C4-453F-A4DC-AEF1C09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312143-8B39-4B1A-8496-EC63D863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B56E19-5625-4422-BE81-B62F4A2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302875-A887-4868-861D-18F17146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9948E3-52AC-4582-AF33-A4AB7422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2D5FF8-085A-434D-9445-3BA4D11B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FC81A5-AA9B-4F4E-BF7E-7F64CB1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87E5D6-938B-4B9F-9158-B8DBFE12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9387B5-3B48-4648-906E-76C8B787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8F5933-353C-419F-BEFD-F7DA64B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B59A73-2572-4116-BD42-A025543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A7C3B4-5A87-40D2-85B7-90BE35D3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4389C6-7305-4153-936A-DBFA7DCD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A09F9C-879D-44AE-913E-A37E4D7B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D71FDF-1305-47D2-BA14-FCA0E834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310756-B719-4B17-BBCF-A17284C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5DE45F-4C88-4EC4-BECD-48735F18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FA8079-5887-4EE8-9931-6B337829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5DCF87AC-06A0-4170-ABF8-53872FB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</p:spTree>
    <p:extLst>
      <p:ext uri="{BB962C8B-B14F-4D97-AF65-F5344CB8AC3E}">
        <p14:creationId xmlns:p14="http://schemas.microsoft.com/office/powerpoint/2010/main" val="1389177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147CA41-4E7B-4F41-B680-F0F8D3E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BD163-454A-46C1-BE88-7D659C65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22D9B2-1552-47F1-850B-157D0BF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怎样让数字熊猫更接近原图？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6A8B4-6BAB-4F13-8C96-2E6A6D9E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8C1A9-24AA-42B9-9DA5-27E33969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5B172-ADAD-4731-83C2-1C2FF1B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4637D-0845-4723-AF0B-DB68B5B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F6C75-6AF3-4383-BB3C-7AED30C8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BFFFB-FFC4-49AE-9697-B2366F9B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69A3F-C7F4-49A4-AB5A-EB1A7228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B93A5-F2E2-4451-B931-0CDFCAA7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47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F9CC4-7223-4ED8-B552-7E10A49F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0D3E4-8719-4BDE-87FA-532DFD7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A5843-D715-451C-AE8D-4A125D1A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EE698-A44B-452A-9576-521CBC71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4EE4E-33C4-40A4-BA6D-2C63B43F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49D8D-2507-4CA9-B45E-B27E798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3DF69-1562-4411-956A-EC279003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0B5AE-916C-472C-89F4-2360E377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05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55C17-1C7B-4C2A-9CC4-3ABF1127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51A9B-B903-470B-AC13-1947521A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5D40C-E43D-420A-AA14-2A9AB80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6F0A3-69D8-4564-BCD2-D4F3C70D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03AC7-4943-4270-97D4-E74948D7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57021-736F-47F0-8DE2-540A6CE3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1D517-1A86-491C-929E-BE4CCB5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F26FA-F659-415A-A965-74DCB57A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62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A3725-BE1B-4111-B317-12B4AC28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D08B2B-EDE8-4D2D-BEC3-DE971081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B1CC0-A9D6-4C2C-A10D-7E4A5FBF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15B135-7E3D-446A-A241-E92D401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69D08-FCF4-44A2-9B01-BC6AE2A3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27EDC-64F6-4A5E-95C1-D862F932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F21E1E-239F-4E2D-B1FD-AC6F9D62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9A665D-A6CB-4BAC-9B2D-E54C068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194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887FC9-35A2-45F5-A320-14C072B3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ABB5EE-D92F-4F83-8306-AA115CC8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D3746E-0E57-4315-AA62-E5BCDB16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7A3F2A-45FD-44FE-A50D-3596FF61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DFC88C-1945-4113-A8E8-293F82E5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2A1E6B-E0FA-45D7-83FA-EA529834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23C415-6EA3-4B73-AA48-DD4528CE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717FE-6FC5-4A5D-862A-C2DB5003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E5162E-11E0-40A7-A479-8CE81BA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4192B8-25CD-4BEC-9538-5069E025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C61F01-AA02-41C8-945D-08D48969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473554-0BBB-466F-A172-F93F5FB5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9ED456-0F14-44BB-A4B2-30EF58E5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FADEBC-F998-4CB1-94CB-B1519F08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F4468F-89C4-453F-A4DC-AEF1C09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312143-8B39-4B1A-8496-EC63D863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B56E19-5625-4422-BE81-B62F4A2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302875-A887-4868-861D-18F17146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9948E3-52AC-4582-AF33-A4AB7422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2D5FF8-085A-434D-9445-3BA4D11B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FC81A5-AA9B-4F4E-BF7E-7F64CB1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87E5D6-938B-4B9F-9158-B8DBFE12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9387B5-3B48-4648-906E-76C8B787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8F5933-353C-419F-BEFD-F7DA64B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910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B59A73-2572-4116-BD42-A025543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A7C3B4-5A87-40D2-85B7-90BE35D3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4389C6-7305-4153-936A-DBFA7DCD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A09F9C-879D-44AE-913E-A37E4D7B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D71FDF-1305-47D2-BA14-FCA0E834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310756-B719-4B17-BBCF-A17284C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5DE45F-4C88-4EC4-BECD-48735F18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FA8079-5887-4EE8-9931-6B337829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2482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5DCF87AC-06A0-4170-ABF8-53872FB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   4色   2bit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52921F-42CD-42C4-ABB5-3F731A6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90D035-B50E-405A-949A-A2A0FE68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AF603D-42DF-43E5-912C-43F93556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EA14AC-E3E7-44DD-AFDA-AE0D8F13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4184F79-7ABB-451D-B87F-A559EC11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09B887-0820-4724-A578-4E6D0C0E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D2018D7-75FF-4B1C-870C-69F0A437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932064F-B943-4BA2-A4CB-0DB6C34D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68C652-D488-47D5-BEF1-02483A43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74E656-BD19-4B06-86F3-2951C8D2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3D7DF0A-E38D-472D-B847-9C94DB65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A190434-4F4D-479C-9E8B-9AE65CF6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5A6DF10-2FF9-48B6-966E-76BC603E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DF53624-4EAA-457B-9AE2-DFC854AA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3A966D-389E-403D-BCB1-72AC8BF7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D3F357F-7307-4D3C-AFEE-1BD1D3E3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47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054BA9-9279-4B7D-AB56-74F1C675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7F30D9-F256-4D1F-9162-80A4DB6F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82DE2AE-6F4F-45CA-A731-848CA3E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C6074B-DC50-445B-8C0D-86A56DB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B2646E6-64F1-430C-9892-06F37D02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D7852E3-7CC5-440A-B030-3094785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E439F25-2F71-44C5-A6ED-81209365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2D27DF-6B88-46E6-B9BD-F420AB96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FAF9C6B-8879-43B2-B766-37DD7BD8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215B744-A21D-4E96-941E-18C32C13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55FAACA-5789-4DC7-A094-849E1168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2748398-9FCA-4B5B-B8AE-422C27D4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87A46B0-FE62-4C49-B238-1C1B935D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F9B8FB7-CBB8-448C-896B-272DB459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7E4EB4B-800D-4A66-A159-2BCAE73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D890D2F-A27A-4FD4-A700-2DD7D177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276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E0AB8AC-DAAF-4F2F-AA6A-2A015C16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E27800E-4D8F-4BF6-AADC-518D9E22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F0871DB-960D-45D2-82F2-595AB6DE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DA59FC7-1CAE-454E-9DE7-16C4F87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ED3EEED-553D-46EB-9388-9FE2A048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92391A7-D69E-4185-9877-593DB70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F77AB23-04E3-42ED-A400-B4443825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02E2096-77FF-42F3-9475-049C2231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4D9591A-79E3-41EE-BDDA-CD999A11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C186575-C53C-48C5-AB24-2632B211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877CDB2-76EE-47C6-80ED-4BA8CC3E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2B5DD88-D992-42D2-ADD3-2BD17C04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DB4B4FA-ACF0-406D-B204-21C72D96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E75E219-777D-4B4C-AA3B-A7392C1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AC78A84-0A9F-488F-BF38-54924135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93600FA-A057-4443-AACB-9B7D979C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505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DF5A93-06B9-48FE-B7FD-0FFE5486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4709F33-CCC2-46C3-88E7-7D86417F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476C868-A7A4-4288-B86C-26ADF8FB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0706D9-2736-47FC-87A7-AFB5F10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090D488-B2C1-453E-BA92-AEF21160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62AF406-4AFB-4873-9B59-42660B49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03F009F-0DF9-4662-8DEF-4A8124A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5275C35-44E9-42DB-99A4-CB387ECD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84C7E25-2CA8-43F0-8432-84335BC4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90F5BB7-F320-4A99-B274-996B3A44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7CEE5C2-BFEF-4A37-B9C6-C22AED9E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502EE69-8FCD-4635-B4EB-9764A46B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AFEE05B-F417-4EAB-91D2-E388128C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628F69F-CEC2-462A-B501-5258D48A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1E95B66-A6CE-48B5-97CC-4F235FE7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2B81FF3-0014-4FC4-A53B-C09E84C5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6653EE4-927D-4548-95D8-C89B61B9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0FC448F-697D-4660-AD81-9B9F3E1C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676D71A-7830-400D-9899-F8E02249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00A100C-7C30-4278-977B-CD1DE434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22EC476-6588-42B3-91D1-67CC6935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337CA61-DBB7-4789-960A-D7AAF86F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15A9557-CB4E-4B75-8D1E-5AD261F6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2B9D6C0-5C77-4B52-9223-79458F34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F2D74F8-A330-4416-BBDE-57AEA6F7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12AD7B8-B166-40CC-970B-126BA92D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83944B2-4B27-4463-8C0E-2E6C5986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D9E1530-11FD-48AA-9221-AE2D18A6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D2CD207-7080-47C2-879A-3AC5C4D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15CC61E-17E1-46AF-9FA4-7790529E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10C1A6C-D3D8-41C8-A60D-9B8C3BC0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FDF6313-38C3-4B3D-9488-3D5F4A3D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0E98F7C-D4BA-4786-B38D-557E8523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A01DECE-99D8-4195-B79A-804C6419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2AB11AC-0D4C-4CF2-A0D5-509A7552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55DDE38-5C9C-4ED9-9876-6AEC9802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276C608-5947-4B2E-B4A2-C2C1EFC6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FE2BA48-9E7D-4F5E-AA96-3ABF951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DAE0A6F-D575-44F9-BCF2-513D4731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610285E-F46C-4495-8DCC-BE57512F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9A1B18E-E725-42E4-A986-2B3FB1A0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EBB916A-7C58-4E1B-A434-71765048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0F2F75B-794F-4D68-82B8-F418254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9644BA5-7591-4C1F-A7E5-06A9F43C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C9B66BD-715B-4705-A378-238561D8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D706B00-537E-4B25-9267-7A604507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BCAC430-4D62-474F-AD75-9AA1A694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5572E80-A2E6-4825-A6CF-6F31A52E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90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05D5BA2-1310-43F4-A737-46438DE0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4906161-9308-4CF6-8D2B-7FEFD437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8BC3594-D9BE-43D8-A54E-AD3B4A5A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EA9A1AF-1B6B-4DAA-9EFB-C3B01944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F9D4A6D-B331-4010-AA89-8CEC73E5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04CB0ED-63B6-4EF2-A741-66CB7B64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04C227A-8759-42EE-882B-E95B01BB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F77D88D-4273-434F-8FF0-5B2725B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062053F-6A5D-4B46-9ED7-261BA814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6649E1A-FCCD-4C17-9D98-F0337F1D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545C876-AF7C-4A1B-9791-8957AF94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3FC41CC-4638-4422-8442-BEA8F849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6BDDD7F-F9C6-45AD-B6D5-C8CCB8EA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75B0AB7-1852-4FF5-97E6-B47963AF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9E1179A-8EB9-446F-B2F9-4FE9C2BE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87DF341-BA5C-40F5-A133-1C87386D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19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F4E8403-A9AE-40A3-BE82-67872B82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25B1778-0E1C-4619-B98E-90AA25B7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08DCD1C-D54E-45BB-8351-A8E638F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EC573EB-FB21-45CC-ADC0-10E91F7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1791890-BC77-4E6F-B081-4187083D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D38F59A-41D1-4C90-8B62-5575FAAF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FD384D5-8869-4ADF-9E57-2ABCBB5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AB31914-AD6B-496A-BFA8-50CD8B0A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2985FEA-76A0-4185-8ACF-AD20C09A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50861FA-4EC0-497A-B99C-4110BA21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42E821B-5638-4C78-9300-BCB25312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5271570-E907-460E-B524-3FFF05AF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03DD7E8-015C-4015-B0F5-B6F113B1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BB411FF-695F-4286-9883-59A1CC6A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947943B-290B-4B3F-8614-61472A8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CCF8525-A724-4702-9C34-525B1ED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48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C4BFF35-8122-4130-8B16-10D2A6C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FB54E2F-45BE-4BFC-A498-1D47BA4D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3A35DA4-6D07-48C3-B33A-926CD35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E60E606-EFA6-49C0-B56C-E3E34A3C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BADD88B-2D1E-46C3-B799-A1F8409C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DDBEF68-1FAE-45CA-8468-B67C570B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6CAF4F1-3002-428A-8501-D10D2B5F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A33EE50-2179-44B1-812D-A4BFD4EE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6EA183F-A60A-417E-B091-EDFC786C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0E29C12-1500-4FA1-8398-50AA6A7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696CFF0-75CA-4FFF-B808-2C763078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525BC22-0B24-409D-A0A8-AE6991AE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64DA069-9E90-4AC1-B69D-0B507F6D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16CEEF4-DA9F-4ABD-A464-7C8C0381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0715F9F-1B41-4761-B19C-F3181244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CE14027-EA68-4F3C-A1D7-6C26C4B0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1DA87D7-06D2-43FD-80F6-4F425DC3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214B8BE-5B43-4EA3-88F4-373AB246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AADFBF8-AE6C-4517-80D7-E0624729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AF7C74A-0B42-4812-A96D-109E86E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02C3F35-0EEB-469E-A217-6DC3341F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15A5C68-C402-4F23-A958-7015FB02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F193C23-BFA1-438A-8F0D-6D023E3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7B73B00-C186-4CE5-A6ED-07774D93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CF46DC2-1E75-40FA-B4D7-8BC25C11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4531C24-966B-4A54-9DFA-0BDB5694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1C2C53F-6151-4914-BD12-E3627A7D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AB726EE8-913E-46B5-BD50-01B0775A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8A00E45-1F2B-4BD6-AB19-1E25D4AB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08D925F-E512-405B-8484-116BB2FB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05DFF2B-236D-4DD6-812C-33A1D810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D3F19B8-B564-4192-9456-724317AA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05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630924C-E21E-4870-B1EA-27712C04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50A6463-132D-47B8-9D73-A297BB2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36E9E8A-B0B4-4915-8053-C72A836B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F3F5083-62D3-4148-BCB3-BF09EAF0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A5D9DD4-03BC-4A16-87A7-DD772E5C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A5A038B-C682-4600-9504-45E4289B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460F087-A093-4C48-90F0-04FC0A11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75B67D5-32F7-4D74-A4D8-7FAB0A6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5994CB2-0718-4DDE-929F-F33A1BFE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59AA171-20D0-4DE2-8003-66600C3E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3F310D5-02AC-4155-A570-F1492137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2E4E573-5715-453E-9148-A6C1CE43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F88D05D-A0F2-4B8D-B8BC-6FAB6F3C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F02B94C3-C00D-4BA1-82D6-A78E2A24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57C91E1-E007-4751-9A40-F21FB13D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436167A-0667-4A38-9B52-D54B0AB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A1E6858-6FE2-45CF-96FA-98B498A5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7E72A1A-2C6E-41AC-8362-587668C1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BFD3D77-A5B9-44AD-B0F5-9B344B8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FEEA18E-7D6D-4310-9DAC-29155406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79F9C3F-9FAD-47E0-891C-16BA8781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6D10A57-B2E0-46AC-84A8-FC3577B4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EBB6318-CA47-4769-A998-866919D1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33A9EA4-83DD-47BE-B415-A20205AA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F5BAB47-D9BB-4A37-A909-B212236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68B1685-99E3-49D8-AE07-47055ABD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BBF6A98-B4FF-4FB3-9276-3CC5245B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D60D77F-1919-4046-8AE6-540B84B4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3995B94-5F50-4B68-B62E-515B38B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994944D-F10B-4763-A5C9-21339A91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E684673-0694-4045-B45E-D9AB92E8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A32363C-DD3C-4F3A-9854-3CE99C4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562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CDD0C4C-BA74-4080-BC77-C5DF173F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CC5B087-6315-413D-AF3F-0EC70C98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1187D2D-BE66-4F67-8378-A61B9195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981DBEE-F39D-4AD3-881C-F5AE591E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8614C48-F27D-4728-A454-716B389E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063D524-CA98-43B8-9F64-79DF10B9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CD022F4-5321-4B1E-AE0F-30409B2D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66C54EEA-739E-4EF7-BFF2-86D28171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07F2775-EFDF-4934-BECF-B9C77341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ED3DFA5-5B13-46CD-8E35-7DB0FC4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35302C46-40BA-40CA-A4A8-DAA3DC11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9A30B37-76D8-49CE-91A8-E0C90BE6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97ABD2C-93FD-4618-829E-3F9A5143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97EEC28A-3F25-4CC7-BFB5-B960DAB0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438F0F3-9D7C-483C-9ABF-ACF55974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085CE44E-1F52-4C41-82BB-8D246E0B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791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4957BAE-DD77-4868-B293-3907CB26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B8558A08-55EB-4F26-A529-622DAD5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71F7CCA-8463-4376-BC25-173FD754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F57137DB-8DFE-4D90-8EA9-596AE369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E1889EB8-F925-4324-8C38-5966FD77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FCABC3E-74F8-41B8-9BF9-92A06249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2657581-F974-4B3A-AA1A-23680DCD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1059BB5-2A49-4129-81FD-4F0A3A14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D5E37DA4-1C7D-4A0F-A431-317A729A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A56EDA87-FFC4-446E-8E9D-F7D211A9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C38AD788-A785-446E-BFF0-3F764C0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89FF6CD-76C8-43A7-A50E-3C306078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DA3460B-F0B1-4E65-A953-BB0440CA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E7B743CC-460A-4B19-9A01-7D72D9CD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68D13AE2-04E7-411C-A2E2-C8AD7889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CE29ACE-CC10-4577-8738-4906BA72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019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9CB7E548-3879-4256-AF5A-C95151CD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426BF260-0085-490E-AA2E-63F8BC96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4C852724-DDEE-47DF-B5C6-3CEE80D8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6901CFE-4F54-4E7D-BCEF-DBD50823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DA4326D-8302-4603-8DBC-79D2DE2E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FD16D312-1FE9-429D-B9E2-DD44E90E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A486C0F5-3F30-49C6-99F4-16674563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07C0D5F-8BFD-4504-B41C-AC28C785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35F33477-4130-4E8B-8F60-D7D8986C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6D521F0-4129-413D-A190-20846F3E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FF300AA-86EC-470D-9D75-193B5F28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380B0BDF-E647-4C54-BFDB-AD3DB492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9D4825DD-5828-419F-8915-AD3CCDE0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383268F-582C-48FF-AC60-1AA340F3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7DBD127-08AC-4956-8736-4E27A547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3039FC7-3907-4BBE-8240-993557DB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248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3D01DA5C-9A55-45D7-846D-D83B35E1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E140A0E-789B-44C0-AFC3-3B2D0A0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4D2BC7EA-4840-4DC3-9F87-9BDB10BF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6C862451-D451-45E6-B24A-DBCA3555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2720549-FA3F-487B-BA43-3CC9C28E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210F8EC-098C-4261-B39F-E09AF6E7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F3558E37-7C6F-4CF3-B5CC-D2FB14D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CEE90902-9CA2-4388-B92C-0B80138A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6BC8B8F-213E-4F28-ADBE-AB4A841D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D5BEA54B-B1B6-4BA5-BC66-48E9F99A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6A5E757-9213-4E9E-AEA9-645E857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8EF0C27-83D3-4639-BE5F-C3B9D22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9F9BCB7-B423-410C-8167-D6674211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CA25A10B-1A9B-428A-9316-DE781352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71B74F2-24E8-46DC-9D63-B114059A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72CCA6F-8333-4AB1-8F77-FFA0E6AE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476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text-324">
            <a:extLst xmlns:a="http://schemas.openxmlformats.org/drawingml/2006/main">
              <a:ext uri="{FF2B5EF4-FFF2-40B4-BE49-F238E27FC236}">
                <a16:creationId xmlns:a16="http://schemas.microsoft.com/office/drawing/2014/main" id="{93E8B4B1-B07D-4A4C-8360-0C1AAC03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2930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4色   2bit</a:t>
            </a:r>
          </a:p>
        </p:txBody>
      </p:sp>
    </p:spTree>
    <p:extLst>
      <p:ext uri="{BB962C8B-B14F-4D97-AF65-F5344CB8AC3E}">
        <p14:creationId xmlns:p14="http://schemas.microsoft.com/office/powerpoint/2010/main" val="1389177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249F1A5-0254-473D-9EF0-5DFD469A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FA1B5-4759-4797-BC5B-3C4B77FF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83751F-99E4-45DD-9081-902B80E7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77369-E42F-4602-8CFB-5BA44D9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E6C42-FF64-4A7B-9301-1098DDB4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FE4B2-13A5-45B9-9D77-7088732B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432E4-0D97-4617-A2BF-72178041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AACB4-32DA-4B26-B8ED-C38CEF3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1A159-03D2-414B-96D2-E70EEA8C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4184A-E50E-4758-B6D8-51997F1A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7CDD5-DD66-4254-8FE8-015F9B06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6BC58-FDFB-4B34-AC0D-B03D24D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81BED-0F57-47C7-A666-725847F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D48D8-5B3B-4DD7-BAA6-2586F6EE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FF04B-A09E-4F75-A945-87E4AE57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02F58-9274-4173-8A71-8F43944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31E58-FA52-49B3-AABA-F4C83A00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7DE62-7D80-4054-86AF-3666F0CD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047E6-94E7-4B13-9D5F-219BE600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2AE16-31A9-4E38-AE60-19B0C02A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0BCE9-6A12-4304-84D4-6DE66E8A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3C428-4D29-4194-86A4-A6197D79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EEF24-EE87-442F-B48F-38817AE6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3CDE7-0641-4D93-83E4-90E00E5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73A88-A10A-4717-8EA5-80C80520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1C4FC-3C1D-4251-8B85-2F01839E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B79A5-F960-43F3-A086-F7A9AC6E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871FEC-3F63-4E85-BBFB-154CFB6E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903E0-E096-4572-A70A-60C6A77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51E2B-D3A7-4489-8498-DD077873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1A8471-11C0-4D07-96E7-0BEC640F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60CB9D-EB15-4A64-A5EC-8D4843F7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B3C2F4-CADF-4B62-B745-6614FF19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7D521-4C14-4009-A635-4CB72334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B91C6F-662F-42A4-9E3A-F5058F6A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C11BF3-76A3-4DE2-A6D7-F47587D4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1205DC-E6E4-4458-8AA3-FAC89BE4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2BB875-F180-4656-AA0B-ED909F06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1E0AAE-26CF-442C-9748-C5FC041B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DFE470-9B8E-43FF-9D23-882E411D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FD1C25-A02D-4361-A96F-BA67A284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CB1944-81A4-4D43-9C06-961AE8DC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25C357-8E7B-4E5B-9D9F-DFD34A75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EC0361-E5FC-4FCF-9AF2-EFB618AF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06959F-D1DB-4D8F-A261-06459EB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37A568-DDF6-4AE8-B913-06C406AA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26734C-36D1-4DF0-A399-18355BEA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199140-6468-4067-96E1-A93E171A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D9548A-A4A4-4897-A67B-111D7198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BB24DA-528E-41BD-9474-F6182DF6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C1251F-AADF-482E-A84F-694BE04C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50F450-44A3-46EB-88D8-D050C099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7B275E-C39D-4A37-BAFD-D17C5A5D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FD762B-9212-4B83-AE35-A5CEE15C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18B1FB-0DC9-4EB7-8E80-BCB6C694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EF3A05-4035-4869-B719-80782B65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C071F8-034F-4F91-8055-761BB45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446880-06CF-4187-9EE3-9660A3AF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895CC5-12DC-43EC-9D62-0EB6F699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EB0FB7-2657-46FB-8FE1-B84C12ED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74EE3F-B021-4B2A-A5F4-66D071AA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7393F1-249A-4A2A-805F-0F0AEA7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5BA322-C143-4BF8-A935-E839BEA8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A7E9A1-189F-41F0-A707-B86D042D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C90A99-6340-4C17-B70E-4E21C7A4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0FCCF4-F244-4F6F-AAE3-904019BE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F1D6F7-54B4-44AB-8FF1-76FE2516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B4CF19-9CA0-4B01-8077-89E5298A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2D97F5-1CA0-4AE9-B6D9-E1FDF1F6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656D00-6FC1-4E1E-AD22-6F4D641A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30C534E-94D1-45D4-A24E-6E67D4C2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715705-687D-4B30-8350-ED57CF3C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85B31D-5E33-4803-A46B-943BB164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7B9BEF-15DA-429D-92A1-F0035948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A965FD-670C-444F-B895-906C49A4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5A2E60-DF67-44C6-85D7-CC32A374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0800EF-DE93-4731-BAF9-353DC6A9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BE23D30-3DC3-41B9-9145-7CE30EA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F72BAD7-E9FF-4914-B968-06795D6F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7C6DE0-A1F2-4AFD-9451-0C1C805A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3B7E3F-A6E3-4FB3-B552-32B42D8E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CDB92C-744F-4E1C-9D44-69B76A52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7630CE-BE66-4E17-8FC9-A1BE1B76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5B0D88-C4F9-428A-9B3A-EDBF6593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6642924-11DA-4258-8364-5FB2CCE9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E70ECB-83F0-4F04-AC38-805313A4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1742F09-3ADA-46F5-AD58-F3D6DD2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74E9F37-0D6B-4A41-AA94-FAEDB277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3373F05-3644-4A11-B78F-5F465D5E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BBC3FD-F5D0-4666-B322-7B075F3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49A44D7-E09C-41EC-803A-499EBF21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A05FE8A-7132-4507-9151-E593476F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793599C-3FC0-41E4-A11A-B821598F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6A7C2F4-4219-484D-AC56-AC89D29E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A21870-0359-400A-847F-A660FA4C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595A702-CDAF-4CD8-8E5F-DE9D82FB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FEDB55E-6BA4-4BB5-845E-C4F53AA9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671FBB-B81A-4F5D-803B-A35B8B31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461F49-35EE-4098-947B-10500163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707F56-06C4-42EB-A6B3-C6E7AE8C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B68CCF1-B68C-4CCC-AC71-8F837100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CF640B4-72F2-4366-912D-AD013F5E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D94BFC-0C7A-4A49-9005-18C715D3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362A28-E310-4EE9-BD27-82DCD787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2E139C2-3DAF-4F21-B41F-AA0281A6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D374B5C-02DB-4894-A757-587B3B69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475F837-C8AD-413E-9643-AE44353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74A5045-0E11-4F46-BA10-444526C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3EED54A-A881-4FF9-8A38-93F56F75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4BDACB4-AC51-426B-867B-0E1B95FF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00E20F2-903D-4B04-8ABC-D2D5902D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50C8ED6-AE5D-41D3-AD81-49B628B4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89C3C50-7FF5-41E8-BFA7-F2802DA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7C5C9A4-58AC-42BB-91B0-2926BDEE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030637F-C339-4445-B5F4-DBC68F09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CA384E0-02CD-4362-B7D4-557C4BD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2A5DC64-ED91-4B1A-9E31-6C456B27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497A2A2-C790-4E79-96B1-AFC98F9F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C848BCD-BF80-40EA-BC45-157B6156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61979D4-0D44-4F4C-9483-B8B60E5E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B9F87B0-CCFE-4A2D-8622-885A24E0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E20B68C-B7E1-4EB8-980F-8C56A1B1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35D235A-526D-441D-9CD2-6DC074BE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69959EA-91D3-427A-BEB8-7BBF2DC7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F9E1C3C-6DDB-4AAC-B95E-2DEFD69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1F39F2F-CB58-4EC8-B5E7-8A5E4BAF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8E3D228-3A65-4702-9C51-18C42D6E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B596772-AF4B-44F8-8851-7A34E13A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3F5B7AA-CA62-4AAA-A7F8-BD8FE0F3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4DB7B6-0C39-44CE-AB17-BA0B720D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6F0CC78-A8B1-4E97-B124-B1E5BABB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F3219B2-81B3-4107-801F-3A23AF0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199D83F-8F49-41C4-BF2B-D226BAA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A9734C2-DC3D-43D7-B420-E37A161F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CC5AD5A-CE12-4850-9652-AD36F06F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7625012-AB33-4153-8321-D964CBCD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CEC4405-8C17-4D85-8DC8-A993982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04F6D28-FE92-4D5A-86CC-F7EC42A0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30B03AB-B302-4604-A827-86665FF7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E2D6E4F-2363-4746-A327-40CA3B7D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B034A07-E55C-499A-A0A1-3A688ED6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B170521-0698-4CE7-802C-FD15B65A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23DEF4F-0016-42E9-A644-A71AD4A6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CD2CB74-DF06-4335-A9F2-817443A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4083963-70F4-447E-802F-19DCBDFB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49BA021-971E-4DC3-8C0E-19B7CAC8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46A074E-3E54-40F8-A3B5-459A31E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2631F52-1732-47B8-B4D0-4DB5F032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D700E44-891C-4B96-A878-E78A8088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ADC2EB9-603B-4CCE-A9CF-51D415B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48DD66E-9965-46C4-A20F-279FAE6E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CF1FECF-74B7-48AD-B99B-960A6081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B06105D-90C0-47B4-9D8E-8D3624E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30047FF-6B37-4D12-A139-2CA75739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0EAA9D8-AEB3-45F1-BA76-1BE10702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63754EF-4895-4CB9-AEAF-768846D0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F776863-5681-47EC-9603-45E304D6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5003B28-CB0F-4B45-BB9F-C3CF3BA8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9C6A160-FB61-4E56-B06A-4F6F4332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19B70A6-1D85-484B-99C9-D24106E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9DF749A-E28A-488E-9047-104784DF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B87E36A-33C6-428D-BCE6-24475F1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67C61E0-3827-452C-B1A2-ED7E19E8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E47A78B-A46B-4D01-8E68-8667338A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835629D-4127-4528-8D1A-8B5585DF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FCEA018-D3CB-4B30-82A6-358E9B40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BB3C8FE-CFFC-4888-8515-DA0CF1DB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5CD0C1F-10EC-4C8F-B416-9FAF742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44B9E70-07E3-4170-B297-5E0AE5B8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1643E90-0781-4763-95A9-8651C0FE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C18F9B5-C303-4C33-BD1A-861FE6A1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6319D51-C980-422A-B617-80527600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5C61ACA-90BF-4DC2-AAEF-CDA24120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4D3848E-CE01-4E79-829C-E6DEE4B4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C6AFC40-28D3-497E-8F72-8D7D3EF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5CBAE89-AEB2-4D27-9C38-7738A563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5880563-F050-4363-A10E-1E16355D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904C26B-1BF7-43C7-B92A-3034C717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C7F431F-09B7-4908-B961-3BC52C2E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ED9F5BA-B4C0-4507-8020-29233F6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41548F7-CFF6-43D4-9312-E8924955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B798076-CCE7-4FFA-A128-47F7D42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7B85405-30C8-457F-96D3-B2359BEC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D781BAC-DF19-436B-9EC2-64BD9EE4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78FD7BD-407B-4CBA-8ED5-7428204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E462D7C-6469-4591-9A2F-9FCAC3E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E9BD43E-CC15-4D20-A5FC-50197C3D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CED5FF3-9F18-4B8B-B0A3-B6108DE8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3F70F2D-DCCA-4E72-8530-6CAD7A55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0658080-2958-44D1-8C28-5F04342A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3CD58D2-05B5-40C3-8787-6A5F6C40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71450CF-CA1B-4CB0-BAFC-88D891AA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29577BC-D5F6-4E64-B9D5-56E8E076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079205D-CE10-4522-B033-B6EE6D2F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305233A-A833-4751-B936-E3541729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0474A83-940C-4A7C-BB02-2329A5B1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7198FB1-C632-4794-BE82-BFDE83E8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6F0C4EE-79E5-46A8-9634-32697787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CFC5C95-1FF8-44A0-AD33-5A1A8AE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9BE2441-FF04-413E-84FA-00BCD76F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C1C8BE5-5998-45E4-AB3E-12CCAF93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8108C69-8190-4F66-B8D6-02131838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8AC5E8E-B422-4ED8-8C38-4EB3FBA5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6258E73-DC46-45F4-BE4F-4EB1A753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CFFD10A-6791-4C4B-B631-2FA12D49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0973398-00A0-4436-A0CD-7FF2485E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5F9E731-14EE-4FFC-B4C0-A87598B4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2682F21-1B57-4AFC-940A-17A7E299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7DE8704-532A-404D-BFAF-8A8F0BAB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EA1992E9-B432-4908-BB4E-0760FA7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53704E3-7BA5-49F0-9F7B-3871A78C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59C796B-7412-4EC7-8FFD-804BBE7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253F770-9680-48B3-A440-20CE97D1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5EEA0FA-7C2B-4860-858D-BBB6AB3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410C782-4C27-4262-A30B-0C46B4B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86BDF7E-1024-48E0-8188-9B4E053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7DE52AA-3F39-4C04-98D7-80AB2C2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A43245E-976C-4FFF-A291-782B7E3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5EC5D6B-5E79-4851-A169-82C628B8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395EB6C-3880-4503-A32F-77ACF3F4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FD1D2EE-B925-43B1-AF96-0EB78B75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191A5863-FBA6-45ED-8BA3-00A5AAA7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F2E0C53-D5B1-4913-9B25-14730EEA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236AEA8-D409-4B66-AD8C-EB098020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90A9740-48F5-43F8-9CE5-FE64664D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4959A5E-6646-459F-9263-6DFC9648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EDAECF8-A13C-4F49-BB25-C690C96A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E369E41-2393-4282-9EC7-53CBA9F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A6D4B9E-83A9-400A-B6C5-A12E37F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F3C6310-D74E-4E38-9A55-4467C53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E706E10-5C4C-4C48-B018-12A696DA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B43725E-AA10-48E2-97A9-33256B02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0543558-8D90-4493-B28B-A8CF1351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7A79755-E56F-4396-98C0-F3309AEC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BABC23B-5D93-4FAE-9D0C-E3D1C41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741ACEB-396E-41E0-A01A-84844AB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FF1BF08-E800-4FBC-A6A4-29070C5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EDFF6C0-9096-430C-887C-2FE93E39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DB849DD-77CA-4885-9545-28DBEACD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E92F51A1-1D95-46BA-B07B-D791C54E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DCF1425-5F45-436B-9087-8BD0ECF2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3DB1ADA-C38A-49E7-9848-2B85AC9C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7A7FA03-99BE-4B88-95B4-E894268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93FE529-B2A2-4CFE-BBAB-3BD4126D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F2098B5-A2BD-4EE4-88D0-16BC28CF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1BBF8B0-D72F-4D8E-9ACA-D7712F24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5D6770F-E3E0-467E-83F6-F4ABDB86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3ABDB75-1943-46D9-BC97-0AEE7FF2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85317E7-D325-43E8-BF97-403347E1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2EEB447-B2DB-4148-BF9F-9E48009D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39420A4-6D9D-4A6C-8BC4-8A01DC34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4EDF90F-9D7B-4E51-B447-2E9D12EB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6E7FCD2-F713-4539-8672-A40A572B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EC23AA8-862E-4909-8746-2D865BA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F5525E3-488F-4576-A6CC-78A35894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E077AB3-034E-4D61-8342-07B7654C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9DA58EA-62C6-4A4A-8582-56B162AA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8481E84-3FF2-4179-BAE0-AED48682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B85B8FD-67E0-40CC-894F-E2B00D5B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5523AD5-AD76-4AA6-A64A-F15E29E6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DCCABF13-5328-4352-8ACF-76A9B2DE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8C4564F-6674-4F3A-B968-12D283A2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AADA2FEF-AE24-445D-8999-085E74D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2CC56C4-F703-4E86-86BE-C65B3759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DB2A9B50-E4E9-4F65-93B7-4EA0EC46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0996A27-5FB6-492B-AA10-AF8C855E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99650D55-3EF0-4429-9D83-1E0497DD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A6551290-A875-4795-9C01-183AA912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42611B00-4BD6-40B6-8F92-BF7F7326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0B44AB2-6239-47C2-84A7-F556BA0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C139C9E-5E6D-4BB6-AB42-5C12B49A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CBCCCB4-0CDF-4D77-9BA9-F506C19A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1D7FB17-7FEB-40A4-893E-D7A298B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CEE0B71-A5A0-412D-9E45-8988AA4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44C97CC-472C-432C-B2FB-A203F298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45D5061-060A-42CC-B66D-5B77E465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74DBA8E-A50B-4E1B-88D6-182D5245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A16F5097-6B2D-41B2-8769-86A8905E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</p:spTree>
    <p:extLst>
      <p:ext uri="{BB962C8B-B14F-4D97-AF65-F5344CB8AC3E}">
        <p14:creationId xmlns:p14="http://schemas.microsoft.com/office/powerpoint/2010/main" val="11012540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3249F1A5-0254-473D-9EF0-5DFD469A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FA1B5-4759-4797-BC5B-3C4B77FF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83751F-99E4-45DD-9081-902B80E7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红框里的8个像素，怎样编码？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77369-E42F-4602-8CFB-5BA44D9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E6C42-FF64-4A7B-9301-1098DDB4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FE4B2-13A5-45B9-9D77-7088732B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432E4-0D97-4617-A2BF-72178041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AACB4-32DA-4B26-B8ED-C38CEF3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1A159-03D2-414B-96D2-E70EEA8C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4184A-E50E-4758-B6D8-51997F1A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7CDD5-DD66-4254-8FE8-015F9B06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6BC58-FDFB-4B34-AC0D-B03D24D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81BED-0F57-47C7-A666-725847F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D48D8-5B3B-4DD7-BAA6-2586F6EE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FF04B-A09E-4F75-A945-87E4AE57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02F58-9274-4173-8A71-8F43944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31E58-FA52-49B3-AABA-F4C83A00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7DE62-7D80-4054-86AF-3666F0CD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047E6-94E7-4B13-9D5F-219BE600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2AE16-31A9-4E38-AE60-19B0C02A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0BCE9-6A12-4304-84D4-6DE66E8A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3C428-4D29-4194-86A4-A6197D79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EEF24-EE87-442F-B48F-38817AE6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3CDE7-0641-4D93-83E4-90E00E5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73A88-A10A-4717-8EA5-80C80520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1C4FC-3C1D-4251-8B85-2F01839E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B79A5-F960-43F3-A086-F7A9AC6E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871FEC-3F63-4E85-BBFB-154CFB6E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903E0-E096-4572-A70A-60C6A77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51E2B-D3A7-4489-8498-DD077873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1A8471-11C0-4D07-96E7-0BEC640F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60CB9D-EB15-4A64-A5EC-8D4843F7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B3C2F4-CADF-4B62-B745-6614FF19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7D521-4C14-4009-A635-4CB72334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B91C6F-662F-42A4-9E3A-F5058F6A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C11BF3-76A3-4DE2-A6D7-F47587D4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1205DC-E6E4-4458-8AA3-FAC89BE4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2BB875-F180-4656-AA0B-ED909F06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1E0AAE-26CF-442C-9748-C5FC041B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DFE470-9B8E-43FF-9D23-882E411D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FD1C25-A02D-4361-A96F-BA67A284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CB1944-81A4-4D43-9C06-961AE8DC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25C357-8E7B-4E5B-9D9F-DFD34A75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EC0361-E5FC-4FCF-9AF2-EFB618AF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06959F-D1DB-4D8F-A261-06459EB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37A568-DDF6-4AE8-B913-06C406AA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26734C-36D1-4DF0-A399-18355BEA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199140-6468-4067-96E1-A93E171A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D9548A-A4A4-4897-A67B-111D7198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BB24DA-528E-41BD-9474-F6182DF6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C1251F-AADF-482E-A84F-694BE04C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50F450-44A3-46EB-88D8-D050C099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7B275E-C39D-4A37-BAFD-D17C5A5D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FD762B-9212-4B83-AE35-A5CEE15C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18B1FB-0DC9-4EB7-8E80-BCB6C694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EF3A05-4035-4869-B719-80782B65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C071F8-034F-4F91-8055-761BB45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446880-06CF-4187-9EE3-9660A3AF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895CC5-12DC-43EC-9D62-0EB6F699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EB0FB7-2657-46FB-8FE1-B84C12ED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74EE3F-B021-4B2A-A5F4-66D071AA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7393F1-249A-4A2A-805F-0F0AEA7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5BA322-C143-4BF8-A935-E839BEA8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A7E9A1-189F-41F0-A707-B86D042D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C90A99-6340-4C17-B70E-4E21C7A4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0FCCF4-F244-4F6F-AAE3-904019BE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F1D6F7-54B4-44AB-8FF1-76FE2516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B4CF19-9CA0-4B01-8077-89E5298A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2D97F5-1CA0-4AE9-B6D9-E1FDF1F6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656D00-6FC1-4E1E-AD22-6F4D641A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30C534E-94D1-45D4-A24E-6E67D4C2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715705-687D-4B30-8350-ED57CF3C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85B31D-5E33-4803-A46B-943BB164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7B9BEF-15DA-429D-92A1-F0035948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A965FD-670C-444F-B895-906C49A4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5A2E60-DF67-44C6-85D7-CC32A374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0800EF-DE93-4731-BAF9-353DC6A9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BE23D30-3DC3-41B9-9145-7CE30EA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F72BAD7-E9FF-4914-B968-06795D6F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7C6DE0-A1F2-4AFD-9451-0C1C805A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3B7E3F-A6E3-4FB3-B552-32B42D8E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CDB92C-744F-4E1C-9D44-69B76A52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7630CE-BE66-4E17-8FC9-A1BE1B76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5B0D88-C4F9-428A-9B3A-EDBF6593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6642924-11DA-4258-8364-5FB2CCE9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E70ECB-83F0-4F04-AC38-805313A4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1742F09-3ADA-46F5-AD58-F3D6DD2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74E9F37-0D6B-4A41-AA94-FAEDB277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3373F05-3644-4A11-B78F-5F465D5E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BBC3FD-F5D0-4666-B322-7B075F3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49A44D7-E09C-41EC-803A-499EBF21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A05FE8A-7132-4507-9151-E593476F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793599C-3FC0-41E4-A11A-B821598F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6A7C2F4-4219-484D-AC56-AC89D29E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A21870-0359-400A-847F-A660FA4C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595A702-CDAF-4CD8-8E5F-DE9D82FB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FEDB55E-6BA4-4BB5-845E-C4F53AA9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671FBB-B81A-4F5D-803B-A35B8B31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461F49-35EE-4098-947B-10500163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707F56-06C4-42EB-A6B3-C6E7AE8C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B68CCF1-B68C-4CCC-AC71-8F837100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CF640B4-72F2-4366-912D-AD013F5E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D94BFC-0C7A-4A49-9005-18C715D3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362A28-E310-4EE9-BD27-82DCD787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2E139C2-3DAF-4F21-B41F-AA0281A6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D374B5C-02DB-4894-A757-587B3B69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475F837-C8AD-413E-9643-AE44353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74A5045-0E11-4F46-BA10-444526C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3EED54A-A881-4FF9-8A38-93F56F75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4BDACB4-AC51-426B-867B-0E1B95FF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00E20F2-903D-4B04-8ABC-D2D5902D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50C8ED6-AE5D-41D3-AD81-49B628B4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89C3C50-7FF5-41E8-BFA7-F2802DA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7C5C9A4-58AC-42BB-91B0-2926BDEE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030637F-C339-4445-B5F4-DBC68F09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CA384E0-02CD-4362-B7D4-557C4BD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2A5DC64-ED91-4B1A-9E31-6C456B27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497A2A2-C790-4E79-96B1-AFC98F9F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C848BCD-BF80-40EA-BC45-157B6156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61979D4-0D44-4F4C-9483-B8B60E5E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B9F87B0-CCFE-4A2D-8622-885A24E0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E20B68C-B7E1-4EB8-980F-8C56A1B1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35D235A-526D-441D-9CD2-6DC074BE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69959EA-91D3-427A-BEB8-7BBF2DC7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F9E1C3C-6DDB-4AAC-B95E-2DEFD69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1F39F2F-CB58-4EC8-B5E7-8A5E4BAF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8E3D228-3A65-4702-9C51-18C42D6E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B596772-AF4B-44F8-8851-7A34E13A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3F5B7AA-CA62-4AAA-A7F8-BD8FE0F3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4DB7B6-0C39-44CE-AB17-BA0B720D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6F0CC78-A8B1-4E97-B124-B1E5BABB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F3219B2-81B3-4107-801F-3A23AF0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199D83F-8F49-41C4-BF2B-D226BAA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A9734C2-DC3D-43D7-B420-E37A161F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CC5AD5A-CE12-4850-9652-AD36F06F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7625012-AB33-4153-8321-D964CBCD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CEC4405-8C17-4D85-8DC8-A993982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04F6D28-FE92-4D5A-86CC-F7EC42A0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30B03AB-B302-4604-A827-86665FF7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E2D6E4F-2363-4746-A327-40CA3B7D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B034A07-E55C-499A-A0A1-3A688ED6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B170521-0698-4CE7-802C-FD15B65A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23DEF4F-0016-42E9-A644-A71AD4A6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CD2CB74-DF06-4335-A9F2-817443A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4083963-70F4-447E-802F-19DCBDFB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49BA021-971E-4DC3-8C0E-19B7CAC8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46A074E-3E54-40F8-A3B5-459A31E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2631F52-1732-47B8-B4D0-4DB5F032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D700E44-891C-4B96-A878-E78A8088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ADC2EB9-603B-4CCE-A9CF-51D415B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48DD66E-9965-46C4-A20F-279FAE6E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CF1FECF-74B7-48AD-B99B-960A6081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B06105D-90C0-47B4-9D8E-8D3624E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30047FF-6B37-4D12-A139-2CA75739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0EAA9D8-AEB3-45F1-BA76-1BE10702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63754EF-4895-4CB9-AEAF-768846D0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F776863-5681-47EC-9603-45E304D6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5003B28-CB0F-4B45-BB9F-C3CF3BA8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9C6A160-FB61-4E56-B06A-4F6F4332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19B70A6-1D85-484B-99C9-D24106E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9DF749A-E28A-488E-9047-104784DF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B87E36A-33C6-428D-BCE6-24475F1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67C61E0-3827-452C-B1A2-ED7E19E8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E47A78B-A46B-4D01-8E68-8667338A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835629D-4127-4528-8D1A-8B5585DF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FCEA018-D3CB-4B30-82A6-358E9B40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BB3C8FE-CFFC-4888-8515-DA0CF1DB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5CD0C1F-10EC-4C8F-B416-9FAF742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44B9E70-07E3-4170-B297-5E0AE5B8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1643E90-0781-4763-95A9-8651C0FE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C18F9B5-C303-4C33-BD1A-861FE6A1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6319D51-C980-422A-B617-80527600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5C61ACA-90BF-4DC2-AAEF-CDA24120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4D3848E-CE01-4E79-829C-E6DEE4B4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C6AFC40-28D3-497E-8F72-8D7D3EF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5CBAE89-AEB2-4D27-9C38-7738A563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5880563-F050-4363-A10E-1E16355D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904C26B-1BF7-43C7-B92A-3034C717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C7F431F-09B7-4908-B961-3BC52C2E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ED9F5BA-B4C0-4507-8020-29233F6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41548F7-CFF6-43D4-9312-E8924955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B798076-CCE7-4FFA-A128-47F7D42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7B85405-30C8-457F-96D3-B2359BEC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D781BAC-DF19-436B-9EC2-64BD9EE4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78FD7BD-407B-4CBA-8ED5-7428204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E462D7C-6469-4591-9A2F-9FCAC3E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E9BD43E-CC15-4D20-A5FC-50197C3D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CED5FF3-9F18-4B8B-B0A3-B6108DE8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3F70F2D-DCCA-4E72-8530-6CAD7A55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0658080-2958-44D1-8C28-5F04342A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3CD58D2-05B5-40C3-8787-6A5F6C40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71450CF-CA1B-4CB0-BAFC-88D891AA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29577BC-D5F6-4E64-B9D5-56E8E076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079205D-CE10-4522-B033-B6EE6D2F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305233A-A833-4751-B936-E3541729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0474A83-940C-4A7C-BB02-2329A5B1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7198FB1-C632-4794-BE82-BFDE83E8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6F0C4EE-79E5-46A8-9634-32697787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CFC5C95-1FF8-44A0-AD33-5A1A8AE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9BE2441-FF04-413E-84FA-00BCD76F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C1C8BE5-5998-45E4-AB3E-12CCAF93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8108C69-8190-4F66-B8D6-02131838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8AC5E8E-B422-4ED8-8C38-4EB3FBA5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6258E73-DC46-45F4-BE4F-4EB1A753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CFFD10A-6791-4C4B-B631-2FA12D49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0973398-00A0-4436-A0CD-7FF2485E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5F9E731-14EE-4FFC-B4C0-A87598B4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2682F21-1B57-4AFC-940A-17A7E299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7DE8704-532A-404D-BFAF-8A8F0BAB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EA1992E9-B432-4908-BB4E-0760FA7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53704E3-7BA5-49F0-9F7B-3871A78C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43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59C796B-7412-4EC7-8FFD-804BBE7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253F770-9680-48B3-A440-20CE97D1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5EEA0FA-7C2B-4860-858D-BBB6AB3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410C782-4C27-4262-A30B-0C46B4B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86BDF7E-1024-48E0-8188-9B4E053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7DE52AA-3F39-4C04-98D7-80AB2C2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A43245E-976C-4FFF-A291-782B7E3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5EC5D6B-5E79-4851-A169-82C628B8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395EB6C-3880-4503-A32F-77ACF3F4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FD1D2EE-B925-43B1-AF96-0EB78B75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191A5863-FBA6-45ED-8BA3-00A5AAA7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F2E0C53-D5B1-4913-9B25-14730EEA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236AEA8-D409-4B66-AD8C-EB098020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90A9740-48F5-43F8-9CE5-FE64664D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4959A5E-6646-459F-9263-6DFC9648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EDAECF8-A13C-4F49-BB25-C690C96A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72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E369E41-2393-4282-9EC7-53CBA9F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A6D4B9E-83A9-400A-B6C5-A12E37F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F3C6310-D74E-4E38-9A55-4467C53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E706E10-5C4C-4C48-B018-12A696DA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B43725E-AA10-48E2-97A9-33256B02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0543558-8D90-4493-B28B-A8CF1351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7A79755-E56F-4396-98C0-F3309AEC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BABC23B-5D93-4FAE-9D0C-E3D1C41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741ACEB-396E-41E0-A01A-84844AB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FF1BF08-E800-4FBC-A6A4-29070C5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EDFF6C0-9096-430C-887C-2FE93E39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DB849DD-77CA-4885-9545-28DBEACD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E92F51A1-1D95-46BA-B07B-D791C54E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DCF1425-5F45-436B-9087-8BD0ECF2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3DB1ADA-C38A-49E7-9848-2B85AC9C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7A7FA03-99BE-4B88-95B4-E894268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93FE529-B2A2-4CFE-BBAB-3BD4126D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F2098B5-A2BD-4EE4-88D0-16BC28CF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1BBF8B0-D72F-4D8E-9ACA-D7712F24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5D6770F-E3E0-467E-83F6-F4ABDB86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3ABDB75-1943-46D9-BC97-0AEE7FF2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85317E7-D325-43E8-BF97-403347E1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2EEB447-B2DB-4148-BF9F-9E48009D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39420A4-6D9D-4A6C-8BC4-8A01DC34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4EDF90F-9D7B-4E51-B447-2E9D12EB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6E7FCD2-F713-4539-8672-A40A572B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EC23AA8-862E-4909-8746-2D865BA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F5525E3-488F-4576-A6CC-78A35894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E077AB3-034E-4D61-8342-07B7654C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9DA58EA-62C6-4A4A-8582-56B162AA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8481E84-3FF2-4179-BAE0-AED48682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2B85B8FD-67E0-40CC-894F-E2B00D5B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5523AD5-AD76-4AA6-A64A-F15E29E6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1432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DCCABF13-5328-4352-8ACF-76A9B2DE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第6行，第5–12列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8C4564F-6674-4F3A-B968-12D283A2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text-262">
            <a:extLst xmlns:a="http://schemas.openxmlformats.org/drawingml/2006/main">
              <a:ext uri="{FF2B5EF4-FFF2-40B4-BE49-F238E27FC236}">
                <a16:creationId xmlns:a16="http://schemas.microsoft.com/office/drawing/2014/main" id="{AADA2FEF-AE24-445D-8999-085E74D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2CC56C4-F703-4E86-86BE-C65B3759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DB2A9B50-E4E9-4F65-93B7-4EA0EC46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0996A27-5FB6-492B-AA10-AF8C855E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text-266">
            <a:extLst xmlns:a="http://schemas.openxmlformats.org/drawingml/2006/main">
              <a:ext uri="{FF2B5EF4-FFF2-40B4-BE49-F238E27FC236}">
                <a16:creationId xmlns:a16="http://schemas.microsoft.com/office/drawing/2014/main" id="{99650D55-3EF0-4429-9D83-1E0497DD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A6551290-A875-4795-9C01-183AA912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text-268">
            <a:extLst xmlns:a="http://schemas.openxmlformats.org/drawingml/2006/main">
              <a:ext uri="{FF2B5EF4-FFF2-40B4-BE49-F238E27FC236}">
                <a16:creationId xmlns:a16="http://schemas.microsoft.com/office/drawing/2014/main" id="{42611B00-4BD6-40B6-8F92-BF7F7326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9050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0B44AB2-6239-47C2-84A7-F556BA0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C139C9E-5E6D-4BB6-AB42-5C12B49A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CBCCCB4-0CDF-4D77-9BA9-F506C19A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1D7FB17-7FEB-40A4-893E-D7A298B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CEE0B71-A5A0-412D-9E45-8988AA4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44C97CC-472C-432C-B2FB-A203F298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45D5061-060A-42CC-B66D-5B77E465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74DBA8E-A50B-4E1B-88D6-182D5245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A16F5097-6B2D-41B2-8769-86A8905E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4337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从左到右写出每格的码字</a:t>
            </a:r>
          </a:p>
        </p:txBody>
      </p:sp>
      <p:sp>
        <p:nvSpPr>
          <p:cNvPr id="279" name="text-278">
            <a:extLst xmlns:a="http://schemas.openxmlformats.org/drawingml/2006/main">
              <a:ext uri="{FF2B5EF4-FFF2-40B4-BE49-F238E27FC236}">
                <a16:creationId xmlns:a16="http://schemas.microsoft.com/office/drawing/2014/main" id="{B72C1C4C-4EF7-4F69-A699-1EA19CA4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0" name="text-279">
            <a:extLst xmlns:a="http://schemas.openxmlformats.org/drawingml/2006/main">
              <a:ext uri="{FF2B5EF4-FFF2-40B4-BE49-F238E27FC236}">
                <a16:creationId xmlns:a16="http://schemas.microsoft.com/office/drawing/2014/main" id="{C00FCB64-D9FE-4E92-B44E-A4ECF5BB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1" name="text-280">
            <a:extLst xmlns:a="http://schemas.openxmlformats.org/drawingml/2006/main">
              <a:ext uri="{FF2B5EF4-FFF2-40B4-BE49-F238E27FC236}">
                <a16:creationId xmlns:a16="http://schemas.microsoft.com/office/drawing/2014/main" id="{82DAD5A0-7145-4EAC-B366-6F1F0D8F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2" name="text-281">
            <a:extLst xmlns:a="http://schemas.openxmlformats.org/drawingml/2006/main">
              <a:ext uri="{FF2B5EF4-FFF2-40B4-BE49-F238E27FC236}">
                <a16:creationId xmlns:a16="http://schemas.microsoft.com/office/drawing/2014/main" id="{864FC35C-9B57-48C0-8C6A-9C5F85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3" name="text-282">
            <a:extLst xmlns:a="http://schemas.openxmlformats.org/drawingml/2006/main">
              <a:ext uri="{FF2B5EF4-FFF2-40B4-BE49-F238E27FC236}">
                <a16:creationId xmlns:a16="http://schemas.microsoft.com/office/drawing/2014/main" id="{323B6DC6-56CF-417F-BC56-67B305D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4" name="text-283">
            <a:extLst xmlns:a="http://schemas.openxmlformats.org/drawingml/2006/main">
              <a:ext uri="{FF2B5EF4-FFF2-40B4-BE49-F238E27FC236}">
                <a16:creationId xmlns:a16="http://schemas.microsoft.com/office/drawing/2014/main" id="{3BFBF41E-2F41-4EB2-AA53-61140BC5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285" name="text-284">
            <a:extLst xmlns:a="http://schemas.openxmlformats.org/drawingml/2006/main">
              <a:ext uri="{FF2B5EF4-FFF2-40B4-BE49-F238E27FC236}">
                <a16:creationId xmlns:a16="http://schemas.microsoft.com/office/drawing/2014/main" id="{47245BC3-AFAB-4116-B3BB-ACFFF430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286" name="text-285">
            <a:extLst xmlns:a="http://schemas.openxmlformats.org/drawingml/2006/main">
              <a:ext uri="{FF2B5EF4-FFF2-40B4-BE49-F238E27FC236}">
                <a16:creationId xmlns:a16="http://schemas.microsoft.com/office/drawing/2014/main" id="{AEA11C46-37F8-44F1-90F1-F999F8C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05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287" name="text-286">
            <a:extLst xmlns:a="http://schemas.openxmlformats.org/drawingml/2006/main">
              <a:ext uri="{FF2B5EF4-FFF2-40B4-BE49-F238E27FC236}">
                <a16:creationId xmlns:a16="http://schemas.microsoft.com/office/drawing/2014/main" id="{7247CB38-9AFD-42B4-A05B-69B8BA6D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8×2 = 16 bit</a:t>
            </a:r>
          </a:p>
        </p:txBody>
      </p:sp>
    </p:spTree>
    <p:extLst>
      <p:ext uri="{BB962C8B-B14F-4D97-AF65-F5344CB8AC3E}">
        <p14:creationId xmlns:p14="http://schemas.microsoft.com/office/powerpoint/2010/main" val="11012540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7AB73-5A23-4433-A6CA-852A770E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4F1A7-D181-43DF-AF33-119E5079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FA0C45-2495-48C2-A9BC-81D3DC0B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FC17DFA-EEFF-4962-88F6-828C393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15AD309-EA10-439A-99C9-A3F4B43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ED7AD59-A879-4015-8DE1-29EE9C5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</p:spTree>
    <p:extLst>
      <p:ext uri="{BB962C8B-B14F-4D97-AF65-F5344CB8AC3E}">
        <p14:creationId xmlns:p14="http://schemas.microsoft.com/office/powerpoint/2010/main" val="16554478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B7AB73-5A23-4433-A6CA-852A770E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4F1A7-D181-43DF-AF33-119E5079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FA0C45-2495-48C2-A9BC-81D3DC0B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FC17DFA-EEFF-4962-88F6-828C393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15AD309-EA10-439A-99C9-A3F4B43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ED7AD59-A879-4015-8DE1-29EE9C5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2B7F5-4E06-40C6-A534-BEBC92A5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62A4D-85AF-48ED-B592-8ADAE416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E89F2-E69A-4FEF-B8D2-08CCFCA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800C6-E778-4277-AEA2-CB43C663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C57F6-5C4C-4D8F-A9FE-0FAA4132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DD074-C07C-4F6B-82CB-E5EED935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1AB80-F9F5-451E-8B54-289C0EB7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F1256-43F9-4826-B914-D658A017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4E211-8B1D-440D-B6B3-187A08DD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7823D-68E8-434B-ACFE-9DF38C7B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56E0C-57B9-40FB-8742-3A16E70E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F2C9D-8E55-4C97-955A-AC7B5BC0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321E8-42F6-454D-9BD6-C50BF913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AABEF-1F23-418E-9DB2-97A1D7E2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A7A4E-374E-4F60-B74D-E4DA985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CD512-8801-4E5D-A3C0-547D626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F5B6A-E2B7-4350-8B09-A9921627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9A67F6-37D9-4355-8B6F-3E45FDE4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12397-80EA-424C-9677-7D816336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8CE7C-CB8C-4C29-AD4E-DBD9CB58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B1C38-8FEC-41C4-8368-097C0C96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664FF-22C4-4B3E-9490-C1CD413F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8BB27-D3FC-4BD8-8ED8-170CE60A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672B6D-DFCE-4832-B14D-D53F5245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C01A1F-25CB-4856-8D80-5A7B0863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D03B74-E534-4284-A68E-BF5BB03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29500" y="2905125"/>
            <a:ext cx="2000250" cy="2000250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8C64E1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CD70F53C-DA99-459E-BB1A-BB8694EE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像素点阵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573D40B-C20B-45B2-8166-0864D2A6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重新绘制边界</a:t>
            </a:r>
          </a:p>
        </p:txBody>
      </p:sp>
    </p:spTree>
    <p:extLst>
      <p:ext uri="{BB962C8B-B14F-4D97-AF65-F5344CB8AC3E}">
        <p14:creationId xmlns:p14="http://schemas.microsoft.com/office/powerpoint/2010/main" val="16554478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DA6FBE1-A398-4C10-9775-4A470D39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3D419-B713-45EA-A2BF-9FF7A220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50EC13-E1E3-4285-9824-19CA7D5B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A7F6E-B2E5-41E8-86EC-CAFECB1A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ACAF1-CDFF-48DC-9362-ABB1C494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9B53A-C1E1-4D88-A240-16371F1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44F67-B972-42BB-95F3-837A643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361AB-8F9A-4DFF-B603-72F97393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29A69-EEBE-4FBE-B359-9DE1949F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078EE-370E-4D50-9515-5328989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9F883-AAEB-41B0-A18C-CC523DA4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0D1F-AD38-4AED-9CFB-EAA718C4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9AC94-671C-484A-B16B-863FC346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6A0D7-F347-4B8C-B99E-BDD470AE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31E47-099E-4843-8BF2-DDBD8BF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9B962-3AB0-4F62-A85F-5F2DE81A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F0CB2-0CB4-45C1-8361-E942F47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3B395-29BE-4DB9-B6B4-BC08B180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1F122-1439-4695-A389-D010BC5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FA804-9D1E-4FE1-901C-A49F41C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E13A7-CBE1-47A8-93A6-B01FF971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82066-1D35-4314-8FE4-5A04049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B3957-C2E1-4092-97F4-C30138DC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57362-8712-42B2-8D70-1DE6595D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CDE32-2121-43EC-A55E-66253EA5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D900D-13B7-43D9-899C-D65F3DBB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A31DA-41C1-4264-900C-E822FBA8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A8375-20AD-428B-8736-C3CB8E92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9CB2DA-2B74-4DD1-BE0C-2D61BB8D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8A7D2E-5F82-4F2C-A808-1D5CB27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A8A568-25D5-4EB6-86E1-B58C40A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AE6013-ADF4-43F6-9A9A-E7B17BF4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144B8-55AB-4F17-959F-E3270638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44751C-FFE9-49E1-A2CC-9E512DCA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B4D2D7-F937-4393-84DC-82E0CA1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C3CCAA-3048-4623-B3AD-B5694FD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40B056-370C-4898-8816-94A34D61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C775D3-86F4-49A6-BA22-21C90D92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03DF18-C71C-4347-8A3F-F350C81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6C81FB-1CB5-4823-A09B-5094A883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57D87E-25C3-4DEF-AAD7-3BA2F388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138FA9-6E0A-46EB-9A09-D336DE47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723B94-78BA-48CA-AFE0-B387AC9B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EF2593-2CD7-43A0-B8EB-9DE0AB32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07D45C-E888-4055-8DB3-A024F84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C81194-A504-4780-87FC-392D2452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9B7749-72D8-4531-8C2E-07642FD5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2D8AFD-126B-4489-ADFF-94910913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AA95D2-71D7-4283-8BA6-322DA84C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EC3558-F974-4FF7-9CAD-070530C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FD38A4-1480-4DE9-8416-4BEE2D75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FBDEAF-485C-45E1-9BA3-45305C61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3F3424-01F3-4665-939B-F1896756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BB73A8-EDBE-4353-B166-383A986C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5FB2F6-FAB1-4FE7-8B3C-2C68C44A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EBAEB1-F760-4AF6-A2BE-4303956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F66B63-4699-422A-BFF4-F2BD1BA7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0A402D-36E6-4EB3-99B5-386422F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4DA462-C6BD-45EA-897B-D6DEEFF8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4C5E0B-EF8B-432E-A8AA-146B6D4D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5CE038-1A7C-41D3-9BFF-871B5B1D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3ACF94-8DAA-4DD7-8463-3412855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9D0CA42-62CC-4A43-BE4F-C40C17C8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0C22E8-30BF-451A-9739-730071C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1DB5A9-8E46-42C9-B3BD-B2B1B25F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00037A-E3CF-4580-8D57-CAE7CF63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D6B445-1586-46DB-AC86-A7718774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C2A232-761D-40CE-B683-BD9EEE7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6C4EF6-1BA6-4A37-93D4-69586B1C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66A91E-9C77-4A0F-9101-11E2EE6A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B5F7AD-F249-4740-9EE7-23FFB874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AEBFC3-F609-460D-925B-0685A93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06BD66-3B6F-4BA9-B7B8-758C4E00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D2B365-167E-4036-91E9-A4A84D1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AABE82-E45A-413B-81DE-6F9A7B02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4EE206-0E84-40C6-B78E-E36A2B5A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440837-F6CD-4AD8-AC3D-762EE773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582C8F-7B6F-433E-A39A-33367376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D1321E-9EF7-4D75-B5B2-B38E021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CB63C8-15D4-4B28-A977-F6CD950F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9900046-5345-48FA-8CBA-E9067851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FAABFF-0EFE-4A0A-917B-99A8697C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34A8C4-0436-4FF4-808B-5BC3A677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1BB11A-0CC7-4628-94DB-F49A3E01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8FE7DC-3527-4374-8A85-7C12BC12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41E54B3-C0C1-4892-A746-53BCE996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E158392-9EE9-4AFB-9608-2AF5ECF1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A6C64B3-D153-4762-8EBC-409DD3E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85A42DB-F630-4DDD-987E-C33669AE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546B547-1DF8-4B73-8C02-467D1893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5EF964-5309-4F5F-8081-EF1E47E1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C11D8B1-7910-4142-8EC2-5BA4D68A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9BBB9AA-CD17-4D8B-BBC2-33E02B80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02F41B-AC7E-437F-8D63-CF4EEF6B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F8F5D7-735A-49B6-B685-40435F95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3A033A7-2313-4401-9C85-B49CE218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0CB1CF-DAA4-4928-B295-E7DACE85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5B47B2-491E-43CA-8D55-528862F3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A7D9590-59B7-47D3-A1AD-9C00F472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7E8FDEF-A2F3-49D0-900D-8FC8B71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26BA181-1230-4F28-819B-4990025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EBFEA8-32ED-4D02-AD9D-0EB220DF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1A43F6F-E762-418A-9473-B08F16A9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8212A22-50AF-40A1-BE07-29FD73E5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56A4DD2-6539-4CE5-B67A-BCEAECD6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8A82A51-0FE1-4ED4-AA57-88B8BFD5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1C643CC-2682-4C53-BE1A-B83E6BAB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FD11C1-23AD-4AB6-8555-7233244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D6A690F-E1FA-4A45-9B72-C3EA5A52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476468D-A3D4-42CF-97D0-E37C642C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C01E1BE-A1F7-483C-B66C-465B942C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4635AE-7FDC-4FC7-A08D-7E5A3F7B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7E2BBD2-2606-44BE-85C8-2D39B4E2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48D3EB7-AF29-4AB3-8350-B3CDA0BF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2EBBCC4-14CE-4A59-B72E-F4599F90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213589E-3D91-45BF-9619-CB686182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D1172A-7E20-4CCE-B7AB-34888F1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6502969-3A85-4268-997D-703222C5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B61796E-A69D-45B1-8D8A-01EDE241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3E98BCC-0861-43B1-A05A-5CBBF02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EF26DDC-8CC9-4CF2-80D7-C0F6B435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5A360FF-9E78-44C0-83C7-E5E62392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C8CE78-5DFA-4E8F-B505-5435E029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B5F983E-BEC9-4B65-85AA-E1BA85B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61B7FB2-1185-440F-8A29-35EFD298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1828C15-9A03-45C9-A8D7-7E68E51A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7096F5F-25C5-42F1-846F-34124F5A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88447B6-FA58-492E-9E0E-9EEACEE6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F229153-A13F-4D4C-B4B3-1B693AAC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6FC128B-8008-4A4D-96D5-36C87F2F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6026446-BADD-4C18-8B0E-F8D82952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0A3817D-9E4A-4EA4-8E60-AC15745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2D13EE4-3831-4670-AC07-5982147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9D26401-A842-4E6B-8594-5658705A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7061EAF-1507-4432-8FDA-6F3A7FB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720E7D2-23C5-4C67-8957-D826E12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5E97AF7-F005-4124-B26C-C85B3F64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DBC8B42-B742-4BA8-BC5A-AFA9E81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F684893-BB8E-4C90-8F36-A5879FB4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BA8CF8C-B00C-4E6D-892A-3BA3DBA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770FB02-0AFB-4E9B-BC6E-E574B7A2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C129080-57BA-48BA-A030-A2B54B31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ACCE693-11C4-469F-B2C4-B67E69EF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9EBA605-E25E-4859-84E7-D4FF02DF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A007CAE-1317-4F84-96D6-1996FF58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5025B8C-A751-449F-B778-3F0BE3AD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05A2938-1196-40D8-A3A7-63B43D81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7C71A4E-EFE7-47B5-9169-82C7656E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A4E04AE-1D52-4411-82FA-5967761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4488FA8-D1B9-42F6-9CEF-BF2B031B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7BEDFCA-F078-44AF-8754-0384F03F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366106D-99D4-4332-BD5E-D3878682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34018D6-9DED-47AC-89F0-03A48B6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B69FF21-B8A5-419A-8007-F5F5AF5D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D50928A-5616-4008-9A88-89FC026B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3B12985-7F50-4B55-B864-C5EB5ABC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4C4C93E-4968-4288-AD23-E409361E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D15EA7D-7699-4F05-A5D0-613E67ED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C46B5AC-1D8A-4563-BC1D-ADB44358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FE7BDD4-D0C2-48FE-B1DB-5EF25385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0B662B6-5C80-4E60-B0C3-6E0B8D8C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2F767B8-C0A6-4F06-AC31-A4C0D83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D2A1E4C-75B2-4437-B542-2FAE304D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BD03BAC-7412-437F-B4B5-8EBC48A8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5DB4C45-96B7-4AB6-83CD-E240E039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6B9CB58-CFEE-40A9-AEFF-79CCE679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880A02D-F60C-4C4D-9A82-C0F81576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CEF6529-173B-4CF8-B70B-CFFF7161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7080588-4CC2-4CA4-86C6-933D2CE4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746D626-2FE6-4601-A53B-A58FA877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95F936F-A21B-4C84-A0E2-5DB21002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A93E6E3-2B42-47BC-B30D-A6469D93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58C712B-5657-4EB2-B34F-9001DF4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33D3BAE-B9A7-451D-972B-C2D16626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15D9496-9C96-4241-AB12-B8C4C8C7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8EC1A03-E584-40DE-B8FF-09F619BF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C77EB9D-AEC1-40FE-821E-98C34FBD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6A97C20-87B8-4C61-8E08-431C051A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9813C02-B71D-457E-941B-5D3EEDAE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719D18A-7137-4C77-A16A-B5ED54B5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E61B13B-8CB4-434F-AF70-F26637B0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03063A1-1471-437F-BF5D-86C07F0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4D5088E-01DC-41A0-9B80-30F76932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B8415E3-3CE7-439C-92D4-5ABBA315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26CC610-531B-4C5E-A174-6DAD2912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138AC68-E9AF-4092-958F-BA06602B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D38F1A7-274F-44B3-9EB9-F2CDBB7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3D3443D-360A-4ED7-BBB6-6689B789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4E08935-74A4-4894-8750-85E61E0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E5796C8-309E-4550-932D-FB334270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CFB6E5C-EB09-4F90-8218-696A69F8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AE4AFD9-9D29-4265-AF5A-6A64141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C87DC47-EDC3-4AC5-B37C-FB35029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57A5C06-DFA9-4E72-A3CA-05BC854A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AA406B9-23EA-4B03-A43F-37AFE057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9DE1C6C-8882-45FD-8E03-B531EE7A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9863D33-D853-4DC9-A1A5-5D91071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5A36BDF-693F-46A2-B975-F9D73D86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88FFA60-2248-4C3A-B1B7-C51CE4C5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3A31C73-FE1C-420F-B4F9-1A1BE15E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0A4B81D-C2B0-400D-825C-56616A4E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90C7B47-61DF-438D-81D1-AB829FE2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0F0250B-8304-4202-8BA8-49E106E5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89DF41F-DE0E-487A-850C-67FC7B3E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B8C6ECB-826E-4CBD-851D-B7BBA0CD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ED3AB34-9120-4A62-AC2D-E076FF27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B341E80-1A93-473C-B7F3-DD5483B2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DECF619-AF26-4349-850C-80D051E7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B631EBD-FDAD-45A4-BF8A-7742A2D2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8520C27-B7F8-4017-99E0-7CD320B6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357C486-251E-459C-8491-5704777A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54BB7C0-FEF9-467C-8EC7-EE7BD0F5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9A73B3D-4877-49F7-8742-497408E5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F1877EA-C11A-40DF-8B70-1D8B1124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730F9A8-A247-46D9-A2A3-2DC0763C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13A8060-7C0E-4847-AA0E-0D8C585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34C9FE3-CA4C-437B-B53F-C75F276C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9754A9A-11B2-4DD1-A83F-5F577CDD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6522E4F-1EC0-450F-8F97-5AB25C51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DEEDB17-C472-45C2-8F27-C28D8DCB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41211CD-4173-4AE4-A3EA-437C94F3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146CCE84-B088-4F46-B377-E4D8965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3CE8A70-4F72-4A3E-8DB7-597EFE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7CA6C8E-BE3D-48E0-BCD2-E41F08B5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14ACDAC-5486-4D9D-AC60-11E5BA5B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BBEEB69-2A48-4224-B187-30FC6EAD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5480DF2-7A34-4926-AFE6-941D521F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B109A24-930A-4B72-8FAF-9DA79B02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9CF9C24-E563-4B4F-82E2-E8047743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981616E-DA8D-430C-907A-A77351D5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B745056-EA10-49DD-A7BB-0E93606D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B6C04A5-D770-427A-83B9-994DF65C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21513F4-1193-4AD5-A85F-121579AF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256459C-A951-44EE-902F-BE44A95C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3DF8E65-CF1A-478D-842E-DFA48D5A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681232F-5286-4A56-A907-B027A94A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DD3610D-0CD2-4FED-A725-5F0703B1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F210E81-2E32-4EAC-85E2-73CF1F2D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9B56B59-81C8-4F9C-B829-3D1AFAA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3ADC372-BF2B-4269-ADFB-4047410E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6E06C71-FDAC-499F-AD88-3FD26145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1B9707B-FCDC-425D-BA2C-F281737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DA6F1B9-8C42-4DF2-B844-27F7A346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E8B27B4-4EC0-41FB-8B31-032A7E43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AAD4C46-AC82-4A21-8303-157DA56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8FB8160-FABB-49A0-AFEF-0176C3F5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C132DEC-0AF4-4B56-9628-DA36E058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5D82279-9F5B-44E4-835E-3FC7BEE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FF5ABCD-30B6-4F0C-9DE5-7846CA24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BD09C8E7-5994-41F2-960B-2677331D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F8E23BE-6B4F-4B73-BB23-4C149F3A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005DBCF5-A2AD-4E84-BB51-8FF04871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BA237E9-1570-48AA-BBF7-9DE3018E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7270182-F9B8-429A-A2BE-2FEFBC05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8845BE94-9F7F-4CDD-9CA7-7DFD3341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4397CFB-F9EF-4690-ADD8-3F3FFC7A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B01DB0A-32D2-4301-A3C6-8B070E55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A0BA629-D82E-4353-8AC1-49FF826F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51E5D5F-FCD8-49E4-9609-145E82BF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C7278311-062C-4ACC-93B4-522D8E2A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</p:spTree>
    <p:extLst>
      <p:ext uri="{BB962C8B-B14F-4D97-AF65-F5344CB8AC3E}">
        <p14:creationId xmlns:p14="http://schemas.microsoft.com/office/powerpoint/2010/main" val="16810671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ADA6FBE1-A398-4C10-9775-4A470D39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3D419-B713-45EA-A2BF-9FF7A220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50EC13-E1E3-4285-9824-19CA7D5B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格子不变，颜色还能怎样改进？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A7F6E-B2E5-41E8-86EC-CAFECB1A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ACAF1-CDFF-48DC-9362-ABB1C494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9B53A-C1E1-4D88-A240-16371F1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44F67-B972-42BB-95F3-837A643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361AB-8F9A-4DFF-B603-72F97393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29A69-EEBE-4FBE-B359-9DE1949F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078EE-370E-4D50-9515-5328989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9F883-AAEB-41B0-A18C-CC523DA4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0D1F-AD38-4AED-9CFB-EAA718C4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9AC94-671C-484A-B16B-863FC346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6A0D7-F347-4B8C-B99E-BDD470AE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31E47-099E-4843-8BF2-DDBD8BF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9B962-3AB0-4F62-A85F-5F2DE81A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F0CB2-0CB4-45C1-8361-E942F47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3B395-29BE-4DB9-B6B4-BC08B180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1F122-1439-4695-A389-D010BC5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FA804-9D1E-4FE1-901C-A49F41C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E13A7-CBE1-47A8-93A6-B01FF971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82066-1D35-4314-8FE4-5A04049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B3957-C2E1-4092-97F4-C30138DC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57362-8712-42B2-8D70-1DE6595D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CDE32-2121-43EC-A55E-66253EA5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D900D-13B7-43D9-899C-D65F3DBB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A31DA-41C1-4264-900C-E822FBA8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A8375-20AD-428B-8736-C3CB8E92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9CB2DA-2B74-4DD1-BE0C-2D61BB8D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8A7D2E-5F82-4F2C-A808-1D5CB27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A8A568-25D5-4EB6-86E1-B58C40A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AE6013-ADF4-43F6-9A9A-E7B17BF4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144B8-55AB-4F17-959F-E3270638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44751C-FFE9-49E1-A2CC-9E512DCA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B4D2D7-F937-4393-84DC-82E0CA1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C3CCAA-3048-4623-B3AD-B5694FD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40B056-370C-4898-8816-94A34D61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C775D3-86F4-49A6-BA22-21C90D92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03DF18-C71C-4347-8A3F-F350C81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6C81FB-1CB5-4823-A09B-5094A883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57D87E-25C3-4DEF-AAD7-3BA2F388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138FA9-6E0A-46EB-9A09-D336DE47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723B94-78BA-48CA-AFE0-B387AC9B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EF2593-2CD7-43A0-B8EB-9DE0AB32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07D45C-E888-4055-8DB3-A024F84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C81194-A504-4780-87FC-392D2452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9B7749-72D8-4531-8C2E-07642FD5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2D8AFD-126B-4489-ADFF-94910913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AA95D2-71D7-4283-8BA6-322DA84C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EC3558-F974-4FF7-9CAD-070530C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FD38A4-1480-4DE9-8416-4BEE2D75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FBDEAF-485C-45E1-9BA3-45305C61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3F3424-01F3-4665-939B-F1896756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BB73A8-EDBE-4353-B166-383A986C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5FB2F6-FAB1-4FE7-8B3C-2C68C44A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EBAEB1-F760-4AF6-A2BE-4303956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F66B63-4699-422A-BFF4-F2BD1BA7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0A402D-36E6-4EB3-99B5-386422F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4DA462-C6BD-45EA-897B-D6DEEFF8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4C5E0B-EF8B-432E-A8AA-146B6D4D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5CE038-1A7C-41D3-9BFF-871B5B1D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3ACF94-8DAA-4DD7-8463-3412855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9D0CA42-62CC-4A43-BE4F-C40C17C8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0C22E8-30BF-451A-9739-730071C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1DB5A9-8E46-42C9-B3BD-B2B1B25F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00037A-E3CF-4580-8D57-CAE7CF63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D6B445-1586-46DB-AC86-A7718774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C2A232-761D-40CE-B683-BD9EEE7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6C4EF6-1BA6-4A37-93D4-69586B1C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66A91E-9C77-4A0F-9101-11E2EE6A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B5F7AD-F249-4740-9EE7-23FFB874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AEBFC3-F609-460D-925B-0685A93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06BD66-3B6F-4BA9-B7B8-758C4E00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D2B365-167E-4036-91E9-A4A84D1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AABE82-E45A-413B-81DE-6F9A7B02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4EE206-0E84-40C6-B78E-E36A2B5A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440837-F6CD-4AD8-AC3D-762EE773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582C8F-7B6F-433E-A39A-33367376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D1321E-9EF7-4D75-B5B2-B38E021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CB63C8-15D4-4B28-A977-F6CD950F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9900046-5345-48FA-8CBA-E9067851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FAABFF-0EFE-4A0A-917B-99A8697C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34A8C4-0436-4FF4-808B-5BC3A677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1BB11A-0CC7-4628-94DB-F49A3E01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8FE7DC-3527-4374-8A85-7C12BC12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41E54B3-C0C1-4892-A746-53BCE996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E158392-9EE9-4AFB-9608-2AF5ECF1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A6C64B3-D153-4762-8EBC-409DD3E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85A42DB-F630-4DDD-987E-C33669AE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546B547-1DF8-4B73-8C02-467D1893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5EF964-5309-4F5F-8081-EF1E47E1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C11D8B1-7910-4142-8EC2-5BA4D68A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9BBB9AA-CD17-4D8B-BBC2-33E02B80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02F41B-AC7E-437F-8D63-CF4EEF6B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F8F5D7-735A-49B6-B685-40435F95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3A033A7-2313-4401-9C85-B49CE218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0CB1CF-DAA4-4928-B295-E7DACE85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5B47B2-491E-43CA-8D55-528862F3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A7D9590-59B7-47D3-A1AD-9C00F472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7E8FDEF-A2F3-49D0-900D-8FC8B71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26BA181-1230-4F28-819B-4990025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EBFEA8-32ED-4D02-AD9D-0EB220DF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1A43F6F-E762-418A-9473-B08F16A9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8212A22-50AF-40A1-BE07-29FD73E5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56A4DD2-6539-4CE5-B67A-BCEAECD6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8A82A51-0FE1-4ED4-AA57-88B8BFD5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1C643CC-2682-4C53-BE1A-B83E6BAB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FD11C1-23AD-4AB6-8555-7233244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D6A690F-E1FA-4A45-9B72-C3EA5A52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476468D-A3D4-42CF-97D0-E37C642C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C01E1BE-A1F7-483C-B66C-465B942C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4635AE-7FDC-4FC7-A08D-7E5A3F7B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7E2BBD2-2606-44BE-85C8-2D39B4E2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48D3EB7-AF29-4AB3-8350-B3CDA0BF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2EBBCC4-14CE-4A59-B72E-F4599F90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213589E-3D91-45BF-9619-CB686182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D1172A-7E20-4CCE-B7AB-34888F1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6502969-3A85-4268-997D-703222C5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B61796E-A69D-45B1-8D8A-01EDE241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3E98BCC-0861-43B1-A05A-5CBBF020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EF26DDC-8CC9-4CF2-80D7-C0F6B435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5A360FF-9E78-44C0-83C7-E5E62392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C8CE78-5DFA-4E8F-B505-5435E029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B5F983E-BEC9-4B65-85AA-E1BA85B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61B7FB2-1185-440F-8A29-35EFD298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1828C15-9A03-45C9-A8D7-7E68E51A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7096F5F-25C5-42F1-846F-34124F5A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88447B6-FA58-492E-9E0E-9EEACEE6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F229153-A13F-4D4C-B4B3-1B693AAC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6FC128B-8008-4A4D-96D5-36C87F2F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6026446-BADD-4C18-8B0E-F8D82952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0A3817D-9E4A-4EA4-8E60-AC15745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2D13EE4-3831-4670-AC07-5982147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9D26401-A842-4E6B-8594-5658705A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7061EAF-1507-4432-8FDA-6F3A7FB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720E7D2-23C5-4C67-8957-D826E12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5E97AF7-F005-4124-B26C-C85B3F64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DBC8B42-B742-4BA8-BC5A-AFA9E81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F684893-BB8E-4C90-8F36-A5879FB4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BA8CF8C-B00C-4E6D-892A-3BA3DBA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770FB02-0AFB-4E9B-BC6E-E574B7A2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C129080-57BA-48BA-A030-A2B54B31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ACCE693-11C4-469F-B2C4-B67E69EF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9EBA605-E25E-4859-84E7-D4FF02DF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A007CAE-1317-4F84-96D6-1996FF58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5025B8C-A751-449F-B778-3F0BE3AD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05A2938-1196-40D8-A3A7-63B43D81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7C71A4E-EFE7-47B5-9169-82C7656E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A4E04AE-1D52-4411-82FA-5967761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4488FA8-D1B9-42F6-9CEF-BF2B031B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7BEDFCA-F078-44AF-8754-0384F03F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366106D-99D4-4332-BD5E-D3878682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34018D6-9DED-47AC-89F0-03A48B6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B69FF21-B8A5-419A-8007-F5F5AF5D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D50928A-5616-4008-9A88-89FC026B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3B12985-7F50-4B55-B864-C5EB5ABC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4C4C93E-4968-4288-AD23-E409361E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D15EA7D-7699-4F05-A5D0-613E67ED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C46B5AC-1D8A-4563-BC1D-ADB44358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FE7BDD4-D0C2-48FE-B1DB-5EF25385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0B662B6-5C80-4E60-B0C3-6E0B8D8C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2F767B8-C0A6-4F06-AC31-A4C0D83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D2A1E4C-75B2-4437-B542-2FAE304D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BD03BAC-7412-437F-B4B5-8EBC48A8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5DB4C45-96B7-4AB6-83CD-E240E039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6B9CB58-CFEE-40A9-AEFF-79CCE679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880A02D-F60C-4C4D-9A82-C0F81576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CEF6529-173B-4CF8-B70B-CFFF7161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7080588-4CC2-4CA4-86C6-933D2CE4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746D626-2FE6-4601-A53B-A58FA877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95F936F-A21B-4C84-A0E2-5DB21002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A93E6E3-2B42-47BC-B30D-A6469D93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58C712B-5657-4EB2-B34F-9001DF4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33D3BAE-B9A7-451D-972B-C2D16626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15D9496-9C96-4241-AB12-B8C4C8C7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8EC1A03-E584-40DE-B8FF-09F619BF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C77EB9D-AEC1-40FE-821E-98C34FBD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6A97C20-87B8-4C61-8E08-431C051A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9813C02-B71D-457E-941B-5D3EEDAE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719D18A-7137-4C77-A16A-B5ED54B5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E61B13B-8CB4-434F-AF70-F26637B0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03063A1-1471-437F-BF5D-86C07F0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4D5088E-01DC-41A0-9B80-30F76932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B8415E3-3CE7-439C-92D4-5ABBA315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26CC610-531B-4C5E-A174-6DAD2912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138AC68-E9AF-4092-958F-BA06602B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D38F1A7-274F-44B3-9EB9-F2CDBB7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3D3443D-360A-4ED7-BBB6-6689B789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4E08935-74A4-4894-8750-85E61E0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E5796C8-309E-4550-932D-FB334270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CFB6E5C-EB09-4F90-8218-696A69F8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AE4AFD9-9D29-4265-AF5A-6A64141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C87DC47-EDC3-4AC5-B37C-FB35029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57A5C06-DFA9-4E72-A3CA-05BC854A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AA406B9-23EA-4B03-A43F-37AFE057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9DE1C6C-8882-45FD-8E03-B531EE7A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9863D33-D853-4DC9-A1A5-5D91071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5A36BDF-693F-46A2-B975-F9D73D86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88FFA60-2248-4C3A-B1B7-C51CE4C5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3A31C73-FE1C-420F-B4F9-1A1BE15E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0A4B81D-C2B0-400D-825C-56616A4E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90C7B47-61DF-438D-81D1-AB829FE2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0F0250B-8304-4202-8BA8-49E106E5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89DF41F-DE0E-487A-850C-67FC7B3E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B8C6ECB-826E-4CBD-851D-B7BBA0CD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ED3AB34-9120-4A62-AC2D-E076FF27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B341E80-1A93-473C-B7F3-DD5483B2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DECF619-AF26-4349-850C-80D051E7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B631EBD-FDAD-45A4-BF8A-7742A2D2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8520C27-B7F8-4017-99E0-7CD320B6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357C486-251E-459C-8491-5704777A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54BB7C0-FEF9-467C-8EC7-EE7BD0F5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9A73B3D-4877-49F7-8742-497408E5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F1877EA-C11A-40DF-8B70-1D8B1124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730F9A8-A247-46D9-A2A3-2DC0763C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13A8060-7C0E-4847-AA0E-0D8C585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34C9FE3-CA4C-437B-B53F-C75F276C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9754A9A-11B2-4DD1-A83F-5F577CDD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6522E4F-1EC0-450F-8F97-5AB25C51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DEEDB17-C472-45C2-8F27-C28D8DCB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41211CD-4173-4AE4-A3EA-437C94F3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146CCE84-B088-4F46-B377-E4D8965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3CE8A70-4F72-4A3E-8DB7-597EFE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7CA6C8E-BE3D-48E0-BCD2-E41F08B5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14ACDAC-5486-4D9D-AC60-11E5BA5B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BBEEB69-2A48-4224-B187-30FC6EAD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5480DF2-7A34-4926-AFE6-941D521F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B109A24-930A-4B72-8FAF-9DA79B02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9CF9C24-E563-4B4F-82E2-E8047743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981616E-DA8D-430C-907A-A77351D5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B745056-EA10-49DD-A7BB-0E93606D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9B6C04A5-D770-427A-83B9-994DF65C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21513F4-1193-4AD5-A85F-121579AF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256459C-A951-44EE-902F-BE44A95C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3DF8E65-CF1A-478D-842E-DFA48D5A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681232F-5286-4A56-A907-B027A94A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DD3610D-0CD2-4FED-A725-5F0703B1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F210E81-2E32-4EAC-85E2-73CF1F2D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9B56B59-81C8-4F9C-B829-3D1AFAA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3ADC372-BF2B-4269-ADFB-4047410E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6E06C71-FDAC-499F-AD88-3FD26145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1B9707B-FCDC-425D-BA2C-F281737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0DA6F1B9-8C42-4DF2-B844-27F7A346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E8B27B4-4EC0-41FB-8B31-032A7E43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AAD4C46-AC82-4A21-8303-157DA56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8FB8160-FABB-49A0-AFEF-0176C3F5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C132DEC-0AF4-4B56-9628-DA36E058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5D82279-9F5B-44E4-835E-3FC7BEE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FF5ABCD-30B6-4F0C-9DE5-7846CA24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BD09C8E7-5994-41F2-960B-2677331D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F8E23BE-6B4F-4B73-BB23-4C149F3A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005DBCF5-A2AD-4E84-BB51-8FF04871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BA237E9-1570-48AA-BBF7-9DE3018E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7270182-F9B8-429A-A2BE-2FEFBC05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8845BE94-9F7F-4CDD-9CA7-7DFD3341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4397CFB-F9EF-4690-ADD8-3F3FFC7A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B01DB0A-32D2-4301-A3C6-8B070E55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A0BA629-D82E-4353-8AC1-49FF826F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51E5D5F-FCD8-49E4-9609-145E82BF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text-259">
            <a:extLst xmlns:a="http://schemas.openxmlformats.org/drawingml/2006/main">
              <a:ext uri="{FF2B5EF4-FFF2-40B4-BE49-F238E27FC236}">
                <a16:creationId xmlns:a16="http://schemas.microsoft.com/office/drawing/2014/main" id="{C7278311-062C-4ACC-93B4-522D8E2A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816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   4种颜色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BC2B6A09-C024-46C0-874F-E1E0628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FCDD806-3513-4899-ACB0-AC544E8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0F8E365-21F2-410A-AEE2-33C6DC35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7DB1BDB-0043-43A8-A6C8-EF5A6DD3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B626206-F2FF-4454-8C07-709E00CD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BDB0814-45F3-4017-A1AC-30ECF9D0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1684C940-BEB4-4738-83D8-B0E274DF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446D7A8-4E42-43B8-A015-AF86A2DE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3291B95-C499-46E0-B0B1-7C3A5C4F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6D45190-A6A1-4389-9EC5-241D8744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3C013A9-3D39-4D6B-8D9C-6D74AD3E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F5D0DEB-927F-4DCA-A591-60CDC3F7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CC721D3-BF15-409D-A4AE-03E169E6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C37F80E2-F02A-425E-96DD-4824BCE1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7FAEFD0-9BDD-40EF-9C84-83815351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520ED3E-EC56-44BF-9485-F94898FF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952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9699478-759B-4597-8B16-FF4A26CE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D7E27F2-3CE8-4D6C-9E3B-CAC19DFD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C0D997D7-E29D-4FE9-A53B-DE3ABA29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9BB7020-8B77-4A6B-A9C4-A5FD81F8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E882A59-3D7C-453D-89E9-00B7A485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EF25059-6601-47A7-9F80-903067CE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19882FE-ED0B-4588-9B1B-D728A901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9C6F955-6BA1-4135-BF84-0470FEF3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5932FD6-80B4-4652-876E-E042FDE6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1BAA4AE-0B38-4E17-8D02-3537685C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E0AC27D-F017-49A6-99C7-99FD6A8B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EFF8B6A-F15F-418C-AD6F-47DDC7F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62131AEE-5FDC-432F-9DD1-F5228F48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C85AA87-2D53-4181-B5B7-477FBBA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1D58DAB4-6262-4162-B748-CE12E6AC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964253B-EA4C-4A49-9F5B-E24D271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51EC5B2-174C-4520-8D67-86F3E5F7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ED677CA1-0103-41EE-B890-F82E0A1D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B5A385C-FC14-4049-8F3E-4C269E8C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6FF5F2B-529E-4AA9-8596-B5EA7065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1250E72-BE00-4887-94E5-B5799C3F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88B973D-ABDB-453A-B8FF-81D2D83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A7ADE0CE-535D-414E-836C-C288F789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D3C628EB-6D67-4A42-81BA-72D9F3BE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B57FACF3-7C24-4225-B58C-2C81369A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F8FA2D7E-C00C-47AD-B3AD-EE2C0041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2D427184-EC2D-4AB4-B537-4B0663DB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5414DDE-29B1-4A50-8CC6-0D27849B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D34D7E3-A204-4AD6-93AF-0BB20AC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AC97FF49-CEFC-4161-BB2A-BECB243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E689B3AF-1D5D-4EA7-98E4-89A4E730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EA667484-6F8F-4CA1-BCD2-32AE7C59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93C6E16-2187-4439-94CD-6402D6F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6175BF0C-0394-46D6-A97F-99791FB4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045BFC4-D870-4D81-94BB-EF3BE392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642048AB-709D-4213-946A-3E6C3166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39F3225F-F756-4857-9CA5-AEB82C09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C1318F3-4BAA-4F3E-B14C-6FD66315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49A70F78-950A-4EDF-93DD-445C76AC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EFBF423F-A0CB-449E-B7A8-E52F690C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44C09183-62D1-4C67-96B5-21623BE6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02F595F-8495-4841-96B4-0DDA9ED4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DBB53219-D470-4336-BC8E-247E0DC0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329990A-1F05-4245-AE65-EE37D4D4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A56221A2-1BFF-41D5-96BE-6F818222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CA09EFF0-771E-41ED-B94B-7140E4E9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B6B49FC3-AB51-4E03-972D-23A6867D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EE32C3D-95ED-4C51-B0D7-D0B6E35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424B77A-0BBB-4F41-9C3E-619B4278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697BD903-00FB-448E-820D-5AF528FA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CF58D94-6AD7-4C10-8126-E2CD4F50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6748CF1-42AC-415E-8609-CD7C9E5A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C989205-3C0E-4C8E-B366-4E92BBAD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9507D234-0A2F-4105-A081-7523CC76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F2896EEF-0FEC-490A-9261-1986E233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802C993C-47D4-4CFE-B4B6-FEC205F6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E5CEF885-AE76-4896-A162-2EBE78F0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A0179DB6-0BC1-4EE5-BCDD-33BCB85C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9EA48926-4F25-420C-944A-47850AD7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86EE3DF-17DE-4058-879B-FAD34813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F0D9705D-DDEF-4EDD-94ED-84D48F1A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31CEE16A-3A6D-4ED0-A793-8864699E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A80FE6F-E4D2-4547-9AD7-8D21BB2D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CB526C15-6296-495C-A39D-7FADA59F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67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B26DCD5C-2D01-4505-B479-74FC36D8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2D09366-8517-4F6B-AB38-56E0856C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00BB08C-17CC-47A3-869F-9733688A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690429AE-31C1-4053-9FBD-FCF5637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F4006CA0-1DEC-4117-86A2-2E20E597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87E565F8-65A6-4D92-BC8D-689BA193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46487B93-3E96-4C89-9B7D-C674146C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46592FD3-89C1-4518-ABCF-E2E44B6C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2C186572-2BBE-406A-91F0-908F9F35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34F14212-3A99-45FD-8519-F0BAE76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65C8246E-9FA2-421B-A4EF-3C6030C8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06B78AD-4A63-4110-AFA2-ACB8EEE8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65B1D97-7632-4339-8F63-9A2499F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836E2141-37EF-4E13-AA8A-D64915A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493DFCB0-BADE-4E9B-829A-38271239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D6557757-AEE1-463E-A74B-C6EC01F1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70533C76-223C-4492-A791-051F5D13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D72AA814-70A0-4658-A58E-389E2E55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C4F130BC-5648-4185-B0CF-C663ED61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276A5974-9671-401E-A201-4F6F0CF0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88808445-CAB2-41A5-ACCC-3E30F54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E4A0EAFB-630E-4FEF-8CB0-90324D09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C91EB22F-1892-41F5-AC93-F8EF1206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427B1289-D366-4B11-BCC4-721C7167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E37A1183-5976-4C81-9D2C-7CDB9600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320BA640-3392-4C68-8082-5B64BE1C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C8DE58D0-E864-4F49-9F47-A1CE9928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8ABE6387-E68F-4EBD-92D1-510FFFE5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80BE908-9AC6-467C-9A71-FCBFB850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52726EA0-1F58-400B-99C0-F43C2133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CC028DB6-B13F-44E2-9A75-0C8013E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784171C8-053D-42A5-AE82-F8AEC720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24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D69905E-B5F9-4202-950A-42348619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421745A0-D6CF-45ED-AACC-DFD7DB27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3B44A600-A6BF-4E51-BE94-834014A7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A3887C2-6B2D-4697-95F4-2F83CBC8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06BBB664-272F-4DC5-B27C-B826379B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D7034FE2-9275-4F74-BEDA-D3497595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3242BDB4-1778-4841-8381-926CDD2C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EBF4E68-0501-4F0C-85FA-FB5F646E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4F6F93D3-03F2-4C0C-AFD6-82BAE2C9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BEC07BB-71CA-4ED6-9445-C5BAA744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A3E7EC4-FE72-42DB-985D-E63BB887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9875E087-80F0-497D-83F5-C88EAAA3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C80C2728-C6F0-401E-9C9A-DE31415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115F22B9-55D3-4AE7-B48E-FE9FAEEE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20F9E210-23BA-44E5-AFE5-AF2CD7E6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E1FFCC0-C0F1-4D47-A049-9209C213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52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E1798555-D7FD-4183-BBF7-84E76659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664881B0-664E-4403-ABB4-69D5B103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852ED470-7F92-4D40-BA2F-9BBDD882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763BCD4-F84F-44DC-A249-3AA08C18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8EAED77E-55C6-4C2E-8A47-DA3D828D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73B14919-E5C3-439F-BF20-F42E0021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BD94F418-42E5-41EF-8CF0-42B4D67D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DFEA6B11-907D-48C7-8B1A-B5F2255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8B1C08A7-2BBF-40A9-BBE1-39B14A43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1EBEA300-A8A1-463A-8A03-5476392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C955CB46-D802-4F70-8ADC-362C2EB7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E865D023-BE69-4676-94D3-B5FCE756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E401D3D6-1D64-4752-B92E-A6FDC887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F0ACBE27-ABC0-494E-A5E2-A5FC9FF4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9C184E65-6EB3-4D6C-9C8E-F604D0C2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38811D05-5199-4F18-A8BD-7402BC71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781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79CC3845-38AE-4580-B8AE-C6FDEDC9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2492A7D8-8774-4B35-8EDB-994EB51E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AFAD142C-5A0B-451A-A60C-EB1C9899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DC5FDE5B-228C-43FB-A6AE-6C9402A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6E559C86-2BB9-45BF-874F-76B1954A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7618B3E-7C83-4196-8A3C-6BCF5E0D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29FBE86A-790A-4737-9854-84E713BB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FE7F34F2-A878-4C66-B25F-A279247F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9D84F72A-9947-4B5A-8509-1E522398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BDDA7B0C-9765-4217-A0EA-8E8D59EF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809C066A-4438-4F37-84AA-66C761B5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EC626F73-DE3E-4C4B-A9BE-613641F5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FF4393BA-ACC7-4663-BB2C-5A9CB14A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3B2F416-3A4E-4D36-B0E8-2B6EF879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CA9B1008-9C1F-4659-A223-7F4971BA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D24E76E5-5081-47C0-857F-3CC6461C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475BC482-6F83-4A95-AFFB-F7F23BD0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0FA663D2-7904-4516-91E7-91EC8D26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B9117B5F-09D9-4245-97A0-DB929EC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7CA68D7E-4F19-490F-A149-3B7AE44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2EDA7073-9F69-4AD5-8340-7A9A267E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C2272B94-D1F5-4B9A-B88D-9DC3B111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72073EEA-E543-4F61-B351-8DEB3595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6727DAF3-3606-4B55-88EA-C3323AF9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F4CA37F8-99FD-4847-A588-9612B408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07A7542B-5446-4E7F-9015-F8769FC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7B241A0D-8EAF-4D64-8DBB-5339F52F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01906117-2E1C-493C-A714-308F0B96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B08A9CE4-DB1A-499F-AEBF-482A347C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01E9A4E7-72AF-487A-8F05-68C8FE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49355F1-25B5-46C1-B0EC-92BFC734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E67A163B-0779-4538-8036-BC4DD87E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7DE619ED-ADBB-4E67-A53A-2BF79659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60449B60-03CE-4492-B2A4-693D128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BF523719-B43F-4B4B-BE33-B974F4EB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F80E4109-964E-46B4-88E5-671BA72F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C86C1354-D882-4962-9BBB-11D920E9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6EB69F73-9A7F-4626-B5D8-F8090704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328CE2F4-2192-457C-B000-AB6B5B45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CD288FAA-BEC0-4883-B167-FD700579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D5EBACA2-EC47-4C66-B26C-FC27344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51B84633-9CAC-441E-8E9A-FA0DEBFC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26F4A9F5-E7BA-4FF1-A60B-5EC4871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4FE3B495-7EE3-47AE-89A0-DCC62A3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9B26285F-9360-435C-9E3E-AF89B7F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6DC670F7-1AF7-4B8B-A968-00CF14CD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3FCDDD14-A611-4284-B4EE-50E1727D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0A2C8D1A-91A7-4E0C-A7A6-446B5B16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467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AB63F6CB-3A92-4BC6-BD3C-A1F64F56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3C3DAF3A-6683-4C8C-ADA1-D5064627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DAA4B041-DFB2-4D68-AC50-40982A81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72F24E25-F792-43C7-A26A-D2E5CEF9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E3707ECE-3CD7-4D23-B65E-5672A153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ADEDA652-1273-4147-8264-98B83BF4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AFAC430C-8ADF-4A12-8990-C06CAD1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C5C0174B-1446-4390-912D-1929B3C4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C497FD12-4969-449B-BD30-852A654C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DF581A8A-CF95-4C48-B6C3-D1D699C8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FEE43971-8AAA-47A0-9980-8B9BC640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EC57B3F2-0F0F-432F-A13F-C061FA8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D7AD4EE-7E2D-4002-BED4-7F75D0BB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13BCA9BF-4D09-4661-A271-0711B0C1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45ACFE87-761E-41C6-908F-5E144267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2802AD70-08D6-4178-978B-417B6AB3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695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DF5AE0A4-CAFB-4C5F-A13C-15928282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445A318-CE4B-4575-8100-AF14DFA6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A1AC9151-3E47-424B-9E52-4BABB7F9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30A6B054-93B3-4710-AE4D-BB3CB7CD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B206A7EA-9C11-411B-B9F5-CBDF8DF5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B9E8C24-C405-4529-9E72-B660A2A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DF83D3F7-18AC-4151-8ECB-650172A9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451DFA35-C8D3-4721-94D5-7851F22E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9FC5137C-BC39-4517-BB17-D7130855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D737DBA1-F3E9-47AE-AB4C-1BA9FD1C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B550A2E-2C52-4810-A070-FB6316E5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388ADDF8-389C-42C7-A8B6-38A2EF7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ED7AD989-FC3A-4805-B50D-FA3AAA7D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B5A6C81E-105F-49C2-9FE8-8C106908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ED0760FC-942A-4E5E-8CB0-EF790545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46D944F3-4D90-4512-BA4B-47232FC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24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27068E81-E360-4CFC-BA92-E36FD46E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B03351D8-FD5A-4757-BBF6-23A63989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A555BFE5-3740-40B9-BA85-3A0E1B6C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FD5AF8C5-9A41-495F-B416-0F4C69A8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4B021D5D-EA23-4BFC-A34A-591FD026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B97BF1F2-203B-4BFF-89B5-3FC31723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A8875013-56C1-4B30-8EF3-285FC628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EC5270F6-C289-4A11-A3FC-D5169992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2B4A0EB9-5006-49F4-B957-93C0B3A1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0E005EEA-B722-4FE7-8EDD-48C1B5A2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E6FFA98B-995A-4983-89C1-77F4B793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D3CA7BD8-2C93-44E9-B2A1-5EE2934F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5CC08D0E-2AA0-4BDA-B7E5-7755374B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FB70F32E-EF9A-4861-8607-3729CFAE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70D830C7-D71F-408A-BBD7-45602F20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CFB8D154-9C4E-4D44-A68D-58D391A0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53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EAFC2AA5-CDD7-4226-A5D7-7429697E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6FB0A011-BE3B-4A01-B66A-15AD1532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08BDF8AC-BEAA-421C-B78D-D01B6B17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B2214FA4-9E09-409C-A190-6B106B41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FA1B0BD1-1973-4626-B471-EEDE3EDA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D57437F1-F049-4B13-A5BB-7C191458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DD1FA3F7-4917-4490-A03F-788BFB38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33856448-2DB6-4FBC-B166-138A5CA6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5B1E7939-D85A-4298-A72C-660FEC9E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B4B34338-C773-466E-BFB1-BE46D327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6A170DB5-8755-43BE-94E7-7848B65B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E489059D-9336-4584-B56F-D25E7B21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5A6D7209-6D8A-47A1-AF28-607A138F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1AD4A3D2-F5ED-468E-B5B1-B2D5A3BF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3B39DCC4-55AF-4004-9528-1A88E960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FAC7F498-5494-42D0-A09A-1DDB035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381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text-516">
            <a:extLst xmlns:a="http://schemas.openxmlformats.org/drawingml/2006/main">
              <a:ext uri="{FF2B5EF4-FFF2-40B4-BE49-F238E27FC236}">
                <a16:creationId xmlns:a16="http://schemas.microsoft.com/office/drawing/2014/main" id="{5925A545-A8B4-4431-BBA9-6C3132AC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81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16×16   6种颜色</a:t>
            </a:r>
          </a:p>
        </p:txBody>
      </p:sp>
    </p:spTree>
    <p:extLst>
      <p:ext uri="{BB962C8B-B14F-4D97-AF65-F5344CB8AC3E}">
        <p14:creationId xmlns:p14="http://schemas.microsoft.com/office/powerpoint/2010/main" val="16810671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868CF2A-85BB-4C00-89EC-C0E30808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CF498-5236-463B-8BC6-DF61882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80D9F99-E476-4794-B486-BBDD27E6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同一个样本，增加两种近似选择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CAB95-F92D-4A52-85BE-2A77DA0B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5276D-FF8F-46C4-9BA1-A035CE99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01C44-0F2F-4F80-B321-182DB58E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00853-72A3-4700-8BD9-00EAD622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4A8CF-1594-4BD8-BCA6-764CCC0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D0020-B3FD-4E83-BDB0-0DBA0733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A9F73-BC81-4580-9346-8C09D648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689AB-5495-4560-8237-698BB653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93AE7-BB6F-4E4A-A9A7-13EEE4B8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3A2FD-F364-4793-A677-DD6259D1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8DCD9-477D-4F17-BD66-4026564B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1AEC8-C149-4C72-8CD0-502AA951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64EB1-EB12-4910-9A9F-6F9B7D40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53192-3AD2-4B2D-82DE-02D20101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E3D71-036A-4BD3-A555-AD71A6CA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56733-04A6-46F3-9228-AC281055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E7706-F058-4947-8C24-2114DF60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6D183-E761-4DDA-869D-2F8F70A6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34599-254F-43CE-B82E-63246558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E3C02-5315-41D8-8804-77B7B53E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E1CAB-9642-48E1-A35C-F513440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2971A-DC0B-4D02-A6AC-FB43CC55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94F499-0751-406A-B329-849CFA4F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664C4-4951-4CE1-9237-084F7C31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786908-69F1-4BA4-B500-A3836CED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D04D9B-328C-4996-B94B-3E967A15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F0985-5ACF-4329-B569-12DDF710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1DF07-7484-4E14-867D-E5A5E340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E60E9-DC0A-442A-940A-AA8C7C7B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FBAEBF-85CA-4BBD-A696-41CA7F08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8A72FE-BDEB-40B3-BE06-AB7D87D0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6D26A-89C6-4290-9BE6-7E7A29BE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7B74F5-816C-47AC-998D-D0009EC8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217289-91C4-4139-80F2-8BF4A45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8C01D2-3966-47D0-84AA-0CD11580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C6FE-11EB-40BF-B467-52C7C1D3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47B645-2430-4D2E-8408-93091D57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793E3D-8C8D-4898-90B1-BB883825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B237CE-F149-4F79-9860-C12E3F4D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FFBF58-6FA2-4149-A238-1D393E89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95A502-494B-42DB-8118-B868D9EE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424A62-31B8-48C0-9CA9-D0C660C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4C2B2D-F3F7-45AF-AEDD-FED7F3F7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09391C-4FA1-4BB8-8E3F-7561ED87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C5F823-D62C-43D9-B2E4-2B7778C6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3F164F-9953-43B0-93F6-F67A7F1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72A0C4-48BA-4E08-82BC-80FCC979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789BE9-6B1A-48B9-BCF2-16DBF0EE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1FE3CF-6172-4C93-A82D-B78D3974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44D113-4388-41B0-85BE-3FDFEF04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ABBCC6-7461-4C88-B8BB-6658629B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20E9CA-11EF-4488-9EFD-49AF97F3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F5D514-F167-48EE-858F-BA3E8A3C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86AB91-80A4-4595-8A2E-E48DE5F0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5CA70F-67A8-4D1B-8176-7BEAD310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87E571-73D9-44A3-A986-290E29B9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A6B498-50A0-4B98-AB5C-65737884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BDDD28-28E7-4412-A4EB-900FD07A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97374A-B75E-4017-A757-A09A690B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834974-9B23-43D7-95D6-4A909CA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88B935-42D0-4668-B5DE-C679021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ADCA74-DA44-4F6F-AFBF-0FF87EE1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849F87-3D28-47E5-8F9B-E60728F0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994387-A913-4FD3-9A06-6C0BA233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DE7F04-DF13-429F-BB77-E8BAD14D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87586F-F796-4ECA-AE98-EEF7B316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D8B354-5D73-4321-8C07-29E7646F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CB81E5-8F3D-4566-BA82-8A9E2540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5B40BC-012B-45E5-8B92-843A7E1E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889F70-28EA-4213-8707-C1B72F4B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C3D9A7-E750-4F4A-9BB0-18086F37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EA390AF-248E-4928-BA86-D6A98297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7A9ED3-4C14-41DF-A6D9-29C8858D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2A7D025-18C3-494C-9846-94E22BCA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022F1A-CF19-44DD-8C76-97793AAC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BE37423-C93E-4C63-A778-C4AAB4A4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C9AD2A-4B0E-424C-9212-BA6AE5D5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601C91A-723F-46BA-91EA-07D3F901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9665FA-5504-4637-BC31-F5FD5B92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1FDE04F-2791-43B6-B274-DD1371A4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B0A902-F51B-4A74-9D27-EF7A3825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1B5E067-BD34-47D3-8380-60014CAB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D9D35F-7101-4FE6-BAC1-46F3B065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1C2D13-DBD2-442C-842F-0B4F43D2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A59A48-E575-40E4-A5B7-65175CDD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513AA9-C5BC-4EC7-8F98-2D2799FF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ADD7A69-B3E6-417D-A7EC-F10FBF2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5EA27B1-FE2A-4236-B325-53050DD7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2107465-8162-48EB-980C-1CCD740F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5D73CA0-3CAE-4D59-A0C0-FE549A2F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A242C29-2674-4D25-BE13-92C7BBF3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EF25E6A-D056-4A26-A863-58A4F5DF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CF5E2E8-1DA8-4FB9-AD13-B78AFADE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6D83D8-05ED-4CD4-B7CC-5DE5EA56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907B1E0-EB60-4BA6-A3DE-A56156F3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4202150-4E69-4658-B6EF-C4E0BDAD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2306D67-2098-4020-AD1F-5F23E326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C93AC6D-89E2-41B8-89DB-55D41444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4EDE928-4E05-4150-AA7B-7B449B1E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8679D4E-C166-49D8-8665-E291D115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63DDF8F-8CC0-4B04-9F04-F694FEA3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A3CC586-9D7E-40EC-A9BF-31566475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A3DF4E8-7BA1-42B6-B3BA-039B275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34CD3DC-19BB-4F4A-883C-6D60D9CB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8EE3DBD-D476-4AD8-A5BE-9AD23A2B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100B233-00C1-42C7-82ED-804D752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6E1CB36-3CD9-4CEE-9C0A-50859DE2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662E990-20B1-4EE3-99AE-489B8AA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B33D139-928A-471E-8F06-D6EA64F3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1433A48-3293-415F-9387-CE4BF5C0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C8A0190-285D-4226-839C-91A9BD19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71F244B-BEF5-4A40-8563-4C9A697A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5B3CDAA-4A05-4C24-B121-1B96F6D8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B9D986C-48B6-4B7F-AB2E-C1E67FC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FE55A5F-676E-4F80-9B97-23C56BAF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003B641-B11A-4D71-9597-CE943483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A6E9207-F1FA-4D31-A584-114A57DA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020D8B2-196A-449F-B247-030BF805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E156FF1-A76E-4964-90DF-4218F8E5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7254EC7-6DD5-4D57-8496-D5166E6B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B3534B-CB04-48D2-AAF8-04817663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BE53ED2-B7F4-4136-8F04-5EA6895F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097BDBD-907F-4FAB-A932-B6481C62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B064BE6-F6F4-465B-8352-338137BF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7CEA5F2-382F-4219-BF5C-E16EFF35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15DD7E7-F00F-4F3E-8047-A4ABC108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B9E323-0CBC-4404-81DE-4801B624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F25AB46-0945-425E-8F37-642D6BE4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E4D98DC-EF11-4CFA-9858-5884E778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611EE9E-512D-4A1B-9403-6F6D85F4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2BF94BC-FDDD-43B8-8F7D-4C99C53B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E157640-B965-4DB9-A17D-7F13DEF3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193F98-E86B-4DED-8D06-3EF9AE4E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F338444-8F41-4D3B-9A44-C9724A97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A19479A-C26F-4DC6-A5D4-381CA744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F23F18F-9476-4C35-B999-B1E4504D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9A8CCC3-A7CD-4894-93FA-C34F1033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1B8C2E7-3A35-49DF-AEEF-35AE56A0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A9D7256-DDB5-4A27-8B54-2914413F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B5CE5CD-3671-4FE4-BEBF-83B1F442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94111C0-64FD-437F-BF00-25FE6FD2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C8ACF99-3A7D-4338-9141-379CAA7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6BF584B-1005-4AC3-A8BA-E50AEB80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2813DC8-1663-4DD0-B792-4E1F58A1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601D173-6007-43CA-930B-17BE32CE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7F7C092-5AF8-42DA-B6C4-1B1D8520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E468E88-5193-4276-B984-A0B16A5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673EFBB-12B0-447E-8C7C-11771122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0A585CA-AE2F-457A-9D00-82D1A471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972835B-52C7-4B63-A134-2EFB7091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6265F53-04F6-41D6-9341-CE38670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200F428-5DF6-4AAE-91F1-5EE19ED6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EBD75A9-06CD-4A12-B928-42161E85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36E9A03-8211-4007-B3EF-812C6F04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BD23A1B-4CC7-44B1-B17F-1932CAC9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859FA49-1A5C-417D-BCEC-8B5BB7F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9817686-29DF-4A72-8C8C-E0DDC555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11A98B9-E7C6-4374-9261-E13C95C9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952D497-E5DD-4DAA-A490-37156A02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CBE5FB2-C40E-4AD4-A93F-65A3BD41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08872DEA-E80A-4592-B782-74C1111C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0C443B9-90A5-4360-8F75-5EEAC2BA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8C55966-3019-40A1-8BED-A87E06A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40B5ECA-24A0-4773-B519-CE1365BA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6839FF5-7861-49C6-8FE1-02EC1CB2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7C04A7A-8E40-4DE0-9F9B-16A80D1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B1F4C2F-3FD0-430C-88AB-B7DF1495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DD0046B-65D0-43E8-864F-40D35816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1317746-8B3B-473B-91C7-29B9E24C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7657D6C-6339-4D06-B13F-411B0DEB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AB67F21-8607-47D4-954D-9D2C4AF3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609B8A3-6132-405D-A298-70E414B2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F7C1638-F305-4E4D-992E-B0A5B5FF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221F65A-82E8-4403-9A75-D9629176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DC9B83B-5BB0-45B6-A010-12C8477A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E4978D5-1A61-4557-ABD9-386B5733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7322BC9-1256-42A8-8F23-AE2BCDF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E3D8728-AEE4-4576-AECB-D4723156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8B6C172-1F23-4AD7-A9D7-ABCE7B4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77D68D7-B650-40BE-B843-752609BF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3F048D4-D6FE-4A44-A289-EEA2F2C0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5DDF2CE-ECF0-4593-A471-40BC74CA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6009BC6-DD8F-49A3-849C-234D039B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239665A-1792-44E9-BDAB-56A6800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19F4687-8C39-4DE4-8E47-54E022FB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B609F2B-295D-4AEE-A2EC-DD73D8C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B97E512-0C6D-4C85-9A39-563AD123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EDAB9D4-AB9F-44FC-9ACE-11500658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C815C8F-7067-4A37-BB6B-52CFEBCF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4337425-381E-4D19-A224-E65310F5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E1FB520-A14F-4176-8BF6-495A24C3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3212870-97ED-4F48-972D-E6694345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F7FF216-70F3-491E-B7AD-FF51CEAA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5935E89-8D89-46D2-8FA1-59CD5498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0AB5D36-24AD-47ED-A4B8-CA005236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8AE223E-6B93-4517-9EA0-1EC78479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320A875-9FF2-43DF-B0F9-3D15EF13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55EF426-939D-4328-B68E-D37681FF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6D1F717-3A43-4644-B26E-1D145962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746D85E-CE8A-4C94-84CB-AD500607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C4F0104-AE23-4B45-ADA1-F49D9B53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76A8F135-207A-4A51-992D-8CF2C30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70E0E44-273C-4F38-B28B-DBD854BC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516135DA-A099-4A98-9D19-0D520E68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B719EB8-1505-4CEB-94E2-28260FF8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F254A09-D758-436B-BC76-76DA9D24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C4E4F41-4C43-47BF-B960-565A27A2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1C2A9D59-2F2A-4944-A36E-6BBAD71F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8A8EB11-58E0-4900-8656-EFDBEAD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0D381E1E-A6FD-4274-A282-9BE1EB3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4B62FF8-8077-4665-A0E4-3979F5A8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235B085-A3BC-407A-9673-A6A004DD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FD11D30-16D5-488C-83AC-90345FAB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FD49BB4-BB7C-4880-A72C-A022BD5B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F6A8618-6014-4319-A83B-935B29B8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B2BEA58-0670-42D5-B5CC-970ECD3A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E3C2ADB-4A3B-49C7-A9FF-51B1104C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EA279DB-2DF1-4BE5-8993-72CB0D61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45CAC7A5-75E4-41F3-BEB4-F96FC69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1682ECD-E992-45B0-A261-F446E260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6607417-F410-4562-AC30-8BAA383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17CA284-8686-4880-8B88-046B8F82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A53386C-C848-4DD8-B589-CE5219BA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8C9BA5C-5F64-4DA5-A9E7-ABC6DDCC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F706DD5-57B7-4DA2-B01E-BFE9E5D3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CE0FFC2B-CFE1-4C16-9288-5D9B77E2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C35963F9-5875-4719-ACA5-26AC5EB1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0B65855-2295-499F-944A-35DC0A7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8659279-A7A4-41EA-9B3E-F38B269A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7CFD635-3C64-4E32-8327-3FCF6C63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5562D331-AE4B-4BF5-8C23-87349460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E16189A-A6EA-4098-9FB4-1FBD846E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11E9BCD-C703-489A-AE58-42D631F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23C4D25-8A26-41C9-BDD6-9BE8201A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C0A2D1A-3144-4A85-BEEB-7679A60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49C68AF-1054-4813-8C57-94967F1D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AE483CD-5113-4CCA-99D6-A2561269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D4A066CC-1EE6-47B4-82CB-27637A64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EAFBFB2-9875-4F1C-8B35-6A70499A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D4F8A10-5D58-4185-87E2-F7DA5624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DC84FC1-1F76-4BB8-BF47-8FF9CF88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75D1E87-670B-4463-9A15-36A2525C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4A7D81E-F078-4CEA-899A-EA59B919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666C0776-FD20-4200-AA28-879DA8A8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692BBAC-170F-43E6-BE22-04106230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85509E8-7354-4A67-A377-9727B4A7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FEADEEC-EC07-439E-8E73-D7BC3B5A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4640710-4940-4CD4-ADA0-157DFDFE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A97AFBB6-D525-45C0-B918-90DE593C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ADDD7A5-E720-426A-A542-F8506D51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8E5904C-24E3-46E1-88D8-22F6AFB3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A99D8A0-2373-4CD2-9148-6F0A819B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D982909-FF4B-458F-A1F3-608619CA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39CC6D4-4ACE-4265-AEF2-1A78D554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8477E2E9-C89D-4BAF-80FC-0AAD96BD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40DEEBD-37F3-440B-AE33-03E7F70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6A0ECA23-71A3-4DD3-9CCF-63C9E6B6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675F792D-F1A9-4520-8FF9-FD0DBA27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第10行，第13列</a:t>
            </a:r>
          </a:p>
        </p:txBody>
      </p:sp>
      <p:sp>
        <p:nvSpPr>
          <p:cNvPr id="262" name="text-261">
            <a:extLst xmlns:a="http://schemas.openxmlformats.org/drawingml/2006/main">
              <a:ext uri="{FF2B5EF4-FFF2-40B4-BE49-F238E27FC236}">
                <a16:creationId xmlns:a16="http://schemas.microsoft.com/office/drawing/2014/main" id="{58A66579-811D-45D5-8487-AF8B6C0D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样本平均色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E6B4DEB-CB9D-4632-AC7B-DAD1D6E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494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text-263">
            <a:extLst xmlns:a="http://schemas.openxmlformats.org/drawingml/2006/main">
              <a:ext uri="{FF2B5EF4-FFF2-40B4-BE49-F238E27FC236}">
                <a16:creationId xmlns:a16="http://schemas.microsoft.com/office/drawing/2014/main" id="{71AB0C5A-02A0-4CF6-B5EE-B3F246FE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四色量化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E389CE4-281C-4C11-A1DB-E4A0B502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text-265">
            <a:extLst xmlns:a="http://schemas.openxmlformats.org/drawingml/2006/main">
              <a:ext uri="{FF2B5EF4-FFF2-40B4-BE49-F238E27FC236}">
                <a16:creationId xmlns:a16="http://schemas.microsoft.com/office/drawing/2014/main" id="{4D56A791-687D-476B-A684-4DC420C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六色量化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9EC6AF74-B0DD-435F-A5FF-B528C932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text-267">
            <a:extLst xmlns:a="http://schemas.openxmlformats.org/drawingml/2006/main">
              <a:ext uri="{FF2B5EF4-FFF2-40B4-BE49-F238E27FC236}">
                <a16:creationId xmlns:a16="http://schemas.microsoft.com/office/drawing/2014/main" id="{17598419-FF2C-4F41-90A8-25D27B69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86375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位置和样本相同，改变的是可选颜色。</a:t>
            </a:r>
          </a:p>
        </p:txBody>
      </p:sp>
    </p:spTree>
    <p:extLst>
      <p:ext uri="{BB962C8B-B14F-4D97-AF65-F5344CB8AC3E}">
        <p14:creationId xmlns:p14="http://schemas.microsoft.com/office/powerpoint/2010/main" val="19767057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9E572-09EC-4B1D-8614-6D08A368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BE623-F470-4D82-B332-18A64BF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E1F36A-57E1-4A18-918F-766780E8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5CC9F-E704-4C2D-9F05-600B679B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8F76F-87C1-4A81-A338-0ACA69F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B4567-4B6E-4F55-92CB-A6BEBD6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1677E-5720-4DD4-ABEB-80F94DAE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FC5A5-4C02-4CD1-A9CE-6C04B248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DFCFA-2255-41D4-AEAB-CC555655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253764A-E1FD-47E7-A61C-A997D79C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</p:spTree>
    <p:extLst>
      <p:ext uri="{BB962C8B-B14F-4D97-AF65-F5344CB8AC3E}">
        <p14:creationId xmlns:p14="http://schemas.microsoft.com/office/powerpoint/2010/main" val="4488555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9E572-09EC-4B1D-8614-6D08A368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BE623-F470-4D82-B332-18A64BF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E1F36A-57E1-4A18-918F-766780E8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5CC9F-E704-4C2D-9F05-600B679B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8F76F-87C1-4A81-A338-0ACA69F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B4567-4B6E-4F55-92CB-A6BEBD6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1677E-5720-4DD4-ABEB-80F94DAE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FC5A5-4C02-4CD1-A9CE-6C04B248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DFCFA-2255-41D4-AEAB-CC555655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253764A-E1FD-47E7-A61C-A997D79C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仍保持16×16个位置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6A4D3B6-9097-45BA-B020-2E5F000C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 &lt; 6 ≤ 8 = 2³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CD2B647-AE14-4DCC-892A-835E8FA9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最少3bit；8个码字中使用6个</a:t>
            </a:r>
          </a:p>
        </p:txBody>
      </p:sp>
    </p:spTree>
    <p:extLst>
      <p:ext uri="{BB962C8B-B14F-4D97-AF65-F5344CB8AC3E}">
        <p14:creationId xmlns:p14="http://schemas.microsoft.com/office/powerpoint/2010/main" val="4488555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A1023D33-2970-4E8C-AD1A-BD2E2B15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D1953-61E6-4984-B39D-0A842A9D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E4E6B34-C2EE-4A63-A0CE-277B88DD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E3AB0-0909-43D1-9266-FC662241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64127-DBAA-41C6-B319-4F546B81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B0EA7-974A-4187-B4C2-F043B96C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678B1-C58B-406B-A910-5F815A1A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B54EE-EC3E-47D2-A123-2B3DDA7D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5313E-AA48-449A-9AF9-C32EAB30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2953C-D011-4883-83D7-5D9C57C6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5FDE4-7E45-4E9A-97AA-ED3303D4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6514D-FE61-41E3-ACEB-7FFC85E5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31F84-F370-44D8-BC81-2747E566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65014-5049-4AE5-8A7B-0CF0A8D0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7058D-A962-4A5B-A44C-00C3EDD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E508F-3D94-4CDC-B449-B0154044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F695E-5BD3-4688-A45A-A9A77DF7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77630-1674-43A5-BEA0-198A3A09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CCD57-641C-476A-B8C5-9ADA1AA0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41680-7875-46A0-A061-24C91353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EC8CA-01B7-4057-BFD9-BC8B3101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B13B6-9F04-48FA-8A98-1EA7D71D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190D6-5C0E-4259-B039-4D413CF1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64606-2D4C-4AD5-A0EC-813E2C84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8BA41-B20E-41EA-8838-EC144C8A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E5317-FBB4-49D8-B4AF-ABC98FA2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E5E48-1ACE-402E-8ADD-2CC247A1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259853-2F83-4E43-9F7F-16AC15F0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4D85C-2E20-4CF9-96A5-51B703F6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3B391-B434-4525-9257-41E61936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15C7DB-84E9-46B0-9569-F5DFDD17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BC42C-68AE-4105-8E2C-B9630EAE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A8CAA5-0714-420E-8858-68D5A53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F79F9-AD38-4619-A101-B34B819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556589-F090-4F52-A10F-5BFA50A9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61F254-EE8E-4B81-A7AD-F35D5045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CAA50E-9D39-473D-B2C3-7228CE5A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9D5BED-B674-431F-81A7-179E2A09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296F19-83BD-4D03-9CFD-58E19337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9B35AD-C1BD-4CE2-BAD4-DC8E165B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278FAB-8A62-44A4-8CD9-2E914B35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11B6F1-4989-4515-B662-0022512C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B92A14-7E93-4716-9A12-2538D36E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63D04A-1B92-4DBE-BA6A-3349FCC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491EA0-1AB6-4E12-823E-FCA33B66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97EB75-2E46-406E-A404-A45ECB54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E85379-1095-4E1D-8A1D-4221B41A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F300EB-3C03-4007-85B8-B0562974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41C46D-DB84-4056-AD70-05B62B9D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CB7F21-F9CA-4381-9B58-F89813DC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740942-4A44-46B7-8F59-A9A7BA5A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B620C7-E4BB-4F26-B86C-9F85059E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8AA16F-7700-4A94-B553-6CC5B6F7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B82BFD-5A89-4FD9-B626-6B3F7DD2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AF02E2-55FE-4E02-BC39-DC47456E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C5F167-A10C-46E7-A575-A18F77C2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572630-AE6C-4B34-80E2-7750BE45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E072E8-DA65-47E9-A2CE-79A1448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0A1E71-79AA-4958-96C8-5203CD4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6CD78-C26A-434E-BEFD-F43EA1BD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DE7DF0-C3FA-4012-AAA7-D0A6DBEE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0D0D48-6714-41D0-8559-94DB9745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F1A6FB-A348-4662-96CA-119DC622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E4687E-9BEC-41E8-9258-8C40B69F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A056ED-7011-41C1-BE63-FD2DC822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34B5AE-0753-41FA-8193-9E9F33A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1CF749-D494-4A46-B581-A5C0E29E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92CFBD-291B-4A64-988B-02847D92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8C2B43-B730-4560-B392-1B18ADD8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D84FC0-8EA7-4BC2-821D-4A0363AF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93D7AA-F4A9-4717-8549-ADD2033C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CBF46BA-63AC-4D4D-B811-4E630A1C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9FAC40-38A9-458B-88A5-E69510D5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1ABD2BF-86D4-4CEB-8098-80A30E37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4960C0-B194-4695-98CF-33B4FC7D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CD6E76-CCEF-44DB-B706-DACC8955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34553C-DB6C-414E-9C26-D7CE4775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7F50A2-3AD4-4113-9087-EC12610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65E8248-FD8A-4B74-B97B-4E3B427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86B44F-4845-4968-8BC8-C222B6B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48D43B3-F272-4401-817F-393747E1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A35627B-3F88-4076-97AC-B9937E9A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13D926A-3DCF-4D4D-ADEC-1C4BD43B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CC32B2-AF57-4788-8F92-C1630CCA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7EB45D-3018-4E72-87D3-AE7A705A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9264A8F-A7C7-411B-BE95-FEB3DA7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DDE9B56-5B4B-45E7-B391-E9F5260D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33DD13-3825-4F1D-96BA-12D472E9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773B40-BE45-4764-822A-F0D3936F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5AF7B3-619B-47B5-ACC4-8155C582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820332-49FB-45D3-A686-6CD27509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2C87935-A16D-42B3-97D1-E2B755D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FDD38D7-367F-4792-A3BB-8A9DF4B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5737BAE-2018-4446-9BA9-8292D763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0C0E8ED-A7F5-43D7-9F19-C656C70E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3CCC146-4AE4-4DC1-8617-FBA97B9D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688A5FF-3B14-402E-94F1-37F0F629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353B6D6-E6C4-46F9-A31F-1A56BBD0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BC8B0AF-606E-4AC6-A04D-E0BBEC1B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5C1682-A421-4CF9-8BCC-9400BE89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1D0353-363B-4526-A0CE-82C5801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43B3B5E-922C-4C8B-BD26-D3F5A9A2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4C7FC1-FFF9-4AE1-9827-3C63208C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918FC76-BECC-4E23-A36C-29231E4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65E2A6-DF8F-4879-BEE5-0497D852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5E6F3A9-785F-4C25-B921-CD054F4B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3078E48-595A-4EB7-8570-043EF32B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E8198E2-FFA6-49A2-9D7F-0E755AFE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3D3EA72-8B9C-4D93-A107-4861605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86B2EDB-E2DB-44B5-84C1-7A19E900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CCE5862-E1C0-43A7-8A2E-917B3DF6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927A753-9DCE-4EDA-8ED1-2ABBF6B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0C71BEB-251B-44A6-BEAC-EB7D70C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32563F-B843-4116-B01B-B243A04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AD34F8B-A70E-4588-B4E6-D27D665C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0A60585-9CE3-4A2C-AE3D-E2A42C7B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66A34CB-F15B-4F89-B8D1-34464792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868095-99D5-4139-A96C-6E0D12D9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534104-053C-4991-AF47-C42D708F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D580705-11E6-48A0-AE06-59694612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D43B959-8E4F-4883-9851-6F6C91F2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B9A6360-CC7B-4FF3-A70C-F960AFD2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D1E89CD-CA26-4353-ACFD-598E9DBA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35BE1AE-313C-45CD-B335-A26A4515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E1577A8-D569-461C-9522-D11702C9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1325B8A-68D2-4F12-9060-B7BB55B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92801EB-ACF7-4984-93C3-85DFF98B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23022C7-75BD-4174-A3A1-40EE29B0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9DFA231-6E31-4370-AEC8-AF44BE1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BBAA797-7EB5-4A81-A96D-1F423A4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D5DCB1B-E509-4766-9F43-6A501390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1939860-A4A2-4793-9013-E576F5C1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1160FD0-0A79-4C24-A8B6-F3DAE889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C5D8A9C-786E-46F9-ADFC-42B15851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0BDF741-A108-48A4-B4FB-68B0C8BF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20CA4F0-EA27-43AF-AE00-177D0C4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A2D2D67-2BAC-4697-8054-B5B86545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1582A90-F394-42BB-99E5-EB5811D5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BD18231-2850-44EF-A18B-8DE6EA7D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6B7A5E6-0075-43C5-9A86-991B8B3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ADA8503-9CAE-4036-9636-3B7A9C80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2CDD057-CF5C-4456-8C25-9DE9ADEE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1747595-4B27-4908-A428-2C55ECE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9E07D5B-C525-4497-A510-3A1AF815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60454C0-64B0-467A-8497-B74E9221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DB80E98-AF6A-4768-9329-DDCF1660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74334D5-073C-4B33-BC41-98358016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D346E80-822E-4137-9274-837E246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FFA5E00-693F-4D14-B121-F2FA83C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B5C70B0-6860-46CE-B500-A48C5982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1C0448F-377E-4FC9-8BEE-ECF10D0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5B02266-4FE6-4ECD-B0BA-98330FC6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C91F4E0-10EA-4180-9ED7-ED5B2CA7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D618813-6365-4FC0-B80A-E2133D0E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61CDD6A-97E9-4130-976F-A29DF451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F3BDDF4-D58D-42E5-BDC8-1694BFD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78A10BD-AA13-4E02-A0F3-6931FE7E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9B2CD62-7DC2-41CE-A0E7-25448FC8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0C50202-242D-4CD0-BD58-116411A3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5A74B9A-C06D-4B51-92F6-DE66C9C7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CBB5B61-5CEC-4B54-BE67-13D7F5A9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A0F7667-CBE1-4E48-8BFF-87AF96B3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20F6E32-FCD0-4D99-A6B9-24278D86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448EFC2-87C6-4EB4-B08C-E154E84A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9583F2C-CEE4-4219-BFBD-010A5BFD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38B54FD-751B-475A-BDB0-0758FF1E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CC33359-E616-49CD-95E3-6ACD175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95244BE-ED29-4B51-A35D-CF3B118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B965CB0-94D0-43B8-969C-827A5039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264490A-2A17-4B57-B88A-3973D9E9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F7C1AE3-F6BD-4E53-8075-5CB72EE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842757B-E0DB-441E-ACD1-41E287A7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E5B22DE-FB14-43CD-B897-A3B82874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7770ACC-6F97-4DEC-A642-A34378B4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D993A67-1D19-409A-BB0D-4B38832A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A8B6BD3-ABF7-4F65-9AC7-2906926F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E7FF166-34AC-4CC6-BC16-FD5CF547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D92B93D-1C66-41AE-BAF3-BFCC61DA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CA9AB32-6087-47CB-8ED2-094C18EE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48E52D9-8747-494C-A50E-27F4F47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E62A7A3-4538-4A33-A039-1EB559E3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9FFE8C4-A46C-44C8-A3E0-AAD67CE6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CEDC6B9-55A2-478A-A2A0-54B06425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23729EC-1315-42AD-9F4A-A23A7E03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D58C0E2-CCF0-4C0A-B648-5D93F654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95B19E4-6713-4012-AEFB-2FAA31BE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38BF289-69B1-44EB-B158-D13F8F91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DB8A532-D5E5-4099-8852-725A3E96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371D55E-0762-4815-95F5-80FDA3B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AA4B9DC-C550-4825-AC5A-1F9FE9AD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883329D-A22C-44DB-B56A-DBEAB82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CDE8C80-F4B0-4C86-A2B4-ABB0726A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896C413-EFB8-4CEF-AAD8-9226B6A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375CBFB-9FED-49B8-BA47-D05E4941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A2C0A01-5DD5-4A63-836E-DF5345A6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C123D67-FF04-4AF1-B753-C2E9C3C1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3A040CB-9EF4-47BA-8B62-64CE0904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CAD3E27-D304-4333-AA09-01BE7B95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19D8175-00A6-486C-8DCD-99BFF05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2522DED-9859-497C-8334-A92F1A3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68A0835-7A6A-4C19-8475-3D80050F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FBA97B4-8C74-4D40-88C4-D28ACD1B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D353FFE-4373-4A1F-BEFF-D4E4718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B673E4C-E634-48A8-B324-353DD71E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A22879A-61E7-4E5F-8E50-8340F4C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042E65A-1839-44DA-9C80-A69A1C9C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992AC53-829C-437B-915C-4E07DDA0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2D2A1D1-EE56-4587-A153-E0EF178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F92110A-0E64-4BF2-9426-90C02AB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EE62CFF-9192-4758-AC6F-1B74FA04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D6B9D7E-3167-43B8-87D3-E95DF81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C94DFA2-6D0E-4F2B-A2B2-BD042CC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1CE5A9A-9508-4F56-81D1-E61049B2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6036FC4-413B-4A56-BFF6-9BB5F163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A2F0C42-D66F-4C49-B919-EDCB5861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80BB1A71-F5EC-448A-9735-CE17953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4CF2730-8858-4784-AF2D-820DAE8C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4E588DE-86F7-4325-9275-53BA66F3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61305F3-9E4D-4C71-A4D4-20FCEC5F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2415A77-1E29-4261-8A2B-19702FD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3733D99-CFB7-464D-8698-0999B36D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14C2F9D-9459-48ED-B68A-9FBABB93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386AB5A-8419-467F-847C-0674A9A1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BED362B-0E4E-4C62-ABB7-35C7A8C3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72885A2-7D0A-4B19-96F9-9472DD01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B599517-9495-4F8C-862F-FF362F7A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A05B10A-8424-436A-8E7A-F4AB0FD3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B99A2D5-4FD0-4A53-B5F5-F8792840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A1D6561-1EFA-4B1C-9ADD-996423E7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C028DD6-6F7A-4655-8F9C-028FF7D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3C59265-3E03-43DA-BECA-697A7283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C8F7113-0ABF-4976-BB4D-4FE8F919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55DB5AF-1E0F-4A45-9D9F-629EFB7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5C89539-0AAE-44A0-A378-10762CF9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075E09F-F606-44BB-B7B2-29DCB2D0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136DA15-D79B-40AC-8727-D5B36F40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F87AE7A-0C43-43E7-9118-3C8BA9B9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8289873-390D-47A5-9450-595B17C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BE95B48-0720-4B15-A229-71A1AB9F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C4518F5-955E-4906-894E-6BB91487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0ED2BE6-8A0A-4764-AC23-FB37E2DA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C75D3D4-5502-457C-9013-4402991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9A8ECB2-D4B5-42F3-8A22-F5D8E617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DC26B57-AEA8-41FA-81DD-F03DEA00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FA73B53-63F7-4EE4-8290-4DBD2F93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EF4BCB4-0691-45C5-8DEA-EEA34F3D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71D26F93-5809-48D2-8B4E-45631D0F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F703A2E-2840-47A6-A535-B29A669F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278294F-6725-4215-8529-0BDDB093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F2186F0-0E67-427D-917C-8552B6F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4D8EC80-84A9-4DBB-88C6-7DA5F74D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16450CF-6A4C-423E-AC73-79154DF3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57B2EA7-7782-4268-9602-709DE2F6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5B229B4-C56A-47B8-938F-17EA1DE1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2019E2E-CFF7-412E-97E3-8840EB0C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E118E72-6916-413A-AB79-B0FF5326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C93D9D3-78E7-4E8D-B471-80E6A4CF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8D81E0AD-8709-4B27-8657-FF0B6AE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7573B54-FB06-4875-A105-1238126D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45E54FD-1F3D-4AC3-9CEF-FB25B849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18DBAF4-0766-46DB-B234-484C2C99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CA20EA7-999B-4C0C-9B2F-77F6BCA9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0A9DAD1-F32B-4A50-BFFF-6348D8E8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B35DFDA-84F2-41ED-8C25-82233CC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6482E12-137C-4814-BA9C-5A86185F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FF05296-29CD-4868-A3A0-A2977F1B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2411F2F-DD59-4DDA-8DE2-DFE3597D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65A6F0B6-6016-465D-826F-45403774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D897B78-AACC-4723-AF58-648121D8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E5B43A9F-2C0B-4D61-AFB1-621FBEF9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ACEACC4-0CC9-41AA-987D-42F4EEB3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A63A2C4-81E5-4C6F-B7A2-9F49F878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7C11D8A-155C-4019-8516-F05B5299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260C28CE-13C2-4EC2-9502-42C2630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73D4390-3BF4-49C4-B0F4-BBFFFBEB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9EFFFA9-3D2A-40B3-BD2E-30F2FB04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F39BBB7-B707-4262-A326-FB692552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93125C9-047A-4A28-A1EA-F066EDA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A781EAF-FD14-4DF2-86C7-4653D97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EAD7DCA-6F5C-4179-AA41-DCD9D676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22FD12A5-957A-42CA-91EF-39BE5766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4DE806AD-ADDB-41B6-B9D4-BD468785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7EE23BBC-C95E-4928-A56C-3269346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DD55CBB-74CB-40C6-9DBD-B10E4C5C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A6D2F23-062A-4A1A-84D8-700F9DED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DA6A562-DA87-463C-8CBF-339EA9F9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A45CC07B-7CD2-470D-9E70-745F9A59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8A25B9F-2BFC-48FC-BF23-C557367E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E4774DB1-35DB-4EC4-9B75-A1A6751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8268822-EFAE-41D6-8BF6-395B85E6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40FE747-B63C-430E-85E1-7992ADC6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75FCAA1-3358-40BF-BEF0-0FF00CD5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980C7C4-4BF5-4C9B-AF1F-3A6AA1F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A123F8E-7EC5-4BBD-B56C-D24DD2DE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90FB4EBD-FE21-42E9-874E-35DEE51E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A59806E-B213-4BE9-B63E-B04F0187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1B475E5-DEB1-48D6-A2DB-E4235B75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EEB05292-D09F-4D52-B6AA-E4ECC81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05B6F6D-F127-474A-AD74-01EE4DDD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2771F43-05C2-4B64-B18E-E12C5F3F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4933F38-06F8-4825-A03B-37633C8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53D55FC-7D49-4434-987B-A5BBB56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DA7C7A47-81BD-4789-8EDE-C604D79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F7699EC-C46E-4344-A448-1F3FD031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CB554C2-64C7-4CFC-A4F1-131CCDC7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07A9FA72-361C-4649-896C-0116F291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140BA4A7-72BD-4CDC-B940-05E71542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AE3EDC3-F08A-479D-85D9-17FED14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BDCD62C-D131-4B27-8652-77EA27B4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AEF861A1-5F56-4E2F-AF17-A4AAC8FA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7E957434-7AB6-4DED-958B-B8A6D473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8EF7592-51AE-4463-99F5-4810F00E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29BE0AA8-C155-4FD8-A939-CFDA58B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5AB903D-935C-4483-B072-B49AD052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12BFBF0-F5F2-444E-83A6-B5EE52CB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EA398E5-78A3-493F-A5DC-1D5BF102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EC7977C7-A7CF-4D59-97D8-CE8F6569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220EF1AD-9B89-4CCD-AE21-BFA13379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CEE6B49-1537-4CA7-90AC-14EB2A2F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C01B7F7-E154-4479-AAD8-61E9DDDF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6543B09F-438E-46F4-B63B-FEF1DDBC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2C82022-370D-4346-950F-245E43FF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315E23CC-4587-4136-8500-7CA7D2C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5ACD938-CA37-4C9B-A095-70514AE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6F5481A8-3977-4008-9F09-A3E2B9D2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047EAFE-B84E-4070-93A6-4D6238E7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5E12252-721D-4A51-94D8-6D787B42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4D3C911-EEE3-443B-8221-DB83C951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547B355-1DBD-4F17-A14C-EE268B7B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9B165700-6A49-4673-A7F6-9A800D0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101CA1E8-F42F-4590-9126-001CDC96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6537B2CF-BB76-4232-9EF6-FE78D971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40D6144F-A522-423C-AA17-51DEEB2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2DE118CB-B2A9-412F-A24A-82D48241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CE065BC-648D-43EA-BDDE-4541AB57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7803BF3-5D34-4658-B896-524BC7A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8DBE8D2-44D3-485F-8F54-B10D4593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D658A4B0-D211-49E8-87CE-2179732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4D1F18A-A5FE-445C-9254-E023797C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3E9A1853-031D-48C4-A6B0-6E2DD61E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54FDA03E-DC9D-47D0-A8F9-C0BCBDE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DC5F8DC-2550-4A33-B404-A85DDA0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5F4477B-745C-47E5-870B-C0AD8C16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E4D1C03-05C3-4FF6-8C5A-65C0D08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3FA25426-FB8C-40D4-8C5A-BB318792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000A88CE-6AD8-42E9-82AD-DB82FFF1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B0A15AB-4CD2-456E-8CA2-E5D1036C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82F0B70D-073F-4182-9526-B0937A1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752DBCF-25C7-44DF-8847-5B6703B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4A9AA672-A5B8-496D-8E06-F662B500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B43E191-6350-457A-A839-A8ED4D1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6A695101-9065-463D-AC7E-E498B794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C044EF7B-6D2B-4F70-9B46-8495C0F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DA8CF01-1EB9-4E7D-8394-52A14878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DD9F1FE4-73EF-41C8-9E55-C92D5A6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044784D6-A5EB-41D8-BCC7-F9F11D70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D4D07912-6A8F-4D6E-8C12-7DAC9E07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A9BF7E77-97B6-45A7-BA9A-1BDA57CF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EE7ECAFF-71C2-4955-A5BB-5DD5B486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CB9E882-43D7-4C66-A1CC-7F99D7FC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81336D6-84D7-4512-8E74-69396520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B82D57A4-A123-4DD1-B92C-C0E2F37B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E059F60-348B-43CC-B801-B7628C40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4D37ADA2-305F-4A41-8749-2EB6287B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D85E5862-3B73-49A3-88A6-B962C62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E45CBDD9-AD0C-4A2E-A7A3-7109DDA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1A1467E-F29B-4485-88AF-DD19F76F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C53314E2-A225-43A9-8FB4-AC58C8CF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AE927A69-0786-4C39-A35D-5B16A545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0AB395BB-8B91-44AC-A986-2388B999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E1357F3-FAC0-4807-95A8-4E6FD752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37554B14-8D58-4C4B-ABB1-8C9AB0C6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3A38B26-E0A9-4468-9CA7-18BF9AB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39651DF-E9FB-4290-B0D7-9642B01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9B08691A-E17E-4A21-A8C8-5F7B76DC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238F7093-432B-409C-8A16-45D4090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A2A73468-A70C-466F-B770-1314A354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9614A574-AAC0-4737-A788-24921D3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07747BD1-631B-4E45-A16F-514AF5F8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02F4905-FBB5-4FF8-9603-62FB7A01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2ACCDBF-2676-4377-97F6-EF4E3BB2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0D128CB-F255-48F4-876A-72A9C99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645A0A81-DA9F-4081-88FD-F13CCDD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F8D4712-40C7-4BB5-946A-EAA8ED30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8AC31ECC-F69E-4833-8C94-2F85AC41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5865471-1443-4C93-A960-281E5EB5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AEDFFDF-BD21-4E21-9533-E1D278C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2783BD8A-6C23-4F12-87BC-3D57D209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1781FBC-52A4-449D-9EAC-9F20107D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8BA24EA1-CBDA-4F30-8F89-4A706EC7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74C6632F-12D8-414A-983C-A29810C4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7F0CF31-FB8A-49A6-9933-0BD4727A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62601EB0-B46A-430A-8275-9916F6C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78434080-AF6D-4C0D-932B-C273EF9F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72AAD0D9-D432-4665-9D61-60693391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5DAD7F0-9FDA-4ACA-830D-C1D69EC8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D7CD399-565A-47CD-8F8F-B3FEB63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A5E25129-E33D-435C-8F54-D217DA80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DCD02BCB-EA9D-40CD-AFE6-B27FB322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216938B9-49DD-4448-A80F-E13DCFE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CB6868D-35B0-4270-B91A-9C6DADCE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524370E1-18D7-484D-8E4B-21CC41A7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026230F-5D42-4074-92D3-40913A7D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F3E28F44-8D26-4E5F-B628-775CBB73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04B99E0-60F0-4010-A315-95B4D234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2E276E92-E89F-488B-A9BD-78CED01D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F8602B3E-B518-4F46-84A5-D29C200C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13F5E3CE-DD64-47A1-AC8E-D88C08C8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E8A25E3A-0AE1-4E14-A3D8-B2595C4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95B572E3-E1D5-41BF-95E7-92A514EA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EF7B1EEC-1E84-4681-B8D5-94BD4E3A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EE226E1-B8C7-47BE-A5D0-C8995FE3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F83ECF31-1B9D-4565-8D6C-410DBA53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1F95665F-C13B-4B1E-B503-48B7C96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61A11B06-3BAB-4467-8816-ABB1F09B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05FAC201-DC5A-40D8-91D1-A15ED45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C21B916-97D1-4D9F-9432-24F5F8B7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1FB371DB-3380-4CA2-B3DE-53FE17A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9F01FB99-8D1D-42DA-BF09-50FD32A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06A2A603-65BF-40BC-8CB7-36155475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83D28ABC-27EF-4E41-A111-023C3B8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695AFF7A-5DCA-4150-A367-37ED8B7C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CCB50997-0458-4DC0-BBD9-3F79AE3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DA5CD577-5BE1-4E89-893C-929243B6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B1CD56A4-7A1D-42B5-A1D2-9A364A71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83E892D-FB5D-43D4-8080-78583B8F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2346DC38-F47B-4834-9828-6F4F711F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2C1325AB-0FB4-4CE4-BE99-1A9F83DA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7F3B2341-43E8-4A64-9A45-99F534D4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9C196475-1742-4B8A-A32B-DC5B0B5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5F11375-A81E-4524-A499-148C015F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13BC3AA8-79FB-4288-AA1C-FF51BC07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B7752793-91A4-4002-AA46-72F6BC31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BED7093-8630-41A5-8770-B8098143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51F2DA70-E7C3-466D-9F05-CC6B2D52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CB5DE591-DBD3-48FC-B74D-E32B419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792A157-EDF1-4F4C-9E88-6A39E8C2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92B7E5D0-2CB3-4DED-845D-27F7A5D6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742412D-7C3A-49C4-8B5D-0AFF05C8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31BB0D87-5CCF-4C32-9E12-B36C1F2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D691BDF7-DCD2-4EA2-88A5-A496B7FC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3EFD1C7C-589F-444F-975A-97EAE315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9800685-6BC0-42C1-BFC8-7D1B6085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327B4788-96A6-4106-A41D-82A161A8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F0AF03E3-9358-4D36-A215-E921EEFB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26172BEE-46AA-4FC7-8A69-CFA15AA4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9BEFC1F1-7F01-455B-AB9D-D3EB00EB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5217F985-255D-4A80-B8B5-D39077BF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33288B5C-FAE4-46BD-8BED-82C59156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F779CA2C-C2D8-4732-B591-33C0E8F2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663EB18-798E-4190-AB69-9C34796C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84395CBE-5C6A-4B60-B8B0-E2B39F99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103BA716-BBF0-4B16-8FC9-2B3F1C3D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B358A548-0AE6-460E-AE60-3FCE26B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98AB9E46-7129-4B71-A59E-BA36FA64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F3F1A214-29E7-4DB8-9860-A1463AAF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949D6264-8B9A-4AAC-8A3A-3E75C549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AD89B63-76A3-434C-8E83-4DFE118E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3854FB10-CCDB-434F-97E9-49F4B787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05DFC1AD-074D-4789-B918-43F2AA7E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F03EFDC4-D974-4A45-8201-B35C7B1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4C0ABCFE-BCE7-46AB-B3E0-AE7B080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C9AE37D3-B6D4-4B8C-9C94-8A0ECCDE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B894C22A-8370-4AF0-964E-37C0E311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2F974CE4-606A-4F57-9D87-4FEE0004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C7F5E64E-CA1B-4E62-A3D2-93C142E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BC4C0450-3F2B-4B30-AA9D-8979BFA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D04D6E65-C717-49CC-880D-689D8555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0D00E231-39EC-458B-BB8B-A288A15B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1B7624C-BFDA-47C2-AEF2-24DDBFE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04ECEC86-B80E-45C9-A731-58ACDF7B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7503C9DA-CFD3-46F5-9CA3-AB020436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25F9666E-8041-4A0D-9CEC-CF570FDD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E97A6372-33D6-456F-87F5-EB70BB3C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A90CD052-0A5D-4B01-A6AA-E0FD5F06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A85247FC-9E35-48A7-8607-27FCA9FF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46FCE77-A550-4F73-BA14-D62FE8E4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9834C785-B1DC-4DF2-A358-A7AD64D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6CE02646-6A45-4B53-B50E-9E304092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DDBB5C33-075B-4936-8FB5-63A73542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2E8640AC-C0DE-48BF-9578-046AD0B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6DA14366-66CC-4EA8-AD27-D5EDE433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822C6DE4-C2FB-4731-969D-6BDDA4D2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4D881CD4-27CE-4D9F-BD93-957126E1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A8D61959-6099-466A-B479-E5232B3D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342773D4-1B9F-402C-943C-D1E91102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A013D3DE-569E-440E-9A31-44BDF357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CAE8AF92-90A3-4DE4-99CB-35AD569B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041AD70C-BBE8-4B46-8A8F-537A382F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B4F08BDA-AD50-4A09-89C1-FAE070E2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748211D-BDA8-49DB-A4D1-82506402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BA7F146C-36CE-433F-B0B7-6F0188E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00C23450-01B6-4F76-AE4B-0E95A21D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55DCF5FF-1D32-4543-B950-13C1C6AE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FF9D9566-AC73-4A92-8BB2-013FA772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4AE95916-304D-4A8E-8163-352F4362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B1C45543-6194-4F86-AE51-AC6B0575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6D7858D1-FC3F-456E-ADAF-EA8DE3BF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7215CB3A-CE99-45D8-9A6B-E4ABEA01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ADB6D2F8-4161-4D24-B0F6-86E85B76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7206DC36-5F96-4B8C-A2DB-6C4BEB80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E25B17DD-B5A1-4C56-87A4-BA0EA3C0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3B25F207-D31E-4D66-87AA-7240461B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493A2742-D288-45B4-84E7-E7BBBF59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A6AD31FA-D53A-4734-A0EF-BA662E85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B4019C8F-13EE-41AA-AAA1-A6A6997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0849401A-E05F-403D-B590-3E5BBD3A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5D555774-9972-44D3-84C7-59292745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2A6EB162-15D2-4F80-8386-8E4A591C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72DEF319-B187-4939-A6AD-911A5685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8C3E6FDB-BEE0-499A-9559-29089073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0D147804-0C2F-4F42-8362-E56B9B47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231FEA84-0958-4C72-B1A1-4A83E879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9F60D313-DB66-4F96-AB7D-494F2FD0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BDBC27A5-F8F9-494F-B293-95267E4E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DE607888-E4B2-404E-9B6A-3AEB5A1B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989A87E3-85BB-4711-8CE0-99834953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947E4C7E-324E-4583-A0FD-F6BBF81B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968EDB3A-32DA-48D6-A03A-E5B2A60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D7EAA50-181A-4830-9C27-16752FA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CC15A5EB-59AD-4D3C-B548-26B01E2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DBB0B283-24DB-4089-84D0-F04EF3B5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DC5925BC-CD65-4200-87F2-F153934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9035091-AC66-4664-863D-FFA021E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D19A406D-D409-492F-AA7A-61A5545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8212E702-88B4-4082-A5B6-DB5BCC54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17A8B661-D2D3-47B2-A23C-0C80AC73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48D81F06-F56D-4D54-A911-76526EF3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877EB77-AC6C-4986-8EE4-149521D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74C7B1F8-3F9B-49D5-8B59-C24551B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0A77B211-5ADE-499D-B78E-CA091B67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5DF67758-A966-4F7D-80C4-FC2E682D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456EBB07-3CBC-434C-8D4A-A882C200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55034DE-7219-4B1A-9D81-371BE92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DA3281F-A371-4F7C-8384-B86EFD1B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68AA553-48D0-4A44-A877-985EA2B7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44245EF-5A6A-4430-BEA0-AA401465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C751612-1166-4C89-B717-F949F83F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59A5E51-F8E6-4F7E-BC3D-02127F89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A88EEFB-32FD-4362-A362-30D5660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2C182BF-A4AB-4F92-9275-F7D06805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DB1FE6D-885B-43A6-A9BE-71AD67D6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DAD974A-6839-44AA-95E3-E7A2D301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1512E9E-B0F7-454F-A04A-F6DA029C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3859220-676E-4173-BEF1-6431E3D7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0255297-0A49-441F-88C7-B209CECF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08E5806-D9B3-428F-9A07-D3854C27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A09DEF2-C95E-4D85-834B-C8391B9C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7EEC02D-25FA-49DE-BDEB-7983125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B6D422E-6244-4771-8DD1-F45CE83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20CEA90-D95B-42A7-9A53-3875672B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6B98E4B7-BE7D-4DCF-B4FC-6360C83C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8E440571-0B5A-44BD-98E1-109A9734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7ECF3526-F748-4E72-B78B-DCCBEE0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D8168977-E744-4195-9E94-63422F7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0200FEB-7C8D-4418-BAD5-E9C98F4E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197C1680-B5E7-4426-BBBB-16EAA3A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5D60BD4-A424-4077-968C-98E15E26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4362918-53FB-413F-ACD4-565B7857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A1F644DB-1ECD-4028-835C-5738C52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F890FBB-20C5-49F3-BCB8-AD520524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11FB57FF-3082-49CA-9D1C-4B43C1ED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86B54BC6-A3BE-4A08-BD35-7C51261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69215BB-2761-41B1-8AC5-1A3C6E06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2F87E41C-20A5-4182-AC4E-6B9D37DA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232C667C-81E5-4349-A74E-915AA949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1CC24F6-B834-4FB9-85D8-732AF63D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D843D117-681B-4353-BEAD-78A9DAD8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98F256D-53E9-4634-A2DB-335C5416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B23B8B66-898D-40A9-BFF1-AF40563C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FC1700D-4972-4072-8DCD-69BFE891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F5D099E-9495-4907-B37D-FD19B339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B3BDC92-A0D4-45D8-9FE3-8A41AE42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ECB2BD9-7530-420F-82E5-CC57BA6C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C4C7041-1806-44FA-B553-DB453471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AAAB595B-BDF0-40AD-ACF1-26925A5B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FF9E706-DE1F-43E8-AF52-E416633D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9AFE7AC-0B64-4851-8B3E-8DDAD0A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F66991A-6A59-478B-A0C5-0A2DA2E8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CC9EE411-7543-4062-B734-DD1EF211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B0DAD5B2-5E95-461D-A7F5-1ECFE079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50EBD12F-B9D1-4978-9012-1BC922F7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E2ACFC16-4813-4D21-BF83-5BA3DFEC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EE3DDB86-46E2-4059-BA22-D575E4EB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______  ② ______  ③ ______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69B63921-84E0-420B-B7C8-B4C33F67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7997029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A1023D33-2970-4E8C-AD1A-BD2E2B15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D1953-61E6-4984-B39D-0A842A9D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E4E6B34-C2EE-4A63-A0CE-277B88DD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三轮熊猫实验说明了什么？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E3AB0-0909-43D1-9266-FC662241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64127-DBAA-41C6-B319-4F546B81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B0EA7-974A-4187-B4C2-F043B96C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678B1-C58B-406B-A910-5F815A1A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B54EE-EC3E-47D2-A123-2B3DDA7D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5313E-AA48-449A-9AF9-C32EAB30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2953C-D011-4883-83D7-5D9C57C6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5FDE4-7E45-4E9A-97AA-ED3303D4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6514D-FE61-41E3-ACEB-7FFC85E5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31F84-F370-44D8-BC81-2747E566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65014-5049-4AE5-8A7B-0CF0A8D0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7058D-A962-4A5B-A44C-00C3EDD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E508F-3D94-4CDC-B449-B0154044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F695E-5BD3-4688-A45A-A9A77DF7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77630-1674-43A5-BEA0-198A3A09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CCD57-641C-476A-B8C5-9ADA1AA0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41680-7875-46A0-A061-24C91353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EC8CA-01B7-4057-BFD9-BC8B3101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B13B6-9F04-48FA-8A98-1EA7D71D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190D6-5C0E-4259-B039-4D413CF1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64606-2D4C-4AD5-A0EC-813E2C84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8BA41-B20E-41EA-8838-EC144C8A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E5317-FBB4-49D8-B4AF-ABC98FA2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E5E48-1ACE-402E-8ADD-2CC247A1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259853-2F83-4E43-9F7F-16AC15F0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4D85C-2E20-4CF9-96A5-51B703F6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3B391-B434-4525-9257-41E61936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15C7DB-84E9-46B0-9569-F5DFDD17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BC42C-68AE-4105-8E2C-B9630EAE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A8CAA5-0714-420E-8858-68D5A53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F79F9-AD38-4619-A101-B34B819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556589-F090-4F52-A10F-5BFA50A9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61F254-EE8E-4B81-A7AD-F35D5045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CAA50E-9D39-473D-B2C3-7228CE5A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9D5BED-B674-431F-81A7-179E2A09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296F19-83BD-4D03-9CFD-58E19337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9B35AD-C1BD-4CE2-BAD4-DC8E165B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278FAB-8A62-44A4-8CD9-2E914B35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11B6F1-4989-4515-B662-0022512C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B92A14-7E93-4716-9A12-2538D36E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63D04A-1B92-4DBE-BA6A-3349FCC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491EA0-1AB6-4E12-823E-FCA33B66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97EB75-2E46-406E-A404-A45ECB54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E85379-1095-4E1D-8A1D-4221B41A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F300EB-3C03-4007-85B8-B0562974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41C46D-DB84-4056-AD70-05B62B9D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CB7F21-F9CA-4381-9B58-F89813DC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740942-4A44-46B7-8F59-A9A7BA5A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B620C7-E4BB-4F26-B86C-9F85059E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8AA16F-7700-4A94-B553-6CC5B6F7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B82BFD-5A89-4FD9-B626-6B3F7DD2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AF02E2-55FE-4E02-BC39-DC47456E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C5F167-A10C-46E7-A575-A18F77C2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572630-AE6C-4B34-80E2-7750BE45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E072E8-DA65-47E9-A2CE-79A1448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0A1E71-79AA-4958-96C8-5203CD4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6CD78-C26A-434E-BEFD-F43EA1BD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DE7DF0-C3FA-4012-AAA7-D0A6DBEE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0D0D48-6714-41D0-8559-94DB9745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F1A6FB-A348-4662-96CA-119DC622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E4687E-9BEC-41E8-9258-8C40B69F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A056ED-7011-41C1-BE63-FD2DC822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34B5AE-0753-41FA-8193-9E9F33A6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1CF749-D494-4A46-B581-A5C0E29E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92CFBD-291B-4A64-988B-02847D92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8C2B43-B730-4560-B392-1B18ADD8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D84FC0-8EA7-4BC2-821D-4A0363AF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93D7AA-F4A9-4717-8549-ADD2033C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CBF46BA-63AC-4D4D-B811-4E630A1C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9FAC40-38A9-458B-88A5-E69510D5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1ABD2BF-86D4-4CEB-8098-80A30E37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4960C0-B194-4695-98CF-33B4FC7D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CD6E76-CCEF-44DB-B706-DACC8955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34553C-DB6C-414E-9C26-D7CE4775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7F50A2-3AD4-4113-9087-EC12610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65E8248-FD8A-4B74-B97B-4E3B427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86B44F-4845-4968-8BC8-C222B6B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48D43B3-F272-4401-817F-393747E1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A35627B-3F88-4076-97AC-B9937E9A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13D926A-3DCF-4D4D-ADEC-1C4BD43B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CC32B2-AF57-4788-8F92-C1630CCA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7EB45D-3018-4E72-87D3-AE7A705A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9264A8F-A7C7-411B-BE95-FEB3DA7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DDE9B56-5B4B-45E7-B391-E9F5260D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33DD13-3825-4F1D-96BA-12D472E9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773B40-BE45-4764-822A-F0D3936F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5AF7B3-619B-47B5-ACC4-8155C582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820332-49FB-45D3-A686-6CD27509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2C87935-A16D-42B3-97D1-E2B755D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FDD38D7-367F-4792-A3BB-8A9DF4B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5737BAE-2018-4446-9BA9-8292D763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0C0E8ED-A7F5-43D7-9F19-C656C70E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3CCC146-4AE4-4DC1-8617-FBA97B9D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688A5FF-3B14-402E-94F1-37F0F629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353B6D6-E6C4-46F9-A31F-1A56BBD0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BC8B0AF-606E-4AC6-A04D-E0BBEC1B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5C1682-A421-4CF9-8BCC-9400BE89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1D0353-363B-4526-A0CE-82C5801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43B3B5E-922C-4C8B-BD26-D3F5A9A2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4C7FC1-FFF9-4AE1-9827-3C63208C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918FC76-BECC-4E23-A36C-29231E40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65E2A6-DF8F-4879-BEE5-0497D852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5E6F3A9-785F-4C25-B921-CD054F4B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3078E48-595A-4EB7-8570-043EF32B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E8198E2-FFA6-49A2-9D7F-0E755AFE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3D3EA72-8B9C-4D93-A107-4861605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86B2EDB-E2DB-44B5-84C1-7A19E900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CCE5862-E1C0-43A7-8A2E-917B3DF6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927A753-9DCE-4EDA-8ED1-2ABBF6B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0C71BEB-251B-44A6-BEAC-EB7D70C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32563F-B843-4116-B01B-B243A04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AD34F8B-A70E-4588-B4E6-D27D665C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0A60585-9CE3-4A2C-AE3D-E2A42C7B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66A34CB-F15B-4F89-B8D1-34464792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868095-99D5-4139-A96C-6E0D12D9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534104-053C-4991-AF47-C42D708F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D580705-11E6-48A0-AE06-59694612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D43B959-8E4F-4883-9851-6F6C91F2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B9A6360-CC7B-4FF3-A70C-F960AFD2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D1E89CD-CA26-4353-ACFD-598E9DBA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35BE1AE-313C-45CD-B335-A26A4515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E1577A8-D569-461C-9522-D11702C9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1325B8A-68D2-4F12-9060-B7BB55B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92801EB-ACF7-4984-93C3-85DFF98B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23022C7-75BD-4174-A3A1-40EE29B0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9DFA231-6E31-4370-AEC8-AF44BE1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BBAA797-7EB5-4A81-A96D-1F423A4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D5DCB1B-E509-4766-9F43-6A501390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1939860-A4A2-4793-9013-E576F5C1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1160FD0-0A79-4C24-A8B6-F3DAE889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C5D8A9C-786E-46F9-ADFC-42B15851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0BDF741-A108-48A4-B4FB-68B0C8BF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20CA4F0-EA27-43AF-AE00-177D0C4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A2D2D67-2BAC-4697-8054-B5B86545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1582A90-F394-42BB-99E5-EB5811D5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BD18231-2850-44EF-A18B-8DE6EA7D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6B7A5E6-0075-43C5-9A86-991B8B3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ADA8503-9CAE-4036-9636-3B7A9C80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2CDD057-CF5C-4456-8C25-9DE9ADEE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1747595-4B27-4908-A428-2C55ECE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9E07D5B-C525-4497-A510-3A1AF815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60454C0-64B0-467A-8497-B74E9221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DB80E98-AF6A-4768-9329-DDCF1660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74334D5-073C-4B33-BC41-98358016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D346E80-822E-4137-9274-837E246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FFA5E00-693F-4D14-B121-F2FA83C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B5C70B0-6860-46CE-B500-A48C5982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1C0448F-377E-4FC9-8BEE-ECF10D0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5B02266-4FE6-4ECD-B0BA-98330FC6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C91F4E0-10EA-4180-9ED7-ED5B2CA7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D618813-6365-4FC0-B80A-E2133D0E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61CDD6A-97E9-4130-976F-A29DF451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F3BDDF4-D58D-42E5-BDC8-1694BFD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78A10BD-AA13-4E02-A0F3-6931FE7E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9B2CD62-7DC2-41CE-A0E7-25448FC8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0C50202-242D-4CD0-BD58-116411A3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5A74B9A-C06D-4B51-92F6-DE66C9C7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CBB5B61-5CEC-4B54-BE67-13D7F5A9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A0F7667-CBE1-4E48-8BFF-87AF96B3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20F6E32-FCD0-4D99-A6B9-24278D86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448EFC2-87C6-4EB4-B08C-E154E84A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9583F2C-CEE4-4219-BFBD-010A5BFD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38B54FD-751B-475A-BDB0-0758FF1E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CC33359-E616-49CD-95E3-6ACD175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95244BE-ED29-4B51-A35D-CF3B118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B965CB0-94D0-43B8-969C-827A5039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264490A-2A17-4B57-B88A-3973D9E9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F7C1AE3-F6BD-4E53-8075-5CB72EE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842757B-E0DB-441E-ACD1-41E287A7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E5B22DE-FB14-43CD-B897-A3B82874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7770ACC-6F97-4DEC-A642-A34378B4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D993A67-1D19-409A-BB0D-4B38832A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A8B6BD3-ABF7-4F65-9AC7-2906926F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E7FF166-34AC-4CC6-BC16-FD5CF547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D92B93D-1C66-41AE-BAF3-BFCC61DA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CA9AB32-6087-47CB-8ED2-094C18EE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48E52D9-8747-494C-A50E-27F4F47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E62A7A3-4538-4A33-A039-1EB559E3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9FFE8C4-A46C-44C8-A3E0-AAD67CE6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CEDC6B9-55A2-478A-A2A0-54B06425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23729EC-1315-42AD-9F4A-A23A7E03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D58C0E2-CCF0-4C0A-B648-5D93F654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95B19E4-6713-4012-AEFB-2FAA31BE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38BF289-69B1-44EB-B158-D13F8F91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DB8A532-D5E5-4099-8852-725A3E96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371D55E-0762-4815-95F5-80FDA3B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AA4B9DC-C550-4825-AC5A-1F9FE9AD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883329D-A22C-44DB-B56A-DBEAB82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CDE8C80-F4B0-4C86-A2B4-ABB0726A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896C413-EFB8-4CEF-AAD8-9226B6A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375CBFB-9FED-49B8-BA47-D05E4941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A2C0A01-5DD5-4A63-836E-DF5345A6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C123D67-FF04-4AF1-B753-C2E9C3C1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3A040CB-9EF4-47BA-8B62-64CE0904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CAD3E27-D304-4333-AA09-01BE7B95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19D8175-00A6-486C-8DCD-99BFF05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2522DED-9859-497C-8334-A92F1A3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B68A0835-7A6A-4C19-8475-3D80050F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FBA97B4-8C74-4D40-88C4-D28ACD1B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D353FFE-4373-4A1F-BEFF-D4E4718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B673E4C-E634-48A8-B324-353DD71E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A22879A-61E7-4E5F-8E50-8340F4C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5042E65A-1839-44DA-9C80-A69A1C9C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992AC53-829C-437B-915C-4E07DDA0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2D2A1D1-EE56-4587-A153-E0EF178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F92110A-0E64-4BF2-9426-90C02AB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EE62CFF-9192-4758-AC6F-1B74FA04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D6B9D7E-3167-43B8-87D3-E95DF81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C94DFA2-6D0E-4F2B-A2B2-BD042CC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1CE5A9A-9508-4F56-81D1-E61049B2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6036FC4-413B-4A56-BFF6-9BB5F163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A2F0C42-D66F-4C49-B919-EDCB5861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80BB1A71-F5EC-448A-9735-CE17953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4CF2730-8858-4784-AF2D-820DAE8C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4E588DE-86F7-4325-9275-53BA66F3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61305F3-9E4D-4C71-A4D4-20FCEC5F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2415A77-1E29-4261-8A2B-19702FD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3733D99-CFB7-464D-8698-0999B36D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14C2F9D-9459-48ED-B68A-9FBABB93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386AB5A-8419-467F-847C-0674A9A1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BED362B-0E4E-4C62-ABB7-35C7A8C3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72885A2-7D0A-4B19-96F9-9472DD01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B599517-9495-4F8C-862F-FF362F7A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A05B10A-8424-436A-8E7A-F4AB0FD3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B99A2D5-4FD0-4A53-B5F5-F8792840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A1D6561-1EFA-4B1C-9ADD-996423E7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C028DD6-6F7A-4655-8F9C-028FF7D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3C59265-3E03-43DA-BECA-697A7283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C8F7113-0ABF-4976-BB4D-4FE8F919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55DB5AF-1E0F-4A45-9D9F-629EFB7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5C89539-0AAE-44A0-A378-10762CF9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075E09F-F606-44BB-B7B2-29DCB2D0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136DA15-D79B-40AC-8727-D5B36F40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DF87AE7A-0C43-43E7-9118-3C8BA9B9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8289873-390D-47A5-9450-595B17C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BE95B48-0720-4B15-A229-71A1AB9F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C4518F5-955E-4906-894E-6BB91487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0ED2BE6-8A0A-4764-AC23-FB37E2DA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C75D3D4-5502-457C-9013-4402991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9A8ECB2-D4B5-42F3-8A22-F5D8E617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DC26B57-AEA8-41FA-81DD-F03DEA00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FA73B53-63F7-4EE4-8290-4DBD2F93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EF4BCB4-0691-45C5-8DEA-EEA34F3D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71D26F93-5809-48D2-8B4E-45631D0F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F703A2E-2840-47A6-A535-B29A669F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278294F-6725-4215-8529-0BDDB093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F2186F0-0E67-427D-917C-8552B6F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C4D8EC80-84A9-4DBB-88C6-7DA5F74D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16450CF-6A4C-423E-AC73-79154DF3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57B2EA7-7782-4268-9602-709DE2F6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5B229B4-C56A-47B8-938F-17EA1DE1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2019E2E-CFF7-412E-97E3-8840EB0C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E118E72-6916-413A-AB79-B0FF5326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C93D9D3-78E7-4E8D-B471-80E6A4CF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8D81E0AD-8709-4B27-8657-FF0B6AE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7573B54-FB06-4875-A105-1238126D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45E54FD-1F3D-4AC3-9CEF-FB25B849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18DBAF4-0766-46DB-B234-484C2C99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CA20EA7-999B-4C0C-9B2F-77F6BCA9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0A9DAD1-F32B-4A50-BFFF-6348D8E8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B35DFDA-84F2-41ED-8C25-82233CC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6482E12-137C-4814-BA9C-5A86185F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FF05296-29CD-4868-A3A0-A2977F1B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2411F2F-DD59-4DDA-8DE2-DFE3597D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65A6F0B6-6016-465D-826F-45403774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D897B78-AACC-4723-AF58-648121D8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E5B43A9F-2C0B-4D61-AFB1-621FBEF9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DACEACC4-0CC9-41AA-987D-42F4EEB3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A63A2C4-81E5-4C6F-B7A2-9F49F878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7C11D8A-155C-4019-8516-F05B5299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260C28CE-13C2-4EC2-9502-42C2630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73D4390-3BF4-49C4-B0F4-BBFFFBEB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9EFFFA9-3D2A-40B3-BD2E-30F2FB04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F39BBB7-B707-4262-A326-FB692552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93125C9-047A-4A28-A1EA-F066EDA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A781EAF-FD14-4DF2-86C7-4653D97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EAD7DCA-6F5C-4179-AA41-DCD9D676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22FD12A5-957A-42CA-91EF-39BE5766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4DE806AD-ADDB-41B6-B9D4-BD468785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7EE23BBC-C95E-4928-A56C-3269346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DD55CBB-74CB-40C6-9DBD-B10E4C5C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A6D2F23-062A-4A1A-84D8-700F9DED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DA6A562-DA87-463C-8CBF-339EA9F9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A45CC07B-7CD2-470D-9E70-745F9A59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8A25B9F-2BFC-48FC-BF23-C557367E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E4774DB1-35DB-4EC4-9B75-A1A6751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8268822-EFAE-41D6-8BF6-395B85E6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40FE747-B63C-430E-85E1-7992ADC6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75FCAA1-3358-40BF-BEF0-0FF00CD5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980C7C4-4BF5-4C9B-AF1F-3A6AA1F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A123F8E-7EC5-4BBD-B56C-D24DD2DE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90FB4EBD-FE21-42E9-874E-35DEE51E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A59806E-B213-4BE9-B63E-B04F0187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1B475E5-DEB1-48D6-A2DB-E4235B75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EEB05292-D09F-4D52-B6AA-E4ECC81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05B6F6D-F127-474A-AD74-01EE4DDD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2771F43-05C2-4B64-B18E-E12C5F3F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4933F38-06F8-4825-A03B-37633C8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53D55FC-7D49-4434-987B-A5BBB56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DA7C7A47-81BD-4789-8EDE-C604D79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F7699EC-C46E-4344-A448-1F3FD031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CB554C2-64C7-4CFC-A4F1-131CCDC7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07A9FA72-361C-4649-896C-0116F291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140BA4A7-72BD-4CDC-B940-05E71542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AE3EDC3-F08A-479D-85D9-17FED14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BDCD62C-D131-4B27-8652-77EA27B4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AEF861A1-5F56-4E2F-AF17-A4AAC8FA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7E957434-7AB6-4DED-958B-B8A6D473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8EF7592-51AE-4463-99F5-4810F00E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29BE0AA8-C155-4FD8-A939-CFDA58B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5AB903D-935C-4483-B072-B49AD052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12BFBF0-F5F2-444E-83A6-B5EE52CB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AEA398E5-78A3-493F-A5DC-1D5BF102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EC7977C7-A7CF-4D59-97D8-CE8F6569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220EF1AD-9B89-4CCD-AE21-BFA13379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CEE6B49-1537-4CA7-90AC-14EB2A2F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C01B7F7-E154-4479-AAD8-61E9DDDF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6543B09F-438E-46F4-B63B-FEF1DDBC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2C82022-370D-4346-950F-245E43FF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315E23CC-4587-4136-8500-7CA7D2C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5ACD938-CA37-4C9B-A095-70514AE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6F5481A8-3977-4008-9F09-A3E2B9D2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047EAFE-B84E-4070-93A6-4D6238E7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5E12252-721D-4A51-94D8-6D787B42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4D3C911-EEE3-443B-8221-DB83C951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547B355-1DBD-4F17-A14C-EE268B7B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9B165700-6A49-4673-A7F6-9A800D0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101CA1E8-F42F-4590-9126-001CDC96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6537B2CF-BB76-4232-9EF6-FE78D971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40D6144F-A522-423C-AA17-51DEEB2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2DE118CB-B2A9-412F-A24A-82D48241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CE065BC-648D-43EA-BDDE-4541AB57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7803BF3-5D34-4658-B896-524BC7A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8DBE8D2-44D3-485F-8F54-B10D4593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D658A4B0-D211-49E8-87CE-2179732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4D1F18A-A5FE-445C-9254-E023797C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3E9A1853-031D-48C4-A6B0-6E2DD61E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54FDA03E-DC9D-47D0-A8F9-C0BCBDE4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DC5F8DC-2550-4A33-B404-A85DDA0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5F4477B-745C-47E5-870B-C0AD8C16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3E4D1C03-05C3-4FF6-8C5A-65C0D08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3FA25426-FB8C-40D4-8C5A-BB318792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000A88CE-6AD8-42E9-82AD-DB82FFF1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B0A15AB-4CD2-456E-8CA2-E5D1036C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82F0B70D-073F-4182-9526-B0937A1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752DBCF-25C7-44DF-8847-5B6703B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4A9AA672-A5B8-496D-8E06-F662B500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B43E191-6350-457A-A839-A8ED4D1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6A695101-9065-463D-AC7E-E498B794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C044EF7B-6D2B-4F70-9B46-8495C0F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DA8CF01-1EB9-4E7D-8394-52A14878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DD9F1FE4-73EF-41C8-9E55-C92D5A6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044784D6-A5EB-41D8-BCC7-F9F11D70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D4D07912-6A8F-4D6E-8C12-7DAC9E07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A9BF7E77-97B6-45A7-BA9A-1BDA57CF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EE7ECAFF-71C2-4955-A5BB-5DD5B486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0CB9E882-43D7-4C66-A1CC-7F99D7FC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81336D6-84D7-4512-8E74-69396520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B82D57A4-A123-4DD1-B92C-C0E2F37B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E059F60-348B-43CC-B801-B7628C40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4D37ADA2-305F-4A41-8749-2EB6287B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D85E5862-3B73-49A3-88A6-B962C62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E45CBDD9-AD0C-4A2E-A7A3-7109DDA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1A1467E-F29B-4485-88AF-DD19F76F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C53314E2-A225-43A9-8FB4-AC58C8CF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AE927A69-0786-4C39-A35D-5B16A545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0AB395BB-8B91-44AC-A986-2388B999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4E1357F3-FAC0-4807-95A8-4E6FD752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37554B14-8D58-4C4B-ABB1-8C9AB0C6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3A38B26-E0A9-4468-9CA7-18BF9AB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39651DF-E9FB-4290-B0D7-9642B01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9B08691A-E17E-4A21-A8C8-5F7B76DC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238F7093-432B-409C-8A16-45D4090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A2A73468-A70C-466F-B770-1314A354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9614A574-AAC0-4737-A788-24921D3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07747BD1-631B-4E45-A16F-514AF5F8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02F4905-FBB5-4FF8-9603-62FB7A01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2ACCDBF-2676-4377-97F6-EF4E3BB2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0D128CB-F255-48F4-876A-72A9C99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645A0A81-DA9F-4081-88FD-F13CCDD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2F8D4712-40C7-4BB5-946A-EAA8ED30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8AC31ECC-F69E-4833-8C94-2F85AC41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5865471-1443-4C93-A960-281E5EB5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AEDFFDF-BD21-4E21-9533-E1D278C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2783BD8A-6C23-4F12-87BC-3D57D209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1781FBC-52A4-449D-9EAC-9F20107D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8BA24EA1-CBDA-4F30-8F89-4A706EC7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74C6632F-12D8-414A-983C-A29810C4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7F0CF31-FB8A-49A6-9933-0BD4727A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62601EB0-B46A-430A-8275-9916F6C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78434080-AF6D-4C0D-932B-C273EF9F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72AAD0D9-D432-4665-9D61-60693391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5DAD7F0-9FDA-4ACA-830D-C1D69EC8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D7CD399-565A-47CD-8F8F-B3FEB63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A5E25129-E33D-435C-8F54-D217DA80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DCD02BCB-EA9D-40CD-AFE6-B27FB322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216938B9-49DD-4448-A80F-E13DCFE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CB6868D-35B0-4270-B91A-9C6DADCE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524370E1-18D7-484D-8E4B-21CC41A7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026230F-5D42-4074-92D3-40913A7D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F3E28F44-8D26-4E5F-B628-775CBB73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B04B99E0-60F0-4010-A315-95B4D234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2E276E92-E89F-488B-A9BD-78CED01D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F8602B3E-B518-4F46-84A5-D29C200C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13F5E3CE-DD64-47A1-AC8E-D88C08C8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E8A25E3A-0AE1-4E14-A3D8-B2595C4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95B572E3-E1D5-41BF-95E7-92A514EA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EF7B1EEC-1E84-4681-B8D5-94BD4E3A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EE226E1-B8C7-47BE-A5D0-C8995FE3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F83ECF31-1B9D-4565-8D6C-410DBA53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1F95665F-C13B-4B1E-B503-48B7C96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61A11B06-3BAB-4467-8816-ABB1F09B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05FAC201-DC5A-40D8-91D1-A15ED45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C21B916-97D1-4D9F-9432-24F5F8B7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1FB371DB-3380-4CA2-B3DE-53FE17A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9F01FB99-8D1D-42DA-BF09-50FD32A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06A2A603-65BF-40BC-8CB7-36155475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83D28ABC-27EF-4E41-A111-023C3B8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695AFF7A-5DCA-4150-A367-37ED8B7C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CCB50997-0458-4DC0-BBD9-3F79AE3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DA5CD577-5BE1-4E89-893C-929243B6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B1CD56A4-7A1D-42B5-A1D2-9A364A71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83E892D-FB5D-43D4-8080-78583B8F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2346DC38-F47B-4834-9828-6F4F711F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2C1325AB-0FB4-4CE4-BE99-1A9F83DA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7F3B2341-43E8-4A64-9A45-99F534D4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9C196475-1742-4B8A-A32B-DC5B0B5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5F11375-A81E-4524-A499-148C015F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13BC3AA8-79FB-4288-AA1C-FF51BC07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B7752793-91A4-4002-AA46-72F6BC31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BED7093-8630-41A5-8770-B8098143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51F2DA70-E7C3-466D-9F05-CC6B2D52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CB5DE591-DBD3-48FC-B74D-E32B419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792A157-EDF1-4F4C-9E88-6A39E8C2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92B7E5D0-2CB3-4DED-845D-27F7A5D6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742412D-7C3A-49C4-8B5D-0AFF05C8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31BB0D87-5CCF-4C32-9E12-B36C1F2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D691BDF7-DCD2-4EA2-88A5-A496B7FC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3EFD1C7C-589F-444F-975A-97EAE315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9800685-6BC0-42C1-BFC8-7D1B6085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327B4788-96A6-4106-A41D-82A161A8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F0AF03E3-9358-4D36-A215-E921EEFB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26172BEE-46AA-4FC7-8A69-CFA15AA4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9BEFC1F1-7F01-455B-AB9D-D3EB00EB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5217F985-255D-4A80-B8B5-D39077BF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33288B5C-FAE4-46BD-8BED-82C59156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F779CA2C-C2D8-4732-B591-33C0E8F2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663EB18-798E-4190-AB69-9C34796C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84395CBE-5C6A-4B60-B8B0-E2B39F99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103BA716-BBF0-4B16-8FC9-2B3F1C3D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B358A548-0AE6-460E-AE60-3FCE26B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98AB9E46-7129-4B71-A59E-BA36FA64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F3F1A214-29E7-4DB8-9860-A1463AAF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949D6264-8B9A-4AAC-8A3A-3E75C549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6AD89B63-76A3-434C-8E83-4DFE118E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3854FB10-CCDB-434F-97E9-49F4B787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05DFC1AD-074D-4789-B918-43F2AA7E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F03EFDC4-D974-4A45-8201-B35C7B1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4C0ABCFE-BCE7-46AB-B3E0-AE7B080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C9AE37D3-B6D4-4B8C-9C94-8A0ECCDE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B894C22A-8370-4AF0-964E-37C0E311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2F974CE4-606A-4F57-9D87-4FEE0004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C7F5E64E-CA1B-4E62-A3D2-93C142E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BC4C0450-3F2B-4B30-AA9D-8979BFA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D04D6E65-C717-49CC-880D-689D8555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0D00E231-39EC-458B-BB8B-A288A15B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1B7624C-BFDA-47C2-AEF2-24DDBFE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04ECEC86-B80E-45C9-A731-58ACDF7B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7503C9DA-CFD3-46F5-9CA3-AB020436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25F9666E-8041-4A0D-9CEC-CF570FDD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E97A6372-33D6-456F-87F5-EB70BB3C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A90CD052-0A5D-4B01-A6AA-E0FD5F06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A85247FC-9E35-48A7-8607-27FCA9FF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E46FCE77-A550-4F73-BA14-D62FE8E4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9834C785-B1DC-4DF2-A358-A7AD64D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6CE02646-6A45-4B53-B50E-9E304092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DDBB5C33-075B-4936-8FB5-63A73542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2E8640AC-C0DE-48BF-9578-046AD0B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6DA14366-66CC-4EA8-AD27-D5EDE433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822C6DE4-C2FB-4731-969D-6BDDA4D2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4D881CD4-27CE-4D9F-BD93-957126E1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A8D61959-6099-466A-B479-E5232B3D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342773D4-1B9F-402C-943C-D1E91102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A013D3DE-569E-440E-9A31-44BDF357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CAE8AF92-90A3-4DE4-99CB-35AD569B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041AD70C-BBE8-4B46-8A8F-537A382F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B4F08BDA-AD50-4A09-89C1-FAE070E2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748211D-BDA8-49DB-A4D1-82506402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BA7F146C-36CE-433F-B0B7-6F0188E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00C23450-01B6-4F76-AE4B-0E95A21D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55DCF5FF-1D32-4543-B950-13C1C6AE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FF9D9566-AC73-4A92-8BB2-013FA772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4AE95916-304D-4A8E-8163-352F4362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B1C45543-6194-4F86-AE51-AC6B0575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6D7858D1-FC3F-456E-ADAF-EA8DE3BF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7215CB3A-CE99-45D8-9A6B-E4ABEA01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ADB6D2F8-4161-4D24-B0F6-86E85B76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7206DC36-5F96-4B8C-A2DB-6C4BEB80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E25B17DD-B5A1-4C56-87A4-BA0EA3C0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3B25F207-D31E-4D66-87AA-7240461B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493A2742-D288-45B4-84E7-E7BBBF59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A6AD31FA-D53A-4734-A0EF-BA662E85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B4019C8F-13EE-41AA-AAA1-A6A6997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0849401A-E05F-403D-B590-3E5BBD3A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5D555774-9972-44D3-84C7-59292745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2A6EB162-15D2-4F80-8386-8E4A591C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9C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72DEF319-B187-4939-A6AD-911A5685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8C3E6FDB-BEE0-499A-9559-29089073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0D147804-0C2F-4F42-8362-E56B9B47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231FEA84-0958-4C72-B1A1-4A83E879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9F60D313-DB66-4F96-AB7D-494F2FD0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BDBC27A5-F8F9-494F-B293-95267E4E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DE607888-E4B2-404E-9B6A-3AEB5A1B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989A87E3-85BB-4711-8CE0-99834953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947E4C7E-324E-4583-A0FD-F6BBF81B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968EDB3A-32DA-48D6-A03A-E5B2A60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CD7EAA50-181A-4830-9C27-16752FA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CC15A5EB-59AD-4D3C-B548-26B01E2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DBB0B283-24DB-4089-84D0-F04EF3B5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DC5925BC-CD65-4200-87F2-F153934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9035091-AC66-4664-863D-FFA021E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D19A406D-D409-492F-AA7A-61A5545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8212E702-88B4-4082-A5B6-DB5BCC54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17A8B661-D2D3-47B2-A23C-0C80AC73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48D81F06-F56D-4D54-A911-76526EF3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877EB77-AC6C-4986-8EE4-149521D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74C7B1F8-3F9B-49D5-8B59-C24551BC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0A77B211-5ADE-499D-B78E-CA091B67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5DF67758-A966-4F7D-80C4-FC2E682D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456EBB07-3CBC-434C-8D4A-A882C200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55034DE-7219-4B1A-9D81-371BE92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DA3281F-A371-4F7C-8384-B86EFD1B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68AA553-48D0-4A44-A877-985EA2B7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44245EF-5A6A-4430-BEA0-AA401465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C751612-1166-4C89-B717-F949F83F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59A5E51-F8E6-4F7E-BC3D-02127F89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A88EEFB-32FD-4362-A362-30D5660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2C182BF-A4AB-4F92-9275-F7D06805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DDB1FE6D-885B-43A6-A9BE-71AD67D6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DAD974A-6839-44AA-95E3-E7A2D301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1512E9E-B0F7-454F-A04A-F6DA029C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3859220-676E-4173-BEF1-6431E3D7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80255297-0A49-441F-88C7-B209CECF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A08E5806-D9B3-428F-9A07-D3854C27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A09DEF2-C95E-4D85-834B-C8391B9C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7EEC02D-25FA-49DE-BDEB-7983125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B6D422E-6244-4771-8DD1-F45CE83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20CEA90-D95B-42A7-9A53-3875672B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6B98E4B7-BE7D-4DCF-B4FC-6360C83C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8E440571-0B5A-44BD-98E1-109A9734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7ECF3526-F748-4E72-B78B-DCCBEE0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D8168977-E744-4195-9E94-63422F7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0200FEB-7C8D-4418-BAD5-E9C98F4E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197C1680-B5E7-4426-BBBB-16EAA3A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65D60BD4-A424-4077-968C-98E15E26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4362918-53FB-413F-ACD4-565B7857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1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A1F644DB-1ECD-4028-835C-5738C52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F890FBB-20C5-49F3-BCB8-AD520524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11FB57FF-3082-49CA-9D1C-4B43C1ED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86B54BC6-A3BE-4A08-BD35-7C51261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69215BB-2761-41B1-8AC5-1A3C6E06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2F87E41C-20A5-4182-AC4E-6B9D37DA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232C667C-81E5-4349-A74E-915AA949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D1CC24F6-B834-4FB9-85D8-732AF63D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D843D117-681B-4353-BEAD-78A9DAD8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E98F256D-53E9-4634-A2DB-335C5416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B23B8B66-898D-40A9-BFF1-AF40563C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1FC1700D-4972-4072-8DCD-69BFE891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DF5D099E-9495-4907-B37D-FD19B339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8B3BDC92-A0D4-45D8-9FE3-8A41AE42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ECB2BD9-7530-420F-82E5-CC57BA6C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C4C7041-1806-44FA-B553-DB453471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AAAB595B-BDF0-40AD-ACF1-26925A5B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CFF9E706-DE1F-43E8-AF52-E416633D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59AFE7AC-0B64-4851-8B3E-8DDAD0A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2F66991A-6A59-478B-A0C5-0A2DA2E8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0" name="text-579">
            <a:extLst xmlns:a="http://schemas.openxmlformats.org/drawingml/2006/main">
              <a:ext uri="{FF2B5EF4-FFF2-40B4-BE49-F238E27FC236}">
                <a16:creationId xmlns:a16="http://schemas.microsoft.com/office/drawing/2014/main" id="{CC9EE411-7543-4062-B734-DD1EF211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8×8，4色</a:t>
            </a:r>
          </a:p>
        </p:txBody>
      </p:sp>
      <p:sp>
        <p:nvSpPr>
          <p:cNvPr id="581" name="text-580">
            <a:extLst xmlns:a="http://schemas.openxmlformats.org/drawingml/2006/main">
              <a:ext uri="{FF2B5EF4-FFF2-40B4-BE49-F238E27FC236}">
                <a16:creationId xmlns:a16="http://schemas.microsoft.com/office/drawing/2014/main" id="{B0DAD5B2-5E95-461D-A7F5-1ECFE079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16×16，4色</a:t>
            </a:r>
          </a:p>
        </p:txBody>
      </p:sp>
      <p:sp>
        <p:nvSpPr>
          <p:cNvPr id="582" name="text-581">
            <a:extLst xmlns:a="http://schemas.openxmlformats.org/drawingml/2006/main">
              <a:ext uri="{FF2B5EF4-FFF2-40B4-BE49-F238E27FC236}">
                <a16:creationId xmlns:a16="http://schemas.microsoft.com/office/drawing/2014/main" id="{50EBD12F-B9D1-4978-9012-1BC922F7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16×16，6色</a:t>
            </a:r>
          </a:p>
        </p:txBody>
      </p:sp>
      <p:sp>
        <p:nvSpPr>
          <p:cNvPr id="583" name="text-582">
            <a:extLst xmlns:a="http://schemas.openxmlformats.org/drawingml/2006/main">
              <a:ext uri="{FF2B5EF4-FFF2-40B4-BE49-F238E27FC236}">
                <a16:creationId xmlns:a16="http://schemas.microsoft.com/office/drawing/2014/main" id="{E2ACFC16-4813-4D21-BF83-5BA3DFEC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三步：</a:t>
            </a:r>
          </a:p>
        </p:txBody>
      </p:sp>
      <p:sp>
        <p:nvSpPr>
          <p:cNvPr id="584" name="flow-blanks">
            <a:extLst xmlns:a="http://schemas.openxmlformats.org/drawingml/2006/main">
              <a:ext uri="{FF2B5EF4-FFF2-40B4-BE49-F238E27FC236}">
                <a16:creationId xmlns:a16="http://schemas.microsoft.com/office/drawing/2014/main" id="{EE3DDB86-46E2-4059-BA22-D575E4EB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67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     ② 量化     ③ 编码</a:t>
            </a:r>
          </a:p>
        </p:txBody>
      </p:sp>
      <p:sp>
        <p:nvSpPr>
          <p:cNvPr id="585" name="text-584">
            <a:extLst xmlns:a="http://schemas.openxmlformats.org/drawingml/2006/main">
              <a:ext uri="{FF2B5EF4-FFF2-40B4-BE49-F238E27FC236}">
                <a16:creationId xmlns:a16="http://schemas.microsoft.com/office/drawing/2014/main" id="{69B63921-84E0-420B-B7C8-B4C33F67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  <p:sp>
        <p:nvSpPr>
          <p:cNvPr id="586" name="text-585">
            <a:extLst xmlns:a="http://schemas.openxmlformats.org/drawingml/2006/main">
              <a:ext uri="{FF2B5EF4-FFF2-40B4-BE49-F238E27FC236}">
                <a16:creationId xmlns:a16="http://schemas.microsoft.com/office/drawing/2014/main" id="{B017DEAA-288D-43EE-A3F9-BFBFDA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格子更小，空间细节表达更细</a:t>
            </a:r>
          </a:p>
        </p:txBody>
      </p:sp>
    </p:spTree>
    <p:extLst>
      <p:ext uri="{BB962C8B-B14F-4D97-AF65-F5344CB8AC3E}">
        <p14:creationId xmlns:p14="http://schemas.microsoft.com/office/powerpoint/2010/main" val="7997029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A62D5-B028-452A-AFA3-6BA5D9E5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96213-2857-4E4C-A9F1-D72A633E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FCFEC4-A932-427E-8654-A9A9A868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258171C-B38F-41CD-B8A4-D3DB8E2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DD2D7825-B332-4CBC-8364-FDAE5A37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位深度：______ → ______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F38B5E5-6C10-4545-AD01-9AB2DB85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F1B686A0-6EE1-4A06-B5F1-DFB8080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______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EF2FF56-1206-43D4-BA55-CD38064D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198535959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A62D5-B028-452A-AFA3-6BA5D9E5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96213-2857-4E4C-A9F1-D72A633E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FCFEC4-A932-427E-8654-A9A9A868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258171C-B38F-41CD-B8A4-D3DB8E2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depth-blanks">
            <a:extLst xmlns:a="http://schemas.openxmlformats.org/drawingml/2006/main">
              <a:ext uri="{FF2B5EF4-FFF2-40B4-BE49-F238E27FC236}">
                <a16:creationId xmlns:a16="http://schemas.microsoft.com/office/drawing/2014/main" id="{DD2D7825-B332-4CBC-8364-FDAE5A37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位深度：2 bit → 3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F38B5E5-6C10-4545-AD01-9AB2DB85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F1B686A0-6EE1-4A06-B5F1-DFB8080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2ⁿ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EF2FF56-1206-43D4-BA55-CD38064D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19853595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F872A-56AA-4EC2-A14E-E3A8F22A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C160B-3A3E-424C-A2B1-ABEB6B41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CAA0CB-D7D0-4C05-B4E5-10328919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三幅图的像素码字，各占几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83BA3EE-DDC2-4390-AFAA-16C32209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只计未压缩像素码字，不含文件头和调色板。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6788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F872A-56AA-4EC2-A14E-E3A8F22A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C160B-3A3E-424C-A2B1-ABEB6B41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CAA0CB-D7D0-4C05-B4E5-10328919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三幅图的像素码字，各占几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83BA3EE-DDC2-4390-AFAA-16C32209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只计未压缩像素码字，不含文件头和调色板。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8×8×2 = 128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16×16×2 = 512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16×16×3 = 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EF8FA64-82A7-4F52-B8E1-7CCC1206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总bit = 像素总数 × 每像素的位数</a:t>
            </a:r>
          </a:p>
        </p:txBody>
      </p:sp>
    </p:spTree>
    <p:extLst>
      <p:ext uri="{BB962C8B-B14F-4D97-AF65-F5344CB8AC3E}">
        <p14:creationId xmlns:p14="http://schemas.microsoft.com/office/powerpoint/2010/main" val="129967885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52388-8048-411E-9D2B-FF2AC5F5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FD35F-9D9F-4E96-AFF6-C1EA1EBB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12ADD3-1675-44C7-BDF5-F5755266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02097F-C685-4E57-8EAD-1A23E3BC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bit（只计未压缩像素数据）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429FAD97-A2A1-4C8D-B8F5-B638B29B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128 bit → ___ B    512 bit → ___ B    768 bit → ___ B</a:t>
            </a:r>
          </a:p>
        </p:txBody>
      </p:sp>
    </p:spTree>
    <p:extLst>
      <p:ext uri="{BB962C8B-B14F-4D97-AF65-F5344CB8AC3E}">
        <p14:creationId xmlns:p14="http://schemas.microsoft.com/office/powerpoint/2010/main" val="14027586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52388-8048-411E-9D2B-FF2AC5F5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FD35F-9D9F-4E96-AFF6-C1EA1EBB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12ADD3-1675-44C7-BDF5-F5755266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02097F-C685-4E57-8EAD-1A23E3BC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bit（只计未压缩像素数据）</a:t>
            </a:r>
          </a:p>
        </p:txBody>
      </p:sp>
      <p:sp>
        <p:nvSpPr>
          <p:cNvPr id="5" name="byte-blanks">
            <a:extLst xmlns:a="http://schemas.openxmlformats.org/drawingml/2006/main">
              <a:ext uri="{FF2B5EF4-FFF2-40B4-BE49-F238E27FC236}">
                <a16:creationId xmlns:a16="http://schemas.microsoft.com/office/drawing/2014/main" id="{429FAD97-A2A1-4C8D-B8F5-B638B29B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 bit → 16 B     512 bit → 64 B     768 bit → 96 B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E47377C-EB97-4C9C-8383-1513D899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像素数据量（B）= 横向×纵向×位深度÷8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2331834-A113-4248-AC83-6DB6C73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 ÷1024 = KiB       KiB ÷1024 = MiB</a:t>
            </a:r>
          </a:p>
        </p:txBody>
      </p:sp>
    </p:spTree>
    <p:extLst>
      <p:ext uri="{BB962C8B-B14F-4D97-AF65-F5344CB8AC3E}">
        <p14:creationId xmlns:p14="http://schemas.microsoft.com/office/powerpoint/2010/main" val="14027586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7A6E3-E6EE-4C4C-B482-997C865A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7C507-52F4-4206-946C-3EF52CB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5F9869-07CD-4937-8333-05338A99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96C17F2-5028-49E7-B7D6-8E9A51C4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105811590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7A6E3-E6EE-4C4C-B482-997C865A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7C507-52F4-4206-946C-3EF52CB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5F9869-07CD-4937-8333-05338A99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M×N×1÷8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M×N×8÷8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96C17F2-5028-49E7-B7D6-8E9A51C4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10581159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59C09-BD5A-4893-8991-71F6CB0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F485D-9BE6-411D-B3B5-840E445C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DC9FF5-3475-48A0-A0C5-62A2C728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08136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59C09-BD5A-4893-8991-71F6CB0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F485D-9BE6-411D-B3B5-840E445C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DC9FF5-3475-48A0-A0C5-62A2C728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2²⁴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M×N×24÷8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0813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A2A4C-DE6E-434C-900E-B51CF7E8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F58A8-7155-4AB8-95A2-2451223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E70F356-9C7D-446E-867D-DA6BE353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1BC56B-60C6-47D4-8153-6C751C4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16F6699-6BB4-4025-8FE5-B823AF53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A03170-5E48-4814-82EC-4584C960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3607DD0-175B-467E-B494-2EFFD6D2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C1E6C2B-465B-4EDC-9D5D-EF8D698D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4E03D3F-B7B5-4F87-ACD3-D6F1A527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192907163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A2A4C-DE6E-434C-900E-B51CF7E8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F58A8-7155-4AB8-95A2-2451223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E70F356-9C7D-446E-867D-DA6BE353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1BC56B-60C6-47D4-8153-6C751C4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C2222C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16F6699-6BB4-4025-8FE5-B823AF53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A03170-5E48-4814-82EC-4584C960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3607DD0-175B-467E-B494-2EFFD6D2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C1E6C2B-465B-4EDC-9D5D-EF8D698D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4E03D3F-B7B5-4F87-ACD3-D6F1A527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84510E0-D4D3-4242-B3DE-465CCD77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每通道256级，取值0–255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CA7B9F2-D79D-4B32-98D4-49E5A417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8×3 = 24 bit       256³ = 2²⁴ 种</a:t>
            </a:r>
          </a:p>
        </p:txBody>
      </p:sp>
    </p:spTree>
    <p:extLst>
      <p:ext uri="{BB962C8B-B14F-4D97-AF65-F5344CB8AC3E}">
        <p14:creationId xmlns:p14="http://schemas.microsoft.com/office/powerpoint/2010/main" val="19290716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DC8B9-A970-4587-968F-3748CBA1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FCDD6-DF5C-45EC-A9AF-A62A8D22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5380AA5-FB73-4263-BEDD-6BB68A12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同一种颜色，为什么有2bit和24bit？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46AEA-7571-4FB7-9597-FD5C63AB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10D9534-FF51-4137-BAEC-76C3D60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同一块深色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79AF2BB-E85E-4E7A-B666-12AC0CCE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FDA973B-3431-48EB-A9CC-E4FEF4DD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00100100 00100001 00011011</a:t>
            </a:r>
          </a:p>
        </p:txBody>
      </p:sp>
    </p:spTree>
    <p:extLst>
      <p:ext uri="{BB962C8B-B14F-4D97-AF65-F5344CB8AC3E}">
        <p14:creationId xmlns:p14="http://schemas.microsoft.com/office/powerpoint/2010/main" val="206136104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DC8B9-A970-4587-968F-3748CBA1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FCDD6-DF5C-45EC-A9AF-A62A8D22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5380AA5-FB73-4263-BEDD-6BB68A12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同一种颜色，为什么有2bit和24bit？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46AEA-7571-4FB7-9597-FD5C63AB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10D9534-FF51-4137-BAEC-76C3D60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同一块深色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79AF2BB-E85E-4E7A-B666-12AC0CCE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3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FDA973B-3431-48EB-A9CC-E4FEF4DD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00100100 00100001 00011011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E29E1FA-9DD2-4AD1-8070-984FE423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查四色表的编号：2 bit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472B52A-F8A9-41A7-A30C-F0B3FD40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RGB通道值：8+8+8 = 24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12A71B4-25FA-49DE-88FA-A1FEE1F9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位数取决于采用的表示方案</a:t>
            </a:r>
          </a:p>
        </p:txBody>
      </p:sp>
    </p:spTree>
    <p:extLst>
      <p:ext uri="{BB962C8B-B14F-4D97-AF65-F5344CB8AC3E}">
        <p14:creationId xmlns:p14="http://schemas.microsoft.com/office/powerpoint/2010/main" val="20613610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0D492-7FA8-46DA-A485-D3FA525F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CA849-8A87-484A-BED9-BE45CB7D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4A2FED-6830-4CB6-B099-5F3E8367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R=138，怎样写成8位二进制？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aa724118d4d9a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444E7-0617-4000-9C88-6075292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91" y="3403203"/>
            <a:ext cx="69453" cy="6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701EF72-144B-4D39-BA4E-B0134A60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F7FCA50-7EEB-4E20-B19C-35F235BB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R通道：哪些位填1？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667250" y="3429000"/>
          <a:ext xmlns:a="http://schemas.openxmlformats.org/drawingml/2006/main" cx="67056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A4F76225-076D-4CBF-A161-AAD7975B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每一格是一位，固定写满8位。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05D6CBD7-FE8B-44FD-A842-F87789F0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</p:spTree>
    <p:extLst>
      <p:ext uri="{BB962C8B-B14F-4D97-AF65-F5344CB8AC3E}">
        <p14:creationId xmlns:p14="http://schemas.microsoft.com/office/powerpoint/2010/main" val="185646433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0D492-7FA8-46DA-A485-D3FA525F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CA849-8A87-484A-BED9-BE45CB7D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4A2FED-6830-4CB6-B099-5F3E8367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R=138，怎样写成8位二进制？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4609499194e8d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444E7-0617-4000-9C88-6075292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391" y="3403203"/>
            <a:ext cx="69453" cy="69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701EF72-144B-4D39-BA4E-B0134A60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F7FCA50-7EEB-4E20-B19C-35F235BB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R通道：哪些位填1？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667250" y="3429000"/>
          <a:ext xmlns:a="http://schemas.openxmlformats.org/drawingml/2006/main" cx="670560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A4F76225-076D-4CBF-A161-AAD7975B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每一格是一位，固定写满8位。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05D6CBD7-FE8B-44FD-A842-F87789F0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红框中心的一个像素</a:t>
            </a:r>
          </a:p>
        </p:txBody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8A69696D-3377-465A-9664-FC9A864A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7692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138 = 128 + 8 + 2</a:t>
            </a:r>
          </a:p>
        </p:txBody>
      </p:sp>
    </p:spTree>
    <p:extLst>
      <p:ext uri="{BB962C8B-B14F-4D97-AF65-F5344CB8AC3E}">
        <p14:creationId xmlns:p14="http://schemas.microsoft.com/office/powerpoint/2010/main" val="185646433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D3836-914D-4DAC-A5C0-914034A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C180A-13D3-4BAA-8F9F-FFE96317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C2B1D8-6842-4547-AD13-935F6A14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一个RGB像素：三个8位通道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85184-F08D-4782-B2FC-8275AC46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2333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FD6B83-8A88-4B24-AB10-6979186D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RGB = (138, 179, 111)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45895CE-1460-4DF9-B473-66379637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  10001010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9C93F5E-D3B9-4E8F-B04A-3B2C5544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G  10110011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63FF804-9419-4C8C-A1EA-1873996B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4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  01101111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10F72E1-B4B5-4921-B416-44699161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8637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24 bit = 3 bytes</a:t>
            </a:r>
          </a:p>
        </p:txBody>
      </p:sp>
    </p:spTree>
    <p:extLst>
      <p:ext uri="{BB962C8B-B14F-4D97-AF65-F5344CB8AC3E}">
        <p14:creationId xmlns:p14="http://schemas.microsoft.com/office/powerpoint/2010/main" val="212961326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1B483-8EF7-4399-BFA7-F2AE1C5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5A7CF-2705-4262-8BDB-A3B003C7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FBC076-1804-41B5-A67C-8DDDF236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389B40-EF02-4CD5-A8F5-7A6613A9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608EF2A-C65C-4D6E-B898-AB5AB3F2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</p:spTree>
    <p:extLst>
      <p:ext uri="{BB962C8B-B14F-4D97-AF65-F5344CB8AC3E}">
        <p14:creationId xmlns:p14="http://schemas.microsoft.com/office/powerpoint/2010/main" val="44665576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1B483-8EF7-4399-BFA7-F2AE1C5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5A7CF-2705-4262-8BDB-A3B003C7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FBC076-1804-41B5-A67C-8DDDF236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389B40-EF02-4CD5-A8F5-7A6613A9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设一幅图为500×333像素，每像素24bit。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608EF2A-C65C-4D6E-B898-AB5AB3F2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F57DAE2-97FC-406D-B102-6CC659B3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500 × 333 × 24 ÷ 8 = 499,500 B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415B7D-89B7-4567-9A01-FF29FE64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499,500 ÷ 1024 ≈ 487.79 KiB</a:t>
            </a:r>
          </a:p>
        </p:txBody>
      </p:sp>
    </p:spTree>
    <p:extLst>
      <p:ext uri="{BB962C8B-B14F-4D97-AF65-F5344CB8AC3E}">
        <p14:creationId xmlns:p14="http://schemas.microsoft.com/office/powerpoint/2010/main" val="44665576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B6A4F-ECF1-4C64-A0B0-667AE24E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DB1E-874A-41FE-A694-3F345221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9C23F2B-2FD7-48D2-87AC-FBE5C286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公式计算的是像素数据量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81467F2-C205-44BC-9C85-12D1A808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计算结果：499,500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C7BFF-274B-4757-ADF4-22F6F28C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7143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B218964-6FA3-463A-A19B-2255B484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未压缩的像素数据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03CBA43-36A0-4BA0-8566-E6C900A6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95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文件还可能记录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头部、调色板等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31A9665-B593-4216-BF61-D9379D6E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压缩、行填充等也会影响完整文件大小。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20570170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18A91-6AB9-473E-A4B6-436E6460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B9263-495F-42CC-9AE8-EE05168D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B598E99-C630-4090-8856-F3F85A31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放大熊猫图，就能看清新细节吗？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af9aad4cf4b3f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6C3A1-7CEE-4894-8B2B-868BCEE5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32D4BF7-762A-41FA-8914-9D4A9D4A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</p:spTree>
    <p:extLst>
      <p:ext uri="{BB962C8B-B14F-4D97-AF65-F5344CB8AC3E}">
        <p14:creationId xmlns:p14="http://schemas.microsoft.com/office/powerpoint/2010/main" val="166183461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CE18A91-6AB9-473E-A4B6-436E6460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B9263-495F-42CC-9AE8-EE05168D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B598E99-C630-4090-8856-F3F85A31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放大熊猫图，就能看清新细节吗？</a:t>
            </a:r>
          </a:p>
        </p:txBody>
      </p:sp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b0d0938324680"/>
          <a:srcRect xmlns:a="http://schemas.openxmlformats.org/drawingml/2006/main" l="31603" t="10000" r="35892" b="61200"/>
          <a:stretch xmlns:a="http://schemas.openxmlformats.org/drawingml/2006/main"/>
        </p:blipFill>
        <p:spPr>
          <a:xfrm xmlns:a="http://schemas.openxmlformats.org/drawingml/2006/main">
            <a:off x="952500" y="20002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6C3A1-7CEE-4894-8B2B-868BCEE5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656" y="3429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32D4BF7-762A-41FA-8914-9D4A9D4A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显示得更大，原始信息增加了吗？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73D72-7969-4EB1-91C2-9999ED37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31B48-DCB3-4E4B-9FB2-0AB0A3ED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685EF-AEAD-4FA9-A6C1-4CC25F14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5E3DA-91CD-402C-A7FE-5E4AE9F5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E23EA-56F7-43B3-AC16-721C0B0D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C410D-9D27-4384-A16C-772C78C7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4AC35-34AD-4F59-A077-C7FE8185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25BA8-2A72-4297-9CC0-3FB278C0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9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EBAF8-B58B-4D60-A4CE-B925EA3B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09606-5E07-4628-8238-208060BC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4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C9E54-FCCE-4830-9C07-1DF4C327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6C717-FF72-4136-B850-82D0095D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EBCD6-32A0-4F4D-93F4-20B851F1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820EC-BD4C-4D9F-B97A-D1AF7627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F7F68-FAF7-431D-8768-E99E44D8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46D242-116D-4DD4-9588-E4F1A4F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00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0658E-6B17-46D6-807C-B9749CE3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8C9DA-691C-4E0E-971D-52D18A00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AA256-4778-4E83-8F4E-C32E5BF7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87555-9C6B-4798-BB07-6CC92DA2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69620-6CAC-4049-ABBF-EF961A09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D5BDF7-48ED-486B-887D-0AFAF784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64C70E-1BE0-45BD-BC5F-6F0E1CFE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C5321-7E29-49AB-987C-89CBF17C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4D5E6B-34EA-4157-B152-3DA9688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4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C37E0C-3FC3-423A-8453-6637958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E5520B-809F-4885-8A8D-D16E30EE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E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0D3FA-2F0E-40B8-A114-86D4358A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BBABDD-A6EC-4D2E-8043-7E574EB6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ABC3BA-ED93-489D-9C74-209447DC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50B55C-DA84-4F9A-BC2F-B88E833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0A3F36-AD9E-44C2-8E2A-FBDBAF51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09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EDC0CA-6654-419F-A74B-622B5CC0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8664A6-5A99-48BB-91C2-17534C3F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599367-C818-4667-B59C-99D5A0D6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9C3B1E-839B-40C8-B19C-9053A562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95E23F-6666-459B-9FF2-515D054C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78BE23-03AB-4EB6-BCE9-93693156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33F627-36E9-44F0-BD42-49290925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74206D-357B-4690-8C7D-ACA242C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F9E322-D805-422C-94E9-D43D11D6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8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098620-4468-40D6-B5C6-6161F3C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60C0C1-9762-49BB-B489-F0B201D7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A69A27-9B8B-440A-BC30-8C7A035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EF7E44-B709-4579-B42D-B34B90CD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3482A8-17FE-4C8D-B7F2-1D4B11B8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B5E0EA-D96E-4CAF-A32F-FD739BF0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81ECAD-5602-4C3A-AAE2-30996AB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19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423963-EF1B-4170-922F-286F7B80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4E2B3B-D144-4ADC-90AB-0E5F990E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B3F8B5-2AB4-47DF-96BA-3FE7CEB8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C6B664-A225-4339-80DB-0F07D652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2B5AD1-18C7-45CF-A3B3-F4B43EAF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C6E9CF-F8A9-4D6D-9D9C-5B0940CD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4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8C40D4-B861-487F-A6DB-6F7E4DFB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59A89D-BF0D-4714-85E0-1CDCDAF5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C0C650-5663-4864-B5A3-732B415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AC7EDB-5841-45AE-95F1-55405D1E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C221FE-29AD-4132-8A0A-53567D52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DDB504-E576-418A-B0AA-6575F46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5A6B54-1AD5-4AB1-80E8-92E0F173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4B24E7-D5D5-4A47-A8EA-CA49EDA1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C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305A43-455E-47DD-BF9F-F3CE43D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06A0EB-04F2-4EB7-B8F9-B6D15641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FFA517A-90D3-4D07-B48C-F4D03790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D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8A9630-21C7-4F36-A145-F2CD8925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532EC9-9A48-453D-A01A-1171E885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FDCCA2-8985-4B08-9C3C-A7562AC8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C2C08B3-D019-474D-9410-634D5C4E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6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445F0F9-08A2-4DF9-AB0E-D3717E5B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380DA3D-D239-458F-9821-84C6B440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6FE74F4-76CB-41B3-92EC-FA39C013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1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A6FCE05-E6BE-41C9-8DB5-A59AFDDC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39888A-2B8E-44DA-9E7C-C142C2B9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77A3A0-122B-4203-83FD-28B76E90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24E14B0-B93C-411B-BF35-7004BE41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7E17706-3F9A-4A84-8018-AB332944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32AA2FE-3A40-42DE-8B9C-A3753621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6AD52C-B908-4FE2-ACAD-79004542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7D4FDF3-E4C3-4AA1-B2BC-FB899E24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491723-DCEF-4C91-B887-C824E2EB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9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F6698FA-DCF1-4BAD-A202-CF74EBB5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F1C8FD0-4165-44C8-BAD7-5A77A5C2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DEB61BB-897E-4B9A-9D24-3CEC64C2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70B2F9-6B2A-4412-8691-AB656286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A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0480B9-69E8-4AA0-8893-B9BDA034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217A04A-866F-4664-8526-C609582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9163DD0-422D-4086-A58C-4F21F848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58AAF29-5FA0-4CE7-825F-F23A893E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91FDB6-C284-4CC8-9A5D-93F0B79B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DDB4B01-568C-4F16-B2BE-287FD23A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0B949C-4CE5-4CAF-B19B-D3F2C829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8A18E7-8F7F-4E5D-9EA5-41D0E507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87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7C7498-327A-496C-AA1C-A44824E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EE0EAA2-F9FC-48A3-9337-7F540276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6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C2D8BF1-5DBE-4DCF-86F5-DABE2E1C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33570B5-84DC-4232-A025-A59EC088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5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B509FF0-E524-48B4-8AF9-7C387705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7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079E7F4-2AC2-4901-AE0E-491C672A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634547-64EC-494A-BFEE-B2A84187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EE317FF-E235-40A7-8708-91D6DFE0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7585399-D1B4-4CFF-BCAB-BBD77DF3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10D3DB8-5FCA-4A52-9861-699B3D1F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2782A58-DB93-48CE-9A9C-169BE1E5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4C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7646093-C2BA-4876-B690-EF339EBC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0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4DC6486-BC81-4B96-A181-8F054103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216EEE1-7D6A-4CEF-9A0B-26958007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2EBBDBA-52CA-4545-99F6-A3B12FC8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F29D736-53F4-4069-A5A5-213B1000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B5ADAB-BFEC-45E6-95A4-7B25B5EC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DAB6C0-29C9-4416-82FC-977253A9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F2FEEB8-116B-465E-A906-18A0CF65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F307EF4-6B3E-4C18-8EB8-D47BE3FD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A7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545B5CB-CC8F-45AA-A202-CB8C6A7C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8FF7B97-2133-4B5D-AF45-BBC32120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C5B2449-72BB-4E73-83E1-715DA6D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10AD616-6DD0-40F0-8C9D-3E7BAF7A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E96A007-E14F-4901-BC6A-1A490105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8681D96-97BD-4EB3-87E0-F3EE507A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B2D6132-A59F-4A36-B796-5AE2320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07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F0F93C7-47C7-4B62-A524-3E1EBBBE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2CACE82-2151-485C-BFFD-38D98E43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1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0BD9AA4-F7CD-4DC0-AF9B-E956488F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1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C1406F4-DC53-42A4-8526-A361B0BA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C8CC9DD-C4E5-490C-8E57-91DC6AD7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612212D-01F6-4F11-8C81-26F28BC2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62EF83F-3B67-4170-9E1A-2436F810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1FE9FEA-EF56-48C8-8EC3-5824084D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B67DE55-3D5E-4026-95A6-F9A3D5E2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339FFAE-44D5-494A-BBAD-65FDE6EC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4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824B150-8594-4A81-AAC1-66D28113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3FEDD3E-BACA-49EC-8F22-471A3314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1071259-2F5B-4C2D-BAB0-458FB478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4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4FA3C20-BBA5-4741-92C7-C679E693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8B2B5D3-9BDC-42AB-A63E-13DFF17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9385224-414B-4806-B218-9D25F617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2D1C619-6845-4301-B153-A339A383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9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3C6F4EE-62C7-4C81-AC7F-8ACD2C28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C76736A-6EB2-4CDE-87AF-850358B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B9A9FB-2BAC-425D-9862-E29181A4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6942FBD-5A26-48AA-9EEF-010B2610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02BEBD3-5F79-40EA-B6EC-2700325D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D7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4B7A908-0DE6-48DB-A668-82E3036C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7ADD6BA-38F4-470B-8D04-FFAA6B8F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0DBF4AC-A534-46DC-8954-5F0F9A86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C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ECF1C78-CE4B-44E0-B199-2C1D5E7B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61D8EB5-A968-4BAA-B4A0-C2DECFE0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D3A3D27-0434-4587-BF90-342E67C2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5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18F0230-F26B-41B7-B7D9-20EF01EB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5F00854-C8EE-44AA-A87A-A963761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FA3B44E-D6E9-4CFF-A28A-1FFD0825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B90EA1C-560F-42B7-9C53-8BA3D551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F321F28-A6CB-4B90-962F-50751CC2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A0CE035-0CC7-413A-B8E6-7E89A726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D2E0E0C-3A1A-450D-8163-C11479BA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6B13D3F-6732-4072-B3CF-50D77DB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2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8001499-1C0C-4E35-8AC3-6025A969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5F02EA8-4313-4458-B7CF-660DD7B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01FC2AC-E43A-43BF-BD55-452F6D8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CA385F3-D60F-47C7-8BC0-54558EC6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36BDE31-0AE3-43A1-9F90-633CB5AB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A1BC6BE-3D7C-479C-89CE-F50E39E0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B3EC95F-4C19-43A7-8A82-05A9BFA8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8E86666-410B-4A38-86FC-8AADB1B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2411AED-C282-4AAD-938A-D116C238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E7C9D40-38B8-4202-B3B2-3B37D1D5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3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4C8C51C-321C-478E-A8A5-90A1A21F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5E59CE1-B998-4FC7-912F-CDBF509C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288D955-D4FE-44F3-AA7F-30F313E7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DBF52CC-88BD-4A93-97A4-E9806EF7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C687699-63CF-4519-88C9-307E31B8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B53172D-0B4E-4EC3-A992-29C48DA3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7DBFA92-BB0C-4C74-BA4B-0A4B79F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E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13E6EDC-0C1D-4371-BD17-8C405CDA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1A0B93F-E17C-4E82-AB51-EF1A68A0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8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098ED65-F44E-449D-B056-0EC4098E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D70D159-4752-4E0F-B0F7-F91B4453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4CB1983-057C-4E80-B829-8E37C5E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CAC8E48-3365-4DBA-B9F5-A02F7CA6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5021C0B-B40E-4546-9FFE-CF3810ED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7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110ED52-E5CA-439F-9BDD-10136274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608212B-B077-4D24-BB80-6EC47B65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4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4A0C908-E6EE-4066-8280-309247B1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F2E9692-6E8B-4692-AAFF-B5BA660C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8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DECF77D-BE6F-4F34-9431-6584F85F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6E115D6-E6E2-4FCE-AAF3-0716644C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9FAC0D4-E8DC-45BB-86C1-D9EE3CAB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5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A40AB6E-F6F2-49F3-9326-E1B6F7EC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F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D3D3AE9-135F-48D9-8003-115F5574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363B052-F9C8-42C0-B3EB-13B81823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CDBD9E8-BCA2-4FD4-8AC7-BA5AED05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4DEB406-9958-43AC-B11C-41E6BCB6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053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1D18C6B-E18F-4152-BF92-14184933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1AA0181-C5BE-4EB9-9BD7-AFD5836F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A9FBC4E-3759-40AF-A9C6-7B2DBF7A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A9C6EF6-A0C1-4AE2-8851-68517F47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DFC852E-05E4-4EC1-8156-97BEF797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6DF71AA-7CBF-46AE-AAED-D111E43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35D483E-3E97-4277-A8BD-B838C24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FE53ED0-6277-449D-92C5-CBC3556A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BCAF67F-F472-4B70-9AA1-FADBF5EB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4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590A9FE-1D24-4E5B-8EEB-7B935628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5DF9253-62BB-4495-9D6D-AC8DD89B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0A17723-0B0D-4572-A8B3-3284D5B6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3A5DB59-2F3E-4906-8D8F-7E63D9F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0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35B96CB-2EBE-4B48-B963-EDB33B1A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6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0019CAB-2465-4F0F-895A-66F70A7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260F88E-C414-47BA-9DA0-19BF97A3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148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66F4C24-4D87-4693-A219-CA5A8A87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3FEF87F-8ABE-470A-9747-6A81B777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00640D7-8D93-4C42-99D8-DD844313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F051393-F230-40A4-B230-D400F0D6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135E01F-BE1C-43C2-AFB6-8595A03C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A9C5B50-10D9-4618-BD1C-D5BCA08A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CB4591B-B6A9-4C67-B5F9-5B780E17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F44FE25-79FA-48D2-9F48-7FF55EDA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4A2F057-4D10-41A5-86E8-A1EAF191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0307834-17E0-4F58-9E05-284C7933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F68256A-1CD9-401D-8C85-5B146A54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7998ECB-A4A6-486E-A286-0C89D794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846B9B0-D67D-410A-BBAD-8E242EE2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2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0C2F5F1-D1F5-4C4B-AE20-37030D34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495F60A-B8D6-4CED-BC5E-6BDF92FC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43B4DD8-0B58-47D3-AC49-2C6F6892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24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5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33F5FE2-9996-47BA-89DB-CCB44DD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B2E5AA5-EB05-473D-88ED-3EBE0FDA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A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CE60914-AB29-42B8-9413-1A4C252A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E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647B934-0D59-4B43-BF8E-01C0CAEA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C4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9EDB073-B2A3-4C78-AD91-3C45B02B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1BAF99A-A4D0-4B04-B98D-BD4C8F3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9E5A7B2-B757-4410-B484-A0649BC7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D0F778B-7E92-4420-B048-DB4B31F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F2530BD-9776-4455-95AA-6ACE23F0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3431944-518F-4BA7-8131-2E1724D3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0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13AA208-CB62-48D4-9499-95DE9FB3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4116C8E-9E10-4A17-8692-E003562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C8D9A78-6195-4C45-9A68-51748D72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7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0EC30BB-E9FA-43E4-B81B-3DEA5F61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831F203-0372-4BE4-B9EE-596972B4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C21BA7A-1363-4576-819E-6003EC44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33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D870BB4-20B2-4251-A37E-C7C20EB0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7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1114196-3E27-4B2E-9833-9EC5DE1E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7A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C7ABA1D-E62F-4F33-AE14-EFBE941C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C2F0AC4-6532-44DB-A4CD-50E102DA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9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C25C99C-89A1-4D2A-8263-7E219714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0884059-50EE-4EF2-9FAB-17DFD872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30F5DEC-C1BA-475D-AD79-32E1BC0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5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5B64CB2-9AA2-4AC1-8DA3-49626118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AF8F46E-0D09-4961-81FC-73CC2095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1084F350-9035-4CA5-8270-6B185241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29F1734-C2BA-410F-B08A-F4B501B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CC23C1A-0A7C-40C6-8904-4084D651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3DC1DE9E-A054-4D44-ACD5-AF317BB0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A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8B85D4D-7AFD-4323-BE16-59DCD395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A9F9B05-80DE-4706-9593-892D6F21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79400CD-03EC-431D-92A4-4077A2B6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43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92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61">
            <a:extLst xmlns:a="http://schemas.openxmlformats.org/drawingml/2006/main">
              <a:ext uri="{FF2B5EF4-FFF2-40B4-BE49-F238E27FC236}">
                <a16:creationId xmlns:a16="http://schemas.microsoft.com/office/drawing/2014/main" id="{96C82522-33DB-49F8-8E36-BD43B367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197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放大已有像素，不增加原始细节</a:t>
            </a:r>
          </a:p>
        </p:txBody>
      </p:sp>
    </p:spTree>
    <p:extLst>
      <p:ext uri="{BB962C8B-B14F-4D97-AF65-F5344CB8AC3E}">
        <p14:creationId xmlns:p14="http://schemas.microsoft.com/office/powerpoint/2010/main" val="166183461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23154-7117-4E5D-97DC-EDB11677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C739F-CCE1-4F67-83F7-05BA4CE4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F177E3-D062-4720-A100-81AEDE9C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只有这些码字，能唯一画出图像吗？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4AC7C2-9045-4403-BC52-3D8D40E1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11 11 01 00 00 01 11 00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046A6DD-78D5-4DE6-B83A-75193EB5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完整小图，每像素2bit。每行从左到右，各行从上到下。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2FB37-4A33-421F-930C-23012F67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068EF6C-92BC-44B8-A005-965A33C1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21E59-7E2C-4806-8D2F-C0A89411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13228B7-268D-4F62-AAA9-8C95F4FF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AF2D9-46CE-42FF-A997-EC0E29D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33F1B11-0C45-4112-8BB8-9F0FBCA1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C06AB-3121-4C14-92C0-A66BB892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5EDE77E-D043-4718-96C5-FE0486DB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422707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323154-7117-4E5D-97DC-EDB11677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C739F-CCE1-4F67-83F7-05BA4CE4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F177E3-D062-4720-A100-81AEDE9C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只有这些码字，能唯一画出图像吗？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4AC7C2-9045-4403-BC52-3D8D40E1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11 11 01 00 00 01 11 00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046A6DD-78D5-4DE6-B83A-75193EB5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完整小图，每像素2bit。每行从左到右，各行从上到下。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2FB37-4A33-421F-930C-23012F67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068EF6C-92BC-44B8-A005-965A33C1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21E59-7E2C-4806-8D2F-C0A89411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13228B7-268D-4F62-AAA9-8C95F4FF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AF2D9-46CE-42FF-A997-EC0E29D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33F1B11-0C45-4112-8BB8-9F0FBCA1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C06AB-3121-4C14-92C0-A66BB892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5EDE77E-D043-4718-96C5-FE0486DB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0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5D9B86FE-1FA7-46B5-99D5-45C020D0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横4 × 纵2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201502B-4CBE-4119-A090-FE0372DB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195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横2 × 纵4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21B19-1901-43BD-98D6-2D3B6035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B9385-0211-4B63-83E3-15304418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DA7AA-9040-43DF-9690-D969D19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BACE2-DFB0-44C1-9997-EB179B26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F2F3C-01B3-41FF-9D01-8B5D2420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5A630-8584-425A-88D1-A3CCB9F4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4FFD7-86A4-43F6-A21D-A3483C09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DF1EE-D5A7-46AC-81F1-6A36D4BD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2EDF9E-2430-4EB1-8039-1F7C3A33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5A1C9-2EEA-4700-98F1-2B628FD3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47AC6-8574-4F28-88C2-539C0CF8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A9025-2578-4C94-B654-ED322483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61E77D-A6B5-4231-B441-D8AF7DBD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45C32-FC98-4C5D-A338-E5485E46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A0425-7B14-496E-B730-C82E3BE4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617A2B-FE93-4B25-821F-8440D27E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F0976B80-65E8-4E03-B193-8B43A78F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像素数相同，还不能确定二维排列。</a:t>
            </a:r>
          </a:p>
        </p:txBody>
      </p:sp>
    </p:spTree>
    <p:extLst>
      <p:ext uri="{BB962C8B-B14F-4D97-AF65-F5344CB8AC3E}">
        <p14:creationId xmlns:p14="http://schemas.microsoft.com/office/powerpoint/2010/main" val="62422707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E2062-E4D9-4B34-AE9C-4135F513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B47D8-B89A-406D-A2AE-FF0DC9B5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80B1803-907C-41C9-B72A-E6A94A60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还原图像，需要数据和解释规则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05DF69-4B03-474A-95D6-61E7BBE2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像素码字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37E598F-F7D1-464C-A4AA-F36F47F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11 11 01 00</a:t>
            </a:r>
          </a:p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00 01 11 00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FC9AD83-F224-4BBF-AEED-9DB72BF1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1B27CE0-53AA-4449-A8DD-A995FA76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解释规则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B211623-A10A-4B9B-A32B-740B1D95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二维尺寸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AB03E92-F689-4088-B48D-4650E62C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每像素位数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B9E26C1-1332-4BA3-8378-8B850C83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颜色对应关系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2B1F766-3743-42BC-85C0-859A1A64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815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读取顺序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5C7ED59-D855-40AD-98ED-33D626DC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38500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75FA4-6B1D-480C-AD36-98F08AFC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C3C09-4B42-4701-BA9C-F0AC6699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54C4D-978F-422D-B2F4-D76CADDF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BC578-E3C7-46F1-A192-C6CCFCC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B6648-D525-4B7C-A566-99E04D9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E6D6F-9B76-4C5C-9BD4-2875F813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8EB33-8D30-4BD4-B07E-5C26C1BE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EF7D6-DD69-47DE-9C5E-3415E229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E961D4D5-57D7-4C10-B054-80B37B28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433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横4 × 纵2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C60C5C28-E372-4438-A263-2C3171C5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按约定还原像素图</a:t>
            </a:r>
          </a:p>
        </p:txBody>
      </p:sp>
    </p:spTree>
    <p:extLst>
      <p:ext uri="{BB962C8B-B14F-4D97-AF65-F5344CB8AC3E}">
        <p14:creationId xmlns:p14="http://schemas.microsoft.com/office/powerpoint/2010/main" val="213651544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F510B-7E63-4F88-8EDE-737D08DA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64D14-FE62-42C7-917A-13B5C776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B800D45-339F-46A1-817B-FC78B55F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这些例子主要随时间还是空间变化？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观察情境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同一地点，一天的气温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固定位置，不同时刻的声波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水下不同深度的压强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房间不同位置的光照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D0E6C9A-E70A-43A3-98E8-2177DEC1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196704700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F510B-7E63-4F88-8EDE-737D08DA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64D14-FE62-42C7-917A-13B5C776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B800D45-339F-46A1-817B-FC78B55F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这些例子主要随时间还是空间变化？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观察情境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同一地点，一天的气温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固定位置，不同时刻的声波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水下不同深度的压强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随深度（空间）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房间不同位置的光照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随位置（空间）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D0E6C9A-E70A-43A3-98E8-2177DEC1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196704700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72D4D-0A2C-4C6E-BCA2-6E064568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2F500-CD08-4108-88F5-6E7F7030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E9233D-77F0-4137-987A-5D5DAD5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温度从25到26，只能跳着变化吗？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77B35-42EE-4AFE-A623-B5F32313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49530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A6DCA-4DEE-4742-8730-B2B17882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8250" y="2000250"/>
            <a:ext cx="0" cy="2952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38E14CB-8698-464D-862E-2C0561E0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温度（摄氏度）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508CCBB-B741-422B-82C6-1B03FCAF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AD763-575A-4D69-ABF2-3B9F4D02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1A545-2F30-4502-8A63-D805C03B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672E8D8-CE8D-4A36-A71A-AB7717D3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B2CFED7-083D-4294-8AB3-9EF9E3B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BB2F9CF-51DD-48CC-A649-43989E43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中间能否取25.5、25.51？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50B3ABF-AADC-48FF-B8BA-99BF602A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概念示意</a:t>
            </a:r>
          </a:p>
        </p:txBody>
      </p:sp>
    </p:spTree>
    <p:extLst>
      <p:ext uri="{BB962C8B-B14F-4D97-AF65-F5344CB8AC3E}">
        <p14:creationId xmlns:p14="http://schemas.microsoft.com/office/powerpoint/2010/main" val="138934008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72D4D-0A2C-4C6E-BCA2-6E064568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2F500-CD08-4108-88F5-6E7F7030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E9233D-77F0-4137-987A-5D5DAD5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温度从25到26，只能跳着变化吗？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77B35-42EE-4AFE-A623-B5F32313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49530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A6DCA-4DEE-4742-8730-B2B17882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8250" y="2000250"/>
            <a:ext cx="0" cy="2952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38E14CB-8698-464D-862E-2C0561E0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温度（摄氏度）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508CCBB-B741-422B-82C6-1B03FCAF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AD763-575A-4D69-ABF2-3B9F4D02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1A545-2F30-4502-8A63-D805C03B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672E8D8-CE8D-4A36-A71A-AB7717D3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B2CFED7-083D-4294-8AB3-9EF9E3B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26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BB2F9CF-51DD-48CC-A649-43989E43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中间能否取25.5、25.51？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50B3ABF-AADC-48FF-B8BA-99BF602A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概念示意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7B384-C716-4B41-8A75-CF47D6F5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76425" y="2543175"/>
            <a:ext cx="4762500" cy="18097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414BEED-2A6B-4691-86FB-416EE3C0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3667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模拟量：连续变化</a:t>
            </a:r>
          </a:p>
        </p:txBody>
      </p:sp>
    </p:spTree>
    <p:extLst>
      <p:ext uri="{BB962C8B-B14F-4D97-AF65-F5344CB8AC3E}">
        <p14:creationId xmlns:p14="http://schemas.microsoft.com/office/powerpoint/2010/main" val="138934008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FBEF1-7377-455C-AC4F-D83244E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15958-BC3C-4972-9E24-646D98B7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84B111A-6100-4510-A93E-D024A5D4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99377F-50BC-4325-91DC-BF24E8E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804E1-E97B-4510-9346-502915EF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E9BB5-AD44-4BB2-AB7B-2B606F6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F5AB8-23AB-48DA-A8ED-E40390FA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F8B12-4149-450D-ACA1-924D068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7EF7B-E4C2-4388-A4F1-008284C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0BDA1D3-396B-4E94-B6C7-EF5D0CE9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B2813-0969-4C04-A93D-BA20E78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36A9F-6AB8-4796-B4B7-8B9EC3D1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A52C7-BC73-4B9B-8188-E952193C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2518A-757C-4F8E-84D7-DA3A0884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EB8CBB8-5EE6-4E6B-B1E3-CF5876AF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</p:spTree>
    <p:extLst>
      <p:ext uri="{BB962C8B-B14F-4D97-AF65-F5344CB8AC3E}">
        <p14:creationId xmlns:p14="http://schemas.microsoft.com/office/powerpoint/2010/main" val="148156364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FBEF1-7377-455C-AC4F-D83244E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15958-BC3C-4972-9E24-646D98B7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84B111A-6100-4510-A93E-D024A5D4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99377F-50BC-4325-91DC-BF24E8E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804E1-E97B-4510-9346-502915EF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E9BB5-AD44-4BB2-AB7B-2B606F6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F5AB8-23AB-48DA-A8ED-E40390FA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F8B12-4149-450D-ACA1-924D068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7EF7B-E4C2-4388-A4F1-008284C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0BDA1D3-396B-4E94-B6C7-EF5D0CE9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B2813-0969-4C04-A93D-BA20E78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36A9F-6AB8-4796-B4B7-8B9EC3D1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66E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A52C7-BC73-4B9B-8188-E952193C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BB3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2518A-757C-4F8E-84D7-DA3A0884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EB8CBB8-5EE6-4E6B-B1E3-CF5876AF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72040E1-A70C-49E6-9607-9DF6C6F7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有限位置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66E7B863-B12E-457F-BAD7-56F709E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有限等级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37F3D4E-7714-4F12-B89B-FAD0C4D5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00、01、10、11：离散码字</a:t>
            </a:r>
          </a:p>
        </p:txBody>
      </p:sp>
    </p:spTree>
    <p:extLst>
      <p:ext uri="{BB962C8B-B14F-4D97-AF65-F5344CB8AC3E}">
        <p14:creationId xmlns:p14="http://schemas.microsoft.com/office/powerpoint/2010/main" val="148156364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C85D3-ABED-4D60-B67C-9C91E620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7A9A1-E9EC-4561-A4BC-FA9CCE5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96260B-3874-4AE5-A5CA-D9E8AE09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CDF1A2-0D4F-4334-9405-A8A5FA79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6B757E-30BD-4547-B490-DB44FD32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1EA339B-E5B2-4395-9E8A-9CBB137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</p:spTree>
    <p:extLst>
      <p:ext uri="{BB962C8B-B14F-4D97-AF65-F5344CB8AC3E}">
        <p14:creationId xmlns:p14="http://schemas.microsoft.com/office/powerpoint/2010/main" val="186118368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C85D3-ABED-4D60-B67C-9C91E620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7A9A1-E9EC-4561-A4BC-FA9CCE5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96260B-3874-4AE5-A5CA-D9E8AE09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CDF1A2-0D4F-4334-9405-A8A5FA79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6B757E-30BD-4547-B490-DB44FD32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1EA339B-E5B2-4395-9E8A-9CBB137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EA9B390-DC46-459A-ACBE-ED7AAA2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 → 量化 → 编码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EFFB427-3160-460F-BA87-3C754EC6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43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信息数字化</a:t>
            </a:r>
          </a:p>
        </p:txBody>
      </p:sp>
    </p:spTree>
    <p:extLst>
      <p:ext uri="{BB962C8B-B14F-4D97-AF65-F5344CB8AC3E}">
        <p14:creationId xmlns:p14="http://schemas.microsoft.com/office/powerpoint/2010/main" val="186118368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BA00E-1037-4D89-8D8E-CB0CC65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F5173-E119-4885-8C8D-93ED50A6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0DA4433-9ECC-4104-AF6F-6602407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只允许32 B，该怎样选择参数？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1D44478-066F-450E-B89F-E00B4C68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需表示4种颜色；固定长度编码；最多32 B。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横向×纵向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每像素位数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是否满足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717E741-0738-488D-ACA7-C6664E04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只计未压缩像素码字。写出理由。</a:t>
            </a:r>
          </a:p>
        </p:txBody>
      </p:sp>
    </p:spTree>
    <p:extLst>
      <p:ext uri="{BB962C8B-B14F-4D97-AF65-F5344CB8AC3E}">
        <p14:creationId xmlns:p14="http://schemas.microsoft.com/office/powerpoint/2010/main" val="19863231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BA00E-1037-4D89-8D8E-CB0CC65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F5173-E119-4885-8C8D-93ED50A6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0DA4433-9ECC-4104-AF6F-6602407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只允许32 B，该怎样选择参数？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1D44478-066F-450E-B89F-E00B4C68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需表示4种颜色；固定长度编码；最多32 B。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横向×纵向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每像素位数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是否满足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64 B，超出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32 B，满足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16×16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仅2色，不足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 bit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 B，满足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717E741-0738-488D-ACA7-C6664E04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只计未压缩像素码字。写出理由。</a:t>
            </a:r>
          </a:p>
        </p:txBody>
      </p:sp>
    </p:spTree>
    <p:extLst>
      <p:ext uri="{BB962C8B-B14F-4D97-AF65-F5344CB8AC3E}">
        <p14:creationId xmlns:p14="http://schemas.microsoft.com/office/powerpoint/2010/main" val="19863231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329C1-F3BE-4DE1-B687-1C71995C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33E6B-9A28-4507-9A87-22C67E1A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F17DB7-7686-4BF1-B5DA-E2A70F90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FDD10A4-D4D2-4C90-97A9-6C1F9326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表示6种颜色，每像素最少需要几bit？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7AADB11-2911-4D2B-94AA-7224B971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800×600、24位RGB，未压缩像素数据量是多少B？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CFA69F-2A3F-4054-B59D-754C0143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把图像宽、高都放大2倍，就得到了新细节吗？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0475DF-14D7-4CE6-BE94-0140B06D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说明理由；计算时写出单位。</a:t>
            </a:r>
          </a:p>
        </p:txBody>
      </p:sp>
    </p:spTree>
    <p:extLst>
      <p:ext uri="{BB962C8B-B14F-4D97-AF65-F5344CB8AC3E}">
        <p14:creationId xmlns:p14="http://schemas.microsoft.com/office/powerpoint/2010/main" val="752293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2026-09-30T03:08:43.8080000Z</dcterms:created>
  <dcterms:modified xsi:type="dcterms:W3CDTF">2026-09-30T03:08:43.8080000Z</dcterms:modified>
</coreProperties>
</file>