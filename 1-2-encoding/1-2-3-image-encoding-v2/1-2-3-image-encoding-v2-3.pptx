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50caa985c4161" /><Relationship Type="http://schemas.openxmlformats.org/officeDocument/2006/relationships/extended-properties" Target="/docProps/app.xml" Id="R7d45fb219d89485a" /><Relationship Type="http://schemas.openxmlformats.org/officeDocument/2006/relationships/officeDocument" Target="/ppt/presentation.xml" Id="R5b97b20949fb4d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9ffb80e2e54e2f"/>
  </p:sldMasterIdLst>
  <p:notesMasterIdLst>
    <p:notesMasterId xmlns:r="http://schemas.openxmlformats.org/officeDocument/2006/relationships" r:id="Rcbf949713a174780"/>
  </p:notesMasterIdLst>
  <p:sldIdLst>
    <p:sldId xmlns:r="http://schemas.openxmlformats.org/officeDocument/2006/relationships" id="256" r:id="Rdb2783b8669f40b0"/>
    <p:sldId xmlns:r="http://schemas.openxmlformats.org/officeDocument/2006/relationships" id="257" r:id="R432eacd69b89425c"/>
    <p:sldId xmlns:r="http://schemas.openxmlformats.org/officeDocument/2006/relationships" id="258" r:id="R4b357d23fa7040e7"/>
    <p:sldId xmlns:r="http://schemas.openxmlformats.org/officeDocument/2006/relationships" id="259" r:id="R4cf1774f13e94f29"/>
    <p:sldId xmlns:r="http://schemas.openxmlformats.org/officeDocument/2006/relationships" id="260" r:id="R977d50ff185446ff"/>
    <p:sldId xmlns:r="http://schemas.openxmlformats.org/officeDocument/2006/relationships" id="261" r:id="Rb1d9f12a12bb4c53"/>
    <p:sldId xmlns:r="http://schemas.openxmlformats.org/officeDocument/2006/relationships" id="262" r:id="Ra2d4089c7c4044e1"/>
    <p:sldId xmlns:r="http://schemas.openxmlformats.org/officeDocument/2006/relationships" id="263" r:id="R50169bc1771c469a"/>
    <p:sldId xmlns:r="http://schemas.openxmlformats.org/officeDocument/2006/relationships" id="264" r:id="Rf885b2e90cb04999"/>
    <p:sldId xmlns:r="http://schemas.openxmlformats.org/officeDocument/2006/relationships" id="265" r:id="R0f430faa0faa4499"/>
    <p:sldId xmlns:r="http://schemas.openxmlformats.org/officeDocument/2006/relationships" id="266" r:id="R87615267ee4c4895"/>
    <p:sldId xmlns:r="http://schemas.openxmlformats.org/officeDocument/2006/relationships" id="267" r:id="R0df67944fa274d16"/>
    <p:sldId xmlns:r="http://schemas.openxmlformats.org/officeDocument/2006/relationships" id="268" r:id="R4948a991198345ea"/>
    <p:sldId xmlns:r="http://schemas.openxmlformats.org/officeDocument/2006/relationships" id="269" r:id="R73c5b00d76f44a2b"/>
    <p:sldId xmlns:r="http://schemas.openxmlformats.org/officeDocument/2006/relationships" id="270" r:id="Rfe795fd7de9245b7"/>
    <p:sldId xmlns:r="http://schemas.openxmlformats.org/officeDocument/2006/relationships" id="271" r:id="Ra020818d03d549d4"/>
    <p:sldId xmlns:r="http://schemas.openxmlformats.org/officeDocument/2006/relationships" id="272" r:id="R9215df7dbeea4dbe"/>
    <p:sldId xmlns:r="http://schemas.openxmlformats.org/officeDocument/2006/relationships" id="273" r:id="R1713a247cd714470"/>
    <p:sldId xmlns:r="http://schemas.openxmlformats.org/officeDocument/2006/relationships" id="274" r:id="Rc611783bc1ee4a21"/>
    <p:sldId xmlns:r="http://schemas.openxmlformats.org/officeDocument/2006/relationships" id="275" r:id="Raab66087aaa24acd"/>
    <p:sldId xmlns:r="http://schemas.openxmlformats.org/officeDocument/2006/relationships" id="276" r:id="R7a0e84bea64247cb"/>
    <p:sldId xmlns:r="http://schemas.openxmlformats.org/officeDocument/2006/relationships" id="277" r:id="R33529f1f449f4510"/>
    <p:sldId xmlns:r="http://schemas.openxmlformats.org/officeDocument/2006/relationships" id="278" r:id="Rf5c68d562d464d21"/>
    <p:sldId xmlns:r="http://schemas.openxmlformats.org/officeDocument/2006/relationships" id="279" r:id="Rea50d62add484374"/>
    <p:sldId xmlns:r="http://schemas.openxmlformats.org/officeDocument/2006/relationships" id="280" r:id="R0de42b3dcdd44e44"/>
    <p:sldId xmlns:r="http://schemas.openxmlformats.org/officeDocument/2006/relationships" id="281" r:id="R3cc2ba146fec48bb"/>
    <p:sldId xmlns:r="http://schemas.openxmlformats.org/officeDocument/2006/relationships" id="282" r:id="R4f17bed680614754"/>
    <p:sldId xmlns:r="http://schemas.openxmlformats.org/officeDocument/2006/relationships" id="283" r:id="Rdd314bd9ea104ca5"/>
    <p:sldId xmlns:r="http://schemas.openxmlformats.org/officeDocument/2006/relationships" id="284" r:id="R41494b8151334a4d"/>
    <p:sldId xmlns:r="http://schemas.openxmlformats.org/officeDocument/2006/relationships" id="285" r:id="R2f7b261d899543eb"/>
    <p:sldId xmlns:r="http://schemas.openxmlformats.org/officeDocument/2006/relationships" id="286" r:id="R77672ee1b76844ad"/>
    <p:sldId xmlns:r="http://schemas.openxmlformats.org/officeDocument/2006/relationships" id="287" r:id="Rc51acf9eaaf3475b"/>
    <p:sldId xmlns:r="http://schemas.openxmlformats.org/officeDocument/2006/relationships" id="288" r:id="R0c1ce25f461d45d6"/>
    <p:sldId xmlns:r="http://schemas.openxmlformats.org/officeDocument/2006/relationships" id="289" r:id="Raa89686d80044963"/>
    <p:sldId xmlns:r="http://schemas.openxmlformats.org/officeDocument/2006/relationships" id="290" r:id="Rb5ffa7f694f34067"/>
    <p:sldId xmlns:r="http://schemas.openxmlformats.org/officeDocument/2006/relationships" id="291" r:id="R3074e440d63046be"/>
    <p:sldId xmlns:r="http://schemas.openxmlformats.org/officeDocument/2006/relationships" id="292" r:id="R4bd1560efb1f452a"/>
    <p:sldId xmlns:r="http://schemas.openxmlformats.org/officeDocument/2006/relationships" id="293" r:id="R545b4d38be1d4a68"/>
    <p:sldId xmlns:r="http://schemas.openxmlformats.org/officeDocument/2006/relationships" id="294" r:id="R88800811ef794131"/>
    <p:sldId xmlns:r="http://schemas.openxmlformats.org/officeDocument/2006/relationships" id="295" r:id="Rba05ccb12c5d4073"/>
    <p:sldId xmlns:r="http://schemas.openxmlformats.org/officeDocument/2006/relationships" id="296" r:id="R74e2bf2e61e84f4a"/>
    <p:sldId xmlns:r="http://schemas.openxmlformats.org/officeDocument/2006/relationships" id="297" r:id="R392e7be6fa304e1f"/>
    <p:sldId xmlns:r="http://schemas.openxmlformats.org/officeDocument/2006/relationships" id="298" r:id="R3540fa09513b4fb0"/>
    <p:sldId xmlns:r="http://schemas.openxmlformats.org/officeDocument/2006/relationships" id="299" r:id="R95c6053c3b0348d8"/>
    <p:sldId xmlns:r="http://schemas.openxmlformats.org/officeDocument/2006/relationships" id="300" r:id="R8a15cdf02d7644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70fb98eed4359" /><Relationship Type="http://schemas.openxmlformats.org/officeDocument/2006/relationships/slideMaster" Target="/ppt/slideMasters/slideMaster1.xml" Id="R099ffb80e2e54e2f" /><Relationship Type="http://schemas.openxmlformats.org/officeDocument/2006/relationships/notesMaster" Target="/ppt/notesMasters/notesMaster1.xml" Id="Rcbf949713a174780" /><Relationship Type="http://schemas.openxmlformats.org/officeDocument/2006/relationships/presProps" Target="/ppt/presProps.xml" Id="R0bb0b1a89c00406c" /><Relationship Type="http://schemas.openxmlformats.org/officeDocument/2006/relationships/tableStyles" Target="/ppt/tableStyles.xml" Id="R606ea992cb274ef5" /><Relationship Type="http://schemas.openxmlformats.org/officeDocument/2006/relationships/slide" Target="/ppt/slides/slide1.xml" Id="Rdb2783b8669f40b0" /><Relationship Type="http://schemas.openxmlformats.org/officeDocument/2006/relationships/slide" Target="/ppt/slides/slide2.xml" Id="R432eacd69b89425c" /><Relationship Type="http://schemas.openxmlformats.org/officeDocument/2006/relationships/slide" Target="/ppt/slides/slide3.xml" Id="R4b357d23fa7040e7" /><Relationship Type="http://schemas.openxmlformats.org/officeDocument/2006/relationships/slide" Target="/ppt/slides/slide4.xml" Id="R4cf1774f13e94f29" /><Relationship Type="http://schemas.openxmlformats.org/officeDocument/2006/relationships/slide" Target="/ppt/slides/slide5.xml" Id="R977d50ff185446ff" /><Relationship Type="http://schemas.openxmlformats.org/officeDocument/2006/relationships/slide" Target="/ppt/slides/slide6.xml" Id="Rb1d9f12a12bb4c53" /><Relationship Type="http://schemas.openxmlformats.org/officeDocument/2006/relationships/slide" Target="/ppt/slides/slide7.xml" Id="Ra2d4089c7c4044e1" /><Relationship Type="http://schemas.openxmlformats.org/officeDocument/2006/relationships/slide" Target="/ppt/slides/slide8.xml" Id="R50169bc1771c469a" /><Relationship Type="http://schemas.openxmlformats.org/officeDocument/2006/relationships/slide" Target="/ppt/slides/slide9.xml" Id="Rf885b2e90cb04999" /><Relationship Type="http://schemas.openxmlformats.org/officeDocument/2006/relationships/slide" Target="/ppt/slides/slide10.xml" Id="R0f430faa0faa4499" /><Relationship Type="http://schemas.openxmlformats.org/officeDocument/2006/relationships/slide" Target="/ppt/slides/slide11.xml" Id="R87615267ee4c4895" /><Relationship Type="http://schemas.openxmlformats.org/officeDocument/2006/relationships/slide" Target="/ppt/slides/slide12.xml" Id="R0df67944fa274d16" /><Relationship Type="http://schemas.openxmlformats.org/officeDocument/2006/relationships/slide" Target="/ppt/slides/slide13.xml" Id="R4948a991198345ea" /><Relationship Type="http://schemas.openxmlformats.org/officeDocument/2006/relationships/slide" Target="/ppt/slides/slide14.xml" Id="R73c5b00d76f44a2b" /><Relationship Type="http://schemas.openxmlformats.org/officeDocument/2006/relationships/slide" Target="/ppt/slides/slide15.xml" Id="Rfe795fd7de9245b7" /><Relationship Type="http://schemas.openxmlformats.org/officeDocument/2006/relationships/slide" Target="/ppt/slides/slide16.xml" Id="Ra020818d03d549d4" /><Relationship Type="http://schemas.openxmlformats.org/officeDocument/2006/relationships/slide" Target="/ppt/slides/slide17.xml" Id="R9215df7dbeea4dbe" /><Relationship Type="http://schemas.openxmlformats.org/officeDocument/2006/relationships/slide" Target="/ppt/slides/slide18.xml" Id="R1713a247cd714470" /><Relationship Type="http://schemas.openxmlformats.org/officeDocument/2006/relationships/slide" Target="/ppt/slides/slide19.xml" Id="Rc611783bc1ee4a21" /><Relationship Type="http://schemas.openxmlformats.org/officeDocument/2006/relationships/slide" Target="/ppt/slides/slide20.xml" Id="Raab66087aaa24acd" /><Relationship Type="http://schemas.openxmlformats.org/officeDocument/2006/relationships/slide" Target="/ppt/slides/slide21.xml" Id="R7a0e84bea64247cb" /><Relationship Type="http://schemas.openxmlformats.org/officeDocument/2006/relationships/slide" Target="/ppt/slides/slide22.xml" Id="R33529f1f449f4510" /><Relationship Type="http://schemas.openxmlformats.org/officeDocument/2006/relationships/slide" Target="/ppt/slides/slide23.xml" Id="Rf5c68d562d464d21" /><Relationship Type="http://schemas.openxmlformats.org/officeDocument/2006/relationships/slide" Target="/ppt/slides/slide24.xml" Id="Rea50d62add484374" /><Relationship Type="http://schemas.openxmlformats.org/officeDocument/2006/relationships/slide" Target="/ppt/slides/slide25.xml" Id="R0de42b3dcdd44e44" /><Relationship Type="http://schemas.openxmlformats.org/officeDocument/2006/relationships/slide" Target="/ppt/slides/slide26.xml" Id="R3cc2ba146fec48bb" /><Relationship Type="http://schemas.openxmlformats.org/officeDocument/2006/relationships/slide" Target="/ppt/slides/slide27.xml" Id="R4f17bed680614754" /><Relationship Type="http://schemas.openxmlformats.org/officeDocument/2006/relationships/slide" Target="/ppt/slides/slide28.xml" Id="Rdd314bd9ea104ca5" /><Relationship Type="http://schemas.openxmlformats.org/officeDocument/2006/relationships/slide" Target="/ppt/slides/slide29.xml" Id="R41494b8151334a4d" /><Relationship Type="http://schemas.openxmlformats.org/officeDocument/2006/relationships/slide" Target="/ppt/slides/slide30.xml" Id="R2f7b261d899543eb" /><Relationship Type="http://schemas.openxmlformats.org/officeDocument/2006/relationships/slide" Target="/ppt/slides/slide31.xml" Id="R77672ee1b76844ad" /><Relationship Type="http://schemas.openxmlformats.org/officeDocument/2006/relationships/slide" Target="/ppt/slides/slide32.xml" Id="Rc51acf9eaaf3475b" /><Relationship Type="http://schemas.openxmlformats.org/officeDocument/2006/relationships/slide" Target="/ppt/slides/slide33.xml" Id="R0c1ce25f461d45d6" /><Relationship Type="http://schemas.openxmlformats.org/officeDocument/2006/relationships/slide" Target="/ppt/slides/slide34.xml" Id="Raa89686d80044963" /><Relationship Type="http://schemas.openxmlformats.org/officeDocument/2006/relationships/slide" Target="/ppt/slides/slide35.xml" Id="Rb5ffa7f694f34067" /><Relationship Type="http://schemas.openxmlformats.org/officeDocument/2006/relationships/slide" Target="/ppt/slides/slide36.xml" Id="R3074e440d63046be" /><Relationship Type="http://schemas.openxmlformats.org/officeDocument/2006/relationships/slide" Target="/ppt/slides/slide37.xml" Id="R4bd1560efb1f452a" /><Relationship Type="http://schemas.openxmlformats.org/officeDocument/2006/relationships/slide" Target="/ppt/slides/slide38.xml" Id="R545b4d38be1d4a68" /><Relationship Type="http://schemas.openxmlformats.org/officeDocument/2006/relationships/slide" Target="/ppt/slides/slide39.xml" Id="R88800811ef794131" /><Relationship Type="http://schemas.openxmlformats.org/officeDocument/2006/relationships/slide" Target="/ppt/slides/slide40.xml" Id="Rba05ccb12c5d4073" /><Relationship Type="http://schemas.openxmlformats.org/officeDocument/2006/relationships/slide" Target="/ppt/slides/slide41.xml" Id="R74e2bf2e61e84f4a" /><Relationship Type="http://schemas.openxmlformats.org/officeDocument/2006/relationships/slide" Target="/ppt/slides/slide42.xml" Id="R392e7be6fa304e1f" /><Relationship Type="http://schemas.openxmlformats.org/officeDocument/2006/relationships/slide" Target="/ppt/slides/slide43.xml" Id="R3540fa09513b4fb0" /><Relationship Type="http://schemas.openxmlformats.org/officeDocument/2006/relationships/slide" Target="/ppt/slides/slide44.xml" Id="R95c6053c3b0348d8" /><Relationship Type="http://schemas.openxmlformats.org/officeDocument/2006/relationships/slide" Target="/ppt/slides/slide45.xml" Id="R8a15cdf02d76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88b655a6b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b3c7cfe27b4353" /><Relationship Type="http://schemas.openxmlformats.org/officeDocument/2006/relationships/notesMaster" Target="/ppt/notesMasters/notesMaster1.xml" Id="R03f7e5c39f754d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29c958ba641cd" /><Relationship Type="http://schemas.openxmlformats.org/officeDocument/2006/relationships/notesMaster" Target="/ppt/notesMasters/notesMaster1.xml" Id="R3e7ada00d945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094c22040847c9" /><Relationship Type="http://schemas.openxmlformats.org/officeDocument/2006/relationships/notesMaster" Target="/ppt/notesMasters/notesMaster1.xml" Id="Rd6ac2a5ef4e4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2b95ac1ef411c" /><Relationship Type="http://schemas.openxmlformats.org/officeDocument/2006/relationships/notesMaster" Target="/ppt/notesMasters/notesMaster1.xml" Id="R83e1d1e8e4df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b3aec9d1143ac" /><Relationship Type="http://schemas.openxmlformats.org/officeDocument/2006/relationships/notesMaster" Target="/ppt/notesMasters/notesMaster1.xml" Id="R4378932ad3f043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c743d88cda4c29" /><Relationship Type="http://schemas.openxmlformats.org/officeDocument/2006/relationships/notesMaster" Target="/ppt/notesMasters/notesMaster1.xml" Id="Re3c3e528f0eb4f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37e7519bd046d7" /><Relationship Type="http://schemas.openxmlformats.org/officeDocument/2006/relationships/notesMaster" Target="/ppt/notesMasters/notesMaster1.xml" Id="Rea7d2c5da5c74a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f19cce37c64405" /><Relationship Type="http://schemas.openxmlformats.org/officeDocument/2006/relationships/notesMaster" Target="/ppt/notesMasters/notesMaster1.xml" Id="R07f577c2152c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cd47da122645d7" /><Relationship Type="http://schemas.openxmlformats.org/officeDocument/2006/relationships/notesMaster" Target="/ppt/notesMasters/notesMaster1.xml" Id="R3a16234fca8543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be4a934bd04967" /><Relationship Type="http://schemas.openxmlformats.org/officeDocument/2006/relationships/notesMaster" Target="/ppt/notesMasters/notesMaster1.xml" Id="R39d6d59d313646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866a8aef454e67" /><Relationship Type="http://schemas.openxmlformats.org/officeDocument/2006/relationships/notesMaster" Target="/ppt/notesMasters/notesMaster1.xml" Id="R16d36ef29d754c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deaae85d0f41b7" /><Relationship Type="http://schemas.openxmlformats.org/officeDocument/2006/relationships/notesMaster" Target="/ppt/notesMasters/notesMaster1.xml" Id="Rc7964e8797fb47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0386e5869a4ff7" /><Relationship Type="http://schemas.openxmlformats.org/officeDocument/2006/relationships/notesMaster" Target="/ppt/notesMasters/notesMaster1.xml" Id="Re437e654076a40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36e9e419ab4388" /><Relationship Type="http://schemas.openxmlformats.org/officeDocument/2006/relationships/notesMaster" Target="/ppt/notesMasters/notesMaster1.xml" Id="Rb5a74d88acb948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2680b6f8c04e7c" /><Relationship Type="http://schemas.openxmlformats.org/officeDocument/2006/relationships/notesMaster" Target="/ppt/notesMasters/notesMaster1.xml" Id="Rade4ed71d4bd49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86bbd7e5cb42d1" /><Relationship Type="http://schemas.openxmlformats.org/officeDocument/2006/relationships/notesMaster" Target="/ppt/notesMasters/notesMaster1.xml" Id="Ra8db93b7fcb74b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4b4ad445db4acf" /><Relationship Type="http://schemas.openxmlformats.org/officeDocument/2006/relationships/notesMaster" Target="/ppt/notesMasters/notesMaster1.xml" Id="R008f1449b47445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1b020c980b4400" /><Relationship Type="http://schemas.openxmlformats.org/officeDocument/2006/relationships/notesMaster" Target="/ppt/notesMasters/notesMaster1.xml" Id="R5fc481808eab41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87bd3dde3e4f24" /><Relationship Type="http://schemas.openxmlformats.org/officeDocument/2006/relationships/notesMaster" Target="/ppt/notesMasters/notesMaster1.xml" Id="R0136c29d171149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77d235e6104e0e" /><Relationship Type="http://schemas.openxmlformats.org/officeDocument/2006/relationships/notesMaster" Target="/ppt/notesMasters/notesMaster1.xml" Id="R8dde4c5900364f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373c6fdcc1466e" /><Relationship Type="http://schemas.openxmlformats.org/officeDocument/2006/relationships/notesMaster" Target="/ppt/notesMasters/notesMaster1.xml" Id="Rae1d1106fe1b46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3b917fa809421b" /><Relationship Type="http://schemas.openxmlformats.org/officeDocument/2006/relationships/notesMaster" Target="/ppt/notesMasters/notesMaster1.xml" Id="R7e3ed71196de41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379675d81146f0" /><Relationship Type="http://schemas.openxmlformats.org/officeDocument/2006/relationships/notesMaster" Target="/ppt/notesMasters/notesMaster1.xml" Id="R5057fd72a4264a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7f65d95ccb4c51" /><Relationship Type="http://schemas.openxmlformats.org/officeDocument/2006/relationships/notesMaster" Target="/ppt/notesMasters/notesMaster1.xml" Id="R298c449e9a3a43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3de8f6a2354642" /><Relationship Type="http://schemas.openxmlformats.org/officeDocument/2006/relationships/notesMaster" Target="/ppt/notesMasters/notesMaster1.xml" Id="Rd1ffccd84c5940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66589536f84323" /><Relationship Type="http://schemas.openxmlformats.org/officeDocument/2006/relationships/notesMaster" Target="/ppt/notesMasters/notesMaster1.xml" Id="Re9592390ff2146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11a632e50b4aa6" /><Relationship Type="http://schemas.openxmlformats.org/officeDocument/2006/relationships/notesMaster" Target="/ppt/notesMasters/notesMaster1.xml" Id="R0180ab20f01d498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3a5492a8234f2a" /><Relationship Type="http://schemas.openxmlformats.org/officeDocument/2006/relationships/notesMaster" Target="/ppt/notesMasters/notesMaster1.xml" Id="Rf7b5c7e8bf2240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d09793bdad4c4f" /><Relationship Type="http://schemas.openxmlformats.org/officeDocument/2006/relationships/notesMaster" Target="/ppt/notesMasters/notesMaster1.xml" Id="R62ab4119c95742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7bd35f409d4f47" /><Relationship Type="http://schemas.openxmlformats.org/officeDocument/2006/relationships/notesMaster" Target="/ppt/notesMasters/notesMaster1.xml" Id="R5b5c0ecd662240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7a07629780d43c6" /><Relationship Type="http://schemas.openxmlformats.org/officeDocument/2006/relationships/notesMaster" Target="/ppt/notesMasters/notesMaster1.xml" Id="R04cf67895ce5489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7e08ea5742a4b5c" /><Relationship Type="http://schemas.openxmlformats.org/officeDocument/2006/relationships/notesMaster" Target="/ppt/notesMasters/notesMaster1.xml" Id="R9b07371f33e94d5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c36220064964a8e" /><Relationship Type="http://schemas.openxmlformats.org/officeDocument/2006/relationships/notesMaster" Target="/ppt/notesMasters/notesMaster1.xml" Id="R27314b7b13f4492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d5683430ea64532" /><Relationship Type="http://schemas.openxmlformats.org/officeDocument/2006/relationships/notesMaster" Target="/ppt/notesMasters/notesMaster1.xml" Id="R62587b40a7154b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f02d2fb14654743" /><Relationship Type="http://schemas.openxmlformats.org/officeDocument/2006/relationships/notesMaster" Target="/ppt/notesMasters/notesMaster1.xml" Id="Rd433d59ca09f4b8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ede6387264841d0" /><Relationship Type="http://schemas.openxmlformats.org/officeDocument/2006/relationships/notesMaster" Target="/ppt/notesMasters/notesMaster1.xml" Id="R21d36475bedc4de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39e8c66332a44be" /><Relationship Type="http://schemas.openxmlformats.org/officeDocument/2006/relationships/notesMaster" Target="/ppt/notesMasters/notesMaster1.xml" Id="R420cb7527ecf458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9d9d89d36284f77" /><Relationship Type="http://schemas.openxmlformats.org/officeDocument/2006/relationships/notesMaster" Target="/ppt/notesMasters/notesMaster1.xml" Id="Rda59320fd304480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d2496cfe5b64623" /><Relationship Type="http://schemas.openxmlformats.org/officeDocument/2006/relationships/notesMaster" Target="/ppt/notesMasters/notesMaster1.xml" Id="Rb017640b477b46f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9110bd18b147b3" /><Relationship Type="http://schemas.openxmlformats.org/officeDocument/2006/relationships/notesMaster" Target="/ppt/notesMasters/notesMaster1.xml" Id="Re5fbdfa2591d47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e04368c63db4d76" /><Relationship Type="http://schemas.openxmlformats.org/officeDocument/2006/relationships/notesMaster" Target="/ppt/notesMasters/notesMaster1.xml" Id="R001c0757d440443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e0b26d21254488" /><Relationship Type="http://schemas.openxmlformats.org/officeDocument/2006/relationships/notesMaster" Target="/ppt/notesMasters/notesMaster1.xml" Id="R4f3119e5ec37432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e81fa38dff4944" /><Relationship Type="http://schemas.openxmlformats.org/officeDocument/2006/relationships/notesMaster" Target="/ppt/notesMasters/notesMaster1.xml" Id="Read534b1fa7d41a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1dcc4a849a9450f" /><Relationship Type="http://schemas.openxmlformats.org/officeDocument/2006/relationships/notesMaster" Target="/ppt/notesMasters/notesMaster1.xml" Id="R50581da7836e452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ba09ecbf6474dc8" /><Relationship Type="http://schemas.openxmlformats.org/officeDocument/2006/relationships/notesMaster" Target="/ppt/notesMasters/notesMaster1.xml" Id="Rc004a9afff9c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上节课讨论字符怎样进入计算机。今天换一种熟悉的信息：我们拍到的图像。先请大家想，手机里保存的花和眼前的花是一回事吗？</a:t>
            </a:r>
          </a:p>
          <a:p xmlns:a="http://schemas.openxmlformats.org/drawingml/2006/main">
            <a:r>
              <a:t>[来源] 2026-09-29 原课逐字稿与课件照片；逐字稿 00:00:00–00:00:43，Snip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Q1-问</a:t>
            </a:r>
          </a:p>
          <a:p xmlns:a="http://schemas.openxmlformats.org/drawingml/2006/main">
            <a:r>
              <a:t>[教师逐字稿] 先看这张花的照片。把它不断放大，你觉得会看到更多细节，还是会看到别的东西？请先说出预测。</a:t>
            </a:r>
          </a:p>
          <a:p xmlns:a="http://schemas.openxmlformats.org/drawingml/2006/main">
            <a:r>
              <a:t>[来源] 2026-09-29 原课逐字稿与课件照片；00:00:43–00:02:48；Snip 3–5。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Q1-答</a:t>
            </a:r>
          </a:p>
          <a:p xmlns:a="http://schemas.openxmlformats.org/drawingml/2006/main">
            <a:r>
              <a:t>[教师逐字稿] 现在看实际放大结果：边缘逐渐变糊，再放大能看到一个个纯色小方格。原课在这里请学生说出“像素”。接着问：这些像素从哪里来？</a:t>
            </a:r>
          </a:p>
          <a:p xmlns:a="http://schemas.openxmlformats.org/drawingml/2006/main">
            <a:r>
              <a:t>[来源] 2026-09-29 原课逐字稿与课件照片；00:00:43–00:02:48；Snip 3–5。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Q2-问</a:t>
            </a:r>
          </a:p>
          <a:p xmlns:a="http://schemas.openxmlformats.org/drawingml/2006/main">
            <a:r>
              <a:t>[教师逐字稿] 我们先不谈文件。为什么眼睛能看见花？光照到花以后去了哪里？相机拍照是不是也要接收光？</a:t>
            </a:r>
          </a:p>
          <a:p xmlns:a="http://schemas.openxmlformats.org/drawingml/2006/main">
            <a:r>
              <a:t>[来源] 2026-09-29 原课逐字稿与课件照片；00:02:48–00:06:12；Snip 6–7。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Q2-答</a:t>
            </a:r>
          </a:p>
          <a:p xmlns:a="http://schemas.openxmlformats.org/drawingml/2006/main">
            <a:r>
              <a:t>[教师逐字稿] 光照到花，反射光进入眼睛，也可以进入相机。为了想清楚采集过程，把相机简化成横向 3 个、纵向 4 个光敏位置。每个位置只负责采集一小块信息。</a:t>
            </a:r>
          </a:p>
          <a:p xmlns:a="http://schemas.openxmlformats.org/drawingml/2006/main">
            <a:r>
              <a:t>[来源] 2026-09-29 原课逐字稿与课件照片；00:02:48–00:06:12；Snip 6–7。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横向 3 个、纵向 4 个，怎样写分辨率？</a:t>
            </a:r>
          </a:p>
          <a:p xmlns:a="http://schemas.openxmlformats.org/drawingml/2006/main">
            <a:r>
              <a:t>[内部编号] Q3-问</a:t>
            </a:r>
          </a:p>
          <a:p xmlns:a="http://schemas.openxmlformats.org/drawingml/2006/main">
            <a:r>
              <a:t>[教师逐字稿] 先数一数：总共有多少个采样位置？如果只写 12，能不能知道横向和纵向分别有几个？</a:t>
            </a:r>
          </a:p>
          <a:p xmlns:a="http://schemas.openxmlformats.org/drawingml/2006/main">
            <a:r>
              <a:t>[来源] 2026-09-29 原课逐字稿与课件照片；00:06:12–00:06:45；Snip 7–8。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横向 3 个、纵向 4 个，怎样写分辨率？</a:t>
            </a:r>
          </a:p>
          <a:p xmlns:a="http://schemas.openxmlformats.org/drawingml/2006/main">
            <a:r>
              <a:t>[内部编号] Q3-答</a:t>
            </a:r>
          </a:p>
          <a:p xmlns:a="http://schemas.openxmlformats.org/drawingml/2006/main">
            <a:r>
              <a:t>[教师逐字稿] 总数是 12，但记录图像的空间排列时要写 3×4。这一步采集样本叫采样；横向像素数乘纵向像素数表示分辨率。</a:t>
            </a:r>
          </a:p>
          <a:p xmlns:a="http://schemas.openxmlformats.org/drawingml/2006/main">
            <a:r>
              <a:t>[来源] 2026-09-29 原课逐字稿与课件照片；00:06:12–00:06:45；Snip 7–8。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Q4-问</a:t>
            </a:r>
          </a:p>
          <a:p xmlns:a="http://schemas.openxmlformats.org/drawingml/2006/main">
            <a:r>
              <a:t>[教师逐字稿] 网格已经划好，但格子里还没有可保存的值。四种颜色怎样变成计算机下一步能处理的数？</a:t>
            </a:r>
          </a:p>
          <a:p xmlns:a="http://schemas.openxmlformats.org/drawingml/2006/main">
            <a:r>
              <a:t>[来源] 2026-09-29 原课逐字稿与课件照片；00:06:45–00:09:00；Snip 8–9。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Q4-答</a:t>
            </a:r>
          </a:p>
          <a:p xmlns:a="http://schemas.openxmlformats.org/drawingml/2006/main">
            <a:r>
              <a:t>[教师逐字稿] 先用四种颜色近似每格的主要颜色，再约定白 0、红 1、黄 2、绿 3。得到的数字矩阵是 010、121、010、030。用有限的数描述采样结果，这一步叫量化。</a:t>
            </a:r>
          </a:p>
          <a:p xmlns:a="http://schemas.openxmlformats.org/drawingml/2006/main">
            <a:r>
              <a:t>[来源] 2026-09-29 原课逐字稿与课件照片；00:06:45–00:09:00；Snip 8–9。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Q5-问</a:t>
            </a:r>
          </a:p>
          <a:p xmlns:a="http://schemas.openxmlformats.org/drawingml/2006/main">
            <a:r>
              <a:t>[教师逐字稿] 有人会按 12 个格子想，也有人会按 4 种颜色想。现在给单个格子的颜色编码，到底需要区分多少种状态？至少几位？</a:t>
            </a:r>
          </a:p>
          <a:p xmlns:a="http://schemas.openxmlformats.org/drawingml/2006/main">
            <a:r>
              <a:t>[来源] 2026-09-29 原课逐字稿与课件照片；00:09:00–00:13:35；Snip 9–10。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Q5-答</a:t>
            </a:r>
          </a:p>
          <a:p xmlns:a="http://schemas.openxmlformats.org/drawingml/2006/main">
            <a:r>
              <a:t>[教师逐字稿] 2 bit 有 00、01、10、11 四种状态，刚好给四种颜色编号。原课堂学生参与的是位数判断；后面的逐格替换由教师说明。</a:t>
            </a:r>
          </a:p>
          <a:p xmlns:a="http://schemas.openxmlformats.org/drawingml/2006/main">
            <a:r>
              <a:t>[来源] 2026-09-29 原课逐字稿与课件照片；00:09:00–00:13:35；Snip 9–10。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把颜色编号换成二进制，叫什么？</a:t>
            </a:r>
          </a:p>
          <a:p xmlns:a="http://schemas.openxmlformats.org/drawingml/2006/main">
            <a:r>
              <a:t>[内部编号] Q6-问</a:t>
            </a:r>
          </a:p>
          <a:p xmlns:a="http://schemas.openxmlformats.org/drawingml/2006/main">
            <a:r>
              <a:t>[教师逐字稿] 前一步得到 0、1、2、3。计算机中怎样表示它们？这一步和前面的采样、量化是什么关系？</a:t>
            </a:r>
          </a:p>
          <a:p xmlns:a="http://schemas.openxmlformats.org/drawingml/2006/main">
            <a:r>
              <a:t>[来源] 2026-09-29 原课逐字稿与课件照片；00:13:35–00:14:46；Snip 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把颜色编号换成二进制，叫什么？</a:t>
            </a:r>
          </a:p>
          <a:p xmlns:a="http://schemas.openxmlformats.org/drawingml/2006/main">
            <a:r>
              <a:t>[内部编号] Q6-答</a:t>
            </a:r>
          </a:p>
          <a:p xmlns:a="http://schemas.openxmlformats.org/drawingml/2006/main">
            <a:r>
              <a:t>[教师逐字稿] 把量化后的数值转换为二进制表示，叫编码。现在串起来：采样、量化、编码。一个像素颜色用了 2 bit，所以这幅四彩图的位深度是 2。</a:t>
            </a:r>
          </a:p>
          <a:p xmlns:a="http://schemas.openxmlformats.org/drawingml/2006/main">
            <a:r>
              <a:t>[来源] 2026-09-29 原课逐字稿与课件照片；00:13:35–00:14:46；Snip 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Q7-问</a:t>
            </a:r>
          </a:p>
          <a:p xmlns:a="http://schemas.openxmlformats.org/drawingml/2006/main">
            <a:r>
              <a:t>[教师逐字稿] 3×4 的花还能认出来，但边缘很粗。先说办法。若有人提出增加颜色，先记下；这轮只改变采样点数量。</a:t>
            </a:r>
          </a:p>
          <a:p xmlns:a="http://schemas.openxmlformats.org/drawingml/2006/main">
            <a:r>
              <a:t>[来源] 2026-09-29 原课逐字稿与课件照片；00:14:46–00:17:43；Snip 11 缩略图。</a:t>
            </a:r>
          </a:p>
          <a:p xmlns:a="http://schemas.openxmlformats.org/drawingml/2006/main">
            <a:r>
              <a:t>[技术注解] 增加真实空间采样通常保留更多细节；插值放大不会凭空恢复原始信息。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Q7-答</a:t>
            </a:r>
          </a:p>
          <a:p xmlns:a="http://schemas.openxmlformats.org/drawingml/2006/main">
            <a:r>
              <a:t>[教师逐字稿] 横向从 3 增到 6，纵向从 4 增到 8，颜色仍是四种，位深度仍是 2。比较边缘，格子变小，表示更细。注意这说的是重新采集同一对象，不是把已有图像简单插值放大。</a:t>
            </a:r>
          </a:p>
          <a:p xmlns:a="http://schemas.openxmlformats.org/drawingml/2006/main">
            <a:r>
              <a:t>[来源] 2026-09-29 原课逐字稿与课件照片；00:14:46–00:17:43；Snip 11 缩略图。</a:t>
            </a:r>
          </a:p>
          <a:p xmlns:a="http://schemas.openxmlformats.org/drawingml/2006/main">
            <a:r>
              <a:t>[技术注解] 增加真实空间采样通常保留更多细节；插值放大不会凭空恢复原始信息。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Q8-问</a:t>
            </a:r>
          </a:p>
          <a:p xmlns:a="http://schemas.openxmlformats.org/drawingml/2006/main">
            <a:r>
              <a:t>[教师逐字稿] 刚才的花由格子组成。若继续放大它，边缘会怎样？再想另一种能持续保持清晰边缘的图。</a:t>
            </a:r>
          </a:p>
          <a:p xmlns:a="http://schemas.openxmlformats.org/drawingml/2006/main">
            <a:r>
              <a:t>[来源] 2026-09-29 原课逐字稿与课件照片；00:17:43–00:18:51；逐字稿。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Q8-答</a:t>
            </a:r>
          </a:p>
          <a:p xmlns:a="http://schemas.openxmlformats.org/drawingml/2006/main">
            <a:r>
              <a:t>[教师逐字稿] 位图由像素点阵构成，放大后能看到格子；矢量图用可重新绘制的图形描述边界，改变显示尺寸时可以保持清晰边界。原课堂这段比较很短，考试范围主要看位图。</a:t>
            </a:r>
          </a:p>
          <a:p xmlns:a="http://schemas.openxmlformats.org/drawingml/2006/main">
            <a:r>
              <a:t>[来源] 2026-09-29 原课逐字稿与课件照片；00:17:43–00:18:51；逐字稿。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Q9-问</a:t>
            </a:r>
          </a:p>
          <a:p xmlns:a="http://schemas.openxmlformats.org/drawingml/2006/main">
            <a:r>
              <a:t>[教师逐字稿] 这轮不能再改格子数量。四种颜色还是有些粗糙，接下来改什么？若要表示六种颜色，两位还够吗？</a:t>
            </a:r>
          </a:p>
          <a:p xmlns:a="http://schemas.openxmlformats.org/drawingml/2006/main">
            <a:r>
              <a:t>[来源] 2026-09-29 原课逐字稿与课件照片；00:18:51–00:20:37；Snip 11 缩略图。</a:t>
            </a:r>
          </a:p>
          <a:p xmlns:a="http://schemas.openxmlformats.org/drawingml/2006/main">
            <a:r>
              <a:t>[技术注解] 更多颜色只在同一量化任务、其他条件相近时通常减小颜色近似误差。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Q9-答</a:t>
            </a:r>
          </a:p>
          <a:p xmlns:a="http://schemas.openxmlformats.org/drawingml/2006/main">
            <a:r>
              <a:t>[教师逐字稿] 把可选颜色从四种增加到六种，2²=4 不够，2³=8 足够，所以位深度变成 3。这里的六色网格是根据课堂照片视觉重建，不冒充原课每格精确数据。</a:t>
            </a:r>
          </a:p>
          <a:p xmlns:a="http://schemas.openxmlformats.org/drawingml/2006/main">
            <a:r>
              <a:t>[来源] 2026-09-29 原课逐字稿与课件照片；00:18:51–00:20:37；Snip 11 缩略图。</a:t>
            </a:r>
          </a:p>
          <a:p xmlns:a="http://schemas.openxmlformats.org/drawingml/2006/main">
            <a:r>
              <a:t>[技术注解] 更多颜色只在同一量化任务、其他条件相近时通常减小颜色近似误差。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Q10-问</a:t>
            </a:r>
          </a:p>
          <a:p xmlns:a="http://schemas.openxmlformats.org/drawingml/2006/main">
            <a:r>
              <a:t>[教师逐字稿] 先看三幅花。第一轮建立什么模型？第二轮改了什么？第三轮又改了什么？请先完成学案空格。</a:t>
            </a:r>
          </a:p>
          <a:p xmlns:a="http://schemas.openxmlformats.org/drawingml/2006/main">
            <a:r>
              <a:t>[来源] 2026-09-29 原课逐字稿与课件照片；00:20:37–00:22:29；Snip 11、13。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Q10-答</a:t>
            </a:r>
          </a:p>
          <a:p xmlns:a="http://schemas.openxmlformats.org/drawingml/2006/main">
            <a:r>
              <a:t>[教师逐字稿] 核对：图像编码经过采样、量化、编码。提高真实采样的分辨率，格子更小；在同一量化任务中增加颜色等级，位深度通常变大。位深度 n 最多表示 2ⁿ 种状态。</a:t>
            </a:r>
          </a:p>
          <a:p xmlns:a="http://schemas.openxmlformats.org/drawingml/2006/main">
            <a:r>
              <a:t>[来源] 2026-09-29 原课逐字稿与课件照片；00:20:37–00:22:29；Snip 11、13。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Q11-问</a:t>
            </a:r>
          </a:p>
          <a:p xmlns:a="http://schemas.openxmlformats.org/drawingml/2006/main">
            <a:r>
              <a:t>[教师逐字稿] 三幅图来自同一个思想实验。每个格子要占几位？格子总数又有多少？先算三幅图各需多少 bit。</a:t>
            </a:r>
          </a:p>
          <a:p xmlns:a="http://schemas.openxmlformats.org/drawingml/2006/main">
            <a:r>
              <a:t>[来源] 2026-09-29 原课逐字稿与课件照片；00:22:29–00:25:14；Snip 14–15。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Q11-答</a:t>
            </a:r>
          </a:p>
          <a:p xmlns:a="http://schemas.openxmlformats.org/drawingml/2006/main">
            <a:r>
              <a:t>[教师逐字稿] 依次是 24、96、144 bit。总位数等于像素总数乘每个像素的位数，也就是分辨率乘位深度。课堂中用“一人两块巧克力乘人数”的类比。</a:t>
            </a:r>
          </a:p>
          <a:p xmlns:a="http://schemas.openxmlformats.org/drawingml/2006/main">
            <a:r>
              <a:t>[来源] 2026-09-29 原课逐字稿与课件照片；00:22:29–00:25:14；Snip 14–15。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Q12-问</a:t>
            </a:r>
          </a:p>
          <a:p xmlns:a="http://schemas.openxmlformats.org/drawingml/2006/main">
            <a:r>
              <a:t>[教师逐字稿] 前一页得到的是 bit。如果题目要求 Byte，应该怎么换？换成 KiB、MiB 又要怎样做？</a:t>
            </a:r>
          </a:p>
          <a:p xmlns:a="http://schemas.openxmlformats.org/drawingml/2006/main">
            <a:r>
              <a:t>[来源] 2026-09-29 原课逐字稿与课件照片；00:25:14–00:26:28；Snip 15–16。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Q12-答</a:t>
            </a:r>
          </a:p>
          <a:p xmlns:a="http://schemas.openxmlformats.org/drawingml/2006/main">
            <a:r>
              <a:t>[教师逐字稿] 像素数据量 B = 横向像素数 × 纵向像素数 × 位深度 ÷ 8。再除以 1024 得 KiB，再除以 1024 得 MiB。公式计算的是理想连续排列的像素有效载荷。</a:t>
            </a:r>
          </a:p>
          <a:p xmlns:a="http://schemas.openxmlformats.org/drawingml/2006/main">
            <a:r>
              <a:t>[来源] 2026-09-29 原课逐字稿与课件照片；00:25:14–00:26:28；Snip 15–16。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Q13-问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[来源] 2026-09-29 原课逐字稿与课件照片；00:26:28–00:28:25；Snip 17–18。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Q13-答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[来源] 2026-09-29 原课逐字稿与课件照片；00:26:28–00:28:25；Snip 17–18。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Q14-问</a:t>
            </a:r>
          </a:p>
          <a:p xmlns:a="http://schemas.openxmlformats.org/drawingml/2006/main">
            <a:r>
              <a:t>[教师逐字稿] 三个通道要组成 24 bit，每个通道分到几位？一个通道最多有多少个等级？</a:t>
            </a:r>
          </a:p>
          <a:p xmlns:a="http://schemas.openxmlformats.org/drawingml/2006/main">
            <a:r>
              <a:t>[来源] 2026-09-29 原课逐字稿与课件照片；00:28:25–00:31:13；Snip 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Q14-答</a:t>
            </a:r>
          </a:p>
          <a:p xmlns:a="http://schemas.openxmlformats.org/drawingml/2006/main">
            <a:r>
              <a:t>[教师逐字稿] R、G、B 各 8 bit，共 24 bit。每通道 256 级，组合总数是 256³，也就是 2²⁴。课堂把三个通道比作调色。</a:t>
            </a:r>
          </a:p>
          <a:p xmlns:a="http://schemas.openxmlformats.org/drawingml/2006/main">
            <a:r>
              <a:t>[来源] 2026-09-29 原课逐字稿与课件照片；00:28:25–00:31:13；Snip 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Q15-问</a:t>
            </a:r>
          </a:p>
          <a:p xmlns:a="http://schemas.openxmlformats.org/drawingml/2006/main">
            <a:r>
              <a:t>[教师逐字稿] 软件用十进制显示通道数值。计算机内部保存时，用的是十进制字符，还是三个通道的二进制位？</a:t>
            </a:r>
          </a:p>
          <a:p xmlns:a="http://schemas.openxmlformats.org/drawingml/2006/main">
            <a:r>
              <a:t>[来源] 2026-09-29 原课逐字稿与课件照片；00:30:06–00:31:13；Snip 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Q15-答</a:t>
            </a:r>
          </a:p>
          <a:p xmlns:a="http://schemas.openxmlformats.org/drawingml/2006/main">
            <a:r>
              <a:t>[教师逐字稿] 这三个值分别能写成 8 位二进制：220 是 11011100，95 是 01011111，15 是 00001111。一个像素合计 24 bit，也就是 3 bytes。</a:t>
            </a:r>
          </a:p>
          <a:p xmlns:a="http://schemas.openxmlformats.org/drawingml/2006/main">
            <a:r>
              <a:t>[来源] 2026-09-29 原课逐字稿与课件照片；00:30:06–00:31:13；Snip 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Q16-问</a:t>
            </a:r>
          </a:p>
          <a:p xmlns:a="http://schemas.openxmlformats.org/drawingml/2006/main">
            <a:r>
              <a:t>[教师逐字稿] 先算像素总数，再乘每像素 24 位。题目若要求 B 或 KiB，别忘记单位转换。</a:t>
            </a:r>
          </a:p>
          <a:p xmlns:a="http://schemas.openxmlformats.org/drawingml/2006/main">
            <a:r>
              <a:t>[来源] 2026-09-29 原课逐字稿与课件照片；00:31:13–00:33:09；Snip 20。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Q16-答</a:t>
            </a:r>
          </a:p>
          <a:p xmlns:a="http://schemas.openxmlformats.org/drawingml/2006/main">
            <a:r>
              <a:t>[教师逐字稿] 500×333×24 = 3,996,000 bit；除以 8 是 499,500 B；再除以 1024 约为 487.79 KiB。原课堂展示约 487 KB 的 BMP 文件，只作历史课堂对照。</a:t>
            </a:r>
          </a:p>
          <a:p xmlns:a="http://schemas.openxmlformats.org/drawingml/2006/main">
            <a:r>
              <a:t>[来源] 2026-09-29 原课逐字稿与课件照片；00:31:13–00:33:09；Snip 20。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Q17-问</a:t>
            </a:r>
          </a:p>
          <a:p xmlns:a="http://schemas.openxmlformats.org/drawingml/2006/main">
            <a:r>
              <a:t>[教师逐字稿] 现在用“像素”和“分辨率”回答开头的问题。把已经拍好的位图放大，究竟多出了什么？</a:t>
            </a:r>
          </a:p>
          <a:p xmlns:a="http://schemas.openxmlformats.org/drawingml/2006/main">
            <a:r>
              <a:t>[来源] 2026-09-29 原课逐字稿与课件照片；00:33:09–00:33:39；Snip 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Q17-答</a:t>
            </a:r>
          </a:p>
          <a:p xmlns:a="http://schemas.openxmlformats.org/drawingml/2006/main">
            <a:r>
              <a:t>[教师逐字稿] 原照片只有有限像素。放大时原有像素被拉大，并没有得到新的原始细节，所以边缘会显得粗糙。原课给出的直接建议是拍摄时适当提高分辨率。</a:t>
            </a:r>
          </a:p>
          <a:p xmlns:a="http://schemas.openxmlformats.org/drawingml/2006/main">
            <a:r>
              <a:t>[来源] 2026-09-29 原课逐字稿与课件照片；00:33:09–00:33:39；Snip 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Q18-问</a:t>
            </a:r>
          </a:p>
          <a:p xmlns:a="http://schemas.openxmlformats.org/drawingml/2006/main">
            <a:r>
              <a:t>[教师逐字稿] 照片有大片缺损。请观察剩下的脸、衣服和背景，猜哪些线索能用来推断缺失处。</a:t>
            </a:r>
          </a:p>
          <a:p xmlns:a="http://schemas.openxmlformats.org/drawingml/2006/main">
            <a:r>
              <a:t>[来源] 2026-09-29 原课逐字稿与课件照片；00:33:39–00:37:19；Snip 22–25。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Q18-答</a:t>
            </a:r>
          </a:p>
          <a:p xmlns:a="http://schemas.openxmlformats.org/drawingml/2006/main">
            <a:r>
              <a:t>[教师逐字稿] 原课用四步连接本课：识别缺损、匹配规律、补充像素、再给像素颜色并编码。修复结果是推断的内容，不能当成重新采集的历史真实细节。</a:t>
            </a:r>
          </a:p>
          <a:p xmlns:a="http://schemas.openxmlformats.org/drawingml/2006/main">
            <a:r>
              <a:t>[来源] 2026-09-29 原课逐字稿与课件照片；00:33:39–00:37:19；Snip 22–25。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Q18-续</a:t>
            </a:r>
          </a:p>
          <a:p xmlns:a="http://schemas.openxmlformats.org/drawingml/2006/main">
            <a:r>
              <a:t>[教师逐字稿] 原课堂把修复分成扫描识别、规律匹配、重新采样、重新量化编码。讲授时先按原课顺序说清，再提醒自己：这里的“重新采样”是课堂类比，算法实际是在已有图像中推断缺损区域。</a:t>
            </a:r>
          </a:p>
          <a:p xmlns:a="http://schemas.openxmlformats.org/drawingml/2006/main">
            <a:r>
              <a:t>[来源] 2026-09-29 原课逐字稿与课件照片；00:34:11–00:37:19；Snip 23–24。</a:t>
            </a:r>
          </a:p>
          <a:p xmlns:a="http://schemas.openxmlformats.org/drawingml/2006/main">
            <a:r>
              <a:t>[技术注解] OpenCV inpainting 重建选定区域；https://docs.opencv.org/4.x/df/d3d/tutorial_py_inpainting.html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Q19-问</a:t>
            </a:r>
          </a:p>
          <a:p xmlns:a="http://schemas.openxmlformats.org/drawingml/2006/main">
            <a:r>
              <a:t>[教师逐字稿] 温度会不会只能取整度？一段声音的强弱变化是跳着发生，还是可以连续变化？</a:t>
            </a:r>
          </a:p>
          <a:p xmlns:a="http://schemas.openxmlformats.org/drawingml/2006/main">
            <a:r>
              <a:t>[来源] 2026-09-29 原课逐字稿与课件照片；00:37:19–00:41:41；Snip 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Q19-答</a:t>
            </a:r>
          </a:p>
          <a:p xmlns:a="http://schemas.openxmlformats.org/drawingml/2006/main">
            <a:r>
              <a:t>[教师逐字稿] 原课把时间或空间上连续变化的物理量称为模拟量。这里强调关键词“连续”。温度、声音、光照强度都是课堂举过的例子。</a:t>
            </a:r>
          </a:p>
          <a:p xmlns:a="http://schemas.openxmlformats.org/drawingml/2006/main">
            <a:r>
              <a:t>[来源] 2026-09-29 原课逐字稿与课件照片；00:37:19–00:41:41；Snip 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Q20-问</a:t>
            </a:r>
          </a:p>
          <a:p xmlns:a="http://schemas.openxmlformats.org/drawingml/2006/main">
            <a:r>
              <a:t>[教师逐字稿] 前一页的曲线可以取许多中间值。现在如果只允许 0 或 1，两种状态之间能直接存一个任意中间数吗？</a:t>
            </a:r>
          </a:p>
          <a:p xmlns:a="http://schemas.openxmlformats.org/drawingml/2006/main">
            <a:r>
              <a:t>[来源] 2026-09-29 原课逐字稿与课件照片；00:41:41–00:43:11；Snip 27。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Q20-答</a:t>
            </a:r>
          </a:p>
          <a:p xmlns:a="http://schemas.openxmlformats.org/drawingml/2006/main">
            <a:r>
              <a:t>[教师逐字稿] 在本课简化模型里，数字量使用离散状态；0 和 1 是两个明确的符号。计算机中的图像文件最终以数字数据表示。</a:t>
            </a:r>
          </a:p>
          <a:p xmlns:a="http://schemas.openxmlformats.org/drawingml/2006/main">
            <a:r>
              <a:t>[来源] 2026-09-29 原课逐字稿与课件照片；00:41:41–00:43:11；Snip 27。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Q21-问</a:t>
            </a:r>
          </a:p>
          <a:p xmlns:a="http://schemas.openxmlformats.org/drawingml/2006/main">
            <a:r>
              <a:t>[教师逐字稿] 回顾整节课：花朵反射的光怎样一步步变成计算机能保存的数据？请把中间三个词按顺序说出来。</a:t>
            </a:r>
          </a:p>
          <a:p xmlns:a="http://schemas.openxmlformats.org/drawingml/2006/main">
            <a:r>
              <a:t>[来源] 2026-09-29 原课逐字稿与课件照片；00:43:11–00:43:32；Snip 27。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Q21-答</a:t>
            </a:r>
          </a:p>
          <a:p xmlns:a="http://schemas.openxmlformats.org/drawingml/2006/main">
            <a:r>
              <a:t>[教师逐字稿] 自然界中的光经采样、量化、编码，得到计算机可表示的数字图像。这一过程叫信息数字化。后续再学习数字与模拟信号之间的转换。</a:t>
            </a:r>
          </a:p>
          <a:p xmlns:a="http://schemas.openxmlformats.org/drawingml/2006/main">
            <a:r>
              <a:t>[来源] 2026-09-29 原课逐字稿与课件照片；00:43:11–00:43:32；Snip 27。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完成新发讲义第二页的图像编码课后练习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今天先到这里。请完成新发讲义第二页的图像编码课后练习。做题时先分清题目问的是颜色数、位深度，还是以 bit、B、KiB 表示的数据量。</a:t>
            </a:r>
          </a:p>
          <a:p xmlns:a="http://schemas.openxmlformats.org/drawingml/2006/main">
            <a:r>
              <a:t>[来源] 2026-09-29 原课逐字稿与课件照片；逐字稿 00:43:32–结束。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52d165cd64d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09f5bfebc45c5" /><Relationship Type="http://schemas.openxmlformats.org/officeDocument/2006/relationships/slideLayout" Target="/ppt/slideLayouts/slideLayout1.xml" Id="R34eacc3b2d23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eacc3b2d23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578814fe64e9a" /><Relationship Type="http://schemas.openxmlformats.org/officeDocument/2006/relationships/notesSlide" Target="/ppt/notesSlides/notesSlide1.xml" Id="Re07d4c415cb645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50d6802e643ee" /><Relationship Type="http://schemas.openxmlformats.org/officeDocument/2006/relationships/image" Target="/ppt/media/image.png" Id="R43f8e9406fb9426e" /><Relationship Type="http://schemas.openxmlformats.org/officeDocument/2006/relationships/notesSlide" Target="/ppt/notesSlides/notesSlide2.xml" Id="R7585ac7f1756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23f14a3e74a3b" /><Relationship Type="http://schemas.openxmlformats.org/officeDocument/2006/relationships/image" Target="/ppt/media/image2.png" Id="Rf671b5c3d4e14436" /><Relationship Type="http://schemas.openxmlformats.org/officeDocument/2006/relationships/notesSlide" Target="/ppt/notesSlides/notesSlide3.xml" Id="Rf88959d029c747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920f99f5b4b5d" /><Relationship Type="http://schemas.openxmlformats.org/officeDocument/2006/relationships/image" Target="/ppt/media/image3.png" Id="Rc5de5c8992f84d0c" /><Relationship Type="http://schemas.openxmlformats.org/officeDocument/2006/relationships/notesSlide" Target="/ppt/notesSlides/notesSlide4.xml" Id="R4543e6afbe8c4c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36694e9ce4d61" /><Relationship Type="http://schemas.openxmlformats.org/officeDocument/2006/relationships/image" Target="/ppt/media/image4.png" Id="R46819e8513b9490c" /><Relationship Type="http://schemas.openxmlformats.org/officeDocument/2006/relationships/notesSlide" Target="/ppt/notesSlides/notesSlide5.xml" Id="R1533e2a5ed6d46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084a2921f423e" /><Relationship Type="http://schemas.openxmlformats.org/officeDocument/2006/relationships/notesSlide" Target="/ppt/notesSlides/notesSlide6.xml" Id="R7c70048729884b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3d55fd5704979" /><Relationship Type="http://schemas.openxmlformats.org/officeDocument/2006/relationships/notesSlide" Target="/ppt/notesSlides/notesSlide7.xml" Id="R1df21c390708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10253b5aa4771" /><Relationship Type="http://schemas.openxmlformats.org/officeDocument/2006/relationships/notesSlide" Target="/ppt/notesSlides/notesSlide8.xml" Id="Raa482456a83045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7492018a4bf7" /><Relationship Type="http://schemas.openxmlformats.org/officeDocument/2006/relationships/notesSlide" Target="/ppt/notesSlides/notesSlide9.xml" Id="Rf8a820a67dd24a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b8827fb54f34" /><Relationship Type="http://schemas.openxmlformats.org/officeDocument/2006/relationships/notesSlide" Target="/ppt/notesSlides/notesSlide10.xml" Id="R226382fdf85641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d12be75b141bf" /><Relationship Type="http://schemas.openxmlformats.org/officeDocument/2006/relationships/notesSlide" Target="/ppt/notesSlides/notesSlide11.xml" Id="R5e273149419549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4ccb9bce64b58" /><Relationship Type="http://schemas.openxmlformats.org/officeDocument/2006/relationships/notesSlide" Target="/ppt/notesSlides/notesSlide12.xml" Id="R72565d06570b46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9d2a0706c425e" /><Relationship Type="http://schemas.openxmlformats.org/officeDocument/2006/relationships/notesSlide" Target="/ppt/notesSlides/notesSlide13.xml" Id="R60a9d7c5ba8443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24b0c939d4a68" /><Relationship Type="http://schemas.openxmlformats.org/officeDocument/2006/relationships/notesSlide" Target="/ppt/notesSlides/notesSlide14.xml" Id="Rfac89f407bfa40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1f20ec3ce4e36" /><Relationship Type="http://schemas.openxmlformats.org/officeDocument/2006/relationships/notesSlide" Target="/ppt/notesSlides/notesSlide15.xml" Id="R37ba22a6e83849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b9564f0fd4d67" /><Relationship Type="http://schemas.openxmlformats.org/officeDocument/2006/relationships/notesSlide" Target="/ppt/notesSlides/notesSlide16.xml" Id="R435f4c051c9041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44159e6ec4fc7" /><Relationship Type="http://schemas.openxmlformats.org/officeDocument/2006/relationships/notesSlide" Target="/ppt/notesSlides/notesSlide17.xml" Id="R27ce843bb2c847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a61dab37a49c8" /><Relationship Type="http://schemas.openxmlformats.org/officeDocument/2006/relationships/notesSlide" Target="/ppt/notesSlides/notesSlide18.xml" Id="Re509f9b2ab3c48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5a470b064dd3" /><Relationship Type="http://schemas.openxmlformats.org/officeDocument/2006/relationships/notesSlide" Target="/ppt/notesSlides/notesSlide19.xml" Id="R422e41b7a45948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bc5c12cdd48be" /><Relationship Type="http://schemas.openxmlformats.org/officeDocument/2006/relationships/notesSlide" Target="/ppt/notesSlides/notesSlide20.xml" Id="R7676052289124a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71ddd051246c3" /><Relationship Type="http://schemas.openxmlformats.org/officeDocument/2006/relationships/notesSlide" Target="/ppt/notesSlides/notesSlide21.xml" Id="Ra0eadb80fddc42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c1509c87c4048" /><Relationship Type="http://schemas.openxmlformats.org/officeDocument/2006/relationships/notesSlide" Target="/ppt/notesSlides/notesSlide22.xml" Id="R9890203968f044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d908dcad2478f" /><Relationship Type="http://schemas.openxmlformats.org/officeDocument/2006/relationships/notesSlide" Target="/ppt/notesSlides/notesSlide23.xml" Id="R31933c02ef8343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622013004688" /><Relationship Type="http://schemas.openxmlformats.org/officeDocument/2006/relationships/notesSlide" Target="/ppt/notesSlides/notesSlide24.xml" Id="R0dd1ac6679264b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725b375f44a2b" /><Relationship Type="http://schemas.openxmlformats.org/officeDocument/2006/relationships/notesSlide" Target="/ppt/notesSlides/notesSlide25.xml" Id="R5854ffdfd1394d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620e0045e4415" /><Relationship Type="http://schemas.openxmlformats.org/officeDocument/2006/relationships/notesSlide" Target="/ppt/notesSlides/notesSlide26.xml" Id="R8810b0af66174c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27d925cc7472f" /><Relationship Type="http://schemas.openxmlformats.org/officeDocument/2006/relationships/notesSlide" Target="/ppt/notesSlides/notesSlide27.xml" Id="Rad4bab6c3c824c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6f78b34b14a47" /><Relationship Type="http://schemas.openxmlformats.org/officeDocument/2006/relationships/notesSlide" Target="/ppt/notesSlides/notesSlide28.xml" Id="R3a43725251d543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9cce7f2d04a20" /><Relationship Type="http://schemas.openxmlformats.org/officeDocument/2006/relationships/notesSlide" Target="/ppt/notesSlides/notesSlide29.xml" Id="R4c8087c17971441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c2f06ac7847f1" /><Relationship Type="http://schemas.openxmlformats.org/officeDocument/2006/relationships/image" Target="/ppt/media/image5.png" Id="R77f2dc6308024693" /><Relationship Type="http://schemas.openxmlformats.org/officeDocument/2006/relationships/notesSlide" Target="/ppt/notesSlides/notesSlide30.xml" Id="R2eef23f21c9f4e6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4948163ef45b0" /><Relationship Type="http://schemas.openxmlformats.org/officeDocument/2006/relationships/image" Target="/ppt/media/image6.png" Id="R2b440f25a0d04964" /><Relationship Type="http://schemas.openxmlformats.org/officeDocument/2006/relationships/notesSlide" Target="/ppt/notesSlides/notesSlide31.xml" Id="Rc8ba75c51a0541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e5e8eab5141c1" /><Relationship Type="http://schemas.openxmlformats.org/officeDocument/2006/relationships/notesSlide" Target="/ppt/notesSlides/notesSlide32.xml" Id="Rc9781e4c0de741d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29711b78d4da7" /><Relationship Type="http://schemas.openxmlformats.org/officeDocument/2006/relationships/notesSlide" Target="/ppt/notesSlides/notesSlide33.xml" Id="R58b6c21e29e34b1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251a8ab0d4516" /><Relationship Type="http://schemas.openxmlformats.org/officeDocument/2006/relationships/image" Target="/ppt/media/image7.png" Id="R9410b63d2a374137" /><Relationship Type="http://schemas.openxmlformats.org/officeDocument/2006/relationships/notesSlide" Target="/ppt/notesSlides/notesSlide34.xml" Id="R6b5a458bf85340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8262006343b5" /><Relationship Type="http://schemas.openxmlformats.org/officeDocument/2006/relationships/notesSlide" Target="/ppt/notesSlides/notesSlide35.xml" Id="R1a25e30640e3485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f7865c324d18" /><Relationship Type="http://schemas.openxmlformats.org/officeDocument/2006/relationships/image" Target="/ppt/media/image8.png" Id="R490249a4471b40cb" /><Relationship Type="http://schemas.openxmlformats.org/officeDocument/2006/relationships/notesSlide" Target="/ppt/notesSlides/notesSlide36.xml" Id="Rc0008a1fcd0947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ed24d522c4678" /><Relationship Type="http://schemas.openxmlformats.org/officeDocument/2006/relationships/image" Target="/ppt/media/image9.png" Id="R0892e39a76c5424e" /><Relationship Type="http://schemas.openxmlformats.org/officeDocument/2006/relationships/notesSlide" Target="/ppt/notesSlides/notesSlide37.xml" Id="Rc140d2eebd514e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fa30c8394d1d" /><Relationship Type="http://schemas.openxmlformats.org/officeDocument/2006/relationships/notesSlide" Target="/ppt/notesSlides/notesSlide38.xml" Id="R0d6b1e4ebe2147c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12e7f5da343c0" /><Relationship Type="http://schemas.openxmlformats.org/officeDocument/2006/relationships/notesSlide" Target="/ppt/notesSlides/notesSlide39.xml" Id="R3c345f4e0c80453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9a29f36834f2f" /><Relationship Type="http://schemas.openxmlformats.org/officeDocument/2006/relationships/notesSlide" Target="/ppt/notesSlides/notesSlide40.xml" Id="Rba462eedaa18491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8fd5678d047d4" /><Relationship Type="http://schemas.openxmlformats.org/officeDocument/2006/relationships/notesSlide" Target="/ppt/notesSlides/notesSlide41.xml" Id="R17f2b036dfb043d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fff5fe4d2460f" /><Relationship Type="http://schemas.openxmlformats.org/officeDocument/2006/relationships/notesSlide" Target="/ppt/notesSlides/notesSlide42.xml" Id="R1f81a4b0c49b41b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4271edd50454b" /><Relationship Type="http://schemas.openxmlformats.org/officeDocument/2006/relationships/notesSlide" Target="/ppt/notesSlides/notesSlide43.xml" Id="Rf1daef168d704a5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3a2b1e98c4abc" /><Relationship Type="http://schemas.openxmlformats.org/officeDocument/2006/relationships/notesSlide" Target="/ppt/notesSlides/notesSlide44.xml" Id="R7b0ebe6e03b24bc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f84a709504255" /><Relationship Type="http://schemas.openxmlformats.org/officeDocument/2006/relationships/notesSlide" Target="/ppt/notesSlides/notesSlide45.xml" Id="Rd437cbeda5f3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9AE1F-FC8D-445A-9246-D9EDF9A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B3302-D72C-4D15-A7D3-E7150EA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B3C2D-FF41-45AF-AF26-70A35DC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38375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04F3-C7BC-4668-A8DE-67652B7C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375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从花朵到二进制图像</a:t>
            </a:r>
          </a:p>
        </p:txBody>
      </p:sp>
    </p:spTree>
    <p:extLst>
      <p:ext uri="{BB962C8B-B14F-4D97-AF65-F5344CB8AC3E}">
        <p14:creationId xmlns:p14="http://schemas.microsoft.com/office/powerpoint/2010/main" val="1231232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3A8AA-68BD-4528-89A8-77AE40E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65514-4BAC-4076-ABF9-33716A98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10E55-0A80-466E-A97F-30431B3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577B3-BAB2-435A-BF56-9063DECE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先预测，再观察。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8e9406fb9426e"/>
          <a:stretch xmlns:a="http://schemas.openxmlformats.org/drawingml/2006/main"/>
        </p:blipFill>
        <p:spPr>
          <a:xfrm xmlns:a="http://schemas.openxmlformats.org/drawingml/2006/main">
            <a:off x="4985224" y="2476500"/>
            <a:ext cx="2221552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09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1233-0A4E-4970-9A3C-3F324C4A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99B50-C0C7-44B4-AE88-39A8C66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08D5B-D70A-4ADF-8495-7F1C9BAC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1b5c3d4e14436"/>
          <a:stretch xmlns:a="http://schemas.openxmlformats.org/drawingml/2006/main"/>
        </p:blipFill>
        <p:spPr>
          <a:xfrm xmlns:a="http://schemas.openxmlformats.org/drawingml/2006/main">
            <a:off x="1355369" y="1905000"/>
            <a:ext cx="6109412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CBC0C-372B-4725-836D-D16EFBE0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放大后看到像素格</a:t>
            </a:r>
          </a:p>
        </p:txBody>
      </p:sp>
    </p:spTree>
    <p:extLst>
      <p:ext uri="{BB962C8B-B14F-4D97-AF65-F5344CB8AC3E}">
        <p14:creationId xmlns:p14="http://schemas.microsoft.com/office/powerpoint/2010/main" val="1738951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33081-F001-40B8-BEB7-406FAC1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EEC0D-0BEB-4D52-A424-DC78B44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42D60-0705-45FD-B5C9-BAB05C7B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AD120-C780-472E-9FBA-90E4C1D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先观察花朵，再想光从哪里来。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e5c8992f84d0c"/>
          <a:stretch xmlns:a="http://schemas.openxmlformats.org/drawingml/2006/main"/>
        </p:blipFill>
        <p:spPr>
          <a:xfrm xmlns:a="http://schemas.openxmlformats.org/drawingml/2006/main">
            <a:off x="7792256" y="1790700"/>
            <a:ext cx="2846364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9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80037-62B2-4AA0-9F85-5782A4EA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B276A-E8D0-467C-AEFA-44BB81D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018B-0EF9-4108-A142-4161871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19e8513b9490c"/>
          <a:stretch xmlns:a="http://schemas.openxmlformats.org/drawingml/2006/main"/>
        </p:blipFill>
        <p:spPr>
          <a:xfrm xmlns:a="http://schemas.openxmlformats.org/drawingml/2006/main">
            <a:off x="742950" y="2013091"/>
            <a:ext cx="2619375" cy="359381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CAD2B-5405-424D-866D-944D24D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63725-67F3-413D-A8C8-29F9C87C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00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7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35B40-AFA9-4C59-808E-2CDB9E50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6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花反射光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F94F8-E15D-486F-B954-6C4F4E82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7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9282B-2810-4DA1-A034-AF5C6B3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91D5-2947-41A9-AA79-9DFA216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8D41B-8A96-4D03-8417-B532E92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E801A-AA44-4043-9CDD-2B4E047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CA422-ABB1-43AA-A701-7870022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F716E-D0A0-4D0E-BB5A-7DD07E8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05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9885F-DB0F-4B99-B5D8-AF023D74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29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6A24-AB36-43BB-8143-CB0BAF8D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0D26E-1735-4016-A25A-06E371C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29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50640-4DB8-47D2-A14A-FB1E20E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52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E658D-CF0E-4ED5-B4F3-4EF85E0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2DE81-4E96-4B93-8EA5-F30FC54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52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3C429-9BE6-4719-A605-8B11183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57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光敏位置 3×4</a:t>
            </a:r>
          </a:p>
        </p:txBody>
      </p:sp>
    </p:spTree>
    <p:extLst>
      <p:ext uri="{BB962C8B-B14F-4D97-AF65-F5344CB8AC3E}">
        <p14:creationId xmlns:p14="http://schemas.microsoft.com/office/powerpoint/2010/main" val="64935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6EBDE-B191-494D-98F9-C547A0E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520A2-8DAE-4299-BE09-89FCC4D5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E0663-8685-428C-BC6A-882D38D7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横向 3 个、纵向 4 个，怎样写分辨率？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515EE-9B87-41C8-ABBE-46132FB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横向 3 个采样位置；纵向 4 个采样位置。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F883C-12EB-42DB-A4C3-E081F19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54DB4-906E-48BF-9C1C-AE39492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28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5EC8A-7FD7-47B1-81C8-30A8AE97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28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EDF5-3F81-49FA-B84A-263212B0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92A4C-AAC3-43D5-9ADC-7928C71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146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F0DD3-CD20-4E0B-A665-3FE04A8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0E3DB-8797-4C56-BA24-0C9ED79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04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1E8BB-25D8-451A-ADAD-9E211F8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004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1D794-77D4-4773-899D-70937E8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A86F4-D623-425D-8EC1-A1D8F6C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B7671-8015-4054-9E75-346B678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862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51332-6E95-405D-BFDB-58584822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862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4CE3A-59C9-434A-BE7D-AA0FF28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 3 个</a:t>
            </a:r>
          </a:p>
        </p:txBody>
      </p:sp>
    </p:spTree>
    <p:extLst>
      <p:ext uri="{BB962C8B-B14F-4D97-AF65-F5344CB8AC3E}">
        <p14:creationId xmlns:p14="http://schemas.microsoft.com/office/powerpoint/2010/main" val="1550482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4BA14-0F0D-4795-9CD9-3102D7A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1F8F7-7F88-430B-B639-76AC8BB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1E3ED-43BB-4132-93B0-5E128C0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横向 3 个、纵向 4 个，怎样写分辨率？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A38AF-593B-47E4-A840-A4956802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E7EC-53B9-4B80-9A77-0AC9CF4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860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B259A-A057-4DFA-AE28-7006373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860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04982-F7DE-422E-A0C8-E27FC34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AA22E-690E-491D-B715-EC2A6235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2081C-29BC-4C76-A921-C43D16D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C0A3C-EE32-4447-8AA2-A551ABC4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9C9E6-52F9-4809-A32B-5033914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957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022FE-AE4A-49F6-9BA5-4241A38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957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E5AF7-ED24-49D6-BD4D-8CD8087F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A8191-0F2D-41E6-A441-589DFBD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005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D0E6D-15C6-4D55-9246-B13DD9FF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CD068-ECD6-46EB-AE1D-20F9B06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× 4 = 12 个采样点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F234E-C3CC-4416-826D-FCC51F0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分辨率记作 3×4，保留横向和纵向。</a:t>
            </a:r>
          </a:p>
        </p:txBody>
      </p:sp>
    </p:spTree>
    <p:extLst>
      <p:ext uri="{BB962C8B-B14F-4D97-AF65-F5344CB8AC3E}">
        <p14:creationId xmlns:p14="http://schemas.microsoft.com/office/powerpoint/2010/main" val="1153466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8F627-8AA8-47E4-B44B-DEF0993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97B99-27A7-4287-98AE-F48A6771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EB65-CA5C-43E8-BBAF-AF8B6A6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9C612-A7D3-49A2-97E1-60A83B4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花朵已经划成 3×4 个格子。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A48C0-2512-4F57-B811-07C9057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DC3FC-2C79-4011-8CEC-0AF996B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12E14-0D9E-41D3-BD3D-1F95D978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E9A5D-1965-4610-8BAC-31142E9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8E42E-A8F4-46EF-9006-728EC6B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4534-8E1D-44BB-B826-CDB7AF1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DF69A-C8B1-4237-8C79-F9056BD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AEF0F-F663-40F6-AA0F-5396843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9E8A7-B751-4532-986C-D091F55B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0E609-CD35-4643-89CD-8E2EBB8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0DB3B-C93F-4C9B-BE91-91D1FE35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F4EF9-DED4-4D9C-BFCD-EF5D95E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DF52D-A362-4E03-BB38-A9E8D4F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E4FA8-3B3C-49E9-BDA0-F44CB997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D52AA-E81B-4ABE-9898-EA7F81F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59D8E-1A8C-4032-933F-DA3F604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28B7B-EE8F-4ACA-8931-8C228F08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4A334-3CE4-4052-A214-DABF25CB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72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EAD07-DE81-4C80-8A84-40806F7D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B6707-A72F-4D1E-96AD-9F387A5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72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</p:spTree>
    <p:extLst>
      <p:ext uri="{BB962C8B-B14F-4D97-AF65-F5344CB8AC3E}">
        <p14:creationId xmlns:p14="http://schemas.microsoft.com/office/powerpoint/2010/main" val="1811383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3B6923-8D72-4A89-91E0-73D0DD6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1B5A4-4EB3-4911-AB19-65A667A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57DF-5D80-4ECE-890E-F6CB5614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E971-4E5D-40D9-9285-A3B5A256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2766D-A642-4CEA-BC46-F82F1A60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D45BC-0553-415F-B00D-CE197A8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771D9-B582-49C1-8AF8-C9CAD3A2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5B22B-AE64-407D-8EB6-1BF35CC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E78B3-ED8F-4579-9DFA-26F0FB22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FED6B-9587-4931-AFA1-60E51B1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07FCB-97F3-496E-840E-872E03B8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D9136-0433-4B93-82A8-EAC2975D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45047-9ED8-4878-B6DC-6068FD9C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2F05E-D9E1-47DA-A633-D3B1924C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44D2A-B57D-4A53-9412-234D575E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58452-2E14-40D1-AA92-922DEAB9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532E7-E6D5-48A1-8D84-3CCCC9C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AF712-71C6-451D-861B-8EC4ABB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12540-1AF5-4AE9-AC76-2DF76DF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E73B7-5729-47AA-BF21-69DC394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0D926-072F-473A-8BAD-9E0FE4F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F1FBE-55F6-49C8-88F8-3885405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DD14B-7D90-4D0E-9B46-784A8D3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D167E-2DF3-4F25-BA07-CC79BEE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1C276-4BC7-4966-9C64-C3FD2D9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04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A9DD1-AD43-42C7-BF1F-C8B7B4D9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81EE6-B062-45CA-B888-D6A87C8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BE624-440C-4D00-8074-C3F0203F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DE453-B03C-4F33-9E99-8A17A9D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B0298-A173-4C48-9E30-DA47A0DA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A1231-7476-4CD6-9954-A04672C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290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4B927-54C4-4C22-AAAA-7006861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DFFECC-102C-4542-B59A-7B3C7024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884D2-C3E7-4AC1-A9AA-B35E1CDF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5B860-3220-4ECE-912B-28678D6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5A6558-BB54-408E-A5AB-1DDE08B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008BF-C753-4789-A56D-17E56F1C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577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AAF37-D080-425D-9100-2A473185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618738-F159-45E1-B0CC-E93FBB5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74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7D3FFF-7191-4B7D-A0D5-1B050A08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4 色近似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9B07B1-3B42-4B73-9815-17D85CDF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8637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5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010 / 121 / 010 / 030</a:t>
            </a:r>
          </a:p>
        </p:txBody>
      </p:sp>
    </p:spTree>
    <p:extLst>
      <p:ext uri="{BB962C8B-B14F-4D97-AF65-F5344CB8AC3E}">
        <p14:creationId xmlns:p14="http://schemas.microsoft.com/office/powerpoint/2010/main" val="9097887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74631-78D9-4764-B083-6415413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F9ACF-FEF3-4BC7-A15C-D11A803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E2459-91AB-459F-8077-489EBBD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2937C-AACA-4B8F-B0F8-86B60398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3×4 个格子，颜色有白、红、黄、绿。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1A0B0-EA35-4E98-987C-02FA8FC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F675-7F81-4BED-8E16-A082BDA2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957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47967-6AC1-4C7F-8BBF-CB48325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EB48F-B2A4-4FA5-B72D-1087C8F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957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98D72-DE0C-420D-AEF0-BAE5F55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63602-FFDD-41DE-942C-03EBDD3C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957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572D6-CC86-4BF3-B73A-8190FB3B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72583-8DB2-46E0-8124-11BC3AA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957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</p:spTree>
    <p:extLst>
      <p:ext uri="{BB962C8B-B14F-4D97-AF65-F5344CB8AC3E}">
        <p14:creationId xmlns:p14="http://schemas.microsoft.com/office/powerpoint/2010/main" val="17219861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68A0D8-3DC4-472B-AB02-B724BEAC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01DEB-3215-441D-B862-7750A54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50CE2-DF00-4A49-B85A-DE9A222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1658A-3DB4-470C-9AA9-042A4D2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C5AF1-D1F6-480C-AB13-B7B499F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颜色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63FA6-3997-4C05-B3C2-2F9B6B1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39A52-D5A4-48D6-85CA-4F223C4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193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76C04-C86C-47E2-A07A-8FB929C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70C34-A9C6-4D9E-B1D4-25F5A0B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8E67D-EFE5-40AE-8719-72F8128B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ABBCF-065D-46AA-8118-FC13020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5514E-BC84-4A30-BD3F-50B2CA3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20361-B192-4645-9D50-76EF1055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0043B-42F5-46BC-BA9B-36846A0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435C3-334B-44D6-ACB4-4793071D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E234E-E9D3-4DFE-9C2F-FBD69883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86125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F2328-72CE-4475-99CB-EDF538AF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24225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2B73D-0B25-445E-A29D-BAE3246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86125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45A83-EDE1-4CB0-97AC-CE769B1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24225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0C75E-61CB-4178-869B-727AAD2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A352D-3B58-413D-B3F3-F03C2D2F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24225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56DFB-C8B0-4DB0-BA35-0FBEB6B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86125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8CF36-DDFA-4076-8A4D-7818E7F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24225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C0E2C-6888-47DD-8F95-724B32F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D4E6D-9183-4886-8892-AEA821D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二进制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83621-067A-4AFC-99B0-B6E70C63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8DDA4-2F8B-4AE8-93DC-BD5EF4A6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2910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3133A-0B6A-4B21-853C-95CA088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6FBDD-6F7E-42B4-9990-732F6C1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2EB3B-7587-44B0-95A9-E90AE522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B5730-1112-4765-A37E-AAD20CC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FD6DA-32E6-48FA-A2C1-88A96665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2057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7F295-4CB6-4434-ADAA-2C9433C4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DBF43-0D73-4C8D-BFE4-8875BB5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→ 4 种状态</a:t>
            </a:r>
          </a:p>
        </p:txBody>
      </p:sp>
    </p:spTree>
    <p:extLst>
      <p:ext uri="{BB962C8B-B14F-4D97-AF65-F5344CB8AC3E}">
        <p14:creationId xmlns:p14="http://schemas.microsoft.com/office/powerpoint/2010/main" val="93639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A0B9C-6B69-44FC-A393-75E8338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0DBA3-3939-4047-8A92-C47CA59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F6E75-42D9-4CE5-8A98-5092F2B4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把颜色编号换成二进制，叫什么？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3E66-8D27-4460-9DC5-9B0A263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白 0、红 1、黄 2、绿 3。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543B-F2A3-4A41-8442-5A2065F7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33AB6-4F45-438A-9884-DE36708A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302EA-3314-4D5D-8073-2A8A1AF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0ED29-83E3-4E58-98DC-285EFAE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BC62-DAF7-48A8-A49F-157E0F61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626DE-4224-41CA-9CB9-E5E763E7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1D34B-1EA9-42AC-A51F-5C1B83F5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1F0E8-6574-468A-AD06-D0368CBE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E1506-562B-40BC-B792-E3F2B6C1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E7487-A41B-456B-A4B3-DE53ADD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E9449-AFC2-4D54-B921-19CA4B8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BC357-AE1D-4837-9629-E8884E0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0110A-01E7-4E8D-8DD6-F130EBE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F7990-BF04-4082-8927-35A87A00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3BFD1-5D33-4F9D-9BE6-745C7A4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D04CB-FC8D-4AAA-B17F-3E2969A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C1E15-3B8B-4559-8797-5EF25EFE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69EEF-1FED-402F-B516-24364973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DCAAB-4ECC-4C07-8FD0-6DC18E0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96F0F-6BD0-4A59-ACB0-DF617A98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E0632-27FC-4E20-A5D0-24A25D6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4C8A8-1E66-4601-A5B6-CDC6705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C5A69-11A7-402C-9107-CA114DD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A94E7-57FC-4D04-B7AF-02F0AC5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3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18707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DA44D-B96C-452B-A578-0FFA4039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B077F-7393-4155-9F8B-CCEF4BFA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9CA89-BC7D-470A-BDA1-B6E11963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把颜色编号换成二进制，叫什么？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7A93B-2F5E-4556-A7BB-EA633F4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1E61-CBD6-4181-8A79-9F3FA44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90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48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26907-B6E5-4453-B759-72964C0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574F0-1270-4752-A480-DCF4A1C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90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48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53987-C396-4E5D-9CC7-B1B60BF2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F6F1B-28E4-488F-8471-B9AC962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7200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四种颜色：每个像素 2 bit，位深度为 2。</a:t>
            </a:r>
          </a:p>
        </p:txBody>
      </p:sp>
    </p:spTree>
    <p:extLst>
      <p:ext uri="{BB962C8B-B14F-4D97-AF65-F5344CB8AC3E}">
        <p14:creationId xmlns:p14="http://schemas.microsoft.com/office/powerpoint/2010/main" val="592386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4F904-2E29-47CA-8A02-CC7D2442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3DD3C-52C1-423C-970C-14F2946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176B5-A88A-4F15-9533-AA3EEDF1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DFE9B-291F-42CC-8AC5-4EA4A59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目前只有 3×4 个格子，仍使用 4 种颜色。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4C733-082F-4893-8B03-0996CC8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1980A-A55E-4611-BCF4-F9B4AD03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07176-F554-4782-AF3A-AF55B3EA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70302-CA07-4FC8-9743-C4A3A647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48C1-6698-4495-B625-A2C30D3D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33C78-3811-460C-8E8F-8B283BDD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0A04D-D28B-4C1E-A977-7EF1E469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F2B5F-114E-4409-90FC-78196304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F27C7-F1AB-4E4F-B848-2C7FE91C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528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86C6B-7B10-4A89-BDC4-F3E6DB3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1E388-170D-4679-92B7-9426B18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0A096-2250-4031-9D8F-AD6B9DF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9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1DF4B-C951-4D04-B526-D7FEFDEE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四种颜色</a:t>
            </a:r>
          </a:p>
        </p:txBody>
      </p:sp>
    </p:spTree>
    <p:extLst>
      <p:ext uri="{BB962C8B-B14F-4D97-AF65-F5344CB8AC3E}">
        <p14:creationId xmlns:p14="http://schemas.microsoft.com/office/powerpoint/2010/main" val="9502661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58BFA2-B823-47F8-8CED-27671C3D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C3530-07A3-4E76-A68A-C15F422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94CC0-111F-44ED-9133-AB38D65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34AA8-637B-49CB-9546-7F179D4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2E98C-591F-4CF2-A1A3-B32592D0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3362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A82B6-0A66-45F6-A76E-B3FE8D3F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3362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CF990-1C97-47A6-8588-03556C60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7180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7734-491B-4A10-97E3-047B1D6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6CE3E-E2B9-49AE-850B-08C6664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7180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C7140-2B43-42C4-A797-1BACAC0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997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CD00-BDC3-497E-B984-EB6292A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997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ECB9A-DBC3-4CF6-BAF3-DB721B7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0997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D571A-8EB5-4782-8F23-77CB915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4815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1E5DD-704F-4001-B1A5-12B0EF23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4815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BC94C-BE1C-43E9-9FCF-678D4A8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48150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9F6EC-BBAB-46EA-8918-22478E93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C4816-7E83-49DC-92E3-AE1388B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101A7-C13B-4A60-AC64-1502629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A1987-F616-4AC4-BFC7-4926B63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4CF2B-ADEE-44AB-898F-AEE6CDC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C173D-CBC9-435A-B640-EF21DF0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94D6A-1902-4792-91D0-D932D7C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FCE3B-500B-422C-B643-936D3E2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63103-F93B-4FCA-8B37-BC59D45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20BEE-187F-4E21-92E2-FB3E962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F796F-A63F-430B-A3AD-50FDCAB8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2A23E-40F5-4879-908D-FD66DF85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051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1E54B-2D76-4143-974F-CDB780AC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EC044-7075-416E-8657-318C5B2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7D50E-F32D-463C-B69F-7A8E352F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22236-D9DB-4068-A837-B5A5F007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76BA9-0C9B-47ED-98EC-B1F63BA4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D78EA-828B-47D7-B3CF-83D29434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37496-04EB-48F1-AB8C-053CF254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48FEBD-A6FB-4E88-BECB-DDB1AE2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F661E-396C-42D4-A7D5-CD02F0E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F4A3FD-7929-4E18-B833-7EA7C81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35C256-98B1-4463-9692-786A60B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7A0184-A56C-4C87-925A-B7E9AE3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480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10D5AA-C1F9-464A-9A96-58CE02F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B93CB6-85D4-4C19-89E9-F28BA83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06739-16D6-4B23-87A5-ED8DAC0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BDA35-4340-4D96-A33C-7DB263C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6DCD0D-01AC-4367-95B7-5276AAD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EC7A3F-DB5C-4FE8-8427-315AA26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1952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D1AD56-AF86-4E5C-88B3-91FA05D5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577A4-71B3-4A21-B97A-08B38C2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BF2BE7-21C9-4081-A9D3-E6410EB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DD8640-4DEB-4AE3-82A5-E7063935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89E9F5-CACD-4282-AF87-4B5BA1FA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D2E6EB-79D3-4436-92BE-76896EEC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9100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F43B0A-1C59-4DFA-9143-F16FCD17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D3F726-CCFA-4F16-AF8F-C2A155E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21946D-C620-40E9-8267-5EE22B58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F0141A-5DE9-4FF6-A80D-1806868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30C799-CF75-4D16-8117-3D09D97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0D043A-BA3F-48D0-963D-13189BCA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62475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F46948-4BDD-45A8-91FB-8D1A28DE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ADBD28-4409-41E6-BE49-97C93BC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A2753E-DBD6-4EC3-8F57-322D047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3896BC-0AF1-46A0-BA98-6F91005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07DAD7-E4B9-46AB-97DA-DE4E9AD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05475E-8C58-4EEC-9A99-F9312FCD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339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C35D89-289F-473C-AEEE-B2261A54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4 色 · 2 bit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C4DB04-9896-438B-B8F4-E861F1C2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 色 · 2 bit</a:t>
            </a:r>
          </a:p>
        </p:txBody>
      </p:sp>
    </p:spTree>
    <p:extLst>
      <p:ext uri="{BB962C8B-B14F-4D97-AF65-F5344CB8AC3E}">
        <p14:creationId xmlns:p14="http://schemas.microsoft.com/office/powerpoint/2010/main" val="44238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0D347-E911-4472-9DE7-621E4549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E7A2F-CB4D-4D06-B05D-EB27B87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2461C-EF94-4C06-87F5-F8E5C346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4B1C3-217A-4E02-ADF4-6D593C4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把两类图都放大，观察边缘。</a:t>
            </a:r>
          </a:p>
        </p:txBody>
      </p:sp>
    </p:spTree>
    <p:extLst>
      <p:ext uri="{BB962C8B-B14F-4D97-AF65-F5344CB8AC3E}">
        <p14:creationId xmlns:p14="http://schemas.microsoft.com/office/powerpoint/2010/main" val="20952413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E39CD9-60D6-4BC1-B8DF-F153E8E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D68F9-F685-4BFB-B61E-BC181956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1E84E-676B-49EE-80C7-3F5560F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50D95-8381-436B-BF22-D07BBA2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167C0-9DF4-4792-8189-52691369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B2156-5EEB-4397-9C29-80E6D44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2BB85-170D-4C83-AD33-3C8B98FD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3B759-77CC-48A3-AC10-FCCF1C3D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ACBE9-8F65-4F06-8C6A-568852A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27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82640-10A8-4732-B837-4205FC48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37BCD-81F5-4D41-9D5E-78FDBD1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CD357-28C6-446F-9385-6BAA6F0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976DA-A654-45CC-AF61-C8786A6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17B83-10EE-4329-A394-87F12BE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1805A-4034-4734-9A80-011985D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622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53E60-8B7E-4AC6-BD59-959D27D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E9541-9535-46F4-AD52-39198D3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C9409-4D1D-4640-9215-5D6194EF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5F405-C3A3-408E-858A-DB857FD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4F8E1-29CB-4823-A0B5-276CB98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FB6AE-4896-48EA-8F91-DDC39A3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718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43C61-A7D0-40FE-A829-18D723D3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1041E-FB3A-41CB-AED2-A8AFF248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C4F82-DD89-4687-9AAF-6DB27B1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2363F-F58A-46EF-9281-B722C27B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A28B7-BA80-4FBA-A4DE-20C0589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64E17-259D-405E-A654-59E0CB4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EACBD-DE3D-4141-8B14-6C384BA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BA6B0-E7D5-44D9-96B7-6298D3E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73506-97A3-4DDE-8CD8-7B6EE1C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A6286-A592-4F99-85DB-17D4D50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9AFE2-BF6C-4992-8A7C-4CFEBCE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07CE8F-B195-47EC-8DC2-E3496E8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910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4B4997-03BF-49D2-9C05-0DFBB8E2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77E7E7-8598-49F4-AA8B-5FC50B75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33086F-3684-4E1C-BC20-102D0295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1441D-9D79-4190-A6C7-1EA07DF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DFF47-1D7D-4D65-8D22-8668746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11649-B43E-417D-ABAA-F3F39BD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005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C1F748-779B-463A-B86D-A520C49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A6EE7D-254B-4576-BC30-64197B5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21EA07-6859-412D-8FA6-61C8EC54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BD7653-BF11-4DCA-83AB-94F48CC9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A7F6A8-8528-4281-BCA3-4236C71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62560B-4B16-49EC-8C1F-9096113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1015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61F4AF-10D9-420D-BA55-CABFFEA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CC2945-0800-45BC-AE29-A3D41E1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E1D278-EB5F-4EF2-A039-D33E656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F4839F-A4BF-417C-A975-96E9BC85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6E2EDC-4135-421C-B307-DA5FABD5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1F431D-89AA-45E3-AE73-12FEB0C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1972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5F8380-1639-4CC3-B11D-4879017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位图：放大后可见像素格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62A421-F9C9-4C48-92B1-1DFCEEBE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AC8A8F-5128-486E-904D-8F42CD1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C64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1FC285-BE15-4D3E-A3EB-15FFCC6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57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矢量图：重新绘制边界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1764001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7C4A6A-8428-470F-B3E1-49D09FE8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A415-C092-4D77-95A2-427B8D8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5BF7-96C1-430A-8FDB-289FC125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CEC75-24D4-47BC-A6A3-642129D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保持 6×8 个位置不变。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936F4-608A-4F77-A68B-1EA9F3A0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1FC34-5089-4247-9C93-01DFE5C4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44E41-6377-4536-B3D1-F7CA198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77EAF-B8DD-4CCD-8E2C-7C643818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034BD-F37B-4620-8209-DD2DD989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1540B-6C03-46F0-97CD-9FE46EA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24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BB2CE-C0D1-4850-8F39-1EC10AF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55973-B68B-45F9-8711-02A2A58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62933-7B57-43BB-BD6A-A62E01C1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15737-AE6F-45A8-AACD-5CD951ED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9B5EA-163C-414C-97DA-8CC9AA4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38ADD-CE25-479A-98D8-6ABC669B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24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6A237-BC32-4E29-A314-4EF97C6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114B3-348C-4E7A-85F7-35F0487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9871F-10F1-4882-AFA7-1FF47CC6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99135-3850-4F9F-B4FB-270C2839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0CB2E-EE85-47EE-8873-E057793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6BD68-D811-425B-9F9E-A7EA77A1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24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2E7E6-CC23-419A-A9D5-AC328FDD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F4350-9728-4772-942B-3175B885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F36E7-FCBF-4C98-95F7-4512949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84D4D-D883-4B8C-8FBA-CBE22979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0C87D-0C4A-44BA-8880-37A7945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38A30-8660-497A-8AF1-18A9744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242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A877C-463C-4B62-AD3E-C35EFE9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4BDAE-C0D7-4A0C-94C2-96BC8B20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5AC41-950D-4C6E-B5D2-A8821B9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5EDBC-2E9C-4CDD-8B8D-5F61E120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00559-A0D0-4CD9-AF41-EFB401C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C2941-B91D-4BF8-9138-B34582DD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24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E4973-A1B1-4033-831F-AA708C5F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B833D-54B7-44A6-B07B-7C3E5438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9E0AC7-B384-4134-A6F4-E519152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9AA1F6-1F48-4A29-8E59-C43705A4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9A2A86-B74A-46CC-9FBF-10D3CFF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8845EB-4FE3-4D8B-9DBB-D188441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24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865755-2C0C-4FB7-8DB5-7957142C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7B455D-8998-4B16-9ABB-A9F2C5C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EF65B4-036D-4D54-97EC-47ED0A8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B9B0A3-60DD-42EF-9100-9C585A9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5175BD-FFB5-4BF9-A851-9C23205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9840EB-0F2D-4602-BB2D-A92D05F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EB5217-5C92-4D39-AA0A-7F721535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3FC292-3369-48C8-BF86-3CD479E1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257D04-E173-449E-BC9F-86AC754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A2023F-C007-429D-AACB-925ECA03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EDF9F8-D5F4-4376-B0D9-DA661A12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BF64AF-0092-47D6-947D-7430709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24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E6F71B-6F21-48DD-A97B-72EE2A5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531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四种颜色</a:t>
            </a:r>
          </a:p>
        </p:txBody>
      </p:sp>
    </p:spTree>
    <p:extLst>
      <p:ext uri="{BB962C8B-B14F-4D97-AF65-F5344CB8AC3E}">
        <p14:creationId xmlns:p14="http://schemas.microsoft.com/office/powerpoint/2010/main" val="1058546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A10474-068C-4A19-B9DF-389FEBB5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4F9C6-2A38-4581-A66B-3EF9FE0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6D1E5-7EE9-42B7-ACDB-6E5A74B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0B77E-773B-453A-B967-FFBBE72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B71E7-D22B-4C1F-82D8-92C0558A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CB3EA-B97A-490E-AFD7-8ED002BF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76E48-E73A-4C9A-B5DC-C1EE81B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7A638-17FD-4C06-AED8-028F56F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B8EB3-EFFE-4384-A42E-6D29FF7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2ADE5-6CA5-4F46-AAF3-26A706F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4B717-A869-498C-AC06-F6C7BF66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C9B90-911C-4433-A055-CD1FBF42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FD74C-4A3A-4665-901F-5EEF930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0747C-9299-483C-9076-332959B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D5CD-7E66-4050-85EA-047AFD27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02050-2D99-4FFC-990B-3953427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93572-40DB-4C96-BAD1-5183537D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D2CF3-637F-413A-8AC7-BF2BF453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6BCBA-3FE5-4341-8BE6-D8D3DA51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D09A8-FB97-4FFA-8C51-0017500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654E8-B154-4ACE-BF7A-E812E7F4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BE9EE-2082-4014-8802-783A4AF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EC95F-BDAB-4BD7-8EBC-B014F27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DEC24-72D7-4893-AB47-136E2FF4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B4BE1-ACC7-470C-8572-1DA1741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2BFB4-03BA-4E85-BDF1-AB80A0C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6D834-51A5-4B4D-8C7B-416AEE6F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B7AAC-69FF-4248-9C0E-403522C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E6453-4394-40EC-B094-C1ED748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9F4A5C-C414-4A12-9E21-B2F6115D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1766E-9182-4EF7-9458-28F5F8C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E2BF3-0447-4287-AB22-1BA01A3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95C22B-E6B1-4F4C-A275-7E23DE8C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1041F-2A09-4B5A-ACAC-98033AC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5E7EB-20AF-47FF-80D7-6A31FAF0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9C88DA-D419-48CE-8EDF-2B00C56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21F27C-4C3A-4B93-8E68-A6BF17B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F6831-5606-4B2E-8E0C-BBF4A56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FEA38-91AE-4FEB-8785-6D65A7C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9B87B7-1DE5-4E46-8A7D-209ACDE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BBF79-55D1-4092-9DC3-BB9EA0B1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115F82-1779-48C2-86AA-16DD160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ED72C0-9D4F-46C2-B80D-45D3FBF6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22CFD4-B2BF-4BC8-B53B-ECC5A1B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72AC27-347D-4E25-9799-EBAD97F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A22391-8DEE-408F-AC1B-B721148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B5DE08-74AE-4AA3-A553-313D3FFC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9D116C-DE8D-4C74-8EAB-E8E30894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6BAB82-8E56-4EED-A813-E6AACDD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A0922E-0000-4717-8B14-02053C2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0187D0-0953-4BED-951D-096920F0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290F98-49D9-44E0-BA98-7BA570E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61B573-5D4F-4FB1-951B-779D933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FFEFBF-EA93-4F70-B388-62E7A1C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987109-510B-4131-B3F9-962B6062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F72B92-A8A1-4BC3-877D-0E2F8B3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102E39-F937-4EDE-B426-516806F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5F57A-5971-4068-A7DD-2D6A33D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3F5C99-B33D-4C75-8E28-F33702E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FE6D20-7FC4-48AC-A283-D85EA3D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00A263-5DB4-47F3-95D3-2E0D4BB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26C99-0BDD-43C0-972C-9166BA3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51AAB8-7880-4D5F-9A33-E937AA7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14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35A160-1B50-4D2E-BA12-0AE2EA4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BF14C5-C92E-4242-8676-FE884E2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5356A2-9914-4924-98E6-BC3D12C7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31E773-2DB5-4466-94A8-365DE0E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E73744-5CE5-4CA9-B966-2F464F9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D33A98-FC2E-4DCB-86E1-89DDCDF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95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C6F95D-0AC3-4A81-BB82-71625509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3CEAFB-5967-4509-B40D-3894BB2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F6F364-4169-490B-92A0-27953A87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3C8EB6-71E8-4E01-845E-05BD5764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6D133A-FB3E-476A-BA13-6B6F3AE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0D5F50-EAF3-4219-88F5-26D7652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7AAA36-9B4A-40AB-82AA-B7D1B84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81A034-3BD1-4532-876E-374E1B81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077B38-3C0C-47F0-A87A-5ED81C1D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A778BC7-6A82-4800-983C-696E5E53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BEE998-EBDB-4B3A-9866-6094882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34C486-15FA-4247-9ADE-BC6CCB1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57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55B82E-EA29-41A7-AD00-E9C13F0E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06532E-E156-4DC8-99F1-89BE2CA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DB18EE-F249-4699-8FA4-C693431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B7311F-9458-4F7D-BA82-727A87DD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8F3679-5AAA-435C-BE69-69469345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59D7A9C-60E3-4962-A212-860D3BA7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34F41B-DC97-40EA-8324-1B9B72B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4C8A19-353F-45A2-A111-69A2376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650FEB7-F1B5-4877-8D56-5A3B115A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093EF7-7017-48E1-BAC5-0518B7D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5BC62A-7EA7-4E1F-BF2A-A617FEF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BBCA72-FC0F-4876-80E9-29158E7C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9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F1A5F0-06AE-4724-B43C-AEBBC80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6A78C3-1243-4D9B-965F-0BB930EF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654965-494D-406B-8710-CA462470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B6EF29-B0F2-4669-9322-354FC96C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22C1DF-0C1F-46D4-8698-94FD48D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F507DF-402A-429B-9C9C-DB937D0A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00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87C862-A4AF-4E64-BD1F-DB35CDF0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67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 色 · 2 bit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CF54BEE-18DE-41E7-A5C0-54EC922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673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777777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6 色 · 3 bit</a:t>
            </a:r>
          </a:p>
        </p:txBody>
      </p:sp>
    </p:spTree>
    <p:extLst>
      <p:ext uri="{BB962C8B-B14F-4D97-AF65-F5344CB8AC3E}">
        <p14:creationId xmlns:p14="http://schemas.microsoft.com/office/powerpoint/2010/main" val="19690179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C284D1A-1575-45DF-93C3-06B5A97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D7606-BF22-4C43-AF6E-EE9192B0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34D5-5DB2-48DC-BED2-98C1621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F3C39-CB0D-42B5-A9F3-541A9BBB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先回忆每轮只改了什么，再填写结论。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682B2-DA1F-401C-AF7C-CD2ECAA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97EEC-DEFA-4F80-BEAC-CA9047DF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C950B-7900-4FA6-B190-15C846EC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759F5-D82E-4076-8AFA-02D220F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F6489-B723-48A4-ABA0-BCF450E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A9C89-57E2-4327-B611-99883A8C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7932F-3D9D-4FC7-87F5-644E77C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3EC3A-F56D-4D12-B2AC-531A6425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3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0F533-6E4E-4FAC-9A88-FD8F77D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ED398-79AD-4B32-A96D-40ECD95D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7430D-B519-4E30-B654-EE9934A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3374E-85E8-46E3-B832-53B8089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6A9D1-CCA2-453E-9EBD-5A7DD5F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E150C-FF2F-41A5-B472-FB2937B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A7012-0B58-4609-AF6C-7007C90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0AC7B-C7DD-4335-BA52-327F109A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BD731-9D49-4722-B506-E62ED8A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0B0B8-A1DE-46CC-B6D5-D7519E1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3AA2B-F76D-4222-845E-553161AA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5CD7C-8EBD-415C-9FFC-BAD8EF99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16E8F-0772-40C7-9025-332426C2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A306D-90DA-43F6-960D-840FBBF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7F481-4D4B-4EE9-8CFB-EBB1E17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FC32F-016A-46E0-AD14-5BE18DB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C48C9-1401-4E03-BD4E-614481B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A5C2D-49CD-46FE-93EF-3FC500B6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B3AF5-B20D-4844-B767-5E0C47D8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4F4F5-2358-480F-AB72-EAD1F209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B6552-C79C-4C38-95C8-017C7F7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D22E71-2D1E-4472-AD6F-D593625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564820-4289-4C4C-A6F6-D86BF44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EFB52-977C-428B-BB4D-2C953B8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1A9531-C622-4BEB-BCD1-4F4183D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E1DFBB-4769-45E7-91E5-D3E9B81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BE4EA4-CCFE-4734-AD99-4BF8DD4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242555-2AB6-4313-ABD6-570D502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92DE3-2589-476D-BD56-0FC6F0B5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7D1753-A515-4C8D-937A-44419C8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85EF5C-09A8-419C-904B-3505AC32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35093-5024-4D54-AD64-552EBBC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5D99F7-9709-421D-9E17-49B3073C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225510-E36E-40D4-A429-90FEC21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01A030-0D87-4B75-BA29-5A873CE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7CBD5F-6266-48AA-87D9-49C5B8A3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0724B8-40EB-468D-A830-6BCA916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1BA4A1-DDF2-4172-8274-B091183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B9E00D-6A6C-4EBB-909E-1A042DA1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8B8FD2-DA0A-4D08-BC6B-57D09D0E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A65E69-7491-40E0-8739-7294B2F6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CC3441-72CD-4FAD-81A5-86894CC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E9E24A-936A-421D-8095-7626A622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9BF07-BAD4-488B-A186-7D57816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A8D542-0905-4469-A007-CDF784B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719E91-F53F-4872-8DD4-EFE8A65C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4B648E-1DFF-4998-96E3-C8B4136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33B21-AF6C-457A-90EB-BA3930F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CD839E-72BF-4B3B-A750-0DCBBC8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481203-9891-45C3-B3B1-48A64E5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644315-4DC6-4C27-AC2D-E637FBE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6ABE00-8911-47D6-BAE2-9F7C8F78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6A9941-8314-4AB9-AEB3-FB0B9F7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7432DF-A5C0-4947-A922-347878E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2A65B9-4701-4F8C-9BAF-9861A02C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FFCDE8-4D0C-4855-BC21-CF330389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52352B-A9A3-4283-9F4D-2F12B14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A649D5-8B77-442F-BB8E-ECBC3EA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9D48C7-9DF9-46A4-99E9-ABA57D3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AC55E4-6708-48FB-889E-17507E7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FEE8DB-F2A3-4306-BCFA-53D2D490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FE8FAC-9C49-4EDA-A876-2FDF974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105B14-AFDA-4222-88CC-26E6426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68CBD2-72CD-417C-AEAB-AD6197D3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5C3BDD-DDA4-4CEA-AC55-4371438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360A91-069E-40C8-B1D0-B5555E91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2884C1-B375-4125-B91E-2941F2F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1E0F0BE-8497-49FA-BAD8-0824209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207799-7C27-47F2-80DB-7545DA16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416D88-20BA-499A-9CFD-34779CE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43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132375-E266-4BE0-A2B1-1551967C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FE5C693-6ADF-4CB4-9C65-0D42CD16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983455-0A59-4BB2-B686-529CA53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1589F3A-B27C-4FE2-A264-5C790613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133AED-7A7C-43C7-8EC7-B888229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C0DEE7-A142-406A-B4A3-EA63999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61622AC-63C4-420A-B8C9-C7C8A8D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9F62A71-197A-4732-8F32-CEF16FE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550DEC-DBDA-4E2A-81E8-05C02DB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9782A0-116D-4E13-8785-6CA8D14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5A8673-F31E-4804-9613-6F663602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438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3661-E0A6-4CC6-8EC2-BB425FE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00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B85F3BF-C971-4C71-8007-8BD92D40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21A081-5908-449F-9310-A56D35DD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9AE518-0303-4276-AE16-163C131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A7D63D2-F727-4A33-8881-2391AC70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86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D174C3-FD5A-489D-A8BB-A0AFA496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F4B4B5-BAE3-4174-8103-E70DBCD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DEE5E4-D19A-4BAA-9EF2-B6786FE9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486B07-0D3D-4BF1-8371-40DC3FB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09BB9C-1A8F-4E3D-A003-279F23DD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25F56C6-B165-470F-8F36-450F2502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73D611E-B136-4D3F-A36F-8BCE399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131DBF4-C871-4EDB-9597-2570AE00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57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CD263F-A071-46E4-8789-E3440DE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ADF372-3DF5-46E7-9434-D0786DE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4F939C-5F0A-46A5-B6D4-ACAC1160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7CB1599-BD80-417C-9712-B55841EA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1879DB-D1A6-49C7-BCD5-4D17A848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0C41F7-1AC0-4606-9745-40EDBBA9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1005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8DBB2-F982-44BC-854D-29FDE54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A3435-91A6-40A7-BEA2-FC38679E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1CC87-8A77-45F1-8E4B-F9D3369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7856-9AB6-40BA-ADDE-32502ED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8600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9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 →  量化  →  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5DA3D-FCBF-4BE0-9389-EE76A84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 ↑ ：格子更小，形状更细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5B9F0-146A-476D-855F-34D4748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颜色等级 ↑ ：位深度通常更大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B7117-1611-4015-8FBE-25AE5EF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 最多表示 2ⁿ 种状态</a:t>
            </a:r>
          </a:p>
        </p:txBody>
      </p:sp>
    </p:spTree>
    <p:extLst>
      <p:ext uri="{BB962C8B-B14F-4D97-AF65-F5344CB8AC3E}">
        <p14:creationId xmlns:p14="http://schemas.microsoft.com/office/powerpoint/2010/main" val="1413223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89417-6739-4677-8C4A-5161027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963F8-05BD-41C2-B63C-A10B38A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14153-7A38-479B-BC5E-A8B3C7C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0D32-D711-4E43-A9D0-5A2A06DE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比较 3×4·2 bit、6×8·2 bit、6×8·3 bit。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91E74-AAF8-4DE6-B414-22AF878B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3×4 × 2 bit = 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C22AB-2EE4-4B9F-BD36-6FDA08B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6×8 × 2 bit = 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E541C-877C-40FE-B242-B6BED11C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6×8 × 3 bit = ？</a:t>
            </a:r>
          </a:p>
        </p:txBody>
      </p:sp>
    </p:spTree>
    <p:extLst>
      <p:ext uri="{BB962C8B-B14F-4D97-AF65-F5344CB8AC3E}">
        <p14:creationId xmlns:p14="http://schemas.microsoft.com/office/powerpoint/2010/main" val="7961113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8E4DD-27AF-40FC-B4B3-651E1F1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0CE0C-8260-4CF4-8181-9EB622E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9EC40-E232-484E-AB13-4F39DBA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3CD9E-105B-4B3C-9460-5CB8D53B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0B14D-4E5F-458B-AD75-2772E33C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336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分辨率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A0A92-B929-40CE-83FA-DDA604B3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0955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3C3DB-E41C-4312-BC55-54A1E3D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21336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位深度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28236-14AD-4925-9D45-92AD4D7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20955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F7A6A-CA9D-4892-BBB2-E70C6EF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325" y="21336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总 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DDFCB-70FA-4967-8169-57780433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9B9D9-7826-4698-B590-06CFDF9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718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7E2B2-FD4D-4CFC-8803-426FE17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9337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027AB-B8E4-4EC6-B6FC-7A8318D1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29718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95BB4-DD4C-4092-BB89-01E885D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29337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07283-9A63-448F-9347-B06090D6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325" y="29718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F960B-365C-42A6-8BBF-8B8AC6F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9675A-C506-4C4C-A7B7-280D2CDE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100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481E6-1CD5-42EF-A424-8CFBE50D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719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20196-49ED-4C7C-91AA-0394E36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38100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46233-01AE-407E-A6B7-A09DB49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37719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6F778-EDF1-4E84-AF34-74BF2496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325" y="38100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12A56-24F6-4532-A24F-3F1867B9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01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D9DA2-2884-46FE-9B04-F96430B6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482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253C1-2835-4903-AAA5-BF972CC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6101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4CA8C-448B-44CC-9FCD-A32BCDA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6482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0CECA-E533-42CB-9E11-BD5303B2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4610100"/>
            <a:ext cx="327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6152C-11B1-484D-9F07-AAED31D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325" y="4648200"/>
            <a:ext cx="311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6DFF0-FAAA-4A1B-97DF-6F0B4497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 bit = 分辨率 × 位深度</a:t>
            </a:r>
          </a:p>
        </p:txBody>
      </p:sp>
    </p:spTree>
    <p:extLst>
      <p:ext uri="{BB962C8B-B14F-4D97-AF65-F5344CB8AC3E}">
        <p14:creationId xmlns:p14="http://schemas.microsoft.com/office/powerpoint/2010/main" val="8488134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00BC-7DCB-4B16-A81D-2312BE8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6F6F2-FA75-47EA-973D-5B1B1A5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1CCED-F202-4379-9E77-DDD439E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B4A70-75C5-4818-ACFC-64B97E8F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1 B = 8 bit。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7AE99-7D58-4F19-9259-AFEEA8CD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30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24 bit      96 bit      144 bit</a:t>
            </a:r>
          </a:p>
        </p:txBody>
      </p:sp>
    </p:spTree>
    <p:extLst>
      <p:ext uri="{BB962C8B-B14F-4D97-AF65-F5344CB8AC3E}">
        <p14:creationId xmlns:p14="http://schemas.microsoft.com/office/powerpoint/2010/main" val="7763966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94D32-479A-46EB-961C-B6300B2F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3D81E-79A4-47FA-B49D-30C69E1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7C9BE-AF9C-41DE-B881-9784194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FC92-6396-4ADB-9849-FDEB8E29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CE7CE-744F-4EF4-B0C3-2758E27E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07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= 横向像素数 × 纵向像素数 × 位深度 ÷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E26BB-391F-47F6-989C-73976DCE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14875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 1024 = KiB     KiB ÷ 1024 = MiB</a:t>
            </a:r>
          </a:p>
        </p:txBody>
      </p:sp>
    </p:spTree>
    <p:extLst>
      <p:ext uri="{BB962C8B-B14F-4D97-AF65-F5344CB8AC3E}">
        <p14:creationId xmlns:p14="http://schemas.microsoft.com/office/powerpoint/2010/main" val="2588779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C2207-4636-45DE-BA55-9608905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94CD4-A492-466C-98A3-3387381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8B6DC-78B5-411F-8F82-28D684A0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DF4AD-FEE2-48A4-9593-D6F98B11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位深度 n 最多区分 2ⁿ 种状态。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1706E-5725-4FDA-B51B-5A32F47B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F9B85-6BAA-45C1-9E84-9F3C09D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956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颜色数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A72F1-DEB9-488B-98FC-EF64DAB3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813" y="28575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D3E9E-6BF6-4726-8A64-7AA1C34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28956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AD6CB-D9D2-408B-831B-F9C741A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20546-583D-4556-82D3-1938571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79FB2-7A2C-4B93-8981-C7BCBE75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8575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60B5D-3A6D-4016-8C24-4992AB8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28956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7F088-9446-407D-B320-EDC70AD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6EFE5-1AAD-492A-8017-C0D08C6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6195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DC7C2-2BEC-493D-9F7B-5F8C608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813" y="35814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F2B3B-AAF8-430D-8E93-367C4BCC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36195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485BE-7D99-4FB5-A761-D407879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45BB4-6610-44EB-BF2C-51DFC04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1916A-83D4-4198-B4F5-27D9E4A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3581400"/>
            <a:ext cx="2262188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DB56C-5300-4877-B382-172DE199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3619500"/>
            <a:ext cx="21097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4275250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575B9-0283-479C-9898-3AA5A47B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A7804-66CA-4244-8058-5342157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A3B12-4E32-475B-B8CD-E08D088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303A-B4A9-404A-875A-22142623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A0937-AB18-4F17-9008-72805908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颜色数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EDFF2-B83E-47E5-A248-647C848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E793B-D5B7-4C89-84EC-7530382B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1935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12EA-41E1-4CDE-8998-CAE3A5C8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05EC4-F4A6-479A-8DBC-52665DB7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E9B3-4F59-4080-9FEC-F5157EC5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4DA7F-A091-4F66-8FCC-D74F8975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18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D6DA0-27B3-4954-A172-3A7098C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683D3-EBAB-407D-BD5D-33B12F6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2D75E-62F9-4605-8AB3-5C3D85C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DF879-9A0B-435B-8FBC-2D19037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24225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AA8A4-40C5-4A71-8EFE-B6A7C17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527A7-B464-4602-8EDB-F150B6A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24225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 bit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79B5A-519E-4074-B1F4-CE5E5F95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72F8B-8810-4F73-8A62-49E3316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24225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E6E42-A3B9-4A50-B810-68E674C4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F520B-335A-4FFD-9242-2685605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像素数据量（B）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51A95-48C0-4CA1-8DEA-120AD55E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45EC7-92DE-46CD-9B39-967CAD23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2910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M×N÷8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BCCE4-31D0-4A46-B576-9315819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52854-92FF-4221-B646-385D9F2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M×N×4÷8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B1052-09C9-47DD-B6BC-52F410E1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619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C8EB7-D46D-4D5A-8728-609CA97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29100"/>
            <a:ext cx="2466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M×N×8÷8</a:t>
            </a:r>
          </a:p>
        </p:txBody>
      </p:sp>
    </p:spTree>
    <p:extLst>
      <p:ext uri="{BB962C8B-B14F-4D97-AF65-F5344CB8AC3E}">
        <p14:creationId xmlns:p14="http://schemas.microsoft.com/office/powerpoint/2010/main" val="2080928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8E8C0-9A00-4B69-BC99-7B1B3F6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5F919-9015-4E41-B9AB-B2816BEA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B9E9-41F6-45FE-8B87-CD99996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D369-ADF6-4773-AA93-7E32438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R、G、B 是三个颜色通道。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8E65E-5727-42A7-825A-6D5C84A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D82D32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5700" b="1">
                <a:solidFill>
                  <a:srgbClr val="D82D32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8EB34-4529-4727-8BB7-0A0D8031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432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3BAE6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5700" b="1">
                <a:solidFill>
                  <a:srgbClr val="3BAE60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C321-08FF-46D8-8E32-4D29B72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244BB8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5700" b="1">
                <a:solidFill>
                  <a:srgbClr val="244BB8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397683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1022C-C4E7-4D80-A310-EBE314D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08BC1-2775-4279-A57F-16040EDB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F165A-F6F5-4049-9985-A1AE043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336FF-0AA1-4B5E-A062-232E3FED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A7B0E-6CBC-4603-BB1F-96159EE0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R  8 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C4E8C-255C-481E-8DAC-7CF9D66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C12E7-9539-4D4F-AF6A-F4CCF86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G  8 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F810E-D3C6-4AD8-B9C3-246157B0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1DFB-E405-430C-87B1-CF0D093A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B  8 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8EA4C-3036-4036-8917-27686092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4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8 + 8 + 8 = 24 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77FD1-55E7-47F9-A510-87AAB06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256³ = 2²⁴ 种颜色</a:t>
            </a:r>
          </a:p>
        </p:txBody>
      </p:sp>
    </p:spTree>
    <p:extLst>
      <p:ext uri="{BB962C8B-B14F-4D97-AF65-F5344CB8AC3E}">
        <p14:creationId xmlns:p14="http://schemas.microsoft.com/office/powerpoint/2010/main" val="21328855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F28BF-3F42-46C8-85EF-C071755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866E-69E8-49FF-BF79-D48F57D9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FA69-1F94-4565-B1F2-0582D285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CC7A-12AB-46AC-92B4-52B3598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软件显示 R=220、G=95、B=15。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2dc6308024693"/>
          <a:stretch xmlns:a="http://schemas.openxmlformats.org/drawingml/2006/main"/>
        </p:blipFill>
        <p:spPr>
          <a:xfrm xmlns:a="http://schemas.openxmlformats.org/drawingml/2006/main">
            <a:off x="3905250" y="2519984"/>
            <a:ext cx="4572000" cy="24847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359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46FCB-86F9-433A-826E-1A4D9963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8C3F-3950-4DB1-9C41-FD6922B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A4D18-68C7-40E4-85E2-9BA7F9F1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40f25a0d04964"/>
          <a:stretch xmlns:a="http://schemas.openxmlformats.org/drawingml/2006/main"/>
        </p:blipFill>
        <p:spPr>
          <a:xfrm xmlns:a="http://schemas.openxmlformats.org/drawingml/2006/main">
            <a:off x="666750" y="2388497"/>
            <a:ext cx="5143500" cy="27953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A4C80-ED47-49FD-AC5A-67838FB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2D32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50" b="1">
                <a:solidFill>
                  <a:srgbClr val="D82D32"/>
                </a:solidFill>
                <a:latin typeface="Alibaba PuHuiTi 3.0 85 Bold"/>
                <a:ea typeface="Alibaba PuHuiTi 3.0 85 Bold"/>
                <a:cs typeface="Alibaba PuHuiTi 3.0 85 Bold"/>
              </a:rPr>
              <a:t>R  220  →  11011100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1F184-E748-4B33-AC50-C0D633B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BAE60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50" b="1">
                <a:solidFill>
                  <a:srgbClr val="3BAE60"/>
                </a:solidFill>
                <a:latin typeface="Alibaba PuHuiTi 3.0 85 Bold"/>
                <a:ea typeface="Alibaba PuHuiTi 3.0 85 Bold"/>
                <a:cs typeface="Alibaba PuHuiTi 3.0 85 Bold"/>
              </a:rPr>
              <a:t>G   95  →  01011111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1654-D67F-4B0B-803B-5F18305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4BB8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550" b="1">
                <a:solidFill>
                  <a:srgbClr val="244BB8"/>
                </a:solidFill>
                <a:latin typeface="Alibaba PuHuiTi 3.0 85 Bold"/>
                <a:ea typeface="Alibaba PuHuiTi 3.0 85 Bold"/>
                <a:cs typeface="Alibaba PuHuiTi 3.0 85 Bold"/>
              </a:rPr>
              <a:t>B   15  →  00001111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82783-053E-44B3-A703-EA55C10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合计 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2623879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4F91D-B655-4A07-8F20-28D7C37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245E1-B81F-407B-989F-CD8A58BA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19B0B-73DF-4C2C-946C-1FB7311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CC540-D4F2-4D9F-814F-F83B292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分辨率 500×333；位深度 24 bit。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86D1-0C51-4D38-8399-06E5B5B5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4050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500 × 333 × 24 bit</a:t>
            </a:r>
          </a:p>
        </p:txBody>
      </p:sp>
    </p:spTree>
    <p:extLst>
      <p:ext uri="{BB962C8B-B14F-4D97-AF65-F5344CB8AC3E}">
        <p14:creationId xmlns:p14="http://schemas.microsoft.com/office/powerpoint/2010/main" val="14563462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D63BA-616A-4D92-A8F9-A201E69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A25E8-9710-4DBE-8C3D-FF3FC34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7352C-6F1F-4897-8CC9-406CF3D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76691-EC89-482C-A7D3-F2B632DD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0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500 × 333 × 24 = 3,996,000 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DC8B6-D8AF-4A4B-8B1A-8B522345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8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÷ 8 = 499,500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84A2-015A-4FFD-9254-6D3163EA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8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≈ 487.79 KiB</a:t>
            </a:r>
          </a:p>
        </p:txBody>
      </p:sp>
    </p:spTree>
    <p:extLst>
      <p:ext uri="{BB962C8B-B14F-4D97-AF65-F5344CB8AC3E}">
        <p14:creationId xmlns:p14="http://schemas.microsoft.com/office/powerpoint/2010/main" val="12607802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64802-2501-44CC-B747-A904030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7CB6E-4329-4DE2-B3C2-CEDCDAC7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C738F-58C2-4DFB-9D81-B5240F9B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69B91-4B4F-4E1A-BADB-D7B987B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回到开头那张照片。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0b63d2a374137"/>
          <a:stretch xmlns:a="http://schemas.openxmlformats.org/drawingml/2006/main"/>
        </p:blipFill>
        <p:spPr>
          <a:xfrm xmlns:a="http://schemas.openxmlformats.org/drawingml/2006/main">
            <a:off x="4950512" y="2428875"/>
            <a:ext cx="2290976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52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715AE-9CF5-47BC-867D-C5C53E75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9861E-1605-4986-BF27-78D86F01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C5BE7-5A35-4CA0-A776-3762500E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2D5BC-9D4C-452F-8D7F-94DB1DD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0EE46-785D-42BB-893A-5FA9FFA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B6D94-5946-42D3-A4F2-E42D135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7F36-74FB-44AA-8D02-BAE5FEEB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B4CEF-6619-409F-AD91-4402F5CC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43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3C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CB034-F75D-44E0-A130-40467B71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BFE99-55F5-4144-94F4-9219DFE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A3EE3-8920-445B-BDE5-E8E2D48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576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2D32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18D5-95F0-49BF-B2E4-C8EEFBE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671E4-EFBA-4CCF-BB7C-6E0BE92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E7A0B-1BA0-43AC-B79B-80852A6F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E60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5E729-64E7-439E-91E0-36CE7C5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70A29-BF3A-4165-A2B1-5EF985F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5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有限像素被拉大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D3074-3C17-43F1-A628-FCBE6F1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放大不会增加原始细节</a:t>
            </a:r>
          </a:p>
        </p:txBody>
      </p:sp>
    </p:spTree>
    <p:extLst>
      <p:ext uri="{BB962C8B-B14F-4D97-AF65-F5344CB8AC3E}">
        <p14:creationId xmlns:p14="http://schemas.microsoft.com/office/powerpoint/2010/main" val="4748169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5BF53-9A0B-4D1B-B13B-EFB09550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A4F3-7B3C-49A5-ABEF-D855202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0457C-2E7E-46E8-B63B-DF80833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8A4BD-4C1D-4EF9-B079-277625A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先观察破损区与完好区。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249a4471b40cb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2428875" y="2000250"/>
            <a:ext cx="7334250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6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15633-9729-4B85-A9E9-456FF37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B8FD-75F9-43F6-9D23-88EECF4B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2A3DF-8730-4741-AD82-E24FB914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2e39a76c5424e"/>
          <a:stretch xmlns:a="http://schemas.openxmlformats.org/drawingml/2006/main"/>
        </p:blipFill>
        <p:spPr>
          <a:xfrm xmlns:a="http://schemas.openxmlformats.org/drawingml/2006/main">
            <a:off x="2661488" y="2047875"/>
            <a:ext cx="6811875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74221-87BB-44EF-8E7D-2A9EFF97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6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缺损区域的内容来自推断和重建</a:t>
            </a:r>
          </a:p>
        </p:txBody>
      </p:sp>
    </p:spTree>
    <p:extLst>
      <p:ext uri="{BB962C8B-B14F-4D97-AF65-F5344CB8AC3E}">
        <p14:creationId xmlns:p14="http://schemas.microsoft.com/office/powerpoint/2010/main" val="6076557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2BD4A-7C88-413F-BB28-7E0080D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01AF1-09B4-46DB-A88C-80FB9BF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EECA-A6FC-407B-969A-9020CF8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1622D-F1D6-4037-BD60-0C51AD85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1. 识别破损区域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CEB42-F59E-4A6D-B04C-2F17522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9560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2. 参照完好区域推断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E230C-77A1-4AC0-9B73-798AFC3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38575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7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3. 补出像素内容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D57F-4EFA-45FB-807F-1E1D605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81550"/>
            <a:ext cx="885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4. 写入颜色数据</a:t>
            </a:r>
          </a:p>
        </p:txBody>
      </p:sp>
    </p:spTree>
    <p:extLst>
      <p:ext uri="{BB962C8B-B14F-4D97-AF65-F5344CB8AC3E}">
        <p14:creationId xmlns:p14="http://schemas.microsoft.com/office/powerpoint/2010/main" val="18691800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7B9FB-28E6-4DB6-9277-53D1591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40F04-8ABF-4577-B217-BB2DC18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48BC3-065A-4360-9434-F4F2869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5BE9C-03FC-4AA7-A0AD-BF5A559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观察自然界中的温度、声音和光。</a:t>
            </a:r>
          </a:p>
        </p:txBody>
      </p:sp>
    </p:spTree>
    <p:extLst>
      <p:ext uri="{BB962C8B-B14F-4D97-AF65-F5344CB8AC3E}">
        <p14:creationId xmlns:p14="http://schemas.microsoft.com/office/powerpoint/2010/main" val="51082641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171B79F-9F93-4718-BBE1-A2DB426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33FEF-4FE8-458F-9DA3-1E9F835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57CAF-E733-4B6A-9C20-C6116DAF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1C6FD-0EAF-4D48-AA56-0489FBC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6143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5723C-DB47-4A1F-BAFF-8DC42850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" y="4619625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91EA-5BCA-46C5-ABF0-1B02C65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7750" y="3703245"/>
            <a:ext cx="71438" cy="1067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F47C5-1CEA-41F0-8A1A-2E3D7E6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9188" y="3598888"/>
            <a:ext cx="71438" cy="104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83733-EAD4-444B-A0B7-5D66681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0625" y="3499271"/>
            <a:ext cx="71438" cy="99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D185B-80E5-455E-87E0-D6D6DFC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62063" y="3406634"/>
            <a:ext cx="71438" cy="92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A5C9D-48EB-4C63-BC39-A3AC013A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33500" y="3323054"/>
            <a:ext cx="71438" cy="83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4DB19-B64B-4A81-BFDB-E9F7E97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04938" y="3250411"/>
            <a:ext cx="71438" cy="726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A105D-AD01-4470-A192-9E98CD86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76375" y="3190335"/>
            <a:ext cx="71438" cy="60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3611-0E53-4241-A57D-FA86975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47813" y="3144175"/>
            <a:ext cx="71438" cy="46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35970-D9B9-4484-B235-1A0B22B1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19250" y="3112968"/>
            <a:ext cx="71438" cy="31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48261-561A-4639-9559-CC58D99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90688" y="3097415"/>
            <a:ext cx="71438" cy="155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28A69-768F-4669-96FE-A20746D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3097415"/>
            <a:ext cx="71438" cy="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189C8-20BD-4E73-A9A4-7ED8BCEE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33563" y="3097865"/>
            <a:ext cx="71438" cy="16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C19CB-3043-4B29-AEE7-44D3AAAA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3114308"/>
            <a:ext cx="71438" cy="320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075CE-2B80-4ED0-916B-6A4931D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76438" y="3146374"/>
            <a:ext cx="71438" cy="46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B5DC8-306A-42F6-9DF0-0060871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7875" y="3193345"/>
            <a:ext cx="71438" cy="60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8138F-0659-4D35-BAD3-F1F433C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9313" y="3254164"/>
            <a:ext cx="71438" cy="73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3A608-D5BE-4C93-8D9B-85970E55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3327466"/>
            <a:ext cx="71438" cy="841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F850C-D5B6-4DCB-A868-FEEE587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3411605"/>
            <a:ext cx="71438" cy="93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0F17D-6735-4655-AB8C-161A540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504690"/>
            <a:ext cx="71438" cy="999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1FCBA-D4CD-44EF-90C7-E015A57C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5063" y="3604633"/>
            <a:ext cx="71438" cy="1045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0FB8B-2780-4B08-94D5-9CD55D47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3709187"/>
            <a:ext cx="71438" cy="106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B5FB7-C5DE-49DC-B6A6-DBD9A49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47938" y="3816006"/>
            <a:ext cx="71438" cy="106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43951-DE63-47BD-BD28-D593F1A1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9375" y="3922690"/>
            <a:ext cx="71438" cy="1041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DE0421-6A57-4B85-8D09-4FEFE24A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90813" y="4026842"/>
            <a:ext cx="71438" cy="99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A6F71-6DBE-427F-A8E3-715DE59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4126126"/>
            <a:ext cx="71438" cy="921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565FB-0DC0-4F25-9842-18395D2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3688" y="4218309"/>
            <a:ext cx="71438" cy="830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DD448-916D-4E8E-AF7E-C0838365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301323"/>
            <a:ext cx="71438" cy="71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CB219-C088-4D1F-AD2E-D09FC32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6563" y="4373303"/>
            <a:ext cx="71438" cy="59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58C49-C57A-4F9F-B209-C98E3CC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432632"/>
            <a:ext cx="71438" cy="45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B252B-435C-4379-A3B5-9A93CDA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19438" y="4477978"/>
            <a:ext cx="71438" cy="303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D7C00-BDB4-41BD-AA0C-7671EFA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90875" y="4508323"/>
            <a:ext cx="71438" cy="146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6D5627-3DEF-4AD6-8FB6-37FEB2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62313" y="4521635"/>
            <a:ext cx="71438" cy="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5A50E4-B158-45E8-ACB8-3192E1C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33750" y="4504303"/>
            <a:ext cx="71438" cy="17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CC0C7-FA73-47E9-8841-472B748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5188" y="4471379"/>
            <a:ext cx="71438" cy="329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3D4C5-AFDA-483F-A849-7E3202AC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76625" y="4423601"/>
            <a:ext cx="71438" cy="47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66344B-2384-414C-9869-33B32FD0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48063" y="4362044"/>
            <a:ext cx="71438" cy="615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325468-FB92-46A4-A303-45989BE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19500" y="4288088"/>
            <a:ext cx="71438" cy="739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0C33B4-EBD4-4762-9C7E-F705AF52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90938" y="4203396"/>
            <a:ext cx="71438" cy="84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B784C2-844C-4298-A180-3F905158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62375" y="4109869"/>
            <a:ext cx="71438" cy="935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0F33D7-6C49-43C1-B63B-82770897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33813" y="4009607"/>
            <a:ext cx="71438" cy="1002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9172A-2717-4E82-9D40-95F89A0C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0" y="3904863"/>
            <a:ext cx="71438" cy="104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2ACB7B-87E2-49BE-BF41-EB9D247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76688" y="3797989"/>
            <a:ext cx="71438" cy="10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2E2664-2D08-4E3C-BC47-732F878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48125" y="3691384"/>
            <a:ext cx="71438" cy="106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C2E03C-B0E1-471E-9956-91639BC2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9563" y="3587443"/>
            <a:ext cx="71438" cy="1039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4A8F82-318F-4FFC-8066-F3BC71D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91000" y="3488500"/>
            <a:ext cx="71438" cy="98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6A4183-4B46-4F0F-A0A7-43A1F762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62438" y="3396777"/>
            <a:ext cx="71438" cy="917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351B90-7C07-4430-89F0-00706AE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33875" y="3314335"/>
            <a:ext cx="71438" cy="82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3B514-6DFB-46E8-A920-06CA93D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05313" y="3243024"/>
            <a:ext cx="71438" cy="713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F162F3-A07D-49FD-866A-E0D3670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76750" y="3184446"/>
            <a:ext cx="71438" cy="58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A93236-F644-4585-A53D-CFE7C15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48188" y="3139916"/>
            <a:ext cx="71438" cy="445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D0220B-38CF-452A-8B54-FF92FCF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19625" y="3110436"/>
            <a:ext cx="71438" cy="29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4B8B13-841A-45CE-A4F7-5C696E8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91063" y="3096666"/>
            <a:ext cx="71438" cy="137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BD4ADC-C55E-41BE-82B8-E381F19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3096666"/>
            <a:ext cx="71438" cy="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BEBBE3-748E-4C04-85DB-34A83D8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33938" y="3098916"/>
            <a:ext cx="71438" cy="18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271C9D-33E7-4E59-B3F4-517F401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5375" y="3117135"/>
            <a:ext cx="71438" cy="337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B61661-7D17-4945-85C7-398C344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76813" y="3150915"/>
            <a:ext cx="71438" cy="4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5CD923-E89B-41DB-A393-0BB6DF9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3199496"/>
            <a:ext cx="71438" cy="62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5D4572-530D-481E-94C5-7FFC624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19688" y="3261788"/>
            <a:ext cx="71438" cy="74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92316D-FC45-454B-9903-B2BFB82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3336391"/>
            <a:ext cx="71438" cy="85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DAB5D3-290D-448C-81A2-09FDB3F2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2563" y="3421631"/>
            <a:ext cx="71438" cy="939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2EF59A-4181-4DCB-B363-8350931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3515593"/>
            <a:ext cx="71438" cy="100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041790-6FC8-4B83-96B2-5EB809B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05438" y="3616166"/>
            <a:ext cx="71438" cy="104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72B02C-306B-4222-80AB-3D3DCA5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3721093"/>
            <a:ext cx="71438" cy="1069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0B8773-5115-4ACC-B496-DBA64D1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48313" y="3828016"/>
            <a:ext cx="71438" cy="106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716253-9728-4E1F-84AA-2A58FEC8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3934535"/>
            <a:ext cx="71438" cy="103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DEA3359-85CC-4D24-8B7A-F259683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91188" y="4038257"/>
            <a:ext cx="71438" cy="985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F6FCB4-3A03-46D8-8731-8318529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4136852"/>
            <a:ext cx="71438" cy="912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E04632-EA90-45DE-A45C-E9F71EB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4228107"/>
            <a:ext cx="71438" cy="81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E46659-F6E6-4996-9148-88D6A742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4309973"/>
            <a:ext cx="71438" cy="70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4EB225-4CE9-466C-A7C4-7B853FDB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76938" y="4380610"/>
            <a:ext cx="71438" cy="57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D9AE91-A976-42F2-B435-6266CA3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48375" y="4438433"/>
            <a:ext cx="71438" cy="437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917565-707C-4759-B524-EB382A6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9813" y="4482142"/>
            <a:ext cx="71438" cy="286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574431-BA6E-4D78-96D1-E3D3417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4510756"/>
            <a:ext cx="71438" cy="12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89FBAE-30C8-445F-8BA0-BCD6ED5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62688" y="4520484"/>
            <a:ext cx="71438" cy="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3A5DF2-5357-4030-B0FB-FDE773A1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34125" y="4501378"/>
            <a:ext cx="71438" cy="191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22912F-B6D2-4B08-9124-AE53AE5E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5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连续变化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00C7879-72D9-4A36-9FE0-29C0D48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100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时间或空间上可取中间值</a:t>
            </a:r>
          </a:p>
        </p:txBody>
      </p:sp>
    </p:spTree>
    <p:extLst>
      <p:ext uri="{BB962C8B-B14F-4D97-AF65-F5344CB8AC3E}">
        <p14:creationId xmlns:p14="http://schemas.microsoft.com/office/powerpoint/2010/main" val="2290183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39F1-9BFF-4C1C-A640-D8730E99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1D8CE-30D4-4B80-BF70-6EAD3E4A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7EF8F-3934-4B93-9B11-EAA6AE65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D0013-A1FA-43DE-9DF1-4EEB094B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观察 0、1 两种状态。</a:t>
            </a:r>
          </a:p>
        </p:txBody>
      </p:sp>
    </p:spTree>
    <p:extLst>
      <p:ext uri="{BB962C8B-B14F-4D97-AF65-F5344CB8AC3E}">
        <p14:creationId xmlns:p14="http://schemas.microsoft.com/office/powerpoint/2010/main" val="19193394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ED0DD-C9A2-45CB-B3B8-C86C9F6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D20DC-FBDA-438C-8A81-2612BC2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0EBEE-8CE8-496D-82DD-5B0C9974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7A0C0-63BA-4D66-AB2C-5EB70B85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6143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4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C3ED4-645A-40CB-8DFD-DEDA399D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" y="4619625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058D9-CB2D-491F-895A-A1F45BD6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4048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75555-40A8-4A2A-9F2B-0A69F2A7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81175" y="4048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124C-4B8C-49F3-B305-4ACF6A4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66975" y="30003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861C4-1BE6-4B2C-BEB9-A443685A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6975" y="3000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6BC59-23C4-4FE7-968C-10F95BB7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52775" y="3000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E08E1-FF4B-4A6D-A406-9FE1531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30003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9F12A-3025-42BF-A717-026174A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4048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D99F8-8AD2-4474-AE8B-E94DEDE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4048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83548-7C49-4517-8E4D-CCFDD1B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10175" y="30003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EE484-D7A3-4A18-87EF-EFAFF1E6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0175" y="3000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E041-B0B7-4B29-8549-22AA492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5975" y="3000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E7A5E-BD97-4986-9DC9-C350103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81775" y="300037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A8DB2-C459-48C8-91A5-03A30BD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离散的 0 / 1 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C4300-4EDB-4135-926F-ABD7B79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本课用二进制解释图像文件</a:t>
            </a:r>
          </a:p>
        </p:txBody>
      </p:sp>
    </p:spTree>
    <p:extLst>
      <p:ext uri="{BB962C8B-B14F-4D97-AF65-F5344CB8AC3E}">
        <p14:creationId xmlns:p14="http://schemas.microsoft.com/office/powerpoint/2010/main" val="181823901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494DF-B9FD-454D-B4F4-87550E1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5DBB5-DAE7-4386-AD38-65D8CB7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0441D-2E66-4309-9ADA-95D4C40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C24D-820B-46B1-A7E3-1DD362F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00200"/>
            <a:ext cx="1042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自然界中的光 → ？ → 图像数据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A45DF-0593-433B-AFA6-1A64A36C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自然界中的光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6B13-9338-4395-BCF0-E05A09A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290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300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？   ？   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72988-F74F-4444-9FD2-8B55626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图像数据</a:t>
            </a:r>
          </a:p>
        </p:txBody>
      </p:sp>
    </p:spTree>
    <p:extLst>
      <p:ext uri="{BB962C8B-B14F-4D97-AF65-F5344CB8AC3E}">
        <p14:creationId xmlns:p14="http://schemas.microsoft.com/office/powerpoint/2010/main" val="6686634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88BC3-52F4-41DD-806E-A0EF6A2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BC643-C11F-45AE-A76F-8AFCBEF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B9ABE-701D-4B45-91A3-4541112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6D137-3535-4DBC-89E9-7A7DF45E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47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自然界的光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C98E1-73D8-4280-BB8C-0601A3D9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48000"/>
            <a:ext cx="47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1C130-6DC8-42B6-B9CE-75DB8BC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715A1-7AC3-444B-987A-E010417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47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0117E-CCC8-40B5-A3AF-D02274C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量化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0C9FD-0F15-40F6-B8F4-BDA41FC9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47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FDE3-4221-4F98-A17B-B040D0B6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2925" b="1">
                <a:solidFill>
                  <a:srgbClr val="262626"/>
                </a:solidFill>
                <a:latin typeface="Alibaba PuHuiTi 3.0 85 Bold"/>
                <a:ea typeface="Alibaba PuHuiTi 3.0 85 Bold"/>
                <a:cs typeface="Alibaba PuHuiTi 3.0 85 Bold"/>
              </a:rPr>
              <a:t>编码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87CAB-9BE9-4C49-8A01-CADAEDD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47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defRPr>
            </a:pPr>
            <a:r>
              <a:rPr sz="3225" b="1">
                <a:solidFill>
                  <a:srgbClr val="8C64E1"/>
                </a:solidFill>
                <a:latin typeface="Alibaba PuHuiTi 3.0 85 Bold"/>
                <a:ea typeface="Alibaba PuHuiTi 3.0 85 Bold"/>
                <a:cs typeface="Alibaba PuHuiTi 3.0 85 Bold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486AD-168F-43F9-80D0-90AE274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480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CBAC2-839D-409B-BB37-18A8241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7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14387364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239F2-3336-474D-8934-E63AD53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F1F21-70D4-4548-83CC-B1AB2E6A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3225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149B0-CB2B-40B2-9567-7D7EE84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7D53-F7C0-4BD8-82EF-EB4C08EE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完成新发讲义第二页的图像编码练习。</a:t>
            </a:r>
          </a:p>
        </p:txBody>
      </p:sp>
    </p:spTree>
    <p:extLst>
      <p:ext uri="{BB962C8B-B14F-4D97-AF65-F5344CB8AC3E}">
        <p14:creationId xmlns:p14="http://schemas.microsoft.com/office/powerpoint/2010/main" val="1040539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2026-09-29T11:47:19.7320000Z</dcterms:created>
  <dcterms:modified xsi:type="dcterms:W3CDTF">2026-09-29T11:47:19.7330000Z</dcterms:modified>
</coreProperties>
</file>