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e7c5cc91f441de" /><Relationship Type="http://schemas.openxmlformats.org/officeDocument/2006/relationships/extended-properties" Target="/docProps/app.xml" Id="Ra0993243f6944bf7" /><Relationship Type="http://schemas.openxmlformats.org/officeDocument/2006/relationships/officeDocument" Target="/ppt/presentation.xml" Id="Rdac0b819a3414f61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8360c5725d0649bc"/>
  </p:sldMasterIdLst>
  <p:notesMasterIdLst>
    <p:notesMasterId r:id="Re34b4cbd997b4be8"/>
  </p:notesMasterIdLst>
  <p:sldIdLst>
    <p:sldId id="256" r:id="Ra3926fc0ed41493e"/>
    <p:sldId id="257" r:id="Rc88379852c4c49e7"/>
    <p:sldId id="258" r:id="Ra297857bf22f4388"/>
    <p:sldId id="259" r:id="R95af0808f4f54cc2"/>
    <p:sldId id="260" r:id="R13c74a5cfdb94c9f"/>
    <p:sldId id="261" r:id="R3a908578ce384215"/>
    <p:sldId id="262" r:id="R4198802ddce1466e"/>
    <p:sldId id="263" r:id="R5bde801a4c9c4124"/>
    <p:sldId id="264" r:id="Rba0c59b0c3a04978"/>
    <p:sldId id="265" r:id="R07acdc2edeb7421f"/>
    <p:sldId id="266" r:id="R193dc2dcee9a4168"/>
    <p:sldId id="267" r:id="R7a6785a412374287"/>
    <p:sldId id="268" r:id="R2ec7df8b211e4de1"/>
    <p:sldId id="269" r:id="R731d3b0d1cd0432b"/>
    <p:sldId id="270" r:id="R3d81be8a061d43e9"/>
    <p:sldId id="271" r:id="R84c83ff8b69a44ff"/>
    <p:sldId id="272" r:id="R8a0a1307d99847a8"/>
    <p:sldId id="273" r:id="R994751c0eb4b4177"/>
    <p:sldId id="274" r:id="Re3b3f356ad0b48cf"/>
    <p:sldId id="275" r:id="R5411c7bcfb59498a"/>
    <p:sldId id="276" r:id="Rd3fb92c3da024cac"/>
    <p:sldId id="277" r:id="Rd0124281c2b2450e"/>
    <p:sldId id="278" r:id="Raa374fa44752458e"/>
    <p:sldId id="279" r:id="Rd6499c16411d46ab"/>
    <p:sldId id="280" r:id="R5643e982b53348ef"/>
    <p:sldId id="281" r:id="R5cf5a791e26f49fa"/>
    <p:sldId id="282" r:id="Reddbfa6fc13f4306"/>
    <p:sldId id="283" r:id="Rbfd9e26caf1848f8"/>
    <p:sldId id="284" r:id="R6dca9a6e27b443c2"/>
    <p:sldId id="285" r:id="R73f1148aff4948ee"/>
    <p:sldId id="286" r:id="Ra1093a0d370f4a57"/>
    <p:sldId id="287" r:id="R4091cb7fdeb34ac6"/>
    <p:sldId id="288" r:id="R82e3655e05474708"/>
    <p:sldId id="289" r:id="R4d307f6bd73043fd"/>
    <p:sldId id="290" r:id="R0a7e0196ade7427f"/>
    <p:sldId id="291" r:id="Rc17f5b66801d4661"/>
    <p:sldId id="292" r:id="R64df6adc6079451b"/>
    <p:sldId id="293" r:id="R6728f0ef54a94199"/>
    <p:sldId id="294" r:id="R5496258cdd3243ba"/>
    <p:sldId id="295" r:id="R06594bed14de43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0cbfa5326a465d" /><Relationship Type="http://schemas.openxmlformats.org/officeDocument/2006/relationships/slideMaster" Target="/ppt/slideMasters/slideMaster1.xml" Id="R8360c5725d0649bc" /><Relationship Type="http://schemas.openxmlformats.org/officeDocument/2006/relationships/notesMaster" Target="/ppt/notesMasters/notesMaster1.xml" Id="Re34b4cbd997b4be8" /><Relationship Type="http://schemas.openxmlformats.org/officeDocument/2006/relationships/presProps" Target="/ppt/presProps.xml" Id="R9038af26111f4170" /><Relationship Type="http://schemas.openxmlformats.org/officeDocument/2006/relationships/tableStyles" Target="/ppt/tableStyles.xml" Id="R88bf130d21e84157" /><Relationship Type="http://schemas.openxmlformats.org/officeDocument/2006/relationships/slide" Target="/ppt/slides/slide1.xml" Id="Ra3926fc0ed41493e" /><Relationship Type="http://schemas.openxmlformats.org/officeDocument/2006/relationships/slide" Target="/ppt/slides/slide2.xml" Id="Rc88379852c4c49e7" /><Relationship Type="http://schemas.openxmlformats.org/officeDocument/2006/relationships/slide" Target="/ppt/slides/slide3.xml" Id="Ra297857bf22f4388" /><Relationship Type="http://schemas.openxmlformats.org/officeDocument/2006/relationships/slide" Target="/ppt/slides/slide4.xml" Id="R95af0808f4f54cc2" /><Relationship Type="http://schemas.openxmlformats.org/officeDocument/2006/relationships/slide" Target="/ppt/slides/slide5.xml" Id="R13c74a5cfdb94c9f" /><Relationship Type="http://schemas.openxmlformats.org/officeDocument/2006/relationships/slide" Target="/ppt/slides/slide6.xml" Id="R3a908578ce384215" /><Relationship Type="http://schemas.openxmlformats.org/officeDocument/2006/relationships/slide" Target="/ppt/slides/slide7.xml" Id="R4198802ddce1466e" /><Relationship Type="http://schemas.openxmlformats.org/officeDocument/2006/relationships/slide" Target="/ppt/slides/slide8.xml" Id="R5bde801a4c9c4124" /><Relationship Type="http://schemas.openxmlformats.org/officeDocument/2006/relationships/slide" Target="/ppt/slides/slide9.xml" Id="Rba0c59b0c3a04978" /><Relationship Type="http://schemas.openxmlformats.org/officeDocument/2006/relationships/slide" Target="/ppt/slides/slide10.xml" Id="R07acdc2edeb7421f" /><Relationship Type="http://schemas.openxmlformats.org/officeDocument/2006/relationships/slide" Target="/ppt/slides/slide11.xml" Id="R193dc2dcee9a4168" /><Relationship Type="http://schemas.openxmlformats.org/officeDocument/2006/relationships/slide" Target="/ppt/slides/slide12.xml" Id="R7a6785a412374287" /><Relationship Type="http://schemas.openxmlformats.org/officeDocument/2006/relationships/slide" Target="/ppt/slides/slide13.xml" Id="R2ec7df8b211e4de1" /><Relationship Type="http://schemas.openxmlformats.org/officeDocument/2006/relationships/slide" Target="/ppt/slides/slide14.xml" Id="R731d3b0d1cd0432b" /><Relationship Type="http://schemas.openxmlformats.org/officeDocument/2006/relationships/slide" Target="/ppt/slides/slide15.xml" Id="R3d81be8a061d43e9" /><Relationship Type="http://schemas.openxmlformats.org/officeDocument/2006/relationships/slide" Target="/ppt/slides/slide16.xml" Id="R84c83ff8b69a44ff" /><Relationship Type="http://schemas.openxmlformats.org/officeDocument/2006/relationships/slide" Target="/ppt/slides/slide17.xml" Id="R8a0a1307d99847a8" /><Relationship Type="http://schemas.openxmlformats.org/officeDocument/2006/relationships/slide" Target="/ppt/slides/slide18.xml" Id="R994751c0eb4b4177" /><Relationship Type="http://schemas.openxmlformats.org/officeDocument/2006/relationships/slide" Target="/ppt/slides/slide19.xml" Id="Re3b3f356ad0b48cf" /><Relationship Type="http://schemas.openxmlformats.org/officeDocument/2006/relationships/slide" Target="/ppt/slides/slide20.xml" Id="R5411c7bcfb59498a" /><Relationship Type="http://schemas.openxmlformats.org/officeDocument/2006/relationships/slide" Target="/ppt/slides/slide21.xml" Id="Rd3fb92c3da024cac" /><Relationship Type="http://schemas.openxmlformats.org/officeDocument/2006/relationships/slide" Target="/ppt/slides/slide22.xml" Id="Rd0124281c2b2450e" /><Relationship Type="http://schemas.openxmlformats.org/officeDocument/2006/relationships/slide" Target="/ppt/slides/slide23.xml" Id="Raa374fa44752458e" /><Relationship Type="http://schemas.openxmlformats.org/officeDocument/2006/relationships/slide" Target="/ppt/slides/slide24.xml" Id="Rd6499c16411d46ab" /><Relationship Type="http://schemas.openxmlformats.org/officeDocument/2006/relationships/slide" Target="/ppt/slides/slide25.xml" Id="R5643e982b53348ef" /><Relationship Type="http://schemas.openxmlformats.org/officeDocument/2006/relationships/slide" Target="/ppt/slides/slide26.xml" Id="R5cf5a791e26f49fa" /><Relationship Type="http://schemas.openxmlformats.org/officeDocument/2006/relationships/slide" Target="/ppt/slides/slide27.xml" Id="Reddbfa6fc13f4306" /><Relationship Type="http://schemas.openxmlformats.org/officeDocument/2006/relationships/slide" Target="/ppt/slides/slide28.xml" Id="Rbfd9e26caf1848f8" /><Relationship Type="http://schemas.openxmlformats.org/officeDocument/2006/relationships/slide" Target="/ppt/slides/slide29.xml" Id="R6dca9a6e27b443c2" /><Relationship Type="http://schemas.openxmlformats.org/officeDocument/2006/relationships/slide" Target="/ppt/slides/slide30.xml" Id="R73f1148aff4948ee" /><Relationship Type="http://schemas.openxmlformats.org/officeDocument/2006/relationships/slide" Target="/ppt/slides/slide31.xml" Id="Ra1093a0d370f4a57" /><Relationship Type="http://schemas.openxmlformats.org/officeDocument/2006/relationships/slide" Target="/ppt/slides/slide32.xml" Id="R4091cb7fdeb34ac6" /><Relationship Type="http://schemas.openxmlformats.org/officeDocument/2006/relationships/slide" Target="/ppt/slides/slide33.xml" Id="R82e3655e05474708" /><Relationship Type="http://schemas.openxmlformats.org/officeDocument/2006/relationships/slide" Target="/ppt/slides/slide34.xml" Id="R4d307f6bd73043fd" /><Relationship Type="http://schemas.openxmlformats.org/officeDocument/2006/relationships/slide" Target="/ppt/slides/slide35.xml" Id="R0a7e0196ade7427f" /><Relationship Type="http://schemas.openxmlformats.org/officeDocument/2006/relationships/slide" Target="/ppt/slides/slide36.xml" Id="Rc17f5b66801d4661" /><Relationship Type="http://schemas.openxmlformats.org/officeDocument/2006/relationships/slide" Target="/ppt/slides/slide37.xml" Id="R64df6adc6079451b" /><Relationship Type="http://schemas.openxmlformats.org/officeDocument/2006/relationships/slide" Target="/ppt/slides/slide38.xml" Id="R6728f0ef54a94199" /><Relationship Type="http://schemas.openxmlformats.org/officeDocument/2006/relationships/slide" Target="/ppt/slides/slide39.xml" Id="R5496258cdd3243ba" /><Relationship Type="http://schemas.openxmlformats.org/officeDocument/2006/relationships/slide" Target="/ppt/slides/slide40.xml" Id="R06594bed14de43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2a98f9e95949b9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latin typeface="Alibaba PuHuiTi 3.0 55 Regular"/>
        <a:ea typeface="Alibaba PuHuiTi 3.0 55 Regular"/>
        <a:cs typeface="Alibaba PuHuiTi 3.0 55 Regular"/>
      </a:defRPr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libaba PuHuiTi 3.0 115 Black"/>
        <a:ea typeface="Alibaba PuHuiTi 3.0 115 Black"/>
        <a:cs typeface="Alibaba PuHuiTi 3.0 115 Black"/>
      </a:majorFont>
      <a:minorFont>
        <a:latin typeface="Alibaba PuHuiTi 3.0 55 Regular"/>
        <a:ea typeface="Alibaba PuHuiTi 3.0 55 Regular"/>
        <a:cs typeface="Alibaba PuHuiTi 3.0 55 Regular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90c9460a69479f" /><Relationship Type="http://schemas.openxmlformats.org/officeDocument/2006/relationships/notesMaster" Target="/ppt/notesMasters/notesMaster1.xml" Id="R485f26383f0d47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65d359820c4e08" /><Relationship Type="http://schemas.openxmlformats.org/officeDocument/2006/relationships/notesMaster" Target="/ppt/notesMasters/notesMaster1.xml" Id="Rad17beb686ed40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02d01109014c03" /><Relationship Type="http://schemas.openxmlformats.org/officeDocument/2006/relationships/notesMaster" Target="/ppt/notesMasters/notesMaster1.xml" Id="Rf97de77a5f7941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e299157bcd4958" /><Relationship Type="http://schemas.openxmlformats.org/officeDocument/2006/relationships/notesMaster" Target="/ppt/notesMasters/notesMaster1.xml" Id="R55b4a3c7c97842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5923217d994506" /><Relationship Type="http://schemas.openxmlformats.org/officeDocument/2006/relationships/notesMaster" Target="/ppt/notesMasters/notesMaster1.xml" Id="R23b5d39e0fc442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d37170c4c94816" /><Relationship Type="http://schemas.openxmlformats.org/officeDocument/2006/relationships/notesMaster" Target="/ppt/notesMasters/notesMaster1.xml" Id="R228745e41f944c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cad30680f849db" /><Relationship Type="http://schemas.openxmlformats.org/officeDocument/2006/relationships/notesMaster" Target="/ppt/notesMasters/notesMaster1.xml" Id="R7e214da39e564e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80712defa649a9" /><Relationship Type="http://schemas.openxmlformats.org/officeDocument/2006/relationships/notesMaster" Target="/ppt/notesMasters/notesMaster1.xml" Id="R7309960ec4244d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00d4ccba754213" /><Relationship Type="http://schemas.openxmlformats.org/officeDocument/2006/relationships/notesMaster" Target="/ppt/notesMasters/notesMaster1.xml" Id="R8232dc1c04c147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7fe32c6ddc4f9d" /><Relationship Type="http://schemas.openxmlformats.org/officeDocument/2006/relationships/notesMaster" Target="/ppt/notesMasters/notesMaster1.xml" Id="R158f0743dcb948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d38c35392f4d73" /><Relationship Type="http://schemas.openxmlformats.org/officeDocument/2006/relationships/notesMaster" Target="/ppt/notesMasters/notesMaster1.xml" Id="R776d14468d3d49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e6fb8c9443c4f40" /><Relationship Type="http://schemas.openxmlformats.org/officeDocument/2006/relationships/notesMaster" Target="/ppt/notesMasters/notesMaster1.xml" Id="R71b25eb965e845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1d4f9c8bd874fa5" /><Relationship Type="http://schemas.openxmlformats.org/officeDocument/2006/relationships/notesMaster" Target="/ppt/notesMasters/notesMaster1.xml" Id="Rd645581f68ea4dd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8c6ea6ce93e4bc3" /><Relationship Type="http://schemas.openxmlformats.org/officeDocument/2006/relationships/notesMaster" Target="/ppt/notesMasters/notesMaster1.xml" Id="R7d5be14310cb47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a927fa53cab47ad" /><Relationship Type="http://schemas.openxmlformats.org/officeDocument/2006/relationships/notesMaster" Target="/ppt/notesMasters/notesMaster1.xml" Id="R227c5280bbb04c8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ae7cd1f60a648b1" /><Relationship Type="http://schemas.openxmlformats.org/officeDocument/2006/relationships/notesMaster" Target="/ppt/notesMasters/notesMaster1.xml" Id="Rbf52bf17ae9947a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16e7ddaf57048e6" /><Relationship Type="http://schemas.openxmlformats.org/officeDocument/2006/relationships/notesMaster" Target="/ppt/notesMasters/notesMaster1.xml" Id="R28776fc8386441a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bf44b2bda914537" /><Relationship Type="http://schemas.openxmlformats.org/officeDocument/2006/relationships/notesMaster" Target="/ppt/notesMasters/notesMaster1.xml" Id="R7fb02b5a01ad47c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1336ff9e37b4963" /><Relationship Type="http://schemas.openxmlformats.org/officeDocument/2006/relationships/notesMaster" Target="/ppt/notesMasters/notesMaster1.xml" Id="R2de45d785a4b4a3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c27bab3242640eb" /><Relationship Type="http://schemas.openxmlformats.org/officeDocument/2006/relationships/notesMaster" Target="/ppt/notesMasters/notesMaster1.xml" Id="R87524e1abf06459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db666395ab64e11" /><Relationship Type="http://schemas.openxmlformats.org/officeDocument/2006/relationships/notesMaster" Target="/ppt/notesMasters/notesMaster1.xml" Id="R1b12dc3860ac4c5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e2c63307d0f4377" /><Relationship Type="http://schemas.openxmlformats.org/officeDocument/2006/relationships/notesMaster" Target="/ppt/notesMasters/notesMaster1.xml" Id="Rae97470e5586451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d077166d9a4447a" /><Relationship Type="http://schemas.openxmlformats.org/officeDocument/2006/relationships/notesMaster" Target="/ppt/notesMasters/notesMaster1.xml" Id="Ra154c01bfcb241d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971d001b4f745ef" /><Relationship Type="http://schemas.openxmlformats.org/officeDocument/2006/relationships/notesMaster" Target="/ppt/notesMasters/notesMaster1.xml" Id="R64b3687af26144f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6a41df8e7ef4a1c" /><Relationship Type="http://schemas.openxmlformats.org/officeDocument/2006/relationships/notesMaster" Target="/ppt/notesMasters/notesMaster1.xml" Id="R4f21db85f4a649b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edd91c8bb8a46b9" /><Relationship Type="http://schemas.openxmlformats.org/officeDocument/2006/relationships/notesMaster" Target="/ppt/notesMasters/notesMaster1.xml" Id="R1576f9bbbbc44e3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5307108028a45e4" /><Relationship Type="http://schemas.openxmlformats.org/officeDocument/2006/relationships/notesMaster" Target="/ppt/notesMasters/notesMaster1.xml" Id="R849b82f1bf8b405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f60301f62a6474f" /><Relationship Type="http://schemas.openxmlformats.org/officeDocument/2006/relationships/notesMaster" Target="/ppt/notesMasters/notesMaster1.xml" Id="Rb11936ec62d64d7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5b7594b9dd54388" /><Relationship Type="http://schemas.openxmlformats.org/officeDocument/2006/relationships/notesMaster" Target="/ppt/notesMasters/notesMaster1.xml" Id="R104422f346df499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e6cb51cc11b4754" /><Relationship Type="http://schemas.openxmlformats.org/officeDocument/2006/relationships/notesMaster" Target="/ppt/notesMasters/notesMaster1.xml" Id="R51bc5b8198574e7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e8c1572184d4a81" /><Relationship Type="http://schemas.openxmlformats.org/officeDocument/2006/relationships/notesMaster" Target="/ppt/notesMasters/notesMaster1.xml" Id="Rb99b3becd41c421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a331a2466d54d09" /><Relationship Type="http://schemas.openxmlformats.org/officeDocument/2006/relationships/notesMaster" Target="/ppt/notesMasters/notesMaster1.xml" Id="Rabe381017a36480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d0ad65035bf459b" /><Relationship Type="http://schemas.openxmlformats.org/officeDocument/2006/relationships/notesMaster" Target="/ppt/notesMasters/notesMaster1.xml" Id="Rd124661e7ee94a8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5d7793c160c4327" /><Relationship Type="http://schemas.openxmlformats.org/officeDocument/2006/relationships/notesMaster" Target="/ppt/notesMasters/notesMaster1.xml" Id="R1f8ef7a145d749f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e9d7437f8e1466e" /><Relationship Type="http://schemas.openxmlformats.org/officeDocument/2006/relationships/notesMaster" Target="/ppt/notesMasters/notesMaster1.xml" Id="R75d6ef3887614eb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92536220ed24b3f" /><Relationship Type="http://schemas.openxmlformats.org/officeDocument/2006/relationships/notesMaster" Target="/ppt/notesMasters/notesMaster1.xml" Id="R146df96170fd43c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6f8ac1b350349e4" /><Relationship Type="http://schemas.openxmlformats.org/officeDocument/2006/relationships/notesMaster" Target="/ppt/notesMasters/notesMaster1.xml" Id="R3b67ae6c4e874bd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8354463f34f41ca" /><Relationship Type="http://schemas.openxmlformats.org/officeDocument/2006/relationships/notesMaster" Target="/ppt/notesMasters/notesMaster1.xml" Id="Rc90d53f9b42941e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151bfdd54634070" /><Relationship Type="http://schemas.openxmlformats.org/officeDocument/2006/relationships/notesMaster" Target="/ppt/notesMasters/notesMaster1.xml" Id="Rc5407adfa0f14ac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b6acfbd449142d5" /><Relationship Type="http://schemas.openxmlformats.org/officeDocument/2006/relationships/notesMaster" Target="/ppt/notesMasters/notesMaster1.xml" Id="Rcf33535c1edd4dca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[页面目的] 从图像数字化迁移到音频数字化。</a:t>
            </a:r>
          </a:p>
          <a:p>
            <a:r>
              <a:t>[教师逐字稿] 上节课我们用有限位置和有限颜色记录熊猫。今天这段音乐没有看得见的像素，要找出记录它的规则。先听同一段声音的两个版本，保留你的猜测。</a:t>
            </a:r>
          </a:p>
          <a:p>
            <a:r>
              <a:t>[课堂条件] 45分钟；教师Windows/WPS/JupyterLab演示，学生纸笔讨论。音频已离线预制，播放前检查音量。</a:t>
            </a:r>
          </a:p>
          <a:p>
            <a:r>
              <a:t>[来源] 用户指定熊猫v3课件仅作教学组织参考；音乐为用户提供《逆战》45–51秒片段。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同一段音乐，为什么大小不同？</a:t>
            </a:r>
          </a:p>
          <a:p>
            <a:r>
              <a:t>[内部编号] Q1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先看两份文件的大小，再听A、B。都六秒、都没有做音频压缩，为什么仍然不一样大？先给一个可以核对的猜测；我把两条写在板书角落，暂不判定。</a:t>
            </a:r>
          </a:p>
          <a:p>
            <a:r>
              <a:t>[认知起点] 已知道图像分辨率、位深度会影响像素数据量。</a:t>
            </a:r>
          </a:p>
          <a:p>
            <a:r>
              <a:t>[认知困惑] 两个实际未压缩文件都能播出同一段6秒音乐，却分别为529,244B和96,044B。听感不能单独说明为什么大小不同；不先展示采样率、位数或公式。</a:t>
            </a:r>
          </a:p>
          <a:p>
            <a:r>
              <a:t>[学生任务] 先看大小、听A/B各6秒，再口头提出一个可检验的解释，教师在板书角落保留两条猜测，Q17逐条核对；不要求听出差异才能参与。</a:t>
            </a:r>
          </a:p>
          <a:p>
            <a:r>
              <a:t>[预期学生反应] “一个被压缩了”“音质不一样”“记录得更详细”。压缩可以影响别的文件，但这两份已给定未做音频压缩，不能用压缩差异解释；其余猜测暂不判定，等待参数证据。</a:t>
            </a:r>
          </a:p>
          <a:p>
            <a:r>
              <a:t>[追问问题] 同样是6秒，电脑在这6秒中记录了多少个数？</a:t>
            </a:r>
          </a:p>
          <a:p>
            <a:r>
              <a:t>[Demo操作] 开课播放`music-44100-16-mono.wav`和`music-8000-16-mono.wav`，输出仅标A/B，不给参数标签；文件大小由实际文件读取，投影题目页已给出。课前隐藏代码和源文件名。若有学生追问原M4A，说明“这两份是从同一段已解码数据做出的未压缩文件，今天比较它们”，不把解码说成恢复压缩损失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同一段音乐，为什么大小不同？</a:t>
            </a:r>
          </a:p>
          <a:p>
            <a:r>
              <a:t>[内部编号] Q1 揭示页</a:t>
            </a:r>
          </a:p>
          <a:p>
            <a:r>
              <a:t>[教师逐字稿] 刚才大家提出了几种猜测。可以确定的是：同样六秒、同为未压缩，大小仍然不同。我们暂时还不知道记录参数怎样造成这个差别。把板书上的两条猜测保留，先找电脑究竟记录了哪些数，最后读实际文件来核对。</a:t>
            </a:r>
          </a:p>
          <a:p>
            <a:r>
              <a:t>[形成结论] 音乐数字化需要记录变化；时长相同不代表数据量相同。</a:t>
            </a:r>
          </a:p>
          <a:p>
            <a:r>
              <a:t>[追问问题] 同样是6秒，电脑在这6秒中记录了多少个数？</a:t>
            </a:r>
          </a:p>
          <a:p>
            <a:r>
              <a:t>[预期学生反应] “一个被压缩了”“音质不一样”“记录得更详细”。压缩可以影响别的文件，但这两份已给定未做音频压缩，不能用压缩差异解释；其余猜测暂不判定，等待参数证据。</a:t>
            </a:r>
          </a:p>
          <a:p>
            <a:r>
              <a:t>[Demo操作] 开课播放`music-44100-16-mono.wav`和`music-8000-16-mono.wav`，输出仅标A/B，不给参数标签；文件大小由实际文件读取，投影题目页已给出。课前隐藏代码和源文件名。若有学生追问原M4A，说明“这两份是从同一段已解码数据做出的未压缩文件，今天比较它们”，不把解码说成恢复压缩损失。</a:t>
            </a:r>
          </a:p>
          <a:p>
            <a:r>
              <a:t>[下一问] 不可见的声音，怎样显示出可记录的变化？</a:t>
            </a:r>
          </a:p>
          <a:p>
            <a:r>
              <a:t>[技术注解] 音乐数字化需要记录变化；时长相同不代表数据量相同。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Q1及C3–C5。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声音怎样变成一条波形？</a:t>
            </a:r>
          </a:p>
          <a:p>
            <a:r>
              <a:t>[内部编号] Q2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这一条曲线把原来看不见的变化画了出来。请指横轴和纵轴各表示什么，再找一个零线下方的时刻。纵轴能直接叫“音量”吗？先说你的理解。</a:t>
            </a:r>
          </a:p>
          <a:p>
            <a:r>
              <a:t>[认知起点] 学生知道图像按空间位置记录；不预设上一课已讲过声音的时间波形。</a:t>
            </a:r>
          </a:p>
          <a:p>
            <a:r>
              <a:t>[认知困惑] 音乐没有像素格，电脑究竟记录哪个物理量的变化？</a:t>
            </a:r>
          </a:p>
          <a:p>
            <a:r>
              <a:t>[学生任务] 看当前页的一条示意波形，指认横纵轴、零基准线以及一个正值／负值时刻。只读这条曲线，不要求比较尚未提供的多条波形。</a:t>
            </a:r>
          </a:p>
          <a:p>
            <a:r>
              <a:t>[预期学生反应] 横轴时间、纵轴音量。把“音量”修正为信号幅度；感知响度不直接等于一个样本的高度。</a:t>
            </a:r>
          </a:p>
          <a:p>
            <a:r>
              <a:t>[追问问题] 曲线在零线下方时，是否表示“负的音量”？横坐标不同，记录的是不同位置，还是不同时刻？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声音怎样变成一条波形？</a:t>
            </a:r>
          </a:p>
          <a:p>
            <a:r>
              <a:t>[内部编号] Q2 揭示页</a:t>
            </a:r>
          </a:p>
          <a:p>
            <a:r>
              <a:t>[教师逐字稿] 先看这一条曲线。往右是时间过去，不是声音在教室里走过的距离。麦克风把声压变化转成电信号，上下表示信号相对基准的数值。谁能指一个零线下方的时刻？负值表示低于基准，不是负的音量，也不是物体朝下移动。这里画的是归一化模型，不是原音乐的实测波形。原音乐早已是数字文件，课堂图和重新处理的WAV用于模拟这套记录规则；第一次录音时，采样对象是麦克风输出的连续电信号。</a:t>
            </a:r>
          </a:p>
          <a:p>
            <a:r>
              <a:t>[形成结论] 音频可以用随时间变化的信号表示。图上画的是模型，不是空气中可见的一条线。</a:t>
            </a:r>
          </a:p>
          <a:p>
            <a:r>
              <a:t>[追问问题] 曲线在零线下方时，是否表示“负的音量”？横坐标不同，记录的是不同位置，还是不同时刻？</a:t>
            </a:r>
          </a:p>
          <a:p>
            <a:r>
              <a:t>[预期学生反应] 横轴时间、纵轴音量。把“音量”修正为信号幅度；感知响度不直接等于一个样本的高度。</a:t>
            </a:r>
          </a:p>
          <a:p>
            <a:r>
              <a:t>[Demo操作] 使用课件证据，无需现场运行。</a:t>
            </a:r>
          </a:p>
          <a:p>
            <a:r>
              <a:t>[下一问] 连续曲线有太多时刻，文件怎样记录？</a:t>
            </a:r>
          </a:p>
          <a:p>
            <a:r>
              <a:t>[技术注解] 音频可以用随时间变化的信号表示。图上画的是模型，不是空气中可见的一条线。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Q2及C3–C5。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怎样留下波形随时间的变化？</a:t>
            </a:r>
          </a:p>
          <a:p>
            <a:r>
              <a:t>[内部编号] Q3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这一秒里，你准备在哪些时刻读取数值？先在纸上圈几个，让同桌说出你的记录规则。现在不规定取几个，也不先要求等间隔。先比较你们的办法，再看红点。</a:t>
            </a:r>
          </a:p>
          <a:p>
            <a:r>
              <a:t>[认知起点] 已知道图像在有限空间位置取样。</a:t>
            </a:r>
          </a:p>
          <a:p>
            <a:r>
              <a:t>[认知困惑] 任意录音的连续一秒里有无限多时刻，文件不能逐个直接写入。题中正弦曲线有公式，可按公式生成，但一般的现场音乐并没有事先给定的准确公式。</a:t>
            </a:r>
          </a:p>
          <a:p>
            <a:r>
              <a:t>[学生任务] 先在活动单圈几个准备读取的时刻，不提前规定必须等间隔；同桌说清怎样知道这些时刻。教师比较任意挑点与等间隔读点的记录规则，再看D1的12点，时间允许再看24点。</a:t>
            </a:r>
          </a:p>
          <a:p>
            <a:r>
              <a:t>[预期学生反应] 画曲线、截取点、每隔一段时间记录。追问画曲线本身也要数据，从记录少量值建立采样模型。</a:t>
            </a:r>
          </a:p>
          <a:p>
            <a:r>
              <a:t>[追问问题] 随意挑点，除了幅度还要交代什么？等间隔读点时，可否只约定开始时刻和采样率？两个时刻之间的全部变化都直接写进去了吗？</a:t>
            </a:r>
          </a:p>
          <a:p>
            <a:r>
              <a:t>[Demo操作] D1：Notebook先运行`plot_sampling(12, False)`；预测后依次显示`plot_sampling(12, True)`、`plot_sampling(24, True)`，比较同一秒点数。第二图为时间允许时的对照，超时停在12点。PPTX提问页仅曲线，揭示页复制后增加点；逐个点动画在备用HTML中，不是必须切换的第五个实验。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怎样留下波形随时间的变化？</a:t>
            </a:r>
          </a:p>
          <a:p>
            <a:r>
              <a:t>[内部编号] Q3 揭示页</a:t>
            </a:r>
          </a:p>
          <a:p>
            <a:r>
              <a:t>[教师逐字稿] 你们刚才挑了不同的时刻。图像课挑位置，声音课先挑时刻。如果每次间隔相同，就不必逐点交代时间，只要约定开始时间和每秒读取次数。再看红点：每个点留下当时的幅度，紫线是比较用的模型。点之间的整条曲线没有逐点存进去；现在先决定什么时候读，不急着决定保留几位数。</a:t>
            </a:r>
          </a:p>
          <a:p>
            <a:r>
              <a:t>[形成结论] 采样在离散时刻取得幅度样本。</a:t>
            </a:r>
          </a:p>
          <a:p>
            <a:r>
              <a:t>[追问问题] 随意挑点，除了幅度还要交代什么？等间隔读点时，可否只约定开始时刻和采样率？两个时刻之间的全部变化都直接写进去了吗？</a:t>
            </a:r>
          </a:p>
          <a:p>
            <a:r>
              <a:t>[预期学生反应] 画曲线、截取点、每隔一段时间记录。追问画曲线本身也要数据，从记录少量值建立采样模型。</a:t>
            </a:r>
          </a:p>
          <a:p>
            <a:r>
              <a:t>[Demo操作] D1：Notebook先运行`plot_sampling(12, False)`；预测后依次显示`plot_sampling(12, True)`、`plot_sampling(24, True)`，比较同一秒点数。第二图为时间允许时的对照，超时停在12点。PPTX提问页仅曲线，揭示页复制后增加点；逐个点动画在备用HTML中，不是必须切换的第五个实验。</a:t>
            </a:r>
          </a:p>
          <a:p>
            <a:r>
              <a:t>[下一问] 怎样用一个参数描述取样快慢？</a:t>
            </a:r>
          </a:p>
          <a:p>
            <a:r>
              <a:t>[技术注解] 采样在离散时刻取得幅度样本。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Q3及C3–C5。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每秒采样8000次，是什么意思？</a:t>
            </a:r>
          </a:p>
          <a:p>
            <a:r>
              <a:t>[内部编号] Q4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现在约定单声道每秒等间隔读取八千个样本。采样率应写多少赫兹？相邻两次隔多久？先列一秒除以什么，不急着换成毫秒。</a:t>
            </a:r>
          </a:p>
          <a:p>
            <a:r>
              <a:t>[认知起点] 知道等间隔取样，能读时间轴。</a:t>
            </a:r>
          </a:p>
          <a:p>
            <a:r>
              <a:t>[认知困惑] “8kHz”听起来像声音的音调，但它描述的其实是记录动作。</a:t>
            </a:r>
          </a:p>
          <a:p>
            <a:r>
              <a:t>[学生任务] 口算采样率与时间间隔；若运行了可选24点图，再比较一秒内12与24个点，不要求为此重开演示。</a:t>
            </a:r>
          </a:p>
          <a:p>
            <a:r>
              <a:t>[预期学生反应] 8000Hz；0.000125秒。误答“声音是8000Hz”时回到记录动作。</a:t>
            </a:r>
          </a:p>
          <a:p>
            <a:r>
              <a:t>[追问问题] 声音本身6000Hz、记录采样率24000Hz，两个数分别数什么？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每秒采样8000次，是什么意思？</a:t>
            </a:r>
          </a:p>
          <a:p>
            <a:r>
              <a:t>[内部编号] Q4 揭示页</a:t>
            </a:r>
          </a:p>
          <a:p>
            <a:r>
              <a:t>[教师逐字稿] 每秒读八千次，这个读数的频率叫采样率。请注意单位：八千赫兹，也可以写八千次每秒。相邻两次相隔多少时间？一秒分成八千份。声音自身的频率是在数振动，采样率是在数记录，两件事要分开。</a:t>
            </a:r>
          </a:p>
          <a:p>
            <a:r>
              <a:t>[形成结论] `fs`确定样本的时间间隔；kHz按1000换算。</a:t>
            </a:r>
          </a:p>
          <a:p>
            <a:r>
              <a:t>[追问问题] 声音本身6000Hz、记录采样率24000Hz，两个数分别数什么？</a:t>
            </a:r>
          </a:p>
          <a:p>
            <a:r>
              <a:t>[预期学生反应] 8000Hz；0.000125秒。误答“声音是8000Hz”时回到记录动作。</a:t>
            </a:r>
          </a:p>
          <a:p>
            <a:r>
              <a:t>[Demo操作] 使用课件证据，无需现场运行。</a:t>
            </a:r>
          </a:p>
          <a:p>
            <a:r>
              <a:t>[下一问] 时刻选好了，测到的幅度能保留任意精度吗？</a:t>
            </a:r>
          </a:p>
          <a:p>
            <a:r>
              <a:t>[技术注解] `fs`确定样本的时间间隔；kHz按1000换算。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Q4及C3–C5。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样本值不在可选等级上，怎么办？</a:t>
            </a:r>
          </a:p>
          <a:p>
            <a:r>
              <a:t>[内部编号] Q5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测到四个样本，但今天只能从这四个代表值里选。请各自填近似值，暂不填写码字栏。哪一档离原值最近？同桌先比较依据，再看答案。</a:t>
            </a:r>
          </a:p>
          <a:p>
            <a:r>
              <a:t>[认知起点] 图像用有限可选颜色近似原色；本页给出具体等级。</a:t>
            </a:r>
          </a:p>
          <a:p>
            <a:r>
              <a:t>[认知困惑] 样本值大多不等于允许保存的代表值。</a:t>
            </a:r>
          </a:p>
          <a:p>
            <a:r>
              <a:t>[学生任务] 个人填四个近似值，同桌比较选择依据。不要提前显示红色误差线或答案箭头。</a:t>
            </a:r>
          </a:p>
          <a:p>
            <a:r>
              <a:t>[预期学生反应] 选择最近等级；可能想原样写−0.62。提醒今天只有四档选择。</a:t>
            </a:r>
          </a:p>
          <a:p>
            <a:r>
              <a:t>[追问问题] −0.62与−0.75差了多少？把采样时刻加密能直接消除这次近似误差吗？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样本值不在可选等级上，怎么办？</a:t>
            </a:r>
          </a:p>
          <a:p>
            <a:r>
              <a:t>[内部编号] Q5 揭示页</a:t>
            </a:r>
          </a:p>
          <a:p>
            <a:r>
              <a:t>[教师逐字稿] 核对刚填的四行：测得值都读到了，可是现在只允许四个等级，只能选择最接近的一档。哪一项完全没有误差？都没有。图像课用有限颜色近似颜色，这里用有限幅度等级近似幅度，叫量化。误差来自这一档的近似，不是时刻有没有选好。</a:t>
            </a:r>
          </a:p>
          <a:p>
            <a:r>
              <a:t>[形成结论] 采样与量化解决不同限制；量化通常带来误差。</a:t>
            </a:r>
          </a:p>
          <a:p>
            <a:r>
              <a:t>[追问问题] −0.62与−0.75差了多少？把采样时刻加密能直接消除这次近似误差吗？</a:t>
            </a:r>
          </a:p>
          <a:p>
            <a:r>
              <a:t>[预期学生反应] 选择最近等级；可能想原样写−0.62。提醒今天只有四档选择。</a:t>
            </a:r>
          </a:p>
          <a:p>
            <a:r>
              <a:t>[Demo操作] 使用课件证据，无需现场运行。</a:t>
            </a:r>
          </a:p>
          <a:p>
            <a:r>
              <a:t>[下一问] 四档已经选定，怎样写成0和1？</a:t>
            </a:r>
          </a:p>
          <a:p>
            <a:r>
              <a:t>[技术注解] 采样与量化解决不同限制；量化通常带来误差。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Q5及C3–C5。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四个量化等级，怎样写成码字？</a:t>
            </a:r>
          </a:p>
          <a:p>
            <a:r>
              <a:t>[内部编号] Q6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沿用你刚填的四档，从低到高编号零至三，采用等长二进制码。每个样本至少几位？把四个码字填完整，再让同桌查回代表值。</a:t>
            </a:r>
          </a:p>
          <a:p>
            <a:r>
              <a:t>[认知起点] 已知`2ⁿ`种状态，Q5已得到四个等级。</a:t>
            </a:r>
          </a:p>
          <a:p>
            <a:r>
              <a:t>[认知困惑] “都用二进制”仍要约定编号和固定码长。</a:t>
            </a:r>
          </a:p>
          <a:p>
            <a:r>
              <a:t>[学生任务] 在Q5四行表格的码字栏填写四个等长码字；同桌互读，从码字查回代表值，核对是否回到量化后的值。</a:t>
            </a:r>
          </a:p>
          <a:p>
            <a:r>
              <a:t>[预期学生反应] 2bit；误把0写成单个0时要求四个码字等长。</a:t>
            </a:r>
          </a:p>
          <a:p>
            <a:r>
              <a:t>[追问问题] 把编号3保存为“11”，这个动作有没有再次决定采样时刻？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四个量化等级，怎样写成码字？</a:t>
            </a:r>
          </a:p>
          <a:p>
            <a:r>
              <a:t>[内部编号] Q6 揭示页</a:t>
            </a:r>
          </a:p>
          <a:p>
            <a:r>
              <a:t>[教师逐字稿] 我们把最低的一档叫零，最高的一档叫三。每个编号固定占几位，才能区分四种状态？两位。请写满两位，不要把零写成一位。写成码字这一步叫编码。这里约定的是课堂等级编号，真实PCM还会约定整数的表示和字节顺序。</a:t>
            </a:r>
          </a:p>
          <a:p>
            <a:r>
              <a:t>[形成结论] 采样取值，量化近似，编码写码字；本课编码不等于压缩。</a:t>
            </a:r>
          </a:p>
          <a:p>
            <a:r>
              <a:t>[追问问题] 把编号3保存为“11”，这个动作有没有再次决定采样时刻？</a:t>
            </a:r>
          </a:p>
          <a:p>
            <a:r>
              <a:t>[预期学生反应] 2bit；误把0写成单个0时要求四个码字等长。</a:t>
            </a:r>
          </a:p>
          <a:p>
            <a:r>
              <a:t>[Demo操作] 使用课件证据，无需现场运行。</a:t>
            </a:r>
          </a:p>
          <a:p>
            <a:r>
              <a:t>[下一问] 只有码字，对方就知道多久播放一次了吗？</a:t>
            </a:r>
          </a:p>
          <a:p>
            <a:r>
              <a:t>[技术注解] 采样取值，量化近似，编码写码字；本课编码不等于压缩。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Q6及C3–C5。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只有码字，就能按原速播放吗？</a:t>
            </a:r>
          </a:p>
          <a:p>
            <a:r>
              <a:t>[内部编号] Q7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这里已给定单声道和同一张码表，共四个样本。仅凭这些条件能知道播放多久吗？如果你认为不能，请指出还缺哪一项，再听另一种意见。</a:t>
            </a:r>
          </a:p>
          <a:p>
            <a:r>
              <a:t>[认知起点] 图像解码需要二维尺寸和读取顺序；已知码字含量化等级。</a:t>
            </a:r>
          </a:p>
          <a:p>
            <a:r>
              <a:t>[认知困惑] 同一串码字按不同速度读，可以有不同时间意义。</a:t>
            </a:r>
          </a:p>
          <a:p>
            <a:r>
              <a:t>[学生任务] 短口答还缺什么，用“样本数÷每秒样本数”解释两种时长；画两条时间轴放在课后拓展，核心课堂不再增加一次纸笔任务。</a:t>
            </a:r>
          </a:p>
          <a:p>
            <a:r>
              <a:t>[预期学生反应] 需要播放采样率。4Hz时样本时刻为0、0.25、0.50、0.75秒，文件播放时长是4÷4=1秒；最后样本的时间戳不等于播放时长。8Hz同理为0.5秒，按半开区间计数。</a:t>
            </a:r>
          </a:p>
          <a:p>
            <a:r>
              <a:t>[追问问题] 把低采样率文件正确播放，与把同一批样本用更高的播放采样率播放，一样吗？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只有码字，就能按原速播放吗？</a:t>
            </a:r>
          </a:p>
          <a:p>
            <a:r>
              <a:t>[内部编号] Q7 揭示页</a:t>
            </a:r>
          </a:p>
          <a:p>
            <a:r>
              <a:t>[教师逐字稿] 码表已经给了，编号也读得懂，可是每隔多久读一个？如果每秒四个，这四个样本对应一秒；每秒八个，就对应半秒。此题码长、码表和单声道都给定了，缺的是每秒读几个；不要把已知条件也当作缺失。一般音频还需位数、声道与排列规则。数据要连着解释规则一起保存。后面正常的采样率对照，会同时正确记录新采样率，播放时长保持六秒，不是给音乐加速。</a:t>
            </a:r>
          </a:p>
          <a:p>
            <a:r>
              <a:t>[形成结论] 样本序列与解释参数共同确定数字音频。</a:t>
            </a:r>
          </a:p>
          <a:p>
            <a:r>
              <a:t>[追问问题] 把低采样率文件正确播放，与把同一批样本用更高的播放采样率播放，一样吗？</a:t>
            </a:r>
          </a:p>
          <a:p>
            <a:r>
              <a:t>[预期学生反应] 需要播放采样率。4Hz时样本时刻为0、0.25、0.50、0.75秒，文件播放时长是4÷4=1秒；最后样本的时间戳不等于播放时长。8Hz同理为0.5秒，按半开区间计数。</a:t>
            </a:r>
          </a:p>
          <a:p>
            <a:r>
              <a:t>[Demo操作] 使用课件证据，无需现场运行。</a:t>
            </a:r>
          </a:p>
          <a:p>
            <a:r>
              <a:t>[下一问] 正确改变记录的采样率，能保留的内容会怎样？</a:t>
            </a:r>
          </a:p>
          <a:p>
            <a:r>
              <a:t>[技术注解] 样本序列与解释参数共同确定数字音频。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Q7及C3–C5。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只增加采样率，声音会怎样？</a:t>
            </a:r>
          </a:p>
          <a:p>
            <a:r>
              <a:t>[内部编号] Q8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现在揭示开场A、B的采样率，位数、声道和六秒时长相同。你猜改变的是播放速度还是保留的细节？先回忆刚才的听感。随后再听标好的纯音基准和转换结果；听完才给出技术条件。</a:t>
            </a:r>
          </a:p>
          <a:p>
            <a:r>
              <a:t>[认知起点] 知道采样率、时间间隔；区分记录动作与声音振动。</a:t>
            </a:r>
          </a:p>
          <a:p>
            <a:r>
              <a:t>[认知困惑] 同样六秒，同样16bit，少一些样本可能漏掉快速变化。</a:t>
            </a:r>
          </a:p>
          <a:p>
            <a:r>
              <a:t>[学生任务] 先投票“变快／细节变化／完全相同”，再D2试听。Q1音乐A/B在Q8对应到44.1kHz、8kHz；如重播须口头指明A、B，不显示文件名。纯音播放器分别标明24kHz基准、低通后8kHz；先确认正在听哪一个，才描述观察。用揭示时给出的频率条件解释纯音例，不要求首次预测就背出尚未给出的定理。</a:t>
            </a:r>
          </a:p>
          <a:p>
            <a:r>
              <a:t>[预期学生反应] 高频细节可能变少、变闷；也可能听不清差别。预测先保留，试听只观察这组转换结果，不用音乐听感证明采样定理。再应用揭示页给出的带限规则：8kHz不足以保留6kHz。</a:t>
            </a:r>
          </a:p>
          <a:p>
            <a:r>
              <a:t>[追问问题] 8kHz的半数是多少？6kHz与它相比怎样？</a:t>
            </a:r>
          </a:p>
          <a:p>
            <a:r>
              <a:t>[Demo操作] D2先让学生回忆开场A/B，揭示其采样率。默认不重播同一音乐；若有具体听辨问题且进度允许，按标签播放各6秒。核心试听为`tone-6000-at24000.wav`与`tone-lowpass-at8000.wav`，各3秒。先确认基准可闻，保持同一音量。结果展示的是已执行低通的正确转换，不是“仅仅取点就会自动滤除高频”。混叠备用文件属于课后拓展，核心45分钟不追加播放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只增加采样率，声音会怎样？</a:t>
            </a:r>
          </a:p>
          <a:p>
            <a:r>
              <a:t>[内部编号] Q8 揭示页</a:t>
            </a:r>
          </a:p>
          <a:p>
            <a:r>
              <a:t>[教师逐字稿] 回看刚才的预测和观察：采样率改变，位数、声道、时长不动，正确播放仍是六秒。听感是这组例子的观察，不能据此推出所有声音的规律。这里给出本课使用的技术条件：带限信号要保留到最高频率，采样率须高于它的两倍；实际还要给滤波留余量。六千赫兹需要高于一万二的采样率，八千不够，所以正常降采样先把这段高频滤掉。若基准纯音也听不到，我们直接用条件判断，不拿静音当证明。</a:t>
            </a:r>
          </a:p>
          <a:p>
            <a:r>
              <a:t>[形成结论] 带限条件下理想重建要求`fs &gt; 2fmax`；实际留滤波余量。采样率影响频率保留范围，不能只解释为折线更像原线。</a:t>
            </a:r>
          </a:p>
          <a:p>
            <a:r>
              <a:t>[追问问题] 8kHz的半数是多少？6kHz与它相比怎样？</a:t>
            </a:r>
          </a:p>
          <a:p>
            <a:r>
              <a:t>[预期学生反应] 高频细节可能变少、变闷；也可能听不清差别。预测先保留，试听只观察这组转换结果，不用音乐听感证明采样定理。再应用揭示页给出的带限规则：8kHz不足以保留6kHz。</a:t>
            </a:r>
          </a:p>
          <a:p>
            <a:r>
              <a:t>[Demo操作] D2先让学生回忆开场A/B，揭示其采样率。默认不重播同一音乐；若有具体听辨问题且进度允许，按标签播放各6秒。核心试听为`tone-6000-at24000.wav`与`tone-lowpass-at8000.wav`，各3秒。先确认基准可闻，保持同一音量。结果展示的是已执行低通的正确转换，不是“仅仅取点就会自动滤除高频”。混叠备用文件属于课后拓展，核心45分钟不追加播放。</a:t>
            </a:r>
          </a:p>
          <a:p>
            <a:r>
              <a:t>[下一问] 达到需要的频率范围后，一直增加采样率一定听得出吗？</a:t>
            </a:r>
          </a:p>
          <a:p>
            <a:r>
              <a:t>[技术注解] 正常降采样先低通；纯音低通后消失不等于出现混叠。fs&gt;2fmax是带限理想条件，真实需滤波余量。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Q8及C3–C5。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采样率越高，听起来一定越好吗？</a:t>
            </a:r>
          </a:p>
          <a:p>
            <a:r>
              <a:t>[内部编号] Q9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题目已经说明，三万二满足这个信号的频率条件。再提高到九万六，“一定更好听”这句话能成立吗？请用题目条件说明，先不凭参数大小投票。</a:t>
            </a:r>
          </a:p>
          <a:p>
            <a:r>
              <a:t>[认知起点] Q8建立频率范围与采样率关系。</a:t>
            </a:r>
          </a:p>
          <a:p>
            <a:r>
              <a:t>[认知困惑] 把“有能力记录更高频率”泛化成“任何录音一定更好听”。</a:t>
            </a:r>
          </a:p>
          <a:p>
            <a:r>
              <a:t>[学生任务] 投票，给出条件化的解释，不组织耗时的32k／96k盲听。</a:t>
            </a:r>
          </a:p>
          <a:p>
            <a:r>
              <a:t>[预期学生反应] 不一定；“一定”常来自广告语言。允许对设备链路的追问但不扩展本课。</a:t>
            </a:r>
          </a:p>
          <a:p>
            <a:r>
              <a:t>[追问问题] 源文件已经丢掉的细节，单纯转换成更高采样率会自己回来吗？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采样率越高，听起来一定越好吗？</a:t>
            </a:r>
          </a:p>
          <a:p>
            <a:r>
              <a:t>[内部编号] Q9 揭示页</a:t>
            </a:r>
          </a:p>
          <a:p>
            <a:r>
              <a:t>[教师逐字稿] 这次题目给了一个重要条件：信号只有八千赫兹以下的成分，三万二已经足够。改成九万六会让数更多，但不能保证耳朵觉得更好。我们用的M4A本身已是压缩文件，转成更大的PCM WAV也不能恢复之前损失的信息。参数要和需求一起判断。</a:t>
            </a:r>
          </a:p>
          <a:p>
            <a:r>
              <a:t>[形成结论] 音质关系应带条件；更高采样率不保证可闻改进。</a:t>
            </a:r>
          </a:p>
          <a:p>
            <a:r>
              <a:t>[追问问题] 源文件已经丢掉的细节，单纯转换成更高采样率会自己回来吗？</a:t>
            </a:r>
          </a:p>
          <a:p>
            <a:r>
              <a:t>[预期学生反应] 不一定；“一定”常来自广告语言。允许对设备链路的追问但不扩展本课。</a:t>
            </a:r>
          </a:p>
          <a:p>
            <a:r>
              <a:t>[Demo操作] 使用课件证据，无需现场运行。</a:t>
            </a:r>
          </a:p>
          <a:p>
            <a:r>
              <a:t>[下一问] 保持时刻不变，再检查幅度近似的精度。</a:t>
            </a:r>
          </a:p>
          <a:p>
            <a:r>
              <a:t>[技术注解] 音质关系应带条件；更高采样率不保证可闻改进。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Q9及C3–C5。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采样时刻不变，怎样减小量化误差？</a:t>
            </a:r>
          </a:p>
          <a:p>
            <a:r>
              <a:t>[内部编号] Q10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这次不增加采样时刻，只改可选幅度等级。你预测两位和四位哪一种近似更细？先看同一批样本，指出你想比较的地方，再运行左右对照图。</a:t>
            </a:r>
          </a:p>
          <a:p>
            <a:r>
              <a:t>[认知起点] Q5已有具体误差，Q8只改变采样率。</a:t>
            </a:r>
          </a:p>
          <a:p>
            <a:r>
              <a:t>[认知困惑] 点数多不等于每个点近似得准，另一种误差需要独立处理。</a:t>
            </a:r>
          </a:p>
          <a:p>
            <a:r>
              <a:t>[学生任务] D3在同一画面比较固定时刻的样本和代表值，指出红色误差段；沿用Q5的−0.10，读出一项具体误差。然后试听有明确标签的4bit有效模型和16bit基准。</a:t>
            </a:r>
          </a:p>
          <a:p>
            <a:r>
              <a:t>[预期学生反应] 4bit更细；可能说“点变多”。用同一时间轴、同样48个时刻证伪。</a:t>
            </a:r>
          </a:p>
          <a:p>
            <a:r>
              <a:t>[追问问题] 红线是在横向补时刻，还是纵向修近似？</a:t>
            </a:r>
          </a:p>
          <a:p>
            <a:r>
              <a:t>[Demo操作] D3：先`plot_quantization(2, False)`，讨论后运行`plot_quantization_compare()`，在一张图上左右比较同一批48个样本，坐标范围和刻度相同。再单独显示`show_quantization_evidence()`，沿用Q5的−0.10：2bit近似−0.25，误差0.15；4bit近似−0.0625，误差0.0375。这是一个样本的实测比较，误差上界规律仍依赖固定范围和均匀量化条件。最后用独立单元试听4bit有效模型与16bit基准，标签注明同为22.05kHz、单声道、16bit存储；不要把图中2/4bit与听觉4/16bit误配。音箱音量一致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采样时刻不变，怎样减小量化误差？</a:t>
            </a:r>
          </a:p>
          <a:p>
            <a:r>
              <a:t>[内部编号] Q10 揭示页</a:t>
            </a:r>
          </a:p>
          <a:p>
            <a:r>
              <a:t>[教师逐字稿] 这次所有取样时刻都不动，只增加可选等级。每个样本与近似值之间的红线表示误差。四位时可以分十六档，误差范围缩小。再听同一段音乐：四位有效模型常能听出粗糙感。没有听出来也先看图。这里播放器装的是十六位WAV；四位说的是我们模拟的量化等级，稍后算文件大小要读真实存储位数。</a:t>
            </a:r>
          </a:p>
          <a:p>
            <a:r>
              <a:t>[形成结论] 固定范围、均匀量化下位数增加会减小步长及最大近似误差；不声称每个特定样本的误差都严格单调下降。</a:t>
            </a:r>
          </a:p>
          <a:p>
            <a:r>
              <a:t>[追问问题] 红线是在横向补时刻，还是纵向修近似？</a:t>
            </a:r>
          </a:p>
          <a:p>
            <a:r>
              <a:t>[预期学生反应] 4bit更细；可能说“点变多”。用同一时间轴、同样48个时刻证伪。</a:t>
            </a:r>
          </a:p>
          <a:p>
            <a:r>
              <a:t>[Demo操作] D3：先`plot_quantization(2, False)`，讨论后运行`plot_quantization_compare()`，在一张图上左右比较同一批48个样本，坐标范围和刻度相同。再单独显示`show_quantization_evidence()`，沿用Q5的−0.10：2bit近似−0.25，误差0.15；4bit近似−0.0625，误差0.0375。这是一个样本的实测比较，误差上界规律仍依赖固定范围和均匀量化条件。最后用独立单元试听4bit有效模型与16bit基准，标签注明同为22.05kHz、单声道、16bit存储；不要把图中2/4bit与听觉4/16bit误配。音箱音量一致。</a:t>
            </a:r>
          </a:p>
          <a:p>
            <a:r>
              <a:t>[下一问] 位数与等级究竟怎样对应？</a:t>
            </a:r>
          </a:p>
          <a:p>
            <a:r>
              <a:t>[技术注解] 有效2/4/8bit量化模型装在16bit PCM中，按真实文件位数计数。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Q10及C3–C5。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量化位数加倍，等级也只加倍吗？</a:t>
            </a:r>
          </a:p>
          <a:p>
            <a:r>
              <a:t>[内部编号] Q11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两位、四位、八位分别能组成多少个等长码字？十六位可以先列指数式。先说算法，再报数字；位数加倍，等级也只加倍吗？</a:t>
            </a:r>
          </a:p>
          <a:p>
            <a:r>
              <a:t>[认知起点] 学生知道二进制状态数，Q10有4级和16级。</a:t>
            </a:r>
          </a:p>
          <a:p>
            <a:r>
              <a:t>[认知困惑] 把位数增长误当成等级线性增长。</a:t>
            </a:r>
          </a:p>
          <a:p>
            <a:r>
              <a:t>[学生任务] 口算前三项，给16bit列指数式。</a:t>
            </a:r>
          </a:p>
          <a:p>
            <a:r>
              <a:t>[预期学生反应] 4、16、256、65536。不要说16bit是16档。</a:t>
            </a:r>
          </a:p>
          <a:p>
            <a:r>
              <a:t>[追问问题] 每增加1bit，码字数怎样变化？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量化位数加倍，等级也只加倍吗？</a:t>
            </a:r>
          </a:p>
          <a:p>
            <a:r>
              <a:t>[内部编号] Q11 揭示页</a:t>
            </a:r>
          </a:p>
          <a:p>
            <a:r>
              <a:t>[教师逐字稿] 两位不是两档，四位也不是四档。每一位有零和一两种状态，组合起来是二的n次方。四位相对两位，位数加倍，档数从四变成十六。把“每样本占几位”与“可选多少等级”分开写。</a:t>
            </a:r>
          </a:p>
          <a:p>
            <a:r>
              <a:t>[形成结论] 等级数由`2ⁿ`确定；位数也是每样本的存储成本之一。</a:t>
            </a:r>
          </a:p>
          <a:p>
            <a:r>
              <a:t>[追问问题] 每增加1bit，码字数怎样变化？</a:t>
            </a:r>
          </a:p>
          <a:p>
            <a:r>
              <a:t>[预期学生反应] 4、16、256、65536。不要说16bit是16档。</a:t>
            </a:r>
          </a:p>
          <a:p>
            <a:r>
              <a:t>[Demo操作] 使用课件证据，无需现场运行。</a:t>
            </a:r>
          </a:p>
          <a:p>
            <a:r>
              <a:t>[下一问] 回顾三步，每一步解决哪一项限制？</a:t>
            </a:r>
          </a:p>
          <a:p>
            <a:r>
              <a:t>[技术注解] 等级数由`2ⁿ`确定；位数也是每样本的存储成本之一。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Q11及C3–C5。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三步分别改变了什么？</a:t>
            </a:r>
          </a:p>
          <a:p>
            <a:r>
              <a:t>[内部编号] Q12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先用自己做过的动作解释三个词：选择时刻、选择近似等级、按约定写码字，各对应哪一步？第一次录音从什么信号开始？不要只背三个名词。</a:t>
            </a:r>
          </a:p>
          <a:p>
            <a:r>
              <a:t>[认知起点] 完成了真实码字活动和两项控制变量实验。</a:t>
            </a:r>
          </a:p>
          <a:p>
            <a:r>
              <a:t>[认知困惑] 知道三个名词但仍可能把它们混成“都变成0和1”。</a:t>
            </a:r>
          </a:p>
          <a:p>
            <a:r>
              <a:t>[学生任务] 将三项动作与三步配对；用图像取样位置和有限颜色回扣，但不把时间当二维图像分辨率。</a:t>
            </a:r>
          </a:p>
          <a:p>
            <a:r>
              <a:t>[预期学生反应] 顺序配对；编码不负责重新选取样本。</a:t>
            </a:r>
          </a:p>
          <a:p>
            <a:r>
              <a:t>[追问问题] 增加位数能补回没有记录的快速变化吗？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三步分别改变了什么？</a:t>
            </a:r>
          </a:p>
          <a:p>
            <a:r>
              <a:t>[内部编号] Q12 揭示页</a:t>
            </a:r>
          </a:p>
          <a:p>
            <a:r>
              <a:t>[教师逐字稿] 核对你们刚才的配对，用做过的动作解释。挑时刻是采样，挑代表等级是量化，写码字是编码。采样和量化各自限制一种精度。把码字写得再长，也不会凭空出现没记录的频率内容。第一次录音从连续电信号开始；我们手上的M4A早已数字化，课堂是在数学模型和已解码数据上演示这些规则。</a:t>
            </a:r>
          </a:p>
          <a:p>
            <a:r>
              <a:t>[形成结论] 用时间、幅度、表示规则构成音频数字化模型。</a:t>
            </a:r>
          </a:p>
          <a:p>
            <a:r>
              <a:t>[追问问题] 增加位数能补回没有记录的快速变化吗？</a:t>
            </a:r>
          </a:p>
          <a:p>
            <a:r>
              <a:t>[预期学生反应] 顺序配对；编码不负责重新选取样本。</a:t>
            </a:r>
          </a:p>
          <a:p>
            <a:r>
              <a:t>[Demo操作] 使用课件证据，无需现场运行。</a:t>
            </a:r>
          </a:p>
          <a:p>
            <a:r>
              <a:t>[下一问] 我们还只记录了一路信号，左右两路怎么办？</a:t>
            </a:r>
          </a:p>
          <a:p>
            <a:r>
              <a:t>[技术注解] 用时间、幅度、表示规则构成音频数字化模型。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Q12及C3–C5。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左右两路声音，怎样记录？</a:t>
            </a:r>
          </a:p>
          <a:p>
            <a:r>
              <a:t>[内部编号] Q13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看三个时刻，每个时刻左、右各记录一个数。请分别数单声道和双声道的样本总数；再回答同参数、同长度的数据量怎样变。</a:t>
            </a:r>
          </a:p>
          <a:p>
            <a:r>
              <a:t>[认知起点] 已知每个时刻每声道一个幅度样本。</a:t>
            </a:r>
          </a:p>
          <a:p>
            <a:r>
              <a:t>[认知困惑] 双声道是两路随时间的信号，不是两种量化等级。</a:t>
            </a:r>
          </a:p>
          <a:p>
            <a:r>
              <a:t>[学生任务] 数三个时刻中的L、R样本，比较单声道三个样本与双声道六个样本。</a:t>
            </a:r>
          </a:p>
          <a:p>
            <a:r>
              <a:t>[预期学生反应] 两倍；误答“音量两倍”“音质两倍”时回到样本计数。</a:t>
            </a:r>
          </a:p>
          <a:p>
            <a:r>
              <a:t>[追问问题] 把相同的单声道复制到两路，信息内容一定增加了吗？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左右两路声音，怎样记录？</a:t>
            </a:r>
          </a:p>
          <a:p>
            <a:r>
              <a:t>[内部编号] Q13 揭示页</a:t>
            </a:r>
          </a:p>
          <a:p>
            <a:r>
              <a:t>[教师逐字稿] 这里的声道是一路信号。每个时刻，左边一个数，右边一个数，就有两个样本。我们只是数存储量，不能由两倍数据推出两倍音量或两倍音质。图像RGB通道是颜色分量，音频L、R是声音的两路信号，别把含义混在一起。</a:t>
            </a:r>
          </a:p>
          <a:p>
            <a:r>
              <a:t>[形成结论] 声道数是样本计数的乘数。</a:t>
            </a:r>
          </a:p>
          <a:p>
            <a:r>
              <a:t>[追问问题] 把相同的单声道复制到两路，信息内容一定增加了吗？</a:t>
            </a:r>
          </a:p>
          <a:p>
            <a:r>
              <a:t>[预期学生反应] 两倍；误答“音量两倍”“音质两倍”时回到样本计数。</a:t>
            </a:r>
          </a:p>
          <a:p>
            <a:r>
              <a:t>[Demo操作] 使用课件证据，无需现场运行。</a:t>
            </a:r>
          </a:p>
          <a:p>
            <a:r>
              <a:t>[下一问] 样本和参数怎样装进可以播放的文件？</a:t>
            </a:r>
          </a:p>
          <a:p>
            <a:r>
              <a:t>[技术注解] 声道数是样本计数的乘数。</a:t>
            </a:r>
          </a:p>
          <a:p>
            <a:r>
              <a:t>[来源] https://learn.microsoft.com/en-us/windows/win32/api/mmeapi/ns-mmeapi-waveformatex</a:t>
            </a:r>
          </a:p>
          <a:p>
            <a:r>
              <a:t>https://docs.python.org/3/library/wave.html</a:t>
            </a:r>
          </a:p>
          <a:p>
            <a:r>
              <a:t>[证据文件] assets/audio-manifest.json</a:t>
            </a:r>
          </a:p>
          <a:p>
            <a:r>
              <a:t>[完整备课依据] course-design.qmd Q13及C3–C5。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未压缩PCM WAV保存了什么？</a:t>
            </a:r>
          </a:p>
          <a:p>
            <a:r>
              <a:t>[内部编号] Q14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回到那串样本。别人要读懂并播放，文件除样本还要交代哪些参数？先回忆Q7缺什么；“未压缩”是否就保证没有采样、量化误差？先保留判断。</a:t>
            </a:r>
          </a:p>
          <a:p>
            <a:r>
              <a:t>[认知起点] Q7已发现码字必须搭配解释规则。</a:t>
            </a:r>
          </a:p>
          <a:p>
            <a:r>
              <a:t>[认知困惑] 文件扩展名不是全部解释规则，样本本身也不能告诉所有参数。</a:t>
            </a:r>
          </a:p>
          <a:p>
            <a:r>
              <a:t>[学生任务] 先口答缺少哪些解释规则，再把揭示页的文字分成“格式参数”和“样本数据”两类；参数回扣Q7，样本回扣Q13。这里是结构概念分类，不声称当前页有真实WAV头截图或尚未制作的结构图。</a:t>
            </a:r>
          </a:p>
          <a:p>
            <a:r>
              <a:t>[预期学生反应] 采样率、位数、声道。不能把WAV称为“没有量化损失的原声”。</a:t>
            </a:r>
          </a:p>
          <a:p>
            <a:r>
              <a:t>[追问问题] PCM编码和MP3／AAC压缩是一回事吗？所有WAV都一定未压缩吗？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未压缩PCM WAV保存了什么？</a:t>
            </a:r>
          </a:p>
          <a:p>
            <a:r>
              <a:t>[内部编号] Q14 揭示页</a:t>
            </a:r>
          </a:p>
          <a:p>
            <a:r>
              <a:t>[教师逐字稿] 采样率告诉我们多久读一个，位数告诉我们怎么分组，声道告诉我们怎样分成各路。WAV把这些格式信息和样本装在一起。PCM是脉冲编码调制，本课使用固定码长表示量化后的样本。今天只讨论未压缩整数PCM WAV：它按固定存储位数保存样本，没有再做AAC那样的音频压缩。不过WAV这个容器也能装其他格式，不能只看扩展名下结论。“未压缩”指这些样本没有再做音频压缩，不保证模拟声音经过采样、量化后毫无损失，也不撤销来源AAC已有的损失。</a:t>
            </a:r>
          </a:p>
          <a:p>
            <a:r>
              <a:t>[形成结论] 未压缩PCM可按样本数与实际存储位数计算；WAV是容器。</a:t>
            </a:r>
          </a:p>
          <a:p>
            <a:r>
              <a:t>[追问问题] PCM编码和MP3／AAC压缩是一回事吗？所有WAV都一定未压缩吗？</a:t>
            </a:r>
          </a:p>
          <a:p>
            <a:r>
              <a:t>[预期学生反应] 采样率、位数、声道。不能把WAV称为“没有量化损失的原声”。</a:t>
            </a:r>
          </a:p>
          <a:p>
            <a:r>
              <a:t>[Demo操作] 使用课件证据，无需现场运行。</a:t>
            </a:r>
          </a:p>
          <a:p>
            <a:r>
              <a:t>[下一问] 从“一秒有多少样本”推导样本数据量。</a:t>
            </a:r>
          </a:p>
          <a:p>
            <a:r>
              <a:t>[技术注解] WAV是容器，本课仅未压缩整数PCM；M4A解码为PCM不恢复已丢失信息。</a:t>
            </a:r>
          </a:p>
          <a:p>
            <a:r>
              <a:t>[来源] https://learn.microsoft.com/en-us/windows/win32/api/mmeapi/ns-mmeapi-waveformatex</a:t>
            </a:r>
          </a:p>
          <a:p>
            <a:r>
              <a:t>https://docs.python.org/3/library/wave.html</a:t>
            </a:r>
          </a:p>
          <a:p>
            <a:r>
              <a:t>[证据文件] assets/audio-manifest.json</a:t>
            </a:r>
          </a:p>
          <a:p>
            <a:r>
              <a:t>[完整备课依据] course-design.qmd Q14及C3–C5。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怎样从样本数推导数据量？</a:t>
            </a:r>
          </a:p>
          <a:p>
            <a:r>
              <a:t>[内部编号] Q15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先数，不先背公式。一秒一条路有多少样本？录t秒、共C路后有多少个数？每个数占n位，最后怎样换成byte？请把每一步的单位说出来。</a:t>
            </a:r>
          </a:p>
          <a:p>
            <a:r>
              <a:t>[认知起点] 已会图像像素总数乘位深度；知道音频声道数。</a:t>
            </a:r>
          </a:p>
          <a:p>
            <a:r>
              <a:t>[认知困惑] 公式中每一项都应有计数意义，不能只机械代入。</a:t>
            </a:r>
          </a:p>
          <a:p>
            <a:r>
              <a:t>[学生任务] 先说一秒单路的样本数，再扩展到t秒和C路，最后乘位数除8。</a:t>
            </a:r>
          </a:p>
          <a:p>
            <a:r>
              <a:t>[预期学生反应] 样本数量乘每样本位数；可能漏C或忘除8。</a:t>
            </a:r>
          </a:p>
          <a:p>
            <a:r>
              <a:t>[追问问题] 式子的哪个因子把bit换成了byte？哪个因子记录了时间？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怎样从样本数推导数据量？</a:t>
            </a:r>
          </a:p>
          <a:p>
            <a:r>
              <a:t>[内部编号] Q15 揭示页</a:t>
            </a:r>
          </a:p>
          <a:p>
            <a:r>
              <a:t>[教师逐字稿] 刚才逐层数过了：每秒一条路有fs个样本，t秒共fs乘t个；再有C条路，一共fs乘t乘C个数。每个数占n位，现在得到的是bit。要用B表示，还要除以八。每一个乘数都能在记录动作里找到。这里算的是样本数据，不包含文件头。</a:t>
            </a:r>
          </a:p>
          <a:p>
            <a:r>
              <a:t>[形成结论] 从样本计数推导公式，适用范围为固定存储位数的未压缩PCM。</a:t>
            </a:r>
          </a:p>
          <a:p>
            <a:r>
              <a:t>[追问问题] 式子的哪个因子把bit换成了byte？哪个因子记录了时间？</a:t>
            </a:r>
          </a:p>
          <a:p>
            <a:r>
              <a:t>[预期学生反应] 样本数量乘每样本位数；可能漏C或忘除8。</a:t>
            </a:r>
          </a:p>
          <a:p>
            <a:r>
              <a:t>[Demo操作] 使用课件证据，无需现场运行。</a:t>
            </a:r>
          </a:p>
          <a:p>
            <a:r>
              <a:t>[下一问] 用一组现实参数独立算一次。</a:t>
            </a:r>
          </a:p>
          <a:p>
            <a:r>
              <a:t>[技术注解] 从样本计数推导公式，适用范围为固定存储位数的未压缩PCM。</a:t>
            </a:r>
          </a:p>
          <a:p>
            <a:r>
              <a:t>[来源] https://learn.microsoft.com/en-us/windows/win32/api/mmeapi/ns-mmeapi-waveformatex</a:t>
            </a:r>
          </a:p>
          <a:p>
            <a:r>
              <a:t>https://docs.python.org/3/library/wave.html</a:t>
            </a:r>
          </a:p>
          <a:p>
            <a:r>
              <a:t>[证据文件] assets/audio-manifest.json</a:t>
            </a:r>
          </a:p>
          <a:p>
            <a:r>
              <a:t>[完整备课依据] course-design.qmd Q15及C3–C5。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一分钟双声道PCM有多大？</a:t>
            </a:r>
          </a:p>
          <a:p>
            <a:r>
              <a:t>[内部编号] Q16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给大家六十秒，独立写四个参数、B的算式与结果；MiB只列换算式。先检查kHz和分钟怎样换单位，再与同桌核对，不先看揭示页。</a:t>
            </a:r>
          </a:p>
          <a:p>
            <a:r>
              <a:t>[认知起点] 已推导公式，知道kHz和分钟必须换算。</a:t>
            </a:r>
          </a:p>
          <a:p>
            <a:r>
              <a:t>[认知困惑] 数字44.1和1不能不带单位直接代入。</a:t>
            </a:r>
          </a:p>
          <a:p>
            <a:r>
              <a:t>[学生任务] 独立60秒，先写四个参数、B的算式及结果，再列MiB换算式；同桌20秒核查单位。MiB小数由教师揭示，不要求心算大整数除法。</a:t>
            </a:r>
          </a:p>
          <a:p>
            <a:r>
              <a:t>[预期学生反应] 10,584,000B；MiB可先写10,584,000÷1,048,576。错用44.1、漏60或把MB／MiB混用时要求解释单位；未算出10.09但列式正确不判为概念错误。</a:t>
            </a:r>
          </a:p>
          <a:p>
            <a:r>
              <a:t>[追问问题] 如果采样率不变、位数不变，只把时长变为30秒，怎样快速判断？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一分钟双声道PCM有多大？</a:t>
            </a:r>
          </a:p>
          <a:p>
            <a:r>
              <a:t>[内部编号] Q16 揭示页</a:t>
            </a:r>
          </a:p>
          <a:p>
            <a:r>
              <a:t>[教师逐字稿] 核对刚才的算式：四十四点一千赫兹应换成四万四千一百赫兹，一分钟应换成六十秒。双声道乘二，bit换B除八。先求B，再按给定的1MiB换算；列出分式就可以，我来给近似值。MiB用1024进位，MB是十进制单位，算式与单位必须配套。</a:t>
            </a:r>
          </a:p>
          <a:p>
            <a:r>
              <a:t>[形成结论] 同条件时数据量随时长、采样率、存储位数、声道数线性变化。</a:t>
            </a:r>
          </a:p>
          <a:p>
            <a:r>
              <a:t>[追问问题] 如果采样率不变、位数不变，只把时长变为30秒，怎样快速判断？</a:t>
            </a:r>
          </a:p>
          <a:p>
            <a:r>
              <a:t>[预期学生反应] 10,584,000B；MiB可先写10,584,000÷1,048,576。错用44.1、漏60或把MB／MiB混用时要求解释单位；未算出10.09但列式正确不判为概念错误。</a:t>
            </a:r>
          </a:p>
          <a:p>
            <a:r>
              <a:t>[Demo操作] 使用课件证据，无需现场运行。</a:t>
            </a:r>
          </a:p>
          <a:p>
            <a:r>
              <a:t>[下一问] 公式结果就是文件管理器显示的完整大小吗？</a:t>
            </a:r>
          </a:p>
          <a:p>
            <a:r>
              <a:t>[技术注解] 同条件时数据量随时长、采样率、存储位数、声道数线性变化。</a:t>
            </a:r>
          </a:p>
          <a:p>
            <a:r>
              <a:t>[来源] https://learn.microsoft.com/en-us/windows/win32/api/mmeapi/ns-mmeapi-waveformatex</a:t>
            </a:r>
          </a:p>
          <a:p>
            <a:r>
              <a:t>https://docs.python.org/3/library/wave.html</a:t>
            </a:r>
          </a:p>
          <a:p>
            <a:r>
              <a:t>[证据文件] assets/audio-manifest.json</a:t>
            </a:r>
          </a:p>
          <a:p>
            <a:r>
              <a:t>[完整备课依据] course-design.qmd Q16及C3–C5。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算出32000B，文件一定也是32000B吗？</a:t>
            </a:r>
          </a:p>
          <a:p>
            <a:r>
              <a:t>[内部编号] Q17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按参数已经算出三万二byte。你预测实际完整WAV文件是否也正好这么大？先说理由，再读取实际文件。解释差额后，我们才回看开场A、B。</a:t>
            </a:r>
          </a:p>
          <a:p>
            <a:r>
              <a:t>[认知起点] 图像课也区分像素数据量与文件开销。</a:t>
            </a:r>
          </a:p>
          <a:p>
            <a:r>
              <a:t>[认知困惑] 实际文件比计算多44B，好像公式错了。</a:t>
            </a:r>
          </a:p>
          <a:p>
            <a:r>
              <a:t>[学生任务] 先预测，再D4读取2秒样例的实际参数、payload和file size，指出差额。然后显示开场A/B参数表：哪些参数相同、哪个不同？学生用刚推导的公式解释开场字节数，并核对板书上的两条猜测。</a:t>
            </a:r>
          </a:p>
          <a:p>
            <a:r>
              <a:t>[预期学生反应] 还有文件头；不能推断所有WAV都只多44B。</a:t>
            </a:r>
          </a:p>
          <a:p>
            <a:r>
              <a:t>[追问问题] 如果WAV含额外说明、其他chunk或更复杂头部，开销一定相同吗？</a:t>
            </a:r>
          </a:p>
          <a:p>
            <a:r>
              <a:t>[Demo操作] D4通过`pcm_info(ROOT / 'assets/audio/size-check-8000-2s-16-mono.wav')`读取真实字节；先运行`show_pcm_evidence('size')`，只显示2秒样例。等学生解释差额，再单独运行`show_pcm_evidence('opening')`显示A/B参数表。两步不得用一次Run All替代。数值均实时从本地WAV读取，不引用资源管理器的磁盘占用，不硬编码“file size=payload+44”。若Notebook失效，用PPTX第35页核对2秒样例，再由C3实测值和板书核对A/B，不放弃开场回扣。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算出32000B，文件一定也是32000B吗？</a:t>
            </a:r>
          </a:p>
          <a:p>
            <a:r>
              <a:t>[内部编号] Q17 揭示页</a:t>
            </a:r>
          </a:p>
          <a:p>
            <a:r>
              <a:t>[教师逐字稿] 你算出三万二，文件却是三万二千零四十四。分开数：样本一万六千个，每个两个byte，正好三万二；多出的结构信息只属于这个样例，不能说所有WAV都是四十四字节头。再回看开场A/B：都六秒、16bit、单声道，采样率却分别是44.1k和8k，样本数据因此是529,200B和96,000B。请核对我们最初两条猜测：哪条被实际参数支持，哪条要修改？这次大小差不是压缩程度造成的。</a:t>
            </a:r>
          </a:p>
          <a:p>
            <a:r>
              <a:t>[形成结论] 真实计数验证公式的payload边界；已知参数时能解释同长未压缩音频的大小差异。开场冲突到此得到证据支持的解释。</a:t>
            </a:r>
          </a:p>
          <a:p>
            <a:r>
              <a:t>[追问问题] 如果WAV含额外说明、其他chunk或更复杂头部，开销一定相同吗？</a:t>
            </a:r>
          </a:p>
          <a:p>
            <a:r>
              <a:t>[预期学生反应] 还有文件头；不能推断所有WAV都只多44B。</a:t>
            </a:r>
          </a:p>
          <a:p>
            <a:r>
              <a:t>[Demo操作] D4通过`pcm_info(ROOT / 'assets/audio/size-check-8000-2s-16-mono.wav')`读取真实字节；先运行`show_pcm_evidence('size')`，只显示2秒样例。等学生解释差额，再单独运行`show_pcm_evidence('opening')`显示A/B参数表。两步不得用一次Run All替代。数值均实时从本地WAV读取，不引用资源管理器的磁盘占用，不硬编码“file size=payload+44”。若Notebook失效，用PPTX第35页核对2秒样例，再由C3实测值和板书核对A/B，不放弃开场回扣。</a:t>
            </a:r>
          </a:p>
          <a:p>
            <a:r>
              <a:t>[下一问] 存储上限与记录需求同时出现时怎样选参数？</a:t>
            </a:r>
          </a:p>
          <a:p>
            <a:r>
              <a:t>[技术注解] 32,000B为实际payload，44B仅该简单WAV开销，不概括所有WAV。</a:t>
            </a:r>
          </a:p>
          <a:p>
            <a:r>
              <a:t>[来源] https://learn.microsoft.com/en-us/windows/win32/api/mmeapi/ns-mmeapi-waveformatex</a:t>
            </a:r>
          </a:p>
          <a:p>
            <a:r>
              <a:t>https://docs.python.org/3/library/wave.html</a:t>
            </a:r>
          </a:p>
          <a:p>
            <a:r>
              <a:t>[证据文件] assets/audio-manifest.json</a:t>
            </a:r>
          </a:p>
          <a:p>
            <a:r>
              <a:t>[完整备课依据] course-design.qmd Q17及C3–C5。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只有64KiB，哪种方案满足要求？</a:t>
            </a:r>
          </a:p>
          <a:p>
            <a:r>
              <a:t>[内部编号] Q18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靠窗同学先查8kHz，另一位查24kHz，各三十秒。每个方案都查频率和容量两项。然后共同检查16kHz，四十五秒合并三行表。不要只写选哪一个，要说明另两个失败在哪里。</a:t>
            </a:r>
          </a:p>
          <a:p>
            <a:r>
              <a:t>[认知起点] 已知采样率的频率限制与容量乘法。</a:t>
            </a:r>
          </a:p>
          <a:p>
            <a:r>
              <a:t>[认知困惑] 最小文件不一定满足记录需求，最高采样率也不一定满足容量。</a:t>
            </a:r>
          </a:p>
          <a:p>
            <a:r>
              <a:t>[学生任务] 按理想带限模型判断。靠窗同学先检查8kHz，另一位先检查24kHz，各30秒；同桌在45秒内共同检查16kHz，并合并三行表：频率条件、样本数据量、容量条件；抽两组分别说明8k与24k失败的原因。上限只约束payload，位数固定，不计WAV头，不另引入滤波器设计任务。</a:t>
            </a:r>
          </a:p>
          <a:p>
            <a:r>
              <a:t>[预期学生反应] 16kHz；8k不足以记录最高6kHz，24k超预算。16k按题目的理想采样条件与容量条件满足；实际工程还需滤波余量。本题是纸面参数选择，没有预制16kHz测试文件，不声称已验证某个16kHz转换的实际频响。</a:t>
            </a:r>
          </a:p>
          <a:p>
            <a:r>
              <a:t>[追问问题] 64KiB到底是多少B？选较高参数前先检查哪个限制？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只有64KiB，哪种方案满足要求？</a:t>
            </a:r>
          </a:p>
          <a:p>
            <a:r>
              <a:t>[内部编号] Q18 揭示页</a:t>
            </a:r>
          </a:p>
          <a:p>
            <a:r>
              <a:t>[教师逐字稿] 题目给定信号最高到六千赫兹，按刚才的理想条件，采样率要高于一万二。再看记录两秒、16bit、单声道的数据量，有没有超过给定的65,536B？核对三行：八千的容量够，但频率条件不满足；二万四满足频率条件，却超出容量。一万六在本题的理想模型中通过两项检查；实际系统仍需滤波余量。</a:t>
            </a:r>
          </a:p>
          <a:p>
            <a:r>
              <a:t>[形成结论] 按需求和预算作条件判断，说明取舍。</a:t>
            </a:r>
          </a:p>
          <a:p>
            <a:r>
              <a:t>[追问问题] 64KiB到底是多少B？选较高参数前先检查哪个限制？</a:t>
            </a:r>
          </a:p>
          <a:p>
            <a:r>
              <a:t>[预期学生反应] 16kHz；8k不足以记录最高6kHz，24k超预算。16k按题目的理想采样条件与容量条件满足；实际工程还需滤波余量。本题是纸面参数选择，没有预制16kHz测试文件，不声称已验证某个16kHz转换的实际频响。</a:t>
            </a:r>
          </a:p>
          <a:p>
            <a:r>
              <a:t>[Demo操作] 使用课件证据，无需现场运行。</a:t>
            </a:r>
          </a:p>
          <a:p>
            <a:r>
              <a:t>[下一问] 用三个错误说法检查我们是否仍把概念混在一起。</a:t>
            </a:r>
          </a:p>
          <a:p>
            <a:r>
              <a:t>[技术注解] 按需求和预算作条件判断，说明取舍。</a:t>
            </a:r>
          </a:p>
          <a:p>
            <a:r>
              <a:t>[来源] https://learn.microsoft.com/en-us/windows/win32/api/mmeapi/ns-mmeapi-waveformatex</a:t>
            </a:r>
          </a:p>
          <a:p>
            <a:r>
              <a:t>https://docs.python.org/3/library/wave.html</a:t>
            </a:r>
          </a:p>
          <a:p>
            <a:r>
              <a:t>[证据文件] assets/audio-manifest.json</a:t>
            </a:r>
          </a:p>
          <a:p>
            <a:r>
              <a:t>[完整备课依据] course-design.qmd Q18及C3–C5。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哪些说法需要修改？</a:t>
            </a:r>
          </a:p>
          <a:p>
            <a:r>
              <a:t>[内部编号] Q19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每个人选一句改写，并写一条规则或证据作为依据，先独立四十五秒。只写“错”还不够。写完后同桌读给对方听，我再抽一条核对。</a:t>
            </a:r>
          </a:p>
          <a:p>
            <a:r>
              <a:t>[认知起点] 已完成模型、听辨、计数和预算选择。</a:t>
            </a:r>
          </a:p>
          <a:p>
            <a:r>
              <a:t>[认知困惑] 常见口头缩写可能把已学概念再次混淆。</a:t>
            </a:r>
          </a:p>
          <a:p>
            <a:r>
              <a:t>[学生任务] 每人先独立45秒选一句改写，并注明用哪条规则／哪项证据；教师抽一条说明理由，其余写法课后查看。若多人只写“错误”而未改正，补问一次具体条件再收束，不连续组织三轮长回答。</a:t>
            </a:r>
          </a:p>
          <a:p>
            <a:r>
              <a:t>[预期学生反应] 三句均需修改；必须补出具体正确条件。</a:t>
            </a:r>
          </a:p>
          <a:p>
            <a:r>
              <a:t>[追问问题] 哪一条可以用今天的实际文件字节数直接反驳？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哪些说法需要修改？</a:t>
            </a:r>
          </a:p>
          <a:p>
            <a:r>
              <a:t>[内部编号] Q19 揭示页</a:t>
            </a:r>
          </a:p>
          <a:p>
            <a:r>
              <a:t>[教师逐字稿] 核对刚才的改写和依据：第一句要区分记录次数与振动次数，第二句要用二的十六次方计算等级。第三句有两个错误：WAV不一定未压缩，公式也不包含文件头；刚才的三万二和三万二千零四十四只直接反驳第二个错误。采样、量化、编码分别解决时刻、有限幅度和表示规则，再用样本计数检查数据量。</a:t>
            </a:r>
          </a:p>
          <a:p>
            <a:r>
              <a:t>[形成结论] 音频数字化是采样、量化、编码；数据量计算有明确存储格式边界。</a:t>
            </a:r>
          </a:p>
          <a:p>
            <a:r>
              <a:t>[追问问题] 哪一条可以用今天的实际文件字节数直接反驳？</a:t>
            </a:r>
          </a:p>
          <a:p>
            <a:r>
              <a:t>[预期学生反应] 三句均需修改；必须补出具体正确条件。</a:t>
            </a:r>
          </a:p>
          <a:p>
            <a:r>
              <a:t>[Demo操作] 使用课件证据，无需现场运行。</a:t>
            </a:r>
          </a:p>
          <a:p>
            <a:r>
              <a:t>[下一问] 课后把同一规则用于另一组参数。</a:t>
            </a:r>
          </a:p>
          <a:p>
            <a:r>
              <a:t>[技术注解] 音频数字化是采样、量化、编码；数据量计算有明确存储格式边界。</a:t>
            </a:r>
          </a:p>
          <a:p>
            <a:r>
              <a:t>[来源] https://learn.microsoft.com/en-us/windows/win32/api/mmeapi/ns-mmeapi-waveformatex</a:t>
            </a:r>
          </a:p>
          <a:p>
            <a:r>
              <a:t>https://docs.python.org/3/library/wave.html</a:t>
            </a:r>
          </a:p>
          <a:p>
            <a:r>
              <a:t>[证据文件] assets/audio-manifest.json</a:t>
            </a:r>
          </a:p>
          <a:p>
            <a:r>
              <a:t>[完整备课依据] course-design.qmd Q19及C3–C5。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[页面目的] 课后迁移，检验采样率、量化位数与样本数据量。</a:t>
            </a:r>
          </a:p>
          <a:p>
            <a:r>
              <a:t>[教师逐字稿] 三题分别检查计数、等级和信息能否恢复。第一题写全四个参数和除以八，后两题必须写理由。</a:t>
            </a:r>
          </a:p>
          <a:p>
            <a:r>
              <a:t>[教师答案] 441,000B；16倍；不能恢复当初未记录或已丢失的内容。</a:t>
            </a:r>
          </a:p>
          <a:p>
            <a:r>
              <a:t>[技术注解] 只计未压缩PCM样本数据；不含WAV头。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8f32b2dda240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42f7892f2b4644" /><Relationship Type="http://schemas.openxmlformats.org/officeDocument/2006/relationships/slideLayout" Target="/ppt/slideLayouts/slideLayout1.xml" Id="Rffdda755c26c44bd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ffdda755c26c44bd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  <a:lvl2pPr marL="4572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2pPr>
      <a:lvl3pPr marL="9144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3pPr>
      <a:lvl4pPr marL="13716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4pPr>
      <a:lvl5pPr marL="18288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5pPr>
      <a:lvl6pPr marL="22860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6pPr>
      <a:lvl7pPr marL="27432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7pPr>
      <a:lvl8pPr marL="32004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8pPr>
      <a:lvl9pPr marL="36576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libaba PuHuiTi 3.0 115 Black"/>
        <a:ea typeface="Alibaba PuHuiTi 3.0 115 Black"/>
        <a:cs typeface="Alibaba PuHuiTi 3.0 115 Black"/>
      </a:majorFont>
      <a:minorFont>
        <a:latin typeface="Alibaba PuHuiTi 3.0 55 Regular"/>
        <a:ea typeface="Alibaba PuHuiTi 3.0 55 Regular"/>
        <a:cs typeface="Alibaba PuHuiTi 3.0 55 Regular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d0e97970c4f0d" /><Relationship Type="http://schemas.openxmlformats.org/officeDocument/2006/relationships/notesSlide" Target="/ppt/notesSlides/notesSlide1.xml" Id="R07e0cea588b648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9975ea8c846cc" /><Relationship Type="http://schemas.openxmlformats.org/officeDocument/2006/relationships/notesSlide" Target="/ppt/notesSlides/notesSlide2.xml" Id="Rcb9f31f2a35c4f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88b4716d543d8" /><Relationship Type="http://schemas.openxmlformats.org/officeDocument/2006/relationships/notesSlide" Target="/ppt/notesSlides/notesSlide3.xml" Id="R0ce05f60e3c740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f419a09d74d8c" /><Relationship Type="http://schemas.openxmlformats.org/officeDocument/2006/relationships/notesSlide" Target="/ppt/notesSlides/notesSlide4.xml" Id="R4c19dfd177404e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463d54ae741d4" /><Relationship Type="http://schemas.openxmlformats.org/officeDocument/2006/relationships/notesSlide" Target="/ppt/notesSlides/notesSlide5.xml" Id="Ra86c115c44c142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768b688d147d1" /><Relationship Type="http://schemas.openxmlformats.org/officeDocument/2006/relationships/notesSlide" Target="/ppt/notesSlides/notesSlide6.xml" Id="R0b61bda1af1045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af2beabf54685" /><Relationship Type="http://schemas.openxmlformats.org/officeDocument/2006/relationships/notesSlide" Target="/ppt/notesSlides/notesSlide7.xml" Id="R953eb8ea33a04a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8889efad5433a" /><Relationship Type="http://schemas.openxmlformats.org/officeDocument/2006/relationships/notesSlide" Target="/ppt/notesSlides/notesSlide8.xml" Id="Ra82b294fc5df40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dbfbb64884fd6" /><Relationship Type="http://schemas.openxmlformats.org/officeDocument/2006/relationships/notesSlide" Target="/ppt/notesSlides/notesSlide9.xml" Id="R2b05b6eb87af4c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52b0f2ab945e4" /><Relationship Type="http://schemas.openxmlformats.org/officeDocument/2006/relationships/notesSlide" Target="/ppt/notesSlides/notesSlide10.xml" Id="R4acfc3538a8a4a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77ac77c844969" /><Relationship Type="http://schemas.openxmlformats.org/officeDocument/2006/relationships/notesSlide" Target="/ppt/notesSlides/notesSlide11.xml" Id="Rbbaf7da32d4c40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e6e4fbf5e4641" /><Relationship Type="http://schemas.openxmlformats.org/officeDocument/2006/relationships/notesSlide" Target="/ppt/notesSlides/notesSlide12.xml" Id="Re26ead1827dd44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70b4636cb44ae" /><Relationship Type="http://schemas.openxmlformats.org/officeDocument/2006/relationships/notesSlide" Target="/ppt/notesSlides/notesSlide13.xml" Id="Rf4f2cab7f92048f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928d107884d2a" /><Relationship Type="http://schemas.openxmlformats.org/officeDocument/2006/relationships/notesSlide" Target="/ppt/notesSlides/notesSlide14.xml" Id="R2c5cc4d98629441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42514d59a49cf" /><Relationship Type="http://schemas.openxmlformats.org/officeDocument/2006/relationships/notesSlide" Target="/ppt/notesSlides/notesSlide15.xml" Id="R0a937c2b18d04dd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7aa7a65624113" /><Relationship Type="http://schemas.openxmlformats.org/officeDocument/2006/relationships/notesSlide" Target="/ppt/notesSlides/notesSlide16.xml" Id="R5fe6808fd06149d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f5273b88a4fe4" /><Relationship Type="http://schemas.openxmlformats.org/officeDocument/2006/relationships/notesSlide" Target="/ppt/notesSlides/notesSlide17.xml" Id="R2c83cb393c53422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01d98891d458b" /><Relationship Type="http://schemas.openxmlformats.org/officeDocument/2006/relationships/notesSlide" Target="/ppt/notesSlides/notesSlide18.xml" Id="R4b46d64cf6b7414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77e32668147b9" /><Relationship Type="http://schemas.openxmlformats.org/officeDocument/2006/relationships/notesSlide" Target="/ppt/notesSlides/notesSlide19.xml" Id="R5f73fb28aee64bd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a6743919d4d57" /><Relationship Type="http://schemas.openxmlformats.org/officeDocument/2006/relationships/notesSlide" Target="/ppt/notesSlides/notesSlide20.xml" Id="R86361b9a2b4e477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ecd5f6c134589" /><Relationship Type="http://schemas.openxmlformats.org/officeDocument/2006/relationships/notesSlide" Target="/ppt/notesSlides/notesSlide21.xml" Id="R9075f223bc99447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1f20ece274036" /><Relationship Type="http://schemas.openxmlformats.org/officeDocument/2006/relationships/notesSlide" Target="/ppt/notesSlides/notesSlide22.xml" Id="R59524012631f44a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d0b4df6694f2f" /><Relationship Type="http://schemas.openxmlformats.org/officeDocument/2006/relationships/notesSlide" Target="/ppt/notesSlides/notesSlide23.xml" Id="Rb456fdfc552a485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e53659e2747d1" /><Relationship Type="http://schemas.openxmlformats.org/officeDocument/2006/relationships/notesSlide" Target="/ppt/notesSlides/notesSlide24.xml" Id="R31f5b2d89732441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98c59f87f45ef" /><Relationship Type="http://schemas.openxmlformats.org/officeDocument/2006/relationships/notesSlide" Target="/ppt/notesSlides/notesSlide25.xml" Id="Ra3d15b06e0ef4a7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8674742b24c12" /><Relationship Type="http://schemas.openxmlformats.org/officeDocument/2006/relationships/notesSlide" Target="/ppt/notesSlides/notesSlide26.xml" Id="R3b14d9d08a9d4ef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4ec4fd4894423" /><Relationship Type="http://schemas.openxmlformats.org/officeDocument/2006/relationships/notesSlide" Target="/ppt/notesSlides/notesSlide27.xml" Id="R9ef2adc7d79e4fa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79a71a6734204" /><Relationship Type="http://schemas.openxmlformats.org/officeDocument/2006/relationships/notesSlide" Target="/ppt/notesSlides/notesSlide28.xml" Id="R5b90427adcec4d6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40f994251452a" /><Relationship Type="http://schemas.openxmlformats.org/officeDocument/2006/relationships/notesSlide" Target="/ppt/notesSlides/notesSlide29.xml" Id="R8229da32f3514df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48c6a631841ba" /><Relationship Type="http://schemas.openxmlformats.org/officeDocument/2006/relationships/notesSlide" Target="/ppt/notesSlides/notesSlide30.xml" Id="R6065729684bf4a9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d683673434074" /><Relationship Type="http://schemas.openxmlformats.org/officeDocument/2006/relationships/notesSlide" Target="/ppt/notesSlides/notesSlide31.xml" Id="R54955d4a84c54c0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c290f0ee842b2" /><Relationship Type="http://schemas.openxmlformats.org/officeDocument/2006/relationships/notesSlide" Target="/ppt/notesSlides/notesSlide32.xml" Id="R1edc944260be4e8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3b231228547f7" /><Relationship Type="http://schemas.openxmlformats.org/officeDocument/2006/relationships/notesSlide" Target="/ppt/notesSlides/notesSlide33.xml" Id="Rf724e9fabd94403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dd707633e4edf" /><Relationship Type="http://schemas.openxmlformats.org/officeDocument/2006/relationships/notesSlide" Target="/ppt/notesSlides/notesSlide34.xml" Id="R6c91bb0dfcdc4bc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fe76f354c4249" /><Relationship Type="http://schemas.openxmlformats.org/officeDocument/2006/relationships/notesSlide" Target="/ppt/notesSlides/notesSlide35.xml" Id="R7522db6d3b724c4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272209f5b42b7" /><Relationship Type="http://schemas.openxmlformats.org/officeDocument/2006/relationships/notesSlide" Target="/ppt/notesSlides/notesSlide36.xml" Id="R2ea00c35996d413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020f053084e1f" /><Relationship Type="http://schemas.openxmlformats.org/officeDocument/2006/relationships/notesSlide" Target="/ppt/notesSlides/notesSlide37.xml" Id="Rb1962b2bbd75439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6c4f7ed1a419e" /><Relationship Type="http://schemas.openxmlformats.org/officeDocument/2006/relationships/notesSlide" Target="/ppt/notesSlides/notesSlide38.xml" Id="Rfd3fd0e02d10462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b4706f1c64f43" /><Relationship Type="http://schemas.openxmlformats.org/officeDocument/2006/relationships/notesSlide" Target="/ppt/notesSlides/notesSlide39.xml" Id="R29c207e9a34b4ff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d19f09db5412d" /><Relationship Type="http://schemas.openxmlformats.org/officeDocument/2006/relationships/notesSlide" Target="/ppt/notesSlides/notesSlide40.xml" Id="R92f05490a72049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2529E184-D302-41D3-BDB7-D648FC7D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5B3CF643-EF8E-471B-8810-630B62D6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A00F557-3ED5-4CF2-AE1E-460AF658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858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音频数字化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659492F-05B8-4555-AF24-4A8FC244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75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75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一段声音怎样变成</a:t>
            </a:r>
          </a:p>
          <a:p xmlns:a="http://schemas.openxmlformats.org/drawingml/2006/main">
            <a:pPr>
              <a:defRPr sz="4875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75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二进制数据？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75C3E68-8D4D-412B-995E-9A779B47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768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00" b="0">
                <a:solidFill>
                  <a:srgbClr val="737373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700" b="0">
                <a:solidFill>
                  <a:srgbClr val="737373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从波形到未压缩 PCM WAV</a:t>
            </a:r>
          </a:p>
        </p:txBody>
      </p:sp>
    </p:spTree>
    <p:extLst>
      <p:ext uri="{BB962C8B-B14F-4D97-AF65-F5344CB8AC3E}">
        <p14:creationId xmlns:p14="http://schemas.microsoft.com/office/powerpoint/2010/main" val="6802536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9DF0A4F3-EA08-4C38-B10A-85E2857B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5E40224-B3A1-4E6D-ADE5-6B0AD603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331A778-E720-4308-9AD7-6D0FA430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同一段音乐，为什么大小不同？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C7B278CD-99C8-418B-8593-1BADC06A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同一段6秒音乐，两个文件均未做音频压缩。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ED0515CF-2B7F-4301-97C7-AA1EC946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A：529,244B；B：96,044B。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497BF268-AC6B-4611-9065-15914DBC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先试听，再猜测：为什么大小不同？</a:t>
            </a:r>
          </a:p>
        </p:txBody>
      </p:sp>
    </p:spTree>
    <p:extLst>
      <p:ext uri="{BB962C8B-B14F-4D97-AF65-F5344CB8AC3E}">
        <p14:creationId xmlns:p14="http://schemas.microsoft.com/office/powerpoint/2010/main" val="1361182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9DF0A4F3-EA08-4C38-B10A-85E2857B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5E40224-B3A1-4E6D-ADE5-6B0AD603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331A778-E720-4308-9AD7-6D0FA430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同一段音乐，为什么大小不同？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C7B278CD-99C8-418B-8593-1BADC06A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同一段6秒音乐，两个文件均未做音频压缩。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ED0515CF-2B7F-4301-97C7-AA1EC946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A：529,244B；B：96,044B。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497BF268-AC6B-4611-9065-15914DBC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先试听，再猜测：为什么大小不同？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754A792D-33BA-4AE5-8707-2407CE17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answer-0">
            <a:extLst xmlns:a="http://schemas.openxmlformats.org/drawingml/2006/main">
              <a:ext uri="{FF2B5EF4-FFF2-40B4-BE49-F238E27FC236}">
                <a16:creationId xmlns:a16="http://schemas.microsoft.com/office/drawing/2014/main" id="{734F3623-557D-4717-9B3C-5F49E9C6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同样长、都未压缩，数据量仍可不同。</a:t>
            </a:r>
          </a:p>
        </p:txBody>
      </p:sp>
      <p:sp>
        <p:nvSpPr>
          <p:cNvPr id="9" name="answer-1">
            <a:extLst xmlns:a="http://schemas.openxmlformats.org/drawingml/2006/main">
              <a:ext uri="{FF2B5EF4-FFF2-40B4-BE49-F238E27FC236}">
                <a16:creationId xmlns:a16="http://schemas.microsoft.com/office/drawing/2014/main" id="{FFEF573B-0933-4C62-8035-8997A91A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先找出音频记录了哪些数据。</a:t>
            </a:r>
          </a:p>
        </p:txBody>
      </p:sp>
      <p:sp>
        <p:nvSpPr>
          <p:cNvPr id="10" name="answer-2">
            <a:extLst xmlns:a="http://schemas.openxmlformats.org/drawingml/2006/main">
              <a:ext uri="{FF2B5EF4-FFF2-40B4-BE49-F238E27FC236}">
                <a16:creationId xmlns:a16="http://schemas.microsoft.com/office/drawing/2014/main" id="{C7C6F0C7-6B91-442A-B205-7CD7C56E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最后再用实际参数核对你的猜测。</a:t>
            </a:r>
          </a:p>
        </p:txBody>
      </p:sp>
    </p:spTree>
    <p:extLst>
      <p:ext uri="{BB962C8B-B14F-4D97-AF65-F5344CB8AC3E}">
        <p14:creationId xmlns:p14="http://schemas.microsoft.com/office/powerpoint/2010/main" val="1361182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7721998E-FF2D-4C3E-B565-9D642446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B9CA512-2DBA-4B80-A17D-BF912728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D7A07BB-9BAB-4BE4-8900-B649619D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声音怎样变成一条波形？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0EB2B35C-627A-4CC9-A4A7-DF1C6740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看同一位置随时间变化的声音。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499FE308-82FF-48F0-9DEE-6505947A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波形的横轴、纵轴分别表示什么？</a:t>
            </a:r>
          </a:p>
        </p:txBody>
      </p:sp>
      <p:sp>
        <p:nvSpPr>
          <p:cNvPr id="6" name="zero-line">
            <a:extLst xmlns:a="http://schemas.openxmlformats.org/drawingml/2006/main">
              <a:ext uri="{FF2B5EF4-FFF2-40B4-BE49-F238E27FC236}">
                <a16:creationId xmlns:a16="http://schemas.microsoft.com/office/drawing/2014/main" id="{0AEEB042-34F4-4B1A-856A-B55EA162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91000"/>
            <a:ext cx="9048750" cy="9525"/>
          </a:xfrm>
          <a:custGeom xmlns:a="http://schemas.openxmlformats.org/drawingml/2006/main">
            <a:pathLst>
              <a:path w="9048750" h="9525">
                <a:moveTo>
                  <a:pt x="0" y="0"/>
                </a:moveTo>
                <a:lnTo>
                  <a:pt x="904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8D8DF"/>
            </a:solidFill>
          </a:ln>
        </p:spPr>
      </p:sp>
      <p:sp>
        <p:nvSpPr>
          <p:cNvPr id="7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8DF2D0D5-3491-4593-A1F6-15165AA9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86125"/>
            <a:ext cx="9525" cy="1857375"/>
          </a:xfrm>
          <a:custGeom xmlns:a="http://schemas.openxmlformats.org/drawingml/2006/main">
            <a:pathLst>
              <a:path w="9525" h="1857375">
                <a:moveTo>
                  <a:pt x="0" y="0"/>
                </a:moveTo>
                <a:lnTo>
                  <a:pt x="0" y="18573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waveform">
            <a:extLst xmlns:a="http://schemas.openxmlformats.org/drawingml/2006/main">
              <a:ext uri="{FF2B5EF4-FFF2-40B4-BE49-F238E27FC236}">
                <a16:creationId xmlns:a16="http://schemas.microsoft.com/office/drawing/2014/main" id="{41D61EE6-1E15-4BDB-A47A-19B6ED38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81461"/>
            <a:ext cx="9048750" cy="1219078"/>
          </a:xfrm>
          <a:custGeom xmlns:a="http://schemas.openxmlformats.org/drawingml/2006/main">
            <a:pathLst>
              <a:path w="9048750" h="1219078">
                <a:moveTo>
                  <a:pt x="0" y="429390"/>
                </a:moveTo>
                <a:lnTo>
                  <a:pt x="37703" y="399158"/>
                </a:lnTo>
                <a:lnTo>
                  <a:pt x="75406" y="369502"/>
                </a:lnTo>
                <a:lnTo>
                  <a:pt x="113109" y="340504"/>
                </a:lnTo>
                <a:lnTo>
                  <a:pt x="150813" y="312244"/>
                </a:lnTo>
                <a:lnTo>
                  <a:pt x="188516" y="284799"/>
                </a:lnTo>
                <a:lnTo>
                  <a:pt x="226219" y="258244"/>
                </a:lnTo>
                <a:lnTo>
                  <a:pt x="263922" y="232651"/>
                </a:lnTo>
                <a:lnTo>
                  <a:pt x="301625" y="208092"/>
                </a:lnTo>
                <a:lnTo>
                  <a:pt x="339328" y="184633"/>
                </a:lnTo>
                <a:lnTo>
                  <a:pt x="377031" y="162339"/>
                </a:lnTo>
                <a:lnTo>
                  <a:pt x="414734" y="141270"/>
                </a:lnTo>
                <a:lnTo>
                  <a:pt x="452438" y="121485"/>
                </a:lnTo>
                <a:lnTo>
                  <a:pt x="490141" y="103037"/>
                </a:lnTo>
                <a:lnTo>
                  <a:pt x="527844" y="85978"/>
                </a:lnTo>
                <a:lnTo>
                  <a:pt x="565547" y="70354"/>
                </a:lnTo>
                <a:lnTo>
                  <a:pt x="603250" y="56208"/>
                </a:lnTo>
                <a:lnTo>
                  <a:pt x="640953" y="43578"/>
                </a:lnTo>
                <a:lnTo>
                  <a:pt x="678656" y="32500"/>
                </a:lnTo>
                <a:lnTo>
                  <a:pt x="716359" y="23003"/>
                </a:lnTo>
                <a:lnTo>
                  <a:pt x="754063" y="15114"/>
                </a:lnTo>
                <a:lnTo>
                  <a:pt x="791766" y="8855"/>
                </a:lnTo>
                <a:lnTo>
                  <a:pt x="829469" y="4241"/>
                </a:lnTo>
                <a:lnTo>
                  <a:pt x="867172" y="1287"/>
                </a:lnTo>
                <a:lnTo>
                  <a:pt x="904875" y="0"/>
                </a:lnTo>
                <a:lnTo>
                  <a:pt x="942578" y="384"/>
                </a:lnTo>
                <a:lnTo>
                  <a:pt x="980281" y="2437"/>
                </a:lnTo>
                <a:lnTo>
                  <a:pt x="1017984" y="6154"/>
                </a:lnTo>
                <a:lnTo>
                  <a:pt x="1055687" y="11525"/>
                </a:lnTo>
                <a:lnTo>
                  <a:pt x="1093391" y="18536"/>
                </a:lnTo>
                <a:lnTo>
                  <a:pt x="1131094" y="27166"/>
                </a:lnTo>
                <a:lnTo>
                  <a:pt x="1168797" y="37392"/>
                </a:lnTo>
                <a:lnTo>
                  <a:pt x="1206500" y="49187"/>
                </a:lnTo>
                <a:lnTo>
                  <a:pt x="1244203" y="62517"/>
                </a:lnTo>
                <a:lnTo>
                  <a:pt x="1281906" y="77347"/>
                </a:lnTo>
                <a:lnTo>
                  <a:pt x="1319609" y="93636"/>
                </a:lnTo>
                <a:lnTo>
                  <a:pt x="1357313" y="111338"/>
                </a:lnTo>
                <a:lnTo>
                  <a:pt x="1395016" y="130406"/>
                </a:lnTo>
                <a:lnTo>
                  <a:pt x="1432719" y="150788"/>
                </a:lnTo>
                <a:lnTo>
                  <a:pt x="1470422" y="172427"/>
                </a:lnTo>
                <a:lnTo>
                  <a:pt x="1508125" y="195264"/>
                </a:lnTo>
                <a:lnTo>
                  <a:pt x="1545828" y="219236"/>
                </a:lnTo>
                <a:lnTo>
                  <a:pt x="1583531" y="244278"/>
                </a:lnTo>
                <a:lnTo>
                  <a:pt x="1621234" y="270321"/>
                </a:lnTo>
                <a:lnTo>
                  <a:pt x="1658937" y="297295"/>
                </a:lnTo>
                <a:lnTo>
                  <a:pt x="1696641" y="325124"/>
                </a:lnTo>
                <a:lnTo>
                  <a:pt x="1734344" y="353732"/>
                </a:lnTo>
                <a:lnTo>
                  <a:pt x="1772047" y="383042"/>
                </a:lnTo>
                <a:lnTo>
                  <a:pt x="1809750" y="412972"/>
                </a:lnTo>
                <a:lnTo>
                  <a:pt x="1847453" y="443442"/>
                </a:lnTo>
                <a:lnTo>
                  <a:pt x="1885156" y="474366"/>
                </a:lnTo>
                <a:lnTo>
                  <a:pt x="1922859" y="505661"/>
                </a:lnTo>
                <a:lnTo>
                  <a:pt x="1960563" y="537241"/>
                </a:lnTo>
                <a:lnTo>
                  <a:pt x="1998266" y="569019"/>
                </a:lnTo>
                <a:lnTo>
                  <a:pt x="2035969" y="600908"/>
                </a:lnTo>
                <a:lnTo>
                  <a:pt x="2073672" y="632820"/>
                </a:lnTo>
                <a:lnTo>
                  <a:pt x="2111375" y="664669"/>
                </a:lnTo>
                <a:lnTo>
                  <a:pt x="2149078" y="696367"/>
                </a:lnTo>
                <a:lnTo>
                  <a:pt x="2186781" y="727827"/>
                </a:lnTo>
                <a:lnTo>
                  <a:pt x="2224484" y="758962"/>
                </a:lnTo>
                <a:lnTo>
                  <a:pt x="2262188" y="789688"/>
                </a:lnTo>
                <a:lnTo>
                  <a:pt x="2299891" y="819920"/>
                </a:lnTo>
                <a:lnTo>
                  <a:pt x="2337594" y="849576"/>
                </a:lnTo>
                <a:lnTo>
                  <a:pt x="2375297" y="878573"/>
                </a:lnTo>
                <a:lnTo>
                  <a:pt x="2413000" y="906834"/>
                </a:lnTo>
                <a:lnTo>
                  <a:pt x="2450703" y="934279"/>
                </a:lnTo>
                <a:lnTo>
                  <a:pt x="2488406" y="960834"/>
                </a:lnTo>
                <a:lnTo>
                  <a:pt x="2526109" y="986426"/>
                </a:lnTo>
                <a:lnTo>
                  <a:pt x="2563813" y="1010986"/>
                </a:lnTo>
                <a:lnTo>
                  <a:pt x="2601516" y="1034445"/>
                </a:lnTo>
                <a:lnTo>
                  <a:pt x="2639219" y="1056739"/>
                </a:lnTo>
                <a:lnTo>
                  <a:pt x="2676922" y="1077808"/>
                </a:lnTo>
                <a:lnTo>
                  <a:pt x="2714625" y="1097593"/>
                </a:lnTo>
                <a:lnTo>
                  <a:pt x="2752328" y="1116040"/>
                </a:lnTo>
                <a:lnTo>
                  <a:pt x="2790031" y="1133099"/>
                </a:lnTo>
                <a:lnTo>
                  <a:pt x="2827734" y="1148724"/>
                </a:lnTo>
                <a:lnTo>
                  <a:pt x="2865438" y="1162870"/>
                </a:lnTo>
                <a:lnTo>
                  <a:pt x="2903141" y="1175499"/>
                </a:lnTo>
                <a:lnTo>
                  <a:pt x="2940844" y="1186578"/>
                </a:lnTo>
                <a:lnTo>
                  <a:pt x="2978547" y="1196074"/>
                </a:lnTo>
                <a:lnTo>
                  <a:pt x="3016250" y="1203963"/>
                </a:lnTo>
                <a:lnTo>
                  <a:pt x="3053953" y="1210223"/>
                </a:lnTo>
                <a:lnTo>
                  <a:pt x="3091656" y="1214836"/>
                </a:lnTo>
                <a:lnTo>
                  <a:pt x="3129359" y="1217791"/>
                </a:lnTo>
                <a:lnTo>
                  <a:pt x="3167063" y="1219078"/>
                </a:lnTo>
                <a:lnTo>
                  <a:pt x="3204766" y="1218694"/>
                </a:lnTo>
                <a:lnTo>
                  <a:pt x="3242469" y="1216641"/>
                </a:lnTo>
                <a:lnTo>
                  <a:pt x="3280172" y="1212924"/>
                </a:lnTo>
                <a:lnTo>
                  <a:pt x="3317875" y="1207552"/>
                </a:lnTo>
                <a:lnTo>
                  <a:pt x="3355578" y="1200542"/>
                </a:lnTo>
                <a:lnTo>
                  <a:pt x="3393281" y="1191912"/>
                </a:lnTo>
                <a:lnTo>
                  <a:pt x="3430984" y="1181686"/>
                </a:lnTo>
                <a:lnTo>
                  <a:pt x="3468688" y="1169891"/>
                </a:lnTo>
                <a:lnTo>
                  <a:pt x="3506391" y="1156561"/>
                </a:lnTo>
                <a:lnTo>
                  <a:pt x="3544094" y="1141731"/>
                </a:lnTo>
                <a:lnTo>
                  <a:pt x="3581797" y="1125442"/>
                </a:lnTo>
                <a:lnTo>
                  <a:pt x="3619500" y="1107740"/>
                </a:lnTo>
                <a:lnTo>
                  <a:pt x="3657203" y="1088671"/>
                </a:lnTo>
                <a:lnTo>
                  <a:pt x="3694906" y="1068290"/>
                </a:lnTo>
                <a:lnTo>
                  <a:pt x="3732609" y="1046651"/>
                </a:lnTo>
                <a:lnTo>
                  <a:pt x="3770312" y="1023814"/>
                </a:lnTo>
                <a:lnTo>
                  <a:pt x="3808016" y="999842"/>
                </a:lnTo>
                <a:lnTo>
                  <a:pt x="3845719" y="974800"/>
                </a:lnTo>
                <a:lnTo>
                  <a:pt x="3883422" y="948756"/>
                </a:lnTo>
                <a:lnTo>
                  <a:pt x="3921125" y="921783"/>
                </a:lnTo>
                <a:lnTo>
                  <a:pt x="3958828" y="893954"/>
                </a:lnTo>
                <a:lnTo>
                  <a:pt x="3996531" y="865346"/>
                </a:lnTo>
                <a:lnTo>
                  <a:pt x="4034234" y="836036"/>
                </a:lnTo>
                <a:lnTo>
                  <a:pt x="4071938" y="806106"/>
                </a:lnTo>
                <a:lnTo>
                  <a:pt x="4109641" y="775636"/>
                </a:lnTo>
                <a:lnTo>
                  <a:pt x="4147344" y="744712"/>
                </a:lnTo>
                <a:lnTo>
                  <a:pt x="4185047" y="713417"/>
                </a:lnTo>
                <a:lnTo>
                  <a:pt x="4222750" y="681837"/>
                </a:lnTo>
                <a:lnTo>
                  <a:pt x="4260453" y="650059"/>
                </a:lnTo>
                <a:lnTo>
                  <a:pt x="4298156" y="618170"/>
                </a:lnTo>
                <a:lnTo>
                  <a:pt x="4335859" y="586257"/>
                </a:lnTo>
                <a:lnTo>
                  <a:pt x="4373563" y="554409"/>
                </a:lnTo>
                <a:lnTo>
                  <a:pt x="4411266" y="522711"/>
                </a:lnTo>
                <a:lnTo>
                  <a:pt x="4448969" y="491251"/>
                </a:lnTo>
                <a:lnTo>
                  <a:pt x="4486672" y="460116"/>
                </a:lnTo>
                <a:lnTo>
                  <a:pt x="4524375" y="429390"/>
                </a:lnTo>
                <a:lnTo>
                  <a:pt x="4562078" y="399158"/>
                </a:lnTo>
                <a:lnTo>
                  <a:pt x="4599781" y="369502"/>
                </a:lnTo>
                <a:lnTo>
                  <a:pt x="4637484" y="340504"/>
                </a:lnTo>
                <a:lnTo>
                  <a:pt x="4675187" y="312244"/>
                </a:lnTo>
                <a:lnTo>
                  <a:pt x="4712891" y="284799"/>
                </a:lnTo>
                <a:lnTo>
                  <a:pt x="4750594" y="258244"/>
                </a:lnTo>
                <a:lnTo>
                  <a:pt x="4788297" y="232651"/>
                </a:lnTo>
                <a:lnTo>
                  <a:pt x="4826000" y="208092"/>
                </a:lnTo>
                <a:lnTo>
                  <a:pt x="4863703" y="184633"/>
                </a:lnTo>
                <a:lnTo>
                  <a:pt x="4901406" y="162339"/>
                </a:lnTo>
                <a:lnTo>
                  <a:pt x="4939109" y="141270"/>
                </a:lnTo>
                <a:lnTo>
                  <a:pt x="4976813" y="121485"/>
                </a:lnTo>
                <a:lnTo>
                  <a:pt x="5014516" y="103037"/>
                </a:lnTo>
                <a:lnTo>
                  <a:pt x="5052219" y="85978"/>
                </a:lnTo>
                <a:lnTo>
                  <a:pt x="5089922" y="70354"/>
                </a:lnTo>
                <a:lnTo>
                  <a:pt x="5127625" y="56208"/>
                </a:lnTo>
                <a:lnTo>
                  <a:pt x="5165328" y="43578"/>
                </a:lnTo>
                <a:lnTo>
                  <a:pt x="5203031" y="32500"/>
                </a:lnTo>
                <a:lnTo>
                  <a:pt x="5240734" y="23003"/>
                </a:lnTo>
                <a:lnTo>
                  <a:pt x="5278438" y="15114"/>
                </a:lnTo>
                <a:lnTo>
                  <a:pt x="5316141" y="8855"/>
                </a:lnTo>
                <a:lnTo>
                  <a:pt x="5353844" y="4241"/>
                </a:lnTo>
                <a:lnTo>
                  <a:pt x="5391547" y="1287"/>
                </a:lnTo>
                <a:lnTo>
                  <a:pt x="5429250" y="0"/>
                </a:lnTo>
                <a:lnTo>
                  <a:pt x="5466953" y="384"/>
                </a:lnTo>
                <a:lnTo>
                  <a:pt x="5504656" y="2437"/>
                </a:lnTo>
                <a:lnTo>
                  <a:pt x="5542359" y="6154"/>
                </a:lnTo>
                <a:lnTo>
                  <a:pt x="5580063" y="11525"/>
                </a:lnTo>
                <a:lnTo>
                  <a:pt x="5617766" y="18536"/>
                </a:lnTo>
                <a:lnTo>
                  <a:pt x="5655469" y="27166"/>
                </a:lnTo>
                <a:lnTo>
                  <a:pt x="5693172" y="37392"/>
                </a:lnTo>
                <a:lnTo>
                  <a:pt x="5730875" y="49187"/>
                </a:lnTo>
                <a:lnTo>
                  <a:pt x="5768578" y="62517"/>
                </a:lnTo>
                <a:lnTo>
                  <a:pt x="5806281" y="77347"/>
                </a:lnTo>
                <a:lnTo>
                  <a:pt x="5843984" y="93636"/>
                </a:lnTo>
                <a:lnTo>
                  <a:pt x="5881688" y="111338"/>
                </a:lnTo>
                <a:lnTo>
                  <a:pt x="5919391" y="130406"/>
                </a:lnTo>
                <a:lnTo>
                  <a:pt x="5957094" y="150788"/>
                </a:lnTo>
                <a:lnTo>
                  <a:pt x="5994797" y="172427"/>
                </a:lnTo>
                <a:lnTo>
                  <a:pt x="6032500" y="195264"/>
                </a:lnTo>
                <a:lnTo>
                  <a:pt x="6070203" y="219236"/>
                </a:lnTo>
                <a:lnTo>
                  <a:pt x="6107906" y="244278"/>
                </a:lnTo>
                <a:lnTo>
                  <a:pt x="6145609" y="270321"/>
                </a:lnTo>
                <a:lnTo>
                  <a:pt x="6183313" y="297295"/>
                </a:lnTo>
                <a:lnTo>
                  <a:pt x="6221016" y="325124"/>
                </a:lnTo>
                <a:lnTo>
                  <a:pt x="6258719" y="353732"/>
                </a:lnTo>
                <a:lnTo>
                  <a:pt x="6296422" y="383042"/>
                </a:lnTo>
                <a:lnTo>
                  <a:pt x="6334125" y="412972"/>
                </a:lnTo>
                <a:lnTo>
                  <a:pt x="6371828" y="443442"/>
                </a:lnTo>
                <a:lnTo>
                  <a:pt x="6409531" y="474366"/>
                </a:lnTo>
                <a:lnTo>
                  <a:pt x="6447234" y="505661"/>
                </a:lnTo>
                <a:lnTo>
                  <a:pt x="6484938" y="537241"/>
                </a:lnTo>
                <a:lnTo>
                  <a:pt x="6522641" y="569019"/>
                </a:lnTo>
                <a:lnTo>
                  <a:pt x="6560344" y="600908"/>
                </a:lnTo>
                <a:lnTo>
                  <a:pt x="6598047" y="632820"/>
                </a:lnTo>
                <a:lnTo>
                  <a:pt x="6635750" y="664669"/>
                </a:lnTo>
                <a:lnTo>
                  <a:pt x="6673453" y="696367"/>
                </a:lnTo>
                <a:lnTo>
                  <a:pt x="6711156" y="727827"/>
                </a:lnTo>
                <a:lnTo>
                  <a:pt x="6748859" y="758962"/>
                </a:lnTo>
                <a:lnTo>
                  <a:pt x="6786563" y="789688"/>
                </a:lnTo>
                <a:lnTo>
                  <a:pt x="6824266" y="819920"/>
                </a:lnTo>
                <a:lnTo>
                  <a:pt x="6861969" y="849576"/>
                </a:lnTo>
                <a:lnTo>
                  <a:pt x="6899672" y="878573"/>
                </a:lnTo>
                <a:lnTo>
                  <a:pt x="6937375" y="906834"/>
                </a:lnTo>
                <a:lnTo>
                  <a:pt x="6975078" y="934279"/>
                </a:lnTo>
                <a:lnTo>
                  <a:pt x="7012781" y="960834"/>
                </a:lnTo>
                <a:lnTo>
                  <a:pt x="7050484" y="986426"/>
                </a:lnTo>
                <a:lnTo>
                  <a:pt x="7088188" y="1010986"/>
                </a:lnTo>
                <a:lnTo>
                  <a:pt x="7125891" y="1034445"/>
                </a:lnTo>
                <a:lnTo>
                  <a:pt x="7163594" y="1056739"/>
                </a:lnTo>
                <a:lnTo>
                  <a:pt x="7201297" y="1077808"/>
                </a:lnTo>
                <a:lnTo>
                  <a:pt x="7239000" y="1097593"/>
                </a:lnTo>
                <a:lnTo>
                  <a:pt x="7276703" y="1116040"/>
                </a:lnTo>
                <a:lnTo>
                  <a:pt x="7314406" y="1133099"/>
                </a:lnTo>
                <a:lnTo>
                  <a:pt x="7352109" y="1148724"/>
                </a:lnTo>
                <a:lnTo>
                  <a:pt x="7389813" y="1162870"/>
                </a:lnTo>
                <a:lnTo>
                  <a:pt x="7427516" y="1175499"/>
                </a:lnTo>
                <a:lnTo>
                  <a:pt x="7465219" y="1186578"/>
                </a:lnTo>
                <a:lnTo>
                  <a:pt x="7502922" y="1196074"/>
                </a:lnTo>
                <a:lnTo>
                  <a:pt x="7540625" y="1203963"/>
                </a:lnTo>
                <a:lnTo>
                  <a:pt x="7578328" y="1210223"/>
                </a:lnTo>
                <a:lnTo>
                  <a:pt x="7616031" y="1214836"/>
                </a:lnTo>
                <a:lnTo>
                  <a:pt x="7653734" y="1217791"/>
                </a:lnTo>
                <a:lnTo>
                  <a:pt x="7691438" y="1219078"/>
                </a:lnTo>
                <a:lnTo>
                  <a:pt x="7729141" y="1218694"/>
                </a:lnTo>
                <a:lnTo>
                  <a:pt x="7766844" y="1216641"/>
                </a:lnTo>
                <a:lnTo>
                  <a:pt x="7804547" y="1212924"/>
                </a:lnTo>
                <a:lnTo>
                  <a:pt x="7842250" y="1207552"/>
                </a:lnTo>
                <a:lnTo>
                  <a:pt x="7879953" y="1200542"/>
                </a:lnTo>
                <a:lnTo>
                  <a:pt x="7917656" y="1191912"/>
                </a:lnTo>
                <a:lnTo>
                  <a:pt x="7955359" y="1181686"/>
                </a:lnTo>
                <a:lnTo>
                  <a:pt x="7993063" y="1169891"/>
                </a:lnTo>
                <a:lnTo>
                  <a:pt x="8030766" y="1156561"/>
                </a:lnTo>
                <a:lnTo>
                  <a:pt x="8068469" y="1141731"/>
                </a:lnTo>
                <a:lnTo>
                  <a:pt x="8106172" y="1125442"/>
                </a:lnTo>
                <a:lnTo>
                  <a:pt x="8143875" y="1107740"/>
                </a:lnTo>
                <a:lnTo>
                  <a:pt x="8181578" y="1088671"/>
                </a:lnTo>
                <a:lnTo>
                  <a:pt x="8219281" y="1068290"/>
                </a:lnTo>
                <a:lnTo>
                  <a:pt x="8256984" y="1046651"/>
                </a:lnTo>
                <a:lnTo>
                  <a:pt x="8294688" y="1023814"/>
                </a:lnTo>
                <a:lnTo>
                  <a:pt x="8332391" y="999842"/>
                </a:lnTo>
                <a:lnTo>
                  <a:pt x="8370094" y="974800"/>
                </a:lnTo>
                <a:lnTo>
                  <a:pt x="8407797" y="948756"/>
                </a:lnTo>
                <a:lnTo>
                  <a:pt x="8445500" y="921783"/>
                </a:lnTo>
                <a:lnTo>
                  <a:pt x="8483203" y="893954"/>
                </a:lnTo>
                <a:lnTo>
                  <a:pt x="8520906" y="865346"/>
                </a:lnTo>
                <a:lnTo>
                  <a:pt x="8558609" y="836036"/>
                </a:lnTo>
                <a:lnTo>
                  <a:pt x="8596313" y="806106"/>
                </a:lnTo>
                <a:lnTo>
                  <a:pt x="8634016" y="775636"/>
                </a:lnTo>
                <a:lnTo>
                  <a:pt x="8671719" y="744712"/>
                </a:lnTo>
                <a:lnTo>
                  <a:pt x="8709422" y="713417"/>
                </a:lnTo>
                <a:lnTo>
                  <a:pt x="8747125" y="681837"/>
                </a:lnTo>
                <a:lnTo>
                  <a:pt x="8784828" y="650059"/>
                </a:lnTo>
                <a:lnTo>
                  <a:pt x="8822531" y="618170"/>
                </a:lnTo>
                <a:lnTo>
                  <a:pt x="8860234" y="586257"/>
                </a:lnTo>
                <a:lnTo>
                  <a:pt x="8897937" y="554409"/>
                </a:lnTo>
                <a:lnTo>
                  <a:pt x="8935641" y="522711"/>
                </a:lnTo>
                <a:lnTo>
                  <a:pt x="8973344" y="491251"/>
                </a:lnTo>
                <a:lnTo>
                  <a:pt x="9011047" y="460116"/>
                </a:lnTo>
                <a:lnTo>
                  <a:pt x="9048750" y="42939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</a:ln>
        </p:spPr>
      </p:sp>
    </p:spTree>
    <p:extLst>
      <p:ext uri="{BB962C8B-B14F-4D97-AF65-F5344CB8AC3E}">
        <p14:creationId xmlns:p14="http://schemas.microsoft.com/office/powerpoint/2010/main" val="5305457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7721998E-FF2D-4C3E-B565-9D642446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B9CA512-2DBA-4B80-A17D-BF912728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D7A07BB-9BAB-4BE4-8900-B649619D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声音怎样变成一条波形？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0EB2B35C-627A-4CC9-A4A7-DF1C6740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看同一位置随时间变化的声音。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499FE308-82FF-48F0-9DEE-6505947A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波形的横轴、纵轴分别表示什么？</a:t>
            </a:r>
          </a:p>
        </p:txBody>
      </p:sp>
      <p:sp>
        <p:nvSpPr>
          <p:cNvPr id="6" name="zero-line">
            <a:extLst xmlns:a="http://schemas.openxmlformats.org/drawingml/2006/main">
              <a:ext uri="{FF2B5EF4-FFF2-40B4-BE49-F238E27FC236}">
                <a16:creationId xmlns:a16="http://schemas.microsoft.com/office/drawing/2014/main" id="{0AEEB042-34F4-4B1A-856A-B55EA162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91000"/>
            <a:ext cx="9048750" cy="9525"/>
          </a:xfrm>
          <a:custGeom xmlns:a="http://schemas.openxmlformats.org/drawingml/2006/main">
            <a:pathLst>
              <a:path w="9048750" h="9525">
                <a:moveTo>
                  <a:pt x="0" y="0"/>
                </a:moveTo>
                <a:lnTo>
                  <a:pt x="904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8D8DF"/>
            </a:solidFill>
          </a:ln>
        </p:spPr>
      </p:sp>
      <p:sp>
        <p:nvSpPr>
          <p:cNvPr id="7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8DF2D0D5-3491-4593-A1F6-15165AA9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86125"/>
            <a:ext cx="9525" cy="1857375"/>
          </a:xfrm>
          <a:custGeom xmlns:a="http://schemas.openxmlformats.org/drawingml/2006/main">
            <a:pathLst>
              <a:path w="9525" h="1857375">
                <a:moveTo>
                  <a:pt x="0" y="0"/>
                </a:moveTo>
                <a:lnTo>
                  <a:pt x="0" y="18573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waveform">
            <a:extLst xmlns:a="http://schemas.openxmlformats.org/drawingml/2006/main">
              <a:ext uri="{FF2B5EF4-FFF2-40B4-BE49-F238E27FC236}">
                <a16:creationId xmlns:a16="http://schemas.microsoft.com/office/drawing/2014/main" id="{41D61EE6-1E15-4BDB-A47A-19B6ED38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81461"/>
            <a:ext cx="9048750" cy="1219078"/>
          </a:xfrm>
          <a:custGeom xmlns:a="http://schemas.openxmlformats.org/drawingml/2006/main">
            <a:pathLst>
              <a:path w="9048750" h="1219078">
                <a:moveTo>
                  <a:pt x="0" y="429390"/>
                </a:moveTo>
                <a:lnTo>
                  <a:pt x="37703" y="399158"/>
                </a:lnTo>
                <a:lnTo>
                  <a:pt x="75406" y="369502"/>
                </a:lnTo>
                <a:lnTo>
                  <a:pt x="113109" y="340504"/>
                </a:lnTo>
                <a:lnTo>
                  <a:pt x="150813" y="312244"/>
                </a:lnTo>
                <a:lnTo>
                  <a:pt x="188516" y="284799"/>
                </a:lnTo>
                <a:lnTo>
                  <a:pt x="226219" y="258244"/>
                </a:lnTo>
                <a:lnTo>
                  <a:pt x="263922" y="232651"/>
                </a:lnTo>
                <a:lnTo>
                  <a:pt x="301625" y="208092"/>
                </a:lnTo>
                <a:lnTo>
                  <a:pt x="339328" y="184633"/>
                </a:lnTo>
                <a:lnTo>
                  <a:pt x="377031" y="162339"/>
                </a:lnTo>
                <a:lnTo>
                  <a:pt x="414734" y="141270"/>
                </a:lnTo>
                <a:lnTo>
                  <a:pt x="452438" y="121485"/>
                </a:lnTo>
                <a:lnTo>
                  <a:pt x="490141" y="103037"/>
                </a:lnTo>
                <a:lnTo>
                  <a:pt x="527844" y="85978"/>
                </a:lnTo>
                <a:lnTo>
                  <a:pt x="565547" y="70354"/>
                </a:lnTo>
                <a:lnTo>
                  <a:pt x="603250" y="56208"/>
                </a:lnTo>
                <a:lnTo>
                  <a:pt x="640953" y="43578"/>
                </a:lnTo>
                <a:lnTo>
                  <a:pt x="678656" y="32500"/>
                </a:lnTo>
                <a:lnTo>
                  <a:pt x="716359" y="23003"/>
                </a:lnTo>
                <a:lnTo>
                  <a:pt x="754063" y="15114"/>
                </a:lnTo>
                <a:lnTo>
                  <a:pt x="791766" y="8855"/>
                </a:lnTo>
                <a:lnTo>
                  <a:pt x="829469" y="4241"/>
                </a:lnTo>
                <a:lnTo>
                  <a:pt x="867172" y="1287"/>
                </a:lnTo>
                <a:lnTo>
                  <a:pt x="904875" y="0"/>
                </a:lnTo>
                <a:lnTo>
                  <a:pt x="942578" y="384"/>
                </a:lnTo>
                <a:lnTo>
                  <a:pt x="980281" y="2437"/>
                </a:lnTo>
                <a:lnTo>
                  <a:pt x="1017984" y="6154"/>
                </a:lnTo>
                <a:lnTo>
                  <a:pt x="1055687" y="11525"/>
                </a:lnTo>
                <a:lnTo>
                  <a:pt x="1093391" y="18536"/>
                </a:lnTo>
                <a:lnTo>
                  <a:pt x="1131094" y="27166"/>
                </a:lnTo>
                <a:lnTo>
                  <a:pt x="1168797" y="37392"/>
                </a:lnTo>
                <a:lnTo>
                  <a:pt x="1206500" y="49187"/>
                </a:lnTo>
                <a:lnTo>
                  <a:pt x="1244203" y="62517"/>
                </a:lnTo>
                <a:lnTo>
                  <a:pt x="1281906" y="77347"/>
                </a:lnTo>
                <a:lnTo>
                  <a:pt x="1319609" y="93636"/>
                </a:lnTo>
                <a:lnTo>
                  <a:pt x="1357313" y="111338"/>
                </a:lnTo>
                <a:lnTo>
                  <a:pt x="1395016" y="130406"/>
                </a:lnTo>
                <a:lnTo>
                  <a:pt x="1432719" y="150788"/>
                </a:lnTo>
                <a:lnTo>
                  <a:pt x="1470422" y="172427"/>
                </a:lnTo>
                <a:lnTo>
                  <a:pt x="1508125" y="195264"/>
                </a:lnTo>
                <a:lnTo>
                  <a:pt x="1545828" y="219236"/>
                </a:lnTo>
                <a:lnTo>
                  <a:pt x="1583531" y="244278"/>
                </a:lnTo>
                <a:lnTo>
                  <a:pt x="1621234" y="270321"/>
                </a:lnTo>
                <a:lnTo>
                  <a:pt x="1658937" y="297295"/>
                </a:lnTo>
                <a:lnTo>
                  <a:pt x="1696641" y="325124"/>
                </a:lnTo>
                <a:lnTo>
                  <a:pt x="1734344" y="353732"/>
                </a:lnTo>
                <a:lnTo>
                  <a:pt x="1772047" y="383042"/>
                </a:lnTo>
                <a:lnTo>
                  <a:pt x="1809750" y="412972"/>
                </a:lnTo>
                <a:lnTo>
                  <a:pt x="1847453" y="443442"/>
                </a:lnTo>
                <a:lnTo>
                  <a:pt x="1885156" y="474366"/>
                </a:lnTo>
                <a:lnTo>
                  <a:pt x="1922859" y="505661"/>
                </a:lnTo>
                <a:lnTo>
                  <a:pt x="1960563" y="537241"/>
                </a:lnTo>
                <a:lnTo>
                  <a:pt x="1998266" y="569019"/>
                </a:lnTo>
                <a:lnTo>
                  <a:pt x="2035969" y="600908"/>
                </a:lnTo>
                <a:lnTo>
                  <a:pt x="2073672" y="632820"/>
                </a:lnTo>
                <a:lnTo>
                  <a:pt x="2111375" y="664669"/>
                </a:lnTo>
                <a:lnTo>
                  <a:pt x="2149078" y="696367"/>
                </a:lnTo>
                <a:lnTo>
                  <a:pt x="2186781" y="727827"/>
                </a:lnTo>
                <a:lnTo>
                  <a:pt x="2224484" y="758962"/>
                </a:lnTo>
                <a:lnTo>
                  <a:pt x="2262188" y="789688"/>
                </a:lnTo>
                <a:lnTo>
                  <a:pt x="2299891" y="819920"/>
                </a:lnTo>
                <a:lnTo>
                  <a:pt x="2337594" y="849576"/>
                </a:lnTo>
                <a:lnTo>
                  <a:pt x="2375297" y="878573"/>
                </a:lnTo>
                <a:lnTo>
                  <a:pt x="2413000" y="906834"/>
                </a:lnTo>
                <a:lnTo>
                  <a:pt x="2450703" y="934279"/>
                </a:lnTo>
                <a:lnTo>
                  <a:pt x="2488406" y="960834"/>
                </a:lnTo>
                <a:lnTo>
                  <a:pt x="2526109" y="986426"/>
                </a:lnTo>
                <a:lnTo>
                  <a:pt x="2563813" y="1010986"/>
                </a:lnTo>
                <a:lnTo>
                  <a:pt x="2601516" y="1034445"/>
                </a:lnTo>
                <a:lnTo>
                  <a:pt x="2639219" y="1056739"/>
                </a:lnTo>
                <a:lnTo>
                  <a:pt x="2676922" y="1077808"/>
                </a:lnTo>
                <a:lnTo>
                  <a:pt x="2714625" y="1097593"/>
                </a:lnTo>
                <a:lnTo>
                  <a:pt x="2752328" y="1116040"/>
                </a:lnTo>
                <a:lnTo>
                  <a:pt x="2790031" y="1133099"/>
                </a:lnTo>
                <a:lnTo>
                  <a:pt x="2827734" y="1148724"/>
                </a:lnTo>
                <a:lnTo>
                  <a:pt x="2865438" y="1162870"/>
                </a:lnTo>
                <a:lnTo>
                  <a:pt x="2903141" y="1175499"/>
                </a:lnTo>
                <a:lnTo>
                  <a:pt x="2940844" y="1186578"/>
                </a:lnTo>
                <a:lnTo>
                  <a:pt x="2978547" y="1196074"/>
                </a:lnTo>
                <a:lnTo>
                  <a:pt x="3016250" y="1203963"/>
                </a:lnTo>
                <a:lnTo>
                  <a:pt x="3053953" y="1210223"/>
                </a:lnTo>
                <a:lnTo>
                  <a:pt x="3091656" y="1214836"/>
                </a:lnTo>
                <a:lnTo>
                  <a:pt x="3129359" y="1217791"/>
                </a:lnTo>
                <a:lnTo>
                  <a:pt x="3167063" y="1219078"/>
                </a:lnTo>
                <a:lnTo>
                  <a:pt x="3204766" y="1218694"/>
                </a:lnTo>
                <a:lnTo>
                  <a:pt x="3242469" y="1216641"/>
                </a:lnTo>
                <a:lnTo>
                  <a:pt x="3280172" y="1212924"/>
                </a:lnTo>
                <a:lnTo>
                  <a:pt x="3317875" y="1207552"/>
                </a:lnTo>
                <a:lnTo>
                  <a:pt x="3355578" y="1200542"/>
                </a:lnTo>
                <a:lnTo>
                  <a:pt x="3393281" y="1191912"/>
                </a:lnTo>
                <a:lnTo>
                  <a:pt x="3430984" y="1181686"/>
                </a:lnTo>
                <a:lnTo>
                  <a:pt x="3468688" y="1169891"/>
                </a:lnTo>
                <a:lnTo>
                  <a:pt x="3506391" y="1156561"/>
                </a:lnTo>
                <a:lnTo>
                  <a:pt x="3544094" y="1141731"/>
                </a:lnTo>
                <a:lnTo>
                  <a:pt x="3581797" y="1125442"/>
                </a:lnTo>
                <a:lnTo>
                  <a:pt x="3619500" y="1107740"/>
                </a:lnTo>
                <a:lnTo>
                  <a:pt x="3657203" y="1088671"/>
                </a:lnTo>
                <a:lnTo>
                  <a:pt x="3694906" y="1068290"/>
                </a:lnTo>
                <a:lnTo>
                  <a:pt x="3732609" y="1046651"/>
                </a:lnTo>
                <a:lnTo>
                  <a:pt x="3770312" y="1023814"/>
                </a:lnTo>
                <a:lnTo>
                  <a:pt x="3808016" y="999842"/>
                </a:lnTo>
                <a:lnTo>
                  <a:pt x="3845719" y="974800"/>
                </a:lnTo>
                <a:lnTo>
                  <a:pt x="3883422" y="948756"/>
                </a:lnTo>
                <a:lnTo>
                  <a:pt x="3921125" y="921783"/>
                </a:lnTo>
                <a:lnTo>
                  <a:pt x="3958828" y="893954"/>
                </a:lnTo>
                <a:lnTo>
                  <a:pt x="3996531" y="865346"/>
                </a:lnTo>
                <a:lnTo>
                  <a:pt x="4034234" y="836036"/>
                </a:lnTo>
                <a:lnTo>
                  <a:pt x="4071938" y="806106"/>
                </a:lnTo>
                <a:lnTo>
                  <a:pt x="4109641" y="775636"/>
                </a:lnTo>
                <a:lnTo>
                  <a:pt x="4147344" y="744712"/>
                </a:lnTo>
                <a:lnTo>
                  <a:pt x="4185047" y="713417"/>
                </a:lnTo>
                <a:lnTo>
                  <a:pt x="4222750" y="681837"/>
                </a:lnTo>
                <a:lnTo>
                  <a:pt x="4260453" y="650059"/>
                </a:lnTo>
                <a:lnTo>
                  <a:pt x="4298156" y="618170"/>
                </a:lnTo>
                <a:lnTo>
                  <a:pt x="4335859" y="586257"/>
                </a:lnTo>
                <a:lnTo>
                  <a:pt x="4373563" y="554409"/>
                </a:lnTo>
                <a:lnTo>
                  <a:pt x="4411266" y="522711"/>
                </a:lnTo>
                <a:lnTo>
                  <a:pt x="4448969" y="491251"/>
                </a:lnTo>
                <a:lnTo>
                  <a:pt x="4486672" y="460116"/>
                </a:lnTo>
                <a:lnTo>
                  <a:pt x="4524375" y="429390"/>
                </a:lnTo>
                <a:lnTo>
                  <a:pt x="4562078" y="399158"/>
                </a:lnTo>
                <a:lnTo>
                  <a:pt x="4599781" y="369502"/>
                </a:lnTo>
                <a:lnTo>
                  <a:pt x="4637484" y="340504"/>
                </a:lnTo>
                <a:lnTo>
                  <a:pt x="4675187" y="312244"/>
                </a:lnTo>
                <a:lnTo>
                  <a:pt x="4712891" y="284799"/>
                </a:lnTo>
                <a:lnTo>
                  <a:pt x="4750594" y="258244"/>
                </a:lnTo>
                <a:lnTo>
                  <a:pt x="4788297" y="232651"/>
                </a:lnTo>
                <a:lnTo>
                  <a:pt x="4826000" y="208092"/>
                </a:lnTo>
                <a:lnTo>
                  <a:pt x="4863703" y="184633"/>
                </a:lnTo>
                <a:lnTo>
                  <a:pt x="4901406" y="162339"/>
                </a:lnTo>
                <a:lnTo>
                  <a:pt x="4939109" y="141270"/>
                </a:lnTo>
                <a:lnTo>
                  <a:pt x="4976813" y="121485"/>
                </a:lnTo>
                <a:lnTo>
                  <a:pt x="5014516" y="103037"/>
                </a:lnTo>
                <a:lnTo>
                  <a:pt x="5052219" y="85978"/>
                </a:lnTo>
                <a:lnTo>
                  <a:pt x="5089922" y="70354"/>
                </a:lnTo>
                <a:lnTo>
                  <a:pt x="5127625" y="56208"/>
                </a:lnTo>
                <a:lnTo>
                  <a:pt x="5165328" y="43578"/>
                </a:lnTo>
                <a:lnTo>
                  <a:pt x="5203031" y="32500"/>
                </a:lnTo>
                <a:lnTo>
                  <a:pt x="5240734" y="23003"/>
                </a:lnTo>
                <a:lnTo>
                  <a:pt x="5278438" y="15114"/>
                </a:lnTo>
                <a:lnTo>
                  <a:pt x="5316141" y="8855"/>
                </a:lnTo>
                <a:lnTo>
                  <a:pt x="5353844" y="4241"/>
                </a:lnTo>
                <a:lnTo>
                  <a:pt x="5391547" y="1287"/>
                </a:lnTo>
                <a:lnTo>
                  <a:pt x="5429250" y="0"/>
                </a:lnTo>
                <a:lnTo>
                  <a:pt x="5466953" y="384"/>
                </a:lnTo>
                <a:lnTo>
                  <a:pt x="5504656" y="2437"/>
                </a:lnTo>
                <a:lnTo>
                  <a:pt x="5542359" y="6154"/>
                </a:lnTo>
                <a:lnTo>
                  <a:pt x="5580063" y="11525"/>
                </a:lnTo>
                <a:lnTo>
                  <a:pt x="5617766" y="18536"/>
                </a:lnTo>
                <a:lnTo>
                  <a:pt x="5655469" y="27166"/>
                </a:lnTo>
                <a:lnTo>
                  <a:pt x="5693172" y="37392"/>
                </a:lnTo>
                <a:lnTo>
                  <a:pt x="5730875" y="49187"/>
                </a:lnTo>
                <a:lnTo>
                  <a:pt x="5768578" y="62517"/>
                </a:lnTo>
                <a:lnTo>
                  <a:pt x="5806281" y="77347"/>
                </a:lnTo>
                <a:lnTo>
                  <a:pt x="5843984" y="93636"/>
                </a:lnTo>
                <a:lnTo>
                  <a:pt x="5881688" y="111338"/>
                </a:lnTo>
                <a:lnTo>
                  <a:pt x="5919391" y="130406"/>
                </a:lnTo>
                <a:lnTo>
                  <a:pt x="5957094" y="150788"/>
                </a:lnTo>
                <a:lnTo>
                  <a:pt x="5994797" y="172427"/>
                </a:lnTo>
                <a:lnTo>
                  <a:pt x="6032500" y="195264"/>
                </a:lnTo>
                <a:lnTo>
                  <a:pt x="6070203" y="219236"/>
                </a:lnTo>
                <a:lnTo>
                  <a:pt x="6107906" y="244278"/>
                </a:lnTo>
                <a:lnTo>
                  <a:pt x="6145609" y="270321"/>
                </a:lnTo>
                <a:lnTo>
                  <a:pt x="6183313" y="297295"/>
                </a:lnTo>
                <a:lnTo>
                  <a:pt x="6221016" y="325124"/>
                </a:lnTo>
                <a:lnTo>
                  <a:pt x="6258719" y="353732"/>
                </a:lnTo>
                <a:lnTo>
                  <a:pt x="6296422" y="383042"/>
                </a:lnTo>
                <a:lnTo>
                  <a:pt x="6334125" y="412972"/>
                </a:lnTo>
                <a:lnTo>
                  <a:pt x="6371828" y="443442"/>
                </a:lnTo>
                <a:lnTo>
                  <a:pt x="6409531" y="474366"/>
                </a:lnTo>
                <a:lnTo>
                  <a:pt x="6447234" y="505661"/>
                </a:lnTo>
                <a:lnTo>
                  <a:pt x="6484938" y="537241"/>
                </a:lnTo>
                <a:lnTo>
                  <a:pt x="6522641" y="569019"/>
                </a:lnTo>
                <a:lnTo>
                  <a:pt x="6560344" y="600908"/>
                </a:lnTo>
                <a:lnTo>
                  <a:pt x="6598047" y="632820"/>
                </a:lnTo>
                <a:lnTo>
                  <a:pt x="6635750" y="664669"/>
                </a:lnTo>
                <a:lnTo>
                  <a:pt x="6673453" y="696367"/>
                </a:lnTo>
                <a:lnTo>
                  <a:pt x="6711156" y="727827"/>
                </a:lnTo>
                <a:lnTo>
                  <a:pt x="6748859" y="758962"/>
                </a:lnTo>
                <a:lnTo>
                  <a:pt x="6786563" y="789688"/>
                </a:lnTo>
                <a:lnTo>
                  <a:pt x="6824266" y="819920"/>
                </a:lnTo>
                <a:lnTo>
                  <a:pt x="6861969" y="849576"/>
                </a:lnTo>
                <a:lnTo>
                  <a:pt x="6899672" y="878573"/>
                </a:lnTo>
                <a:lnTo>
                  <a:pt x="6937375" y="906834"/>
                </a:lnTo>
                <a:lnTo>
                  <a:pt x="6975078" y="934279"/>
                </a:lnTo>
                <a:lnTo>
                  <a:pt x="7012781" y="960834"/>
                </a:lnTo>
                <a:lnTo>
                  <a:pt x="7050484" y="986426"/>
                </a:lnTo>
                <a:lnTo>
                  <a:pt x="7088188" y="1010986"/>
                </a:lnTo>
                <a:lnTo>
                  <a:pt x="7125891" y="1034445"/>
                </a:lnTo>
                <a:lnTo>
                  <a:pt x="7163594" y="1056739"/>
                </a:lnTo>
                <a:lnTo>
                  <a:pt x="7201297" y="1077808"/>
                </a:lnTo>
                <a:lnTo>
                  <a:pt x="7239000" y="1097593"/>
                </a:lnTo>
                <a:lnTo>
                  <a:pt x="7276703" y="1116040"/>
                </a:lnTo>
                <a:lnTo>
                  <a:pt x="7314406" y="1133099"/>
                </a:lnTo>
                <a:lnTo>
                  <a:pt x="7352109" y="1148724"/>
                </a:lnTo>
                <a:lnTo>
                  <a:pt x="7389813" y="1162870"/>
                </a:lnTo>
                <a:lnTo>
                  <a:pt x="7427516" y="1175499"/>
                </a:lnTo>
                <a:lnTo>
                  <a:pt x="7465219" y="1186578"/>
                </a:lnTo>
                <a:lnTo>
                  <a:pt x="7502922" y="1196074"/>
                </a:lnTo>
                <a:lnTo>
                  <a:pt x="7540625" y="1203963"/>
                </a:lnTo>
                <a:lnTo>
                  <a:pt x="7578328" y="1210223"/>
                </a:lnTo>
                <a:lnTo>
                  <a:pt x="7616031" y="1214836"/>
                </a:lnTo>
                <a:lnTo>
                  <a:pt x="7653734" y="1217791"/>
                </a:lnTo>
                <a:lnTo>
                  <a:pt x="7691438" y="1219078"/>
                </a:lnTo>
                <a:lnTo>
                  <a:pt x="7729141" y="1218694"/>
                </a:lnTo>
                <a:lnTo>
                  <a:pt x="7766844" y="1216641"/>
                </a:lnTo>
                <a:lnTo>
                  <a:pt x="7804547" y="1212924"/>
                </a:lnTo>
                <a:lnTo>
                  <a:pt x="7842250" y="1207552"/>
                </a:lnTo>
                <a:lnTo>
                  <a:pt x="7879953" y="1200542"/>
                </a:lnTo>
                <a:lnTo>
                  <a:pt x="7917656" y="1191912"/>
                </a:lnTo>
                <a:lnTo>
                  <a:pt x="7955359" y="1181686"/>
                </a:lnTo>
                <a:lnTo>
                  <a:pt x="7993063" y="1169891"/>
                </a:lnTo>
                <a:lnTo>
                  <a:pt x="8030766" y="1156561"/>
                </a:lnTo>
                <a:lnTo>
                  <a:pt x="8068469" y="1141731"/>
                </a:lnTo>
                <a:lnTo>
                  <a:pt x="8106172" y="1125442"/>
                </a:lnTo>
                <a:lnTo>
                  <a:pt x="8143875" y="1107740"/>
                </a:lnTo>
                <a:lnTo>
                  <a:pt x="8181578" y="1088671"/>
                </a:lnTo>
                <a:lnTo>
                  <a:pt x="8219281" y="1068290"/>
                </a:lnTo>
                <a:lnTo>
                  <a:pt x="8256984" y="1046651"/>
                </a:lnTo>
                <a:lnTo>
                  <a:pt x="8294688" y="1023814"/>
                </a:lnTo>
                <a:lnTo>
                  <a:pt x="8332391" y="999842"/>
                </a:lnTo>
                <a:lnTo>
                  <a:pt x="8370094" y="974800"/>
                </a:lnTo>
                <a:lnTo>
                  <a:pt x="8407797" y="948756"/>
                </a:lnTo>
                <a:lnTo>
                  <a:pt x="8445500" y="921783"/>
                </a:lnTo>
                <a:lnTo>
                  <a:pt x="8483203" y="893954"/>
                </a:lnTo>
                <a:lnTo>
                  <a:pt x="8520906" y="865346"/>
                </a:lnTo>
                <a:lnTo>
                  <a:pt x="8558609" y="836036"/>
                </a:lnTo>
                <a:lnTo>
                  <a:pt x="8596313" y="806106"/>
                </a:lnTo>
                <a:lnTo>
                  <a:pt x="8634016" y="775636"/>
                </a:lnTo>
                <a:lnTo>
                  <a:pt x="8671719" y="744712"/>
                </a:lnTo>
                <a:lnTo>
                  <a:pt x="8709422" y="713417"/>
                </a:lnTo>
                <a:lnTo>
                  <a:pt x="8747125" y="681837"/>
                </a:lnTo>
                <a:lnTo>
                  <a:pt x="8784828" y="650059"/>
                </a:lnTo>
                <a:lnTo>
                  <a:pt x="8822531" y="618170"/>
                </a:lnTo>
                <a:lnTo>
                  <a:pt x="8860234" y="586257"/>
                </a:lnTo>
                <a:lnTo>
                  <a:pt x="8897937" y="554409"/>
                </a:lnTo>
                <a:lnTo>
                  <a:pt x="8935641" y="522711"/>
                </a:lnTo>
                <a:lnTo>
                  <a:pt x="8973344" y="491251"/>
                </a:lnTo>
                <a:lnTo>
                  <a:pt x="9011047" y="460116"/>
                </a:lnTo>
                <a:lnTo>
                  <a:pt x="9048750" y="42939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153898E-76C2-4FD3-8BBD-70F2E0A6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声压变化 → 麦克风 → 连续电信号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0A66B4E-6433-4BF5-944D-A6A9D43A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横轴：时间；纵轴：信号幅度</a:t>
            </a:r>
          </a:p>
        </p:txBody>
      </p:sp>
    </p:spTree>
    <p:extLst>
      <p:ext uri="{BB962C8B-B14F-4D97-AF65-F5344CB8AC3E}">
        <p14:creationId xmlns:p14="http://schemas.microsoft.com/office/powerpoint/2010/main" val="5305457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48C91A07-4A74-4F69-9400-DFE3747F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23D512B-AA6F-410A-980A-C3FEB66D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379B8CA-EE5D-4D37-812B-A1AC7B05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怎样留下波形随时间的变化？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AFFD99C9-53DE-4CA0-B1DD-868952C3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这一秒的曲线怎样记录？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6D38FC02-A37C-4708-85EA-C71B85FA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在纸上圈出你准备读取的时刻。</a:t>
            </a:r>
          </a:p>
        </p:txBody>
      </p:sp>
      <p:sp>
        <p:nvSpPr>
          <p:cNvPr id="6" name="zero-line">
            <a:extLst xmlns:a="http://schemas.openxmlformats.org/drawingml/2006/main">
              <a:ext uri="{FF2B5EF4-FFF2-40B4-BE49-F238E27FC236}">
                <a16:creationId xmlns:a16="http://schemas.microsoft.com/office/drawing/2014/main" id="{BA5927C7-1F07-45EF-BEDB-672BC871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67125"/>
            <a:ext cx="9048750" cy="9525"/>
          </a:xfrm>
          <a:custGeom xmlns:a="http://schemas.openxmlformats.org/drawingml/2006/main">
            <a:pathLst>
              <a:path w="9048750" h="9525">
                <a:moveTo>
                  <a:pt x="0" y="0"/>
                </a:moveTo>
                <a:lnTo>
                  <a:pt x="904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8D8DF"/>
            </a:solidFill>
          </a:ln>
        </p:spPr>
      </p:sp>
      <p:sp>
        <p:nvSpPr>
          <p:cNvPr id="7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4308F313-1370-4BAF-A7B7-7547917D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6063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waveform">
            <a:extLst xmlns:a="http://schemas.openxmlformats.org/drawingml/2006/main">
              <a:ext uri="{FF2B5EF4-FFF2-40B4-BE49-F238E27FC236}">
                <a16:creationId xmlns:a16="http://schemas.microsoft.com/office/drawing/2014/main" id="{6DA09078-7550-4199-A9E1-DA83BAEF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76634"/>
            <a:ext cx="9048750" cy="1180982"/>
          </a:xfrm>
          <a:custGeom xmlns:a="http://schemas.openxmlformats.org/drawingml/2006/main">
            <a:pathLst>
              <a:path w="9048750" h="1180982">
                <a:moveTo>
                  <a:pt x="0" y="415971"/>
                </a:moveTo>
                <a:lnTo>
                  <a:pt x="37703" y="386684"/>
                </a:lnTo>
                <a:lnTo>
                  <a:pt x="75406" y="357955"/>
                </a:lnTo>
                <a:lnTo>
                  <a:pt x="113109" y="329864"/>
                </a:lnTo>
                <a:lnTo>
                  <a:pt x="150813" y="302487"/>
                </a:lnTo>
                <a:lnTo>
                  <a:pt x="188516" y="275899"/>
                </a:lnTo>
                <a:lnTo>
                  <a:pt x="226219" y="250174"/>
                </a:lnTo>
                <a:lnTo>
                  <a:pt x="263922" y="225381"/>
                </a:lnTo>
                <a:lnTo>
                  <a:pt x="301625" y="201589"/>
                </a:lnTo>
                <a:lnTo>
                  <a:pt x="339328" y="178863"/>
                </a:lnTo>
                <a:lnTo>
                  <a:pt x="377031" y="157266"/>
                </a:lnTo>
                <a:lnTo>
                  <a:pt x="414734" y="136855"/>
                </a:lnTo>
                <a:lnTo>
                  <a:pt x="452438" y="117688"/>
                </a:lnTo>
                <a:lnTo>
                  <a:pt x="490141" y="99818"/>
                </a:lnTo>
                <a:lnTo>
                  <a:pt x="527844" y="83292"/>
                </a:lnTo>
                <a:lnTo>
                  <a:pt x="565547" y="68156"/>
                </a:lnTo>
                <a:lnTo>
                  <a:pt x="603250" y="54452"/>
                </a:lnTo>
                <a:lnTo>
                  <a:pt x="640953" y="42217"/>
                </a:lnTo>
                <a:lnTo>
                  <a:pt x="678656" y="31485"/>
                </a:lnTo>
                <a:lnTo>
                  <a:pt x="716359" y="22285"/>
                </a:lnTo>
                <a:lnTo>
                  <a:pt x="754063" y="14642"/>
                </a:lnTo>
                <a:lnTo>
                  <a:pt x="791766" y="8578"/>
                </a:lnTo>
                <a:lnTo>
                  <a:pt x="829469" y="4109"/>
                </a:lnTo>
                <a:lnTo>
                  <a:pt x="867172" y="1247"/>
                </a:lnTo>
                <a:lnTo>
                  <a:pt x="904875" y="0"/>
                </a:lnTo>
                <a:lnTo>
                  <a:pt x="942578" y="372"/>
                </a:lnTo>
                <a:lnTo>
                  <a:pt x="980281" y="2361"/>
                </a:lnTo>
                <a:lnTo>
                  <a:pt x="1017984" y="5962"/>
                </a:lnTo>
                <a:lnTo>
                  <a:pt x="1055687" y="11165"/>
                </a:lnTo>
                <a:lnTo>
                  <a:pt x="1093391" y="17956"/>
                </a:lnTo>
                <a:lnTo>
                  <a:pt x="1131094" y="26317"/>
                </a:lnTo>
                <a:lnTo>
                  <a:pt x="1168797" y="36224"/>
                </a:lnTo>
                <a:lnTo>
                  <a:pt x="1206500" y="47650"/>
                </a:lnTo>
                <a:lnTo>
                  <a:pt x="1244203" y="60564"/>
                </a:lnTo>
                <a:lnTo>
                  <a:pt x="1281906" y="74930"/>
                </a:lnTo>
                <a:lnTo>
                  <a:pt x="1319609" y="90710"/>
                </a:lnTo>
                <a:lnTo>
                  <a:pt x="1357313" y="107859"/>
                </a:lnTo>
                <a:lnTo>
                  <a:pt x="1395016" y="126331"/>
                </a:lnTo>
                <a:lnTo>
                  <a:pt x="1432719" y="146076"/>
                </a:lnTo>
                <a:lnTo>
                  <a:pt x="1470422" y="167038"/>
                </a:lnTo>
                <a:lnTo>
                  <a:pt x="1508125" y="189162"/>
                </a:lnTo>
                <a:lnTo>
                  <a:pt x="1545828" y="212385"/>
                </a:lnTo>
                <a:lnTo>
                  <a:pt x="1583531" y="236644"/>
                </a:lnTo>
                <a:lnTo>
                  <a:pt x="1621234" y="261874"/>
                </a:lnTo>
                <a:lnTo>
                  <a:pt x="1658937" y="288004"/>
                </a:lnTo>
                <a:lnTo>
                  <a:pt x="1696641" y="314963"/>
                </a:lnTo>
                <a:lnTo>
                  <a:pt x="1734344" y="342678"/>
                </a:lnTo>
                <a:lnTo>
                  <a:pt x="1772047" y="371072"/>
                </a:lnTo>
                <a:lnTo>
                  <a:pt x="1809750" y="400067"/>
                </a:lnTo>
                <a:lnTo>
                  <a:pt x="1847453" y="429584"/>
                </a:lnTo>
                <a:lnTo>
                  <a:pt x="1885156" y="459542"/>
                </a:lnTo>
                <a:lnTo>
                  <a:pt x="1922859" y="489859"/>
                </a:lnTo>
                <a:lnTo>
                  <a:pt x="1960563" y="520452"/>
                </a:lnTo>
                <a:lnTo>
                  <a:pt x="1998266" y="551237"/>
                </a:lnTo>
                <a:lnTo>
                  <a:pt x="2035969" y="582129"/>
                </a:lnTo>
                <a:lnTo>
                  <a:pt x="2073672" y="613045"/>
                </a:lnTo>
                <a:lnTo>
                  <a:pt x="2111375" y="643898"/>
                </a:lnTo>
                <a:lnTo>
                  <a:pt x="2149078" y="674605"/>
                </a:lnTo>
                <a:lnTo>
                  <a:pt x="2186781" y="705082"/>
                </a:lnTo>
                <a:lnTo>
                  <a:pt x="2224484" y="735245"/>
                </a:lnTo>
                <a:lnTo>
                  <a:pt x="2262188" y="765010"/>
                </a:lnTo>
                <a:lnTo>
                  <a:pt x="2299891" y="794298"/>
                </a:lnTo>
                <a:lnTo>
                  <a:pt x="2337594" y="823026"/>
                </a:lnTo>
                <a:lnTo>
                  <a:pt x="2375297" y="851118"/>
                </a:lnTo>
                <a:lnTo>
                  <a:pt x="2413000" y="878495"/>
                </a:lnTo>
                <a:lnTo>
                  <a:pt x="2450703" y="905083"/>
                </a:lnTo>
                <a:lnTo>
                  <a:pt x="2488406" y="930808"/>
                </a:lnTo>
                <a:lnTo>
                  <a:pt x="2526109" y="955601"/>
                </a:lnTo>
                <a:lnTo>
                  <a:pt x="2563813" y="979392"/>
                </a:lnTo>
                <a:lnTo>
                  <a:pt x="2601516" y="1002118"/>
                </a:lnTo>
                <a:lnTo>
                  <a:pt x="2639219" y="1023716"/>
                </a:lnTo>
                <a:lnTo>
                  <a:pt x="2676922" y="1044126"/>
                </a:lnTo>
                <a:lnTo>
                  <a:pt x="2714625" y="1063293"/>
                </a:lnTo>
                <a:lnTo>
                  <a:pt x="2752328" y="1081164"/>
                </a:lnTo>
                <a:lnTo>
                  <a:pt x="2790031" y="1097690"/>
                </a:lnTo>
                <a:lnTo>
                  <a:pt x="2827734" y="1112826"/>
                </a:lnTo>
                <a:lnTo>
                  <a:pt x="2865438" y="1126530"/>
                </a:lnTo>
                <a:lnTo>
                  <a:pt x="2903141" y="1138765"/>
                </a:lnTo>
                <a:lnTo>
                  <a:pt x="2940844" y="1149497"/>
                </a:lnTo>
                <a:lnTo>
                  <a:pt x="2978547" y="1158697"/>
                </a:lnTo>
                <a:lnTo>
                  <a:pt x="3016250" y="1166340"/>
                </a:lnTo>
                <a:lnTo>
                  <a:pt x="3053953" y="1172404"/>
                </a:lnTo>
                <a:lnTo>
                  <a:pt x="3091656" y="1176873"/>
                </a:lnTo>
                <a:lnTo>
                  <a:pt x="3129359" y="1179735"/>
                </a:lnTo>
                <a:lnTo>
                  <a:pt x="3167063" y="1180982"/>
                </a:lnTo>
                <a:lnTo>
                  <a:pt x="3204766" y="1180610"/>
                </a:lnTo>
                <a:lnTo>
                  <a:pt x="3242469" y="1178621"/>
                </a:lnTo>
                <a:lnTo>
                  <a:pt x="3280172" y="1175020"/>
                </a:lnTo>
                <a:lnTo>
                  <a:pt x="3317875" y="1169816"/>
                </a:lnTo>
                <a:lnTo>
                  <a:pt x="3355578" y="1163025"/>
                </a:lnTo>
                <a:lnTo>
                  <a:pt x="3393281" y="1154665"/>
                </a:lnTo>
                <a:lnTo>
                  <a:pt x="3430984" y="1144758"/>
                </a:lnTo>
                <a:lnTo>
                  <a:pt x="3468688" y="1133332"/>
                </a:lnTo>
                <a:lnTo>
                  <a:pt x="3506391" y="1120418"/>
                </a:lnTo>
                <a:lnTo>
                  <a:pt x="3544094" y="1106052"/>
                </a:lnTo>
                <a:lnTo>
                  <a:pt x="3581797" y="1090272"/>
                </a:lnTo>
                <a:lnTo>
                  <a:pt x="3619500" y="1073123"/>
                </a:lnTo>
                <a:lnTo>
                  <a:pt x="3657203" y="1054650"/>
                </a:lnTo>
                <a:lnTo>
                  <a:pt x="3694906" y="1034906"/>
                </a:lnTo>
                <a:lnTo>
                  <a:pt x="3732609" y="1013943"/>
                </a:lnTo>
                <a:lnTo>
                  <a:pt x="3770312" y="991820"/>
                </a:lnTo>
                <a:lnTo>
                  <a:pt x="3808016" y="968597"/>
                </a:lnTo>
                <a:lnTo>
                  <a:pt x="3845719" y="944337"/>
                </a:lnTo>
                <a:lnTo>
                  <a:pt x="3883422" y="919108"/>
                </a:lnTo>
                <a:lnTo>
                  <a:pt x="3921125" y="892977"/>
                </a:lnTo>
                <a:lnTo>
                  <a:pt x="3958828" y="866018"/>
                </a:lnTo>
                <a:lnTo>
                  <a:pt x="3996531" y="838304"/>
                </a:lnTo>
                <a:lnTo>
                  <a:pt x="4034234" y="809910"/>
                </a:lnTo>
                <a:lnTo>
                  <a:pt x="4071938" y="780915"/>
                </a:lnTo>
                <a:lnTo>
                  <a:pt x="4109641" y="751398"/>
                </a:lnTo>
                <a:lnTo>
                  <a:pt x="4147344" y="721440"/>
                </a:lnTo>
                <a:lnTo>
                  <a:pt x="4185047" y="691122"/>
                </a:lnTo>
                <a:lnTo>
                  <a:pt x="4222750" y="660530"/>
                </a:lnTo>
                <a:lnTo>
                  <a:pt x="4260453" y="629745"/>
                </a:lnTo>
                <a:lnTo>
                  <a:pt x="4298156" y="598852"/>
                </a:lnTo>
                <a:lnTo>
                  <a:pt x="4335859" y="567937"/>
                </a:lnTo>
                <a:lnTo>
                  <a:pt x="4373563" y="537083"/>
                </a:lnTo>
                <a:lnTo>
                  <a:pt x="4411266" y="506376"/>
                </a:lnTo>
                <a:lnTo>
                  <a:pt x="4448969" y="475900"/>
                </a:lnTo>
                <a:lnTo>
                  <a:pt x="4486672" y="445737"/>
                </a:lnTo>
                <a:lnTo>
                  <a:pt x="4524375" y="415971"/>
                </a:lnTo>
                <a:lnTo>
                  <a:pt x="4562078" y="386684"/>
                </a:lnTo>
                <a:lnTo>
                  <a:pt x="4599781" y="357955"/>
                </a:lnTo>
                <a:lnTo>
                  <a:pt x="4637484" y="329864"/>
                </a:lnTo>
                <a:lnTo>
                  <a:pt x="4675187" y="302487"/>
                </a:lnTo>
                <a:lnTo>
                  <a:pt x="4712891" y="275899"/>
                </a:lnTo>
                <a:lnTo>
                  <a:pt x="4750594" y="250174"/>
                </a:lnTo>
                <a:lnTo>
                  <a:pt x="4788297" y="225381"/>
                </a:lnTo>
                <a:lnTo>
                  <a:pt x="4826000" y="201589"/>
                </a:lnTo>
                <a:lnTo>
                  <a:pt x="4863703" y="178863"/>
                </a:lnTo>
                <a:lnTo>
                  <a:pt x="4901406" y="157266"/>
                </a:lnTo>
                <a:lnTo>
                  <a:pt x="4939109" y="136855"/>
                </a:lnTo>
                <a:lnTo>
                  <a:pt x="4976813" y="117688"/>
                </a:lnTo>
                <a:lnTo>
                  <a:pt x="5014516" y="99818"/>
                </a:lnTo>
                <a:lnTo>
                  <a:pt x="5052219" y="83292"/>
                </a:lnTo>
                <a:lnTo>
                  <a:pt x="5089922" y="68156"/>
                </a:lnTo>
                <a:lnTo>
                  <a:pt x="5127625" y="54452"/>
                </a:lnTo>
                <a:lnTo>
                  <a:pt x="5165328" y="42217"/>
                </a:lnTo>
                <a:lnTo>
                  <a:pt x="5203031" y="31485"/>
                </a:lnTo>
                <a:lnTo>
                  <a:pt x="5240734" y="22285"/>
                </a:lnTo>
                <a:lnTo>
                  <a:pt x="5278438" y="14642"/>
                </a:lnTo>
                <a:lnTo>
                  <a:pt x="5316141" y="8578"/>
                </a:lnTo>
                <a:lnTo>
                  <a:pt x="5353844" y="4109"/>
                </a:lnTo>
                <a:lnTo>
                  <a:pt x="5391547" y="1247"/>
                </a:lnTo>
                <a:lnTo>
                  <a:pt x="5429250" y="0"/>
                </a:lnTo>
                <a:lnTo>
                  <a:pt x="5466953" y="372"/>
                </a:lnTo>
                <a:lnTo>
                  <a:pt x="5504656" y="2361"/>
                </a:lnTo>
                <a:lnTo>
                  <a:pt x="5542359" y="5962"/>
                </a:lnTo>
                <a:lnTo>
                  <a:pt x="5580063" y="11165"/>
                </a:lnTo>
                <a:lnTo>
                  <a:pt x="5617766" y="17956"/>
                </a:lnTo>
                <a:lnTo>
                  <a:pt x="5655469" y="26317"/>
                </a:lnTo>
                <a:lnTo>
                  <a:pt x="5693172" y="36224"/>
                </a:lnTo>
                <a:lnTo>
                  <a:pt x="5730875" y="47650"/>
                </a:lnTo>
                <a:lnTo>
                  <a:pt x="5768578" y="60564"/>
                </a:lnTo>
                <a:lnTo>
                  <a:pt x="5806281" y="74930"/>
                </a:lnTo>
                <a:lnTo>
                  <a:pt x="5843984" y="90710"/>
                </a:lnTo>
                <a:lnTo>
                  <a:pt x="5881688" y="107859"/>
                </a:lnTo>
                <a:lnTo>
                  <a:pt x="5919391" y="126331"/>
                </a:lnTo>
                <a:lnTo>
                  <a:pt x="5957094" y="146076"/>
                </a:lnTo>
                <a:lnTo>
                  <a:pt x="5994797" y="167038"/>
                </a:lnTo>
                <a:lnTo>
                  <a:pt x="6032500" y="189162"/>
                </a:lnTo>
                <a:lnTo>
                  <a:pt x="6070203" y="212385"/>
                </a:lnTo>
                <a:lnTo>
                  <a:pt x="6107906" y="236644"/>
                </a:lnTo>
                <a:lnTo>
                  <a:pt x="6145609" y="261874"/>
                </a:lnTo>
                <a:lnTo>
                  <a:pt x="6183313" y="288004"/>
                </a:lnTo>
                <a:lnTo>
                  <a:pt x="6221016" y="314963"/>
                </a:lnTo>
                <a:lnTo>
                  <a:pt x="6258719" y="342678"/>
                </a:lnTo>
                <a:lnTo>
                  <a:pt x="6296422" y="371072"/>
                </a:lnTo>
                <a:lnTo>
                  <a:pt x="6334125" y="400067"/>
                </a:lnTo>
                <a:lnTo>
                  <a:pt x="6371828" y="429584"/>
                </a:lnTo>
                <a:lnTo>
                  <a:pt x="6409531" y="459542"/>
                </a:lnTo>
                <a:lnTo>
                  <a:pt x="6447234" y="489859"/>
                </a:lnTo>
                <a:lnTo>
                  <a:pt x="6484938" y="520452"/>
                </a:lnTo>
                <a:lnTo>
                  <a:pt x="6522641" y="551237"/>
                </a:lnTo>
                <a:lnTo>
                  <a:pt x="6560344" y="582129"/>
                </a:lnTo>
                <a:lnTo>
                  <a:pt x="6598047" y="613045"/>
                </a:lnTo>
                <a:lnTo>
                  <a:pt x="6635750" y="643898"/>
                </a:lnTo>
                <a:lnTo>
                  <a:pt x="6673453" y="674605"/>
                </a:lnTo>
                <a:lnTo>
                  <a:pt x="6711156" y="705082"/>
                </a:lnTo>
                <a:lnTo>
                  <a:pt x="6748859" y="735245"/>
                </a:lnTo>
                <a:lnTo>
                  <a:pt x="6786563" y="765010"/>
                </a:lnTo>
                <a:lnTo>
                  <a:pt x="6824266" y="794298"/>
                </a:lnTo>
                <a:lnTo>
                  <a:pt x="6861969" y="823026"/>
                </a:lnTo>
                <a:lnTo>
                  <a:pt x="6899672" y="851118"/>
                </a:lnTo>
                <a:lnTo>
                  <a:pt x="6937375" y="878495"/>
                </a:lnTo>
                <a:lnTo>
                  <a:pt x="6975078" y="905083"/>
                </a:lnTo>
                <a:lnTo>
                  <a:pt x="7012781" y="930808"/>
                </a:lnTo>
                <a:lnTo>
                  <a:pt x="7050484" y="955601"/>
                </a:lnTo>
                <a:lnTo>
                  <a:pt x="7088188" y="979392"/>
                </a:lnTo>
                <a:lnTo>
                  <a:pt x="7125891" y="1002118"/>
                </a:lnTo>
                <a:lnTo>
                  <a:pt x="7163594" y="1023716"/>
                </a:lnTo>
                <a:lnTo>
                  <a:pt x="7201297" y="1044126"/>
                </a:lnTo>
                <a:lnTo>
                  <a:pt x="7239000" y="1063293"/>
                </a:lnTo>
                <a:lnTo>
                  <a:pt x="7276703" y="1081164"/>
                </a:lnTo>
                <a:lnTo>
                  <a:pt x="7314406" y="1097690"/>
                </a:lnTo>
                <a:lnTo>
                  <a:pt x="7352109" y="1112826"/>
                </a:lnTo>
                <a:lnTo>
                  <a:pt x="7389813" y="1126530"/>
                </a:lnTo>
                <a:lnTo>
                  <a:pt x="7427516" y="1138765"/>
                </a:lnTo>
                <a:lnTo>
                  <a:pt x="7465219" y="1149497"/>
                </a:lnTo>
                <a:lnTo>
                  <a:pt x="7502922" y="1158697"/>
                </a:lnTo>
                <a:lnTo>
                  <a:pt x="7540625" y="1166340"/>
                </a:lnTo>
                <a:lnTo>
                  <a:pt x="7578328" y="1172404"/>
                </a:lnTo>
                <a:lnTo>
                  <a:pt x="7616031" y="1176873"/>
                </a:lnTo>
                <a:lnTo>
                  <a:pt x="7653734" y="1179735"/>
                </a:lnTo>
                <a:lnTo>
                  <a:pt x="7691438" y="1180982"/>
                </a:lnTo>
                <a:lnTo>
                  <a:pt x="7729141" y="1180610"/>
                </a:lnTo>
                <a:lnTo>
                  <a:pt x="7766844" y="1178621"/>
                </a:lnTo>
                <a:lnTo>
                  <a:pt x="7804547" y="1175020"/>
                </a:lnTo>
                <a:lnTo>
                  <a:pt x="7842250" y="1169816"/>
                </a:lnTo>
                <a:lnTo>
                  <a:pt x="7879953" y="1163025"/>
                </a:lnTo>
                <a:lnTo>
                  <a:pt x="7917656" y="1154665"/>
                </a:lnTo>
                <a:lnTo>
                  <a:pt x="7955359" y="1144758"/>
                </a:lnTo>
                <a:lnTo>
                  <a:pt x="7993063" y="1133332"/>
                </a:lnTo>
                <a:lnTo>
                  <a:pt x="8030766" y="1120418"/>
                </a:lnTo>
                <a:lnTo>
                  <a:pt x="8068469" y="1106052"/>
                </a:lnTo>
                <a:lnTo>
                  <a:pt x="8106172" y="1090272"/>
                </a:lnTo>
                <a:lnTo>
                  <a:pt x="8143875" y="1073123"/>
                </a:lnTo>
                <a:lnTo>
                  <a:pt x="8181578" y="1054650"/>
                </a:lnTo>
                <a:lnTo>
                  <a:pt x="8219281" y="1034906"/>
                </a:lnTo>
                <a:lnTo>
                  <a:pt x="8256984" y="1013943"/>
                </a:lnTo>
                <a:lnTo>
                  <a:pt x="8294688" y="991820"/>
                </a:lnTo>
                <a:lnTo>
                  <a:pt x="8332391" y="968597"/>
                </a:lnTo>
                <a:lnTo>
                  <a:pt x="8370094" y="944337"/>
                </a:lnTo>
                <a:lnTo>
                  <a:pt x="8407797" y="919108"/>
                </a:lnTo>
                <a:lnTo>
                  <a:pt x="8445500" y="892977"/>
                </a:lnTo>
                <a:lnTo>
                  <a:pt x="8483203" y="866018"/>
                </a:lnTo>
                <a:lnTo>
                  <a:pt x="8520906" y="838304"/>
                </a:lnTo>
                <a:lnTo>
                  <a:pt x="8558609" y="809910"/>
                </a:lnTo>
                <a:lnTo>
                  <a:pt x="8596313" y="780915"/>
                </a:lnTo>
                <a:lnTo>
                  <a:pt x="8634016" y="751398"/>
                </a:lnTo>
                <a:lnTo>
                  <a:pt x="8671719" y="721440"/>
                </a:lnTo>
                <a:lnTo>
                  <a:pt x="8709422" y="691122"/>
                </a:lnTo>
                <a:lnTo>
                  <a:pt x="8747125" y="660530"/>
                </a:lnTo>
                <a:lnTo>
                  <a:pt x="8784828" y="629745"/>
                </a:lnTo>
                <a:lnTo>
                  <a:pt x="8822531" y="598852"/>
                </a:lnTo>
                <a:lnTo>
                  <a:pt x="8860234" y="567937"/>
                </a:lnTo>
                <a:lnTo>
                  <a:pt x="8897937" y="537083"/>
                </a:lnTo>
                <a:lnTo>
                  <a:pt x="8935641" y="506376"/>
                </a:lnTo>
                <a:lnTo>
                  <a:pt x="8973344" y="475900"/>
                </a:lnTo>
                <a:lnTo>
                  <a:pt x="9011047" y="445737"/>
                </a:lnTo>
                <a:lnTo>
                  <a:pt x="9048750" y="41597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335DB68-F738-4585-B1FB-244D24BA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72013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0392B2B-3E3B-406D-BA0B-E8922C3D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672013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s</a:t>
            </a:r>
          </a:p>
        </p:txBody>
      </p:sp>
    </p:spTree>
    <p:extLst>
      <p:ext uri="{BB962C8B-B14F-4D97-AF65-F5344CB8AC3E}">
        <p14:creationId xmlns:p14="http://schemas.microsoft.com/office/powerpoint/2010/main" val="5714013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rail">
            <a:extLst xmlns:a="http://schemas.openxmlformats.org/drawingml/2006/main">
              <a:ext uri="{FF2B5EF4-FFF2-40B4-BE49-F238E27FC236}">
                <a16:creationId xmlns:a16="http://schemas.microsoft.com/office/drawing/2014/main" id="{48C91A07-4A74-4F69-9400-DFE3747F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23D512B-AA6F-410A-980A-C3FEB66D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379B8CA-EE5D-4D37-812B-A1AC7B05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怎样留下波形随时间的变化？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AFFD99C9-53DE-4CA0-B1DD-868952C3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这一秒的曲线怎样记录？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6D38FC02-A37C-4708-85EA-C71B85FA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在纸上圈出你准备读取的时刻。</a:t>
            </a:r>
          </a:p>
        </p:txBody>
      </p:sp>
      <p:sp>
        <p:nvSpPr>
          <p:cNvPr id="6" name="zero-line">
            <a:extLst xmlns:a="http://schemas.openxmlformats.org/drawingml/2006/main">
              <a:ext uri="{FF2B5EF4-FFF2-40B4-BE49-F238E27FC236}">
                <a16:creationId xmlns:a16="http://schemas.microsoft.com/office/drawing/2014/main" id="{BA5927C7-1F07-45EF-BEDB-672BC871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67125"/>
            <a:ext cx="9048750" cy="9525"/>
          </a:xfrm>
          <a:custGeom xmlns:a="http://schemas.openxmlformats.org/drawingml/2006/main">
            <a:pathLst>
              <a:path w="9048750" h="9525">
                <a:moveTo>
                  <a:pt x="0" y="0"/>
                </a:moveTo>
                <a:lnTo>
                  <a:pt x="904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8D8DF"/>
            </a:solidFill>
          </a:ln>
        </p:spPr>
      </p:sp>
      <p:sp>
        <p:nvSpPr>
          <p:cNvPr id="7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4308F313-1370-4BAF-A7B7-7547917D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6063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waveform">
            <a:extLst xmlns:a="http://schemas.openxmlformats.org/drawingml/2006/main">
              <a:ext uri="{FF2B5EF4-FFF2-40B4-BE49-F238E27FC236}">
                <a16:creationId xmlns:a16="http://schemas.microsoft.com/office/drawing/2014/main" id="{6DA09078-7550-4199-A9E1-DA83BAEF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76634"/>
            <a:ext cx="9048750" cy="1180982"/>
          </a:xfrm>
          <a:custGeom xmlns:a="http://schemas.openxmlformats.org/drawingml/2006/main">
            <a:pathLst>
              <a:path w="9048750" h="1180982">
                <a:moveTo>
                  <a:pt x="0" y="415971"/>
                </a:moveTo>
                <a:lnTo>
                  <a:pt x="37703" y="386684"/>
                </a:lnTo>
                <a:lnTo>
                  <a:pt x="75406" y="357955"/>
                </a:lnTo>
                <a:lnTo>
                  <a:pt x="113109" y="329864"/>
                </a:lnTo>
                <a:lnTo>
                  <a:pt x="150813" y="302487"/>
                </a:lnTo>
                <a:lnTo>
                  <a:pt x="188516" y="275899"/>
                </a:lnTo>
                <a:lnTo>
                  <a:pt x="226219" y="250174"/>
                </a:lnTo>
                <a:lnTo>
                  <a:pt x="263922" y="225381"/>
                </a:lnTo>
                <a:lnTo>
                  <a:pt x="301625" y="201589"/>
                </a:lnTo>
                <a:lnTo>
                  <a:pt x="339328" y="178863"/>
                </a:lnTo>
                <a:lnTo>
                  <a:pt x="377031" y="157266"/>
                </a:lnTo>
                <a:lnTo>
                  <a:pt x="414734" y="136855"/>
                </a:lnTo>
                <a:lnTo>
                  <a:pt x="452438" y="117688"/>
                </a:lnTo>
                <a:lnTo>
                  <a:pt x="490141" y="99818"/>
                </a:lnTo>
                <a:lnTo>
                  <a:pt x="527844" y="83292"/>
                </a:lnTo>
                <a:lnTo>
                  <a:pt x="565547" y="68156"/>
                </a:lnTo>
                <a:lnTo>
                  <a:pt x="603250" y="54452"/>
                </a:lnTo>
                <a:lnTo>
                  <a:pt x="640953" y="42217"/>
                </a:lnTo>
                <a:lnTo>
                  <a:pt x="678656" y="31485"/>
                </a:lnTo>
                <a:lnTo>
                  <a:pt x="716359" y="22285"/>
                </a:lnTo>
                <a:lnTo>
                  <a:pt x="754063" y="14642"/>
                </a:lnTo>
                <a:lnTo>
                  <a:pt x="791766" y="8578"/>
                </a:lnTo>
                <a:lnTo>
                  <a:pt x="829469" y="4109"/>
                </a:lnTo>
                <a:lnTo>
                  <a:pt x="867172" y="1247"/>
                </a:lnTo>
                <a:lnTo>
                  <a:pt x="904875" y="0"/>
                </a:lnTo>
                <a:lnTo>
                  <a:pt x="942578" y="372"/>
                </a:lnTo>
                <a:lnTo>
                  <a:pt x="980281" y="2361"/>
                </a:lnTo>
                <a:lnTo>
                  <a:pt x="1017984" y="5962"/>
                </a:lnTo>
                <a:lnTo>
                  <a:pt x="1055687" y="11165"/>
                </a:lnTo>
                <a:lnTo>
                  <a:pt x="1093391" y="17956"/>
                </a:lnTo>
                <a:lnTo>
                  <a:pt x="1131094" y="26317"/>
                </a:lnTo>
                <a:lnTo>
                  <a:pt x="1168797" y="36224"/>
                </a:lnTo>
                <a:lnTo>
                  <a:pt x="1206500" y="47650"/>
                </a:lnTo>
                <a:lnTo>
                  <a:pt x="1244203" y="60564"/>
                </a:lnTo>
                <a:lnTo>
                  <a:pt x="1281906" y="74930"/>
                </a:lnTo>
                <a:lnTo>
                  <a:pt x="1319609" y="90710"/>
                </a:lnTo>
                <a:lnTo>
                  <a:pt x="1357313" y="107859"/>
                </a:lnTo>
                <a:lnTo>
                  <a:pt x="1395016" y="126331"/>
                </a:lnTo>
                <a:lnTo>
                  <a:pt x="1432719" y="146076"/>
                </a:lnTo>
                <a:lnTo>
                  <a:pt x="1470422" y="167038"/>
                </a:lnTo>
                <a:lnTo>
                  <a:pt x="1508125" y="189162"/>
                </a:lnTo>
                <a:lnTo>
                  <a:pt x="1545828" y="212385"/>
                </a:lnTo>
                <a:lnTo>
                  <a:pt x="1583531" y="236644"/>
                </a:lnTo>
                <a:lnTo>
                  <a:pt x="1621234" y="261874"/>
                </a:lnTo>
                <a:lnTo>
                  <a:pt x="1658937" y="288004"/>
                </a:lnTo>
                <a:lnTo>
                  <a:pt x="1696641" y="314963"/>
                </a:lnTo>
                <a:lnTo>
                  <a:pt x="1734344" y="342678"/>
                </a:lnTo>
                <a:lnTo>
                  <a:pt x="1772047" y="371072"/>
                </a:lnTo>
                <a:lnTo>
                  <a:pt x="1809750" y="400067"/>
                </a:lnTo>
                <a:lnTo>
                  <a:pt x="1847453" y="429584"/>
                </a:lnTo>
                <a:lnTo>
                  <a:pt x="1885156" y="459542"/>
                </a:lnTo>
                <a:lnTo>
                  <a:pt x="1922859" y="489859"/>
                </a:lnTo>
                <a:lnTo>
                  <a:pt x="1960563" y="520452"/>
                </a:lnTo>
                <a:lnTo>
                  <a:pt x="1998266" y="551237"/>
                </a:lnTo>
                <a:lnTo>
                  <a:pt x="2035969" y="582129"/>
                </a:lnTo>
                <a:lnTo>
                  <a:pt x="2073672" y="613045"/>
                </a:lnTo>
                <a:lnTo>
                  <a:pt x="2111375" y="643898"/>
                </a:lnTo>
                <a:lnTo>
                  <a:pt x="2149078" y="674605"/>
                </a:lnTo>
                <a:lnTo>
                  <a:pt x="2186781" y="705082"/>
                </a:lnTo>
                <a:lnTo>
                  <a:pt x="2224484" y="735245"/>
                </a:lnTo>
                <a:lnTo>
                  <a:pt x="2262188" y="765010"/>
                </a:lnTo>
                <a:lnTo>
                  <a:pt x="2299891" y="794298"/>
                </a:lnTo>
                <a:lnTo>
                  <a:pt x="2337594" y="823026"/>
                </a:lnTo>
                <a:lnTo>
                  <a:pt x="2375297" y="851118"/>
                </a:lnTo>
                <a:lnTo>
                  <a:pt x="2413000" y="878495"/>
                </a:lnTo>
                <a:lnTo>
                  <a:pt x="2450703" y="905083"/>
                </a:lnTo>
                <a:lnTo>
                  <a:pt x="2488406" y="930808"/>
                </a:lnTo>
                <a:lnTo>
                  <a:pt x="2526109" y="955601"/>
                </a:lnTo>
                <a:lnTo>
                  <a:pt x="2563813" y="979392"/>
                </a:lnTo>
                <a:lnTo>
                  <a:pt x="2601516" y="1002118"/>
                </a:lnTo>
                <a:lnTo>
                  <a:pt x="2639219" y="1023716"/>
                </a:lnTo>
                <a:lnTo>
                  <a:pt x="2676922" y="1044126"/>
                </a:lnTo>
                <a:lnTo>
                  <a:pt x="2714625" y="1063293"/>
                </a:lnTo>
                <a:lnTo>
                  <a:pt x="2752328" y="1081164"/>
                </a:lnTo>
                <a:lnTo>
                  <a:pt x="2790031" y="1097690"/>
                </a:lnTo>
                <a:lnTo>
                  <a:pt x="2827734" y="1112826"/>
                </a:lnTo>
                <a:lnTo>
                  <a:pt x="2865438" y="1126530"/>
                </a:lnTo>
                <a:lnTo>
                  <a:pt x="2903141" y="1138765"/>
                </a:lnTo>
                <a:lnTo>
                  <a:pt x="2940844" y="1149497"/>
                </a:lnTo>
                <a:lnTo>
                  <a:pt x="2978547" y="1158697"/>
                </a:lnTo>
                <a:lnTo>
                  <a:pt x="3016250" y="1166340"/>
                </a:lnTo>
                <a:lnTo>
                  <a:pt x="3053953" y="1172404"/>
                </a:lnTo>
                <a:lnTo>
                  <a:pt x="3091656" y="1176873"/>
                </a:lnTo>
                <a:lnTo>
                  <a:pt x="3129359" y="1179735"/>
                </a:lnTo>
                <a:lnTo>
                  <a:pt x="3167063" y="1180982"/>
                </a:lnTo>
                <a:lnTo>
                  <a:pt x="3204766" y="1180610"/>
                </a:lnTo>
                <a:lnTo>
                  <a:pt x="3242469" y="1178621"/>
                </a:lnTo>
                <a:lnTo>
                  <a:pt x="3280172" y="1175020"/>
                </a:lnTo>
                <a:lnTo>
                  <a:pt x="3317875" y="1169816"/>
                </a:lnTo>
                <a:lnTo>
                  <a:pt x="3355578" y="1163025"/>
                </a:lnTo>
                <a:lnTo>
                  <a:pt x="3393281" y="1154665"/>
                </a:lnTo>
                <a:lnTo>
                  <a:pt x="3430984" y="1144758"/>
                </a:lnTo>
                <a:lnTo>
                  <a:pt x="3468688" y="1133332"/>
                </a:lnTo>
                <a:lnTo>
                  <a:pt x="3506391" y="1120418"/>
                </a:lnTo>
                <a:lnTo>
                  <a:pt x="3544094" y="1106052"/>
                </a:lnTo>
                <a:lnTo>
                  <a:pt x="3581797" y="1090272"/>
                </a:lnTo>
                <a:lnTo>
                  <a:pt x="3619500" y="1073123"/>
                </a:lnTo>
                <a:lnTo>
                  <a:pt x="3657203" y="1054650"/>
                </a:lnTo>
                <a:lnTo>
                  <a:pt x="3694906" y="1034906"/>
                </a:lnTo>
                <a:lnTo>
                  <a:pt x="3732609" y="1013943"/>
                </a:lnTo>
                <a:lnTo>
                  <a:pt x="3770312" y="991820"/>
                </a:lnTo>
                <a:lnTo>
                  <a:pt x="3808016" y="968597"/>
                </a:lnTo>
                <a:lnTo>
                  <a:pt x="3845719" y="944337"/>
                </a:lnTo>
                <a:lnTo>
                  <a:pt x="3883422" y="919108"/>
                </a:lnTo>
                <a:lnTo>
                  <a:pt x="3921125" y="892977"/>
                </a:lnTo>
                <a:lnTo>
                  <a:pt x="3958828" y="866018"/>
                </a:lnTo>
                <a:lnTo>
                  <a:pt x="3996531" y="838304"/>
                </a:lnTo>
                <a:lnTo>
                  <a:pt x="4034234" y="809910"/>
                </a:lnTo>
                <a:lnTo>
                  <a:pt x="4071938" y="780915"/>
                </a:lnTo>
                <a:lnTo>
                  <a:pt x="4109641" y="751398"/>
                </a:lnTo>
                <a:lnTo>
                  <a:pt x="4147344" y="721440"/>
                </a:lnTo>
                <a:lnTo>
                  <a:pt x="4185047" y="691122"/>
                </a:lnTo>
                <a:lnTo>
                  <a:pt x="4222750" y="660530"/>
                </a:lnTo>
                <a:lnTo>
                  <a:pt x="4260453" y="629745"/>
                </a:lnTo>
                <a:lnTo>
                  <a:pt x="4298156" y="598852"/>
                </a:lnTo>
                <a:lnTo>
                  <a:pt x="4335859" y="567937"/>
                </a:lnTo>
                <a:lnTo>
                  <a:pt x="4373563" y="537083"/>
                </a:lnTo>
                <a:lnTo>
                  <a:pt x="4411266" y="506376"/>
                </a:lnTo>
                <a:lnTo>
                  <a:pt x="4448969" y="475900"/>
                </a:lnTo>
                <a:lnTo>
                  <a:pt x="4486672" y="445737"/>
                </a:lnTo>
                <a:lnTo>
                  <a:pt x="4524375" y="415971"/>
                </a:lnTo>
                <a:lnTo>
                  <a:pt x="4562078" y="386684"/>
                </a:lnTo>
                <a:lnTo>
                  <a:pt x="4599781" y="357955"/>
                </a:lnTo>
                <a:lnTo>
                  <a:pt x="4637484" y="329864"/>
                </a:lnTo>
                <a:lnTo>
                  <a:pt x="4675187" y="302487"/>
                </a:lnTo>
                <a:lnTo>
                  <a:pt x="4712891" y="275899"/>
                </a:lnTo>
                <a:lnTo>
                  <a:pt x="4750594" y="250174"/>
                </a:lnTo>
                <a:lnTo>
                  <a:pt x="4788297" y="225381"/>
                </a:lnTo>
                <a:lnTo>
                  <a:pt x="4826000" y="201589"/>
                </a:lnTo>
                <a:lnTo>
                  <a:pt x="4863703" y="178863"/>
                </a:lnTo>
                <a:lnTo>
                  <a:pt x="4901406" y="157266"/>
                </a:lnTo>
                <a:lnTo>
                  <a:pt x="4939109" y="136855"/>
                </a:lnTo>
                <a:lnTo>
                  <a:pt x="4976813" y="117688"/>
                </a:lnTo>
                <a:lnTo>
                  <a:pt x="5014516" y="99818"/>
                </a:lnTo>
                <a:lnTo>
                  <a:pt x="5052219" y="83292"/>
                </a:lnTo>
                <a:lnTo>
                  <a:pt x="5089922" y="68156"/>
                </a:lnTo>
                <a:lnTo>
                  <a:pt x="5127625" y="54452"/>
                </a:lnTo>
                <a:lnTo>
                  <a:pt x="5165328" y="42217"/>
                </a:lnTo>
                <a:lnTo>
                  <a:pt x="5203031" y="31485"/>
                </a:lnTo>
                <a:lnTo>
                  <a:pt x="5240734" y="22285"/>
                </a:lnTo>
                <a:lnTo>
                  <a:pt x="5278438" y="14642"/>
                </a:lnTo>
                <a:lnTo>
                  <a:pt x="5316141" y="8578"/>
                </a:lnTo>
                <a:lnTo>
                  <a:pt x="5353844" y="4109"/>
                </a:lnTo>
                <a:lnTo>
                  <a:pt x="5391547" y="1247"/>
                </a:lnTo>
                <a:lnTo>
                  <a:pt x="5429250" y="0"/>
                </a:lnTo>
                <a:lnTo>
                  <a:pt x="5466953" y="372"/>
                </a:lnTo>
                <a:lnTo>
                  <a:pt x="5504656" y="2361"/>
                </a:lnTo>
                <a:lnTo>
                  <a:pt x="5542359" y="5962"/>
                </a:lnTo>
                <a:lnTo>
                  <a:pt x="5580063" y="11165"/>
                </a:lnTo>
                <a:lnTo>
                  <a:pt x="5617766" y="17956"/>
                </a:lnTo>
                <a:lnTo>
                  <a:pt x="5655469" y="26317"/>
                </a:lnTo>
                <a:lnTo>
                  <a:pt x="5693172" y="36224"/>
                </a:lnTo>
                <a:lnTo>
                  <a:pt x="5730875" y="47650"/>
                </a:lnTo>
                <a:lnTo>
                  <a:pt x="5768578" y="60564"/>
                </a:lnTo>
                <a:lnTo>
                  <a:pt x="5806281" y="74930"/>
                </a:lnTo>
                <a:lnTo>
                  <a:pt x="5843984" y="90710"/>
                </a:lnTo>
                <a:lnTo>
                  <a:pt x="5881688" y="107859"/>
                </a:lnTo>
                <a:lnTo>
                  <a:pt x="5919391" y="126331"/>
                </a:lnTo>
                <a:lnTo>
                  <a:pt x="5957094" y="146076"/>
                </a:lnTo>
                <a:lnTo>
                  <a:pt x="5994797" y="167038"/>
                </a:lnTo>
                <a:lnTo>
                  <a:pt x="6032500" y="189162"/>
                </a:lnTo>
                <a:lnTo>
                  <a:pt x="6070203" y="212385"/>
                </a:lnTo>
                <a:lnTo>
                  <a:pt x="6107906" y="236644"/>
                </a:lnTo>
                <a:lnTo>
                  <a:pt x="6145609" y="261874"/>
                </a:lnTo>
                <a:lnTo>
                  <a:pt x="6183313" y="288004"/>
                </a:lnTo>
                <a:lnTo>
                  <a:pt x="6221016" y="314963"/>
                </a:lnTo>
                <a:lnTo>
                  <a:pt x="6258719" y="342678"/>
                </a:lnTo>
                <a:lnTo>
                  <a:pt x="6296422" y="371072"/>
                </a:lnTo>
                <a:lnTo>
                  <a:pt x="6334125" y="400067"/>
                </a:lnTo>
                <a:lnTo>
                  <a:pt x="6371828" y="429584"/>
                </a:lnTo>
                <a:lnTo>
                  <a:pt x="6409531" y="459542"/>
                </a:lnTo>
                <a:lnTo>
                  <a:pt x="6447234" y="489859"/>
                </a:lnTo>
                <a:lnTo>
                  <a:pt x="6484938" y="520452"/>
                </a:lnTo>
                <a:lnTo>
                  <a:pt x="6522641" y="551237"/>
                </a:lnTo>
                <a:lnTo>
                  <a:pt x="6560344" y="582129"/>
                </a:lnTo>
                <a:lnTo>
                  <a:pt x="6598047" y="613045"/>
                </a:lnTo>
                <a:lnTo>
                  <a:pt x="6635750" y="643898"/>
                </a:lnTo>
                <a:lnTo>
                  <a:pt x="6673453" y="674605"/>
                </a:lnTo>
                <a:lnTo>
                  <a:pt x="6711156" y="705082"/>
                </a:lnTo>
                <a:lnTo>
                  <a:pt x="6748859" y="735245"/>
                </a:lnTo>
                <a:lnTo>
                  <a:pt x="6786563" y="765010"/>
                </a:lnTo>
                <a:lnTo>
                  <a:pt x="6824266" y="794298"/>
                </a:lnTo>
                <a:lnTo>
                  <a:pt x="6861969" y="823026"/>
                </a:lnTo>
                <a:lnTo>
                  <a:pt x="6899672" y="851118"/>
                </a:lnTo>
                <a:lnTo>
                  <a:pt x="6937375" y="878495"/>
                </a:lnTo>
                <a:lnTo>
                  <a:pt x="6975078" y="905083"/>
                </a:lnTo>
                <a:lnTo>
                  <a:pt x="7012781" y="930808"/>
                </a:lnTo>
                <a:lnTo>
                  <a:pt x="7050484" y="955601"/>
                </a:lnTo>
                <a:lnTo>
                  <a:pt x="7088188" y="979392"/>
                </a:lnTo>
                <a:lnTo>
                  <a:pt x="7125891" y="1002118"/>
                </a:lnTo>
                <a:lnTo>
                  <a:pt x="7163594" y="1023716"/>
                </a:lnTo>
                <a:lnTo>
                  <a:pt x="7201297" y="1044126"/>
                </a:lnTo>
                <a:lnTo>
                  <a:pt x="7239000" y="1063293"/>
                </a:lnTo>
                <a:lnTo>
                  <a:pt x="7276703" y="1081164"/>
                </a:lnTo>
                <a:lnTo>
                  <a:pt x="7314406" y="1097690"/>
                </a:lnTo>
                <a:lnTo>
                  <a:pt x="7352109" y="1112826"/>
                </a:lnTo>
                <a:lnTo>
                  <a:pt x="7389813" y="1126530"/>
                </a:lnTo>
                <a:lnTo>
                  <a:pt x="7427516" y="1138765"/>
                </a:lnTo>
                <a:lnTo>
                  <a:pt x="7465219" y="1149497"/>
                </a:lnTo>
                <a:lnTo>
                  <a:pt x="7502922" y="1158697"/>
                </a:lnTo>
                <a:lnTo>
                  <a:pt x="7540625" y="1166340"/>
                </a:lnTo>
                <a:lnTo>
                  <a:pt x="7578328" y="1172404"/>
                </a:lnTo>
                <a:lnTo>
                  <a:pt x="7616031" y="1176873"/>
                </a:lnTo>
                <a:lnTo>
                  <a:pt x="7653734" y="1179735"/>
                </a:lnTo>
                <a:lnTo>
                  <a:pt x="7691438" y="1180982"/>
                </a:lnTo>
                <a:lnTo>
                  <a:pt x="7729141" y="1180610"/>
                </a:lnTo>
                <a:lnTo>
                  <a:pt x="7766844" y="1178621"/>
                </a:lnTo>
                <a:lnTo>
                  <a:pt x="7804547" y="1175020"/>
                </a:lnTo>
                <a:lnTo>
                  <a:pt x="7842250" y="1169816"/>
                </a:lnTo>
                <a:lnTo>
                  <a:pt x="7879953" y="1163025"/>
                </a:lnTo>
                <a:lnTo>
                  <a:pt x="7917656" y="1154665"/>
                </a:lnTo>
                <a:lnTo>
                  <a:pt x="7955359" y="1144758"/>
                </a:lnTo>
                <a:lnTo>
                  <a:pt x="7993063" y="1133332"/>
                </a:lnTo>
                <a:lnTo>
                  <a:pt x="8030766" y="1120418"/>
                </a:lnTo>
                <a:lnTo>
                  <a:pt x="8068469" y="1106052"/>
                </a:lnTo>
                <a:lnTo>
                  <a:pt x="8106172" y="1090272"/>
                </a:lnTo>
                <a:lnTo>
                  <a:pt x="8143875" y="1073123"/>
                </a:lnTo>
                <a:lnTo>
                  <a:pt x="8181578" y="1054650"/>
                </a:lnTo>
                <a:lnTo>
                  <a:pt x="8219281" y="1034906"/>
                </a:lnTo>
                <a:lnTo>
                  <a:pt x="8256984" y="1013943"/>
                </a:lnTo>
                <a:lnTo>
                  <a:pt x="8294688" y="991820"/>
                </a:lnTo>
                <a:lnTo>
                  <a:pt x="8332391" y="968597"/>
                </a:lnTo>
                <a:lnTo>
                  <a:pt x="8370094" y="944337"/>
                </a:lnTo>
                <a:lnTo>
                  <a:pt x="8407797" y="919108"/>
                </a:lnTo>
                <a:lnTo>
                  <a:pt x="8445500" y="892977"/>
                </a:lnTo>
                <a:lnTo>
                  <a:pt x="8483203" y="866018"/>
                </a:lnTo>
                <a:lnTo>
                  <a:pt x="8520906" y="838304"/>
                </a:lnTo>
                <a:lnTo>
                  <a:pt x="8558609" y="809910"/>
                </a:lnTo>
                <a:lnTo>
                  <a:pt x="8596313" y="780915"/>
                </a:lnTo>
                <a:lnTo>
                  <a:pt x="8634016" y="751398"/>
                </a:lnTo>
                <a:lnTo>
                  <a:pt x="8671719" y="721440"/>
                </a:lnTo>
                <a:lnTo>
                  <a:pt x="8709422" y="691122"/>
                </a:lnTo>
                <a:lnTo>
                  <a:pt x="8747125" y="660530"/>
                </a:lnTo>
                <a:lnTo>
                  <a:pt x="8784828" y="629745"/>
                </a:lnTo>
                <a:lnTo>
                  <a:pt x="8822531" y="598852"/>
                </a:lnTo>
                <a:lnTo>
                  <a:pt x="8860234" y="567937"/>
                </a:lnTo>
                <a:lnTo>
                  <a:pt x="8897937" y="537083"/>
                </a:lnTo>
                <a:lnTo>
                  <a:pt x="8935641" y="506376"/>
                </a:lnTo>
                <a:lnTo>
                  <a:pt x="8973344" y="475900"/>
                </a:lnTo>
                <a:lnTo>
                  <a:pt x="9011047" y="445737"/>
                </a:lnTo>
                <a:lnTo>
                  <a:pt x="9048750" y="41597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335DB68-F738-4585-B1FB-244D24BA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72013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0392B2B-3E3B-406D-BA0B-E8922C3D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672013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s</a:t>
            </a:r>
          </a:p>
        </p:txBody>
      </p:sp>
      <p:sp>
        <p:nvSpPr>
          <p:cNvPr id="11" name="sample">
            <a:extLst xmlns:a="http://schemas.openxmlformats.org/drawingml/2006/main">
              <a:ext uri="{FF2B5EF4-FFF2-40B4-BE49-F238E27FC236}">
                <a16:creationId xmlns:a16="http://schemas.microsoft.com/office/drawing/2014/main" id="{11BABB62-2D1C-42B7-B044-592ECC44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449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" name="sample">
            <a:extLst xmlns:a="http://schemas.openxmlformats.org/drawingml/2006/main">
              <a:ext uri="{FF2B5EF4-FFF2-40B4-BE49-F238E27FC236}">
                <a16:creationId xmlns:a16="http://schemas.microsoft.com/office/drawing/2014/main" id="{AA03B0FD-990D-479A-BDDC-9F1C53C3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438" y="304365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sample">
            <a:extLst xmlns:a="http://schemas.openxmlformats.org/drawingml/2006/main">
              <a:ext uri="{FF2B5EF4-FFF2-40B4-BE49-F238E27FC236}">
                <a16:creationId xmlns:a16="http://schemas.microsoft.com/office/drawing/2014/main" id="{058EB950-7B77-4D50-9909-72A1AB97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500" y="321817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" name="sample">
            <a:extLst xmlns:a="http://schemas.openxmlformats.org/drawingml/2006/main">
              <a:ext uri="{FF2B5EF4-FFF2-40B4-BE49-F238E27FC236}">
                <a16:creationId xmlns:a16="http://schemas.microsoft.com/office/drawing/2014/main" id="{BE0218B5-BA7F-4927-851A-7A18BB2C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8563" y="37940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" name="sample">
            <a:extLst xmlns:a="http://schemas.openxmlformats.org/drawingml/2006/main">
              <a:ext uri="{FF2B5EF4-FFF2-40B4-BE49-F238E27FC236}">
                <a16:creationId xmlns:a16="http://schemas.microsoft.com/office/drawing/2014/main" id="{49D175F4-CE41-469B-A2CE-32A11D3B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419534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" name="sample">
            <a:extLst xmlns:a="http://schemas.openxmlformats.org/drawingml/2006/main">
              <a:ext uri="{FF2B5EF4-FFF2-40B4-BE49-F238E27FC236}">
                <a16:creationId xmlns:a16="http://schemas.microsoft.com/office/drawing/2014/main" id="{9EF6220F-C4B7-41FD-9C20-5FC04573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687" y="402082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" name="sample">
            <a:extLst xmlns:a="http://schemas.openxmlformats.org/drawingml/2006/main">
              <a:ext uri="{FF2B5EF4-FFF2-40B4-BE49-F238E27FC236}">
                <a16:creationId xmlns:a16="http://schemas.microsoft.com/office/drawing/2014/main" id="{7FE8759B-B206-4AA7-83DE-839DB46F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449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" name="sample">
            <a:extLst xmlns:a="http://schemas.openxmlformats.org/drawingml/2006/main">
              <a:ext uri="{FF2B5EF4-FFF2-40B4-BE49-F238E27FC236}">
                <a16:creationId xmlns:a16="http://schemas.microsoft.com/office/drawing/2014/main" id="{59BD9B57-EA43-4473-9CFC-F1B151FD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4813" y="304365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" name="sample">
            <a:extLst xmlns:a="http://schemas.openxmlformats.org/drawingml/2006/main">
              <a:ext uri="{FF2B5EF4-FFF2-40B4-BE49-F238E27FC236}">
                <a16:creationId xmlns:a16="http://schemas.microsoft.com/office/drawing/2014/main" id="{CBE9C9D0-BC17-44D6-936D-447E0592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8875" y="321817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" name="sample">
            <a:extLst xmlns:a="http://schemas.openxmlformats.org/drawingml/2006/main">
              <a:ext uri="{FF2B5EF4-FFF2-40B4-BE49-F238E27FC236}">
                <a16:creationId xmlns:a16="http://schemas.microsoft.com/office/drawing/2014/main" id="{1B44128D-10C9-47E1-8529-DAF2B297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2938" y="37940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" name="sample">
            <a:extLst xmlns:a="http://schemas.openxmlformats.org/drawingml/2006/main">
              <a:ext uri="{FF2B5EF4-FFF2-40B4-BE49-F238E27FC236}">
                <a16:creationId xmlns:a16="http://schemas.microsoft.com/office/drawing/2014/main" id="{2EF8550F-2609-4FD6-A44E-F0F1F3E6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0" y="419534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" name="sample">
            <a:extLst xmlns:a="http://schemas.openxmlformats.org/drawingml/2006/main">
              <a:ext uri="{FF2B5EF4-FFF2-40B4-BE49-F238E27FC236}">
                <a16:creationId xmlns:a16="http://schemas.microsoft.com/office/drawing/2014/main" id="{E10832A0-8CE3-4E94-8ED8-7ADB177A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063" y="402082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610178A-0DDC-43E6-88DE-99A7A3D6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按等时间间隔读取信号幅度。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F146E9B-FDAF-4564-81DC-DC9E1E2E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留下离散时刻的样本：采样。</a:t>
            </a:r>
          </a:p>
        </p:txBody>
      </p:sp>
    </p:spTree>
    <p:extLst>
      <p:ext uri="{BB962C8B-B14F-4D97-AF65-F5344CB8AC3E}">
        <p14:creationId xmlns:p14="http://schemas.microsoft.com/office/powerpoint/2010/main" val="5714013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2F70B713-0085-4D93-B5BB-0E0E87F6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0C263F0E-D3A4-40E5-8844-960F7F4D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22F1651-764C-471D-91E1-AD72B01E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每秒采样8000次，是什么意思？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B51DC3EE-AE45-48BF-8199-DC97852A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单声道：每秒等间隔读取8000个样本。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2A8853D3-E948-4979-8AF8-D6F0403B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采样率是多少？相邻时刻间隔多久？</a:t>
            </a:r>
          </a:p>
        </p:txBody>
      </p:sp>
    </p:spTree>
    <p:extLst>
      <p:ext uri="{BB962C8B-B14F-4D97-AF65-F5344CB8AC3E}">
        <p14:creationId xmlns:p14="http://schemas.microsoft.com/office/powerpoint/2010/main" val="9469317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2F70B713-0085-4D93-B5BB-0E0E87F6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0C263F0E-D3A4-40E5-8844-960F7F4D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22F1651-764C-471D-91E1-AD72B01E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每秒采样8000次，是什么意思？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B51DC3EE-AE45-48BF-8199-DC97852A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单声道：每秒等间隔读取8000个样本。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2A8853D3-E948-4979-8AF8-D6F0403B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采样率是多少？相邻时刻间隔多久？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D3C2BC05-91EC-4B77-9923-2FFE704E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DEA47B22-CC54-4BF2-9AC2-4522E35A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采样率：8000 Hz = 8 kHz。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7B4FE449-9A12-4255-AEBF-8FDCBDD1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间隔：1÷8000 s = 0.125 ms。</a:t>
            </a:r>
          </a:p>
        </p:txBody>
      </p:sp>
      <p:sp>
        <p:nvSpPr>
          <p:cNvPr id="9" name="answer-2">
            <a:extLst xmlns:a="http://schemas.openxmlformats.org/drawingml/2006/main">
              <a:ext uri="{FF2B5EF4-FFF2-40B4-BE49-F238E27FC236}">
                <a16:creationId xmlns:a16="http://schemas.microsoft.com/office/drawing/2014/main" id="{3B678580-DC20-4395-89FC-0C4D5BA7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采样率表示每秒每声道的样本数。</a:t>
            </a:r>
          </a:p>
        </p:txBody>
      </p:sp>
    </p:spTree>
    <p:extLst>
      <p:ext uri="{BB962C8B-B14F-4D97-AF65-F5344CB8AC3E}">
        <p14:creationId xmlns:p14="http://schemas.microsoft.com/office/powerpoint/2010/main" val="9469317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CCDA280C-859A-4BE6-84F0-AB27F497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589CD7E-6C0B-4353-91D8-4B7C7700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4475D49-505F-47AB-92FB-EE3436C0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样本值不在可选等级上，怎么办？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D27AF8F0-89CC-4338-B0E2-3D0E05F7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四个样本：−0.62、−0.10、0.38、0.84。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40BD0095-8FDD-4E66-8048-0077F9E4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只能用：−0.75、−0.25、0.25、0.75近似。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AA755167-5947-4494-AD11-35492EE8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分别选哪个？</a:t>
            </a:r>
          </a:p>
        </p:txBody>
      </p:sp>
    </p:spTree>
    <p:extLst>
      <p:ext uri="{BB962C8B-B14F-4D97-AF65-F5344CB8AC3E}">
        <p14:creationId xmlns:p14="http://schemas.microsoft.com/office/powerpoint/2010/main" val="17369146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rail">
            <a:extLst xmlns:a="http://schemas.openxmlformats.org/drawingml/2006/main">
              <a:ext uri="{FF2B5EF4-FFF2-40B4-BE49-F238E27FC236}">
                <a16:creationId xmlns:a16="http://schemas.microsoft.com/office/drawing/2014/main" id="{CCDA280C-859A-4BE6-84F0-AB27F497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589CD7E-6C0B-4353-91D8-4B7C7700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4475D49-505F-47AB-92FB-EE3436C0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样本值不在可选等级上，怎么办？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D27AF8F0-89CC-4338-B0E2-3D0E05F7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四个样本：−0.62、−0.10、0.38、0.84。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40BD0095-8FDD-4E66-8048-0077F9E4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只能用：−0.75、−0.25、0.25、0.75近似。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AA755167-5947-4494-AD11-35492EE8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分别选哪个？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50C1C37-DE77-489D-B953-DCD5FF15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956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−0.62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2608691-5244-433B-8C18-491DCBC2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0956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−0.10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C3EC09C-A9AB-4C5D-A7F1-685D290A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956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0.38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A481847-E3D1-4145-8C5E-E78BDA0F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956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0.84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A085594-0DF1-4C87-ACC0-3CA92827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67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↓  −0.75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527530D-CD8E-471A-832B-1236E38C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667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↓  −0.25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8BCCE6C-CAD3-41DC-AC59-15664B09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67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↓  0.25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7079F5B-B541-4B8A-9427-1AAB1D23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67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↓  0.75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CAC5045-345D-4B3D-975E-1FA952EC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把样本映射到有限等级：量化。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3ED47FC-CF2A-4EEB-A960-BBD781D0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量化决定“幅度分多细”。</a:t>
            </a:r>
          </a:p>
        </p:txBody>
      </p:sp>
    </p:spTree>
    <p:extLst>
      <p:ext uri="{BB962C8B-B14F-4D97-AF65-F5344CB8AC3E}">
        <p14:creationId xmlns:p14="http://schemas.microsoft.com/office/powerpoint/2010/main" val="17369146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C0C6CEEB-C063-4D34-B9F7-CC27B312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26C1FD8-BC0D-49BD-B2F7-6291A302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A748E0D-B9DE-47F9-B0AD-48E87BEB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四个量化等级，怎样写成码字？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C85A8667-2668-4E04-88C6-62A10F01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从低到高编号0、1、2、3；采用等长二进制码。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039B4AAA-A6D8-41CB-83D0-15C74B4F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每个样本至少几bit？写出四个码字。</a:t>
            </a:r>
          </a:p>
        </p:txBody>
      </p:sp>
      <p:sp>
        <p:nvSpPr>
          <p:cNvPr id="6" name="level-0">
            <a:extLst xmlns:a="http://schemas.openxmlformats.org/drawingml/2006/main">
              <a:ext uri="{FF2B5EF4-FFF2-40B4-BE49-F238E27FC236}">
                <a16:creationId xmlns:a16="http://schemas.microsoft.com/office/drawing/2014/main" id="{5EB99892-C52A-414E-9B1C-FBB627E4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7" name="level-1">
            <a:extLst xmlns:a="http://schemas.openxmlformats.org/drawingml/2006/main">
              <a:ext uri="{FF2B5EF4-FFF2-40B4-BE49-F238E27FC236}">
                <a16:creationId xmlns:a16="http://schemas.microsoft.com/office/drawing/2014/main" id="{28F2E015-66FC-499E-9BA1-6201E0E6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level-2">
            <a:extLst xmlns:a="http://schemas.openxmlformats.org/drawingml/2006/main">
              <a:ext uri="{FF2B5EF4-FFF2-40B4-BE49-F238E27FC236}">
                <a16:creationId xmlns:a16="http://schemas.microsoft.com/office/drawing/2014/main" id="{1408768E-80AF-4CDD-B4B9-15D85C57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" name="level-3">
            <a:extLst xmlns:a="http://schemas.openxmlformats.org/drawingml/2006/main">
              <a:ext uri="{FF2B5EF4-FFF2-40B4-BE49-F238E27FC236}">
                <a16:creationId xmlns:a16="http://schemas.microsoft.com/office/drawing/2014/main" id="{60B2D77D-6890-412F-B552-EC7CE126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804362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ail">
            <a:extLst xmlns:a="http://schemas.openxmlformats.org/drawingml/2006/main">
              <a:ext uri="{FF2B5EF4-FFF2-40B4-BE49-F238E27FC236}">
                <a16:creationId xmlns:a16="http://schemas.microsoft.com/office/drawing/2014/main" id="{C0C6CEEB-C063-4D34-B9F7-CC27B312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26C1FD8-BC0D-49BD-B2F7-6291A302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A748E0D-B9DE-47F9-B0AD-48E87BEB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四个量化等级，怎样写成码字？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C85A8667-2668-4E04-88C6-62A10F01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从低到高编号0、1、2、3；采用等长二进制码。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039B4AAA-A6D8-41CB-83D0-15C74B4F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每个样本至少几bit？写出四个码字。</a:t>
            </a:r>
          </a:p>
        </p:txBody>
      </p:sp>
      <p:sp>
        <p:nvSpPr>
          <p:cNvPr id="6" name="level-0">
            <a:extLst xmlns:a="http://schemas.openxmlformats.org/drawingml/2006/main">
              <a:ext uri="{FF2B5EF4-FFF2-40B4-BE49-F238E27FC236}">
                <a16:creationId xmlns:a16="http://schemas.microsoft.com/office/drawing/2014/main" id="{5EB99892-C52A-414E-9B1C-FBB627E4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7" name="level-1">
            <a:extLst xmlns:a="http://schemas.openxmlformats.org/drawingml/2006/main">
              <a:ext uri="{FF2B5EF4-FFF2-40B4-BE49-F238E27FC236}">
                <a16:creationId xmlns:a16="http://schemas.microsoft.com/office/drawing/2014/main" id="{28F2E015-66FC-499E-9BA1-6201E0E6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level-2">
            <a:extLst xmlns:a="http://schemas.openxmlformats.org/drawingml/2006/main">
              <a:ext uri="{FF2B5EF4-FFF2-40B4-BE49-F238E27FC236}">
                <a16:creationId xmlns:a16="http://schemas.microsoft.com/office/drawing/2014/main" id="{1408768E-80AF-4CDD-B4B9-15D85C57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" name="level-3">
            <a:extLst xmlns:a="http://schemas.openxmlformats.org/drawingml/2006/main">
              <a:ext uri="{FF2B5EF4-FFF2-40B4-BE49-F238E27FC236}">
                <a16:creationId xmlns:a16="http://schemas.microsoft.com/office/drawing/2014/main" id="{60B2D77D-6890-412F-B552-EC7CE126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A0408C7-C279-40E8-A64D-AB40CA33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099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66DCDE7-9136-44F6-B5CC-5E18AEDD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099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627D0E7-23C0-468E-88F8-D44A1D46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99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2384253-69A8-4604-BA6E-CF14A9AD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99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B872762D-C2B2-4C97-BC3F-AC421776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5" name="answer-0">
            <a:extLst xmlns:a="http://schemas.openxmlformats.org/drawingml/2006/main">
              <a:ext uri="{FF2B5EF4-FFF2-40B4-BE49-F238E27FC236}">
                <a16:creationId xmlns:a16="http://schemas.microsoft.com/office/drawing/2014/main" id="{64C0BEBD-E4B2-429B-9DE4-84AECAA2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 bit：00、01、10、11。</a:t>
            </a:r>
          </a:p>
        </p:txBody>
      </p:sp>
      <p:sp>
        <p:nvSpPr>
          <p:cNvPr id="16" name="answer-1">
            <a:extLst xmlns:a="http://schemas.openxmlformats.org/drawingml/2006/main">
              <a:ext uri="{FF2B5EF4-FFF2-40B4-BE49-F238E27FC236}">
                <a16:creationId xmlns:a16="http://schemas.microsoft.com/office/drawing/2014/main" id="{3C6F8151-0D95-44FA-AC30-732F9A96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等级编号0、1、2、3，依次写成码字。</a:t>
            </a:r>
          </a:p>
        </p:txBody>
      </p:sp>
      <p:sp>
        <p:nvSpPr>
          <p:cNvPr id="17" name="answer-2">
            <a:extLst xmlns:a="http://schemas.openxmlformats.org/drawingml/2006/main">
              <a:ext uri="{FF2B5EF4-FFF2-40B4-BE49-F238E27FC236}">
                <a16:creationId xmlns:a16="http://schemas.microsoft.com/office/drawing/2014/main" id="{524811C8-737C-4252-876A-AF83F676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按约定表示量化结果：编码。</a:t>
            </a:r>
          </a:p>
        </p:txBody>
      </p:sp>
    </p:spTree>
    <p:extLst>
      <p:ext uri="{BB962C8B-B14F-4D97-AF65-F5344CB8AC3E}">
        <p14:creationId xmlns:p14="http://schemas.microsoft.com/office/powerpoint/2010/main" val="14804362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ail">
            <a:extLst xmlns:a="http://schemas.openxmlformats.org/drawingml/2006/main">
              <a:ext uri="{FF2B5EF4-FFF2-40B4-BE49-F238E27FC236}">
                <a16:creationId xmlns:a16="http://schemas.microsoft.com/office/drawing/2014/main" id="{B4AD7A3B-1EA9-4028-BE88-D853CDC1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D187A1A-3BF3-487C-9E01-27ABEBF6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879B9C3-4C15-4309-9DBC-5B78049B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只有码字，就能按原速播放吗？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DED0F0BD-F417-420B-B7E5-0DA34534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单声道：00 01 10 11；同一张四等级码表。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D9312995-96A3-4FF6-ACE7-B7E35AC4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共4个样本，能确定这段声音的时长吗？</a:t>
            </a:r>
          </a:p>
        </p:txBody>
      </p:sp>
      <p:sp>
        <p:nvSpPr>
          <p:cNvPr id="6" name="code-box">
            <a:extLst xmlns:a="http://schemas.openxmlformats.org/drawingml/2006/main">
              <a:ext uri="{FF2B5EF4-FFF2-40B4-BE49-F238E27FC236}">
                <a16:creationId xmlns:a16="http://schemas.microsoft.com/office/drawing/2014/main" id="{BF846683-CF83-4345-A5E0-A3A1E8B2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code-box">
            <a:extLst xmlns:a="http://schemas.openxmlformats.org/drawingml/2006/main">
              <a:ext uri="{FF2B5EF4-FFF2-40B4-BE49-F238E27FC236}">
                <a16:creationId xmlns:a16="http://schemas.microsoft.com/office/drawing/2014/main" id="{97C1C87F-6C09-4B97-B370-1F608E3E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code-box">
            <a:extLst xmlns:a="http://schemas.openxmlformats.org/drawingml/2006/main">
              <a:ext uri="{FF2B5EF4-FFF2-40B4-BE49-F238E27FC236}">
                <a16:creationId xmlns:a16="http://schemas.microsoft.com/office/drawing/2014/main" id="{827E1822-E99A-4FAA-BF0C-775A52FF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9" name="code-box">
            <a:extLst xmlns:a="http://schemas.openxmlformats.org/drawingml/2006/main">
              <a:ext uri="{FF2B5EF4-FFF2-40B4-BE49-F238E27FC236}">
                <a16:creationId xmlns:a16="http://schemas.microsoft.com/office/drawing/2014/main" id="{70C527D8-F76E-4B8D-88E4-7D18EE64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FA9A8E8-2849-4516-A073-85EAD90C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1F335E4-86BF-4D42-9CCA-5461141C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6A8AA04-BA77-4F49-82E2-D6FABB60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0ACBCC5-9207-4F62-B206-2019822C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416591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ail">
            <a:extLst xmlns:a="http://schemas.openxmlformats.org/drawingml/2006/main">
              <a:ext uri="{FF2B5EF4-FFF2-40B4-BE49-F238E27FC236}">
                <a16:creationId xmlns:a16="http://schemas.microsoft.com/office/drawing/2014/main" id="{B4AD7A3B-1EA9-4028-BE88-D853CDC1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D187A1A-3BF3-487C-9E01-27ABEBF6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879B9C3-4C15-4309-9DBC-5B78049B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只有码字，就能按原速播放吗？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DED0F0BD-F417-420B-B7E5-0DA34534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单声道：00 01 10 11；同一张四等级码表。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D9312995-96A3-4FF6-ACE7-B7E35AC4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共4个样本，能确定这段声音的时长吗？</a:t>
            </a:r>
          </a:p>
        </p:txBody>
      </p:sp>
      <p:sp>
        <p:nvSpPr>
          <p:cNvPr id="6" name="code-box">
            <a:extLst xmlns:a="http://schemas.openxmlformats.org/drawingml/2006/main">
              <a:ext uri="{FF2B5EF4-FFF2-40B4-BE49-F238E27FC236}">
                <a16:creationId xmlns:a16="http://schemas.microsoft.com/office/drawing/2014/main" id="{BF846683-CF83-4345-A5E0-A3A1E8B2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code-box">
            <a:extLst xmlns:a="http://schemas.openxmlformats.org/drawingml/2006/main">
              <a:ext uri="{FF2B5EF4-FFF2-40B4-BE49-F238E27FC236}">
                <a16:creationId xmlns:a16="http://schemas.microsoft.com/office/drawing/2014/main" id="{97C1C87F-6C09-4B97-B370-1F608E3E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code-box">
            <a:extLst xmlns:a="http://schemas.openxmlformats.org/drawingml/2006/main">
              <a:ext uri="{FF2B5EF4-FFF2-40B4-BE49-F238E27FC236}">
                <a16:creationId xmlns:a16="http://schemas.microsoft.com/office/drawing/2014/main" id="{827E1822-E99A-4FAA-BF0C-775A52FF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9" name="code-box">
            <a:extLst xmlns:a="http://schemas.openxmlformats.org/drawingml/2006/main">
              <a:ext uri="{FF2B5EF4-FFF2-40B4-BE49-F238E27FC236}">
                <a16:creationId xmlns:a16="http://schemas.microsoft.com/office/drawing/2014/main" id="{70C527D8-F76E-4B8D-88E4-7D18EE64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FA9A8E8-2849-4516-A073-85EAD90C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1F335E4-86BF-4D42-9CCA-5461141C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6A8AA04-BA77-4F49-82E2-D6FABB60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0ACBCC5-9207-4F62-B206-2019822C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BCDAD647-8B80-4B9C-8A50-98E2E251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5" name="answer-0">
            <a:extLst xmlns:a="http://schemas.openxmlformats.org/drawingml/2006/main">
              <a:ext uri="{FF2B5EF4-FFF2-40B4-BE49-F238E27FC236}">
                <a16:creationId xmlns:a16="http://schemas.microsoft.com/office/drawing/2014/main" id="{5D77146C-8BFC-4F7E-9268-EDB4B78A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 Hz：4个样本占1秒。</a:t>
            </a:r>
          </a:p>
        </p:txBody>
      </p:sp>
      <p:sp>
        <p:nvSpPr>
          <p:cNvPr id="16" name="answer-1">
            <a:extLst xmlns:a="http://schemas.openxmlformats.org/drawingml/2006/main">
              <a:ext uri="{FF2B5EF4-FFF2-40B4-BE49-F238E27FC236}">
                <a16:creationId xmlns:a16="http://schemas.microsoft.com/office/drawing/2014/main" id="{4917A415-BA35-4C43-9809-1C07DF16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Hz：4个样本占0.5秒。</a:t>
            </a:r>
          </a:p>
        </p:txBody>
      </p:sp>
      <p:sp>
        <p:nvSpPr>
          <p:cNvPr id="17" name="answer-2">
            <a:extLst xmlns:a="http://schemas.openxmlformats.org/drawingml/2006/main">
              <a:ext uri="{FF2B5EF4-FFF2-40B4-BE49-F238E27FC236}">
                <a16:creationId xmlns:a16="http://schemas.microsoft.com/office/drawing/2014/main" id="{F8BE8031-71B8-4F3C-B3EA-C3AD4700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此题已有码表和单声道条件，还缺采样率。</a:t>
            </a:r>
          </a:p>
        </p:txBody>
      </p:sp>
    </p:spTree>
    <p:extLst>
      <p:ext uri="{BB962C8B-B14F-4D97-AF65-F5344CB8AC3E}">
        <p14:creationId xmlns:p14="http://schemas.microsoft.com/office/powerpoint/2010/main" val="10416591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1A513A05-C6CA-4CB6-BE5D-8E3EB64C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2C09F03-27B1-4F83-BFAF-A3D5BF3B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43C0E5A-11E0-4C53-9054-283EEDDA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只增加采样率，声音会怎样？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3E256A13-80F8-47D2-838C-C50138B1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同一段6秒音乐，单声道、16bit。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16C0F6EF-34F6-40AB-A43B-67C9E53E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比较8kHz与44.1kHz，其他条件不变。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A98BCE58-0284-42E2-8C01-3F0686FB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再看：8kHz能保留6kHz纯音吗？</a:t>
            </a:r>
          </a:p>
        </p:txBody>
      </p:sp>
    </p:spTree>
    <p:extLst>
      <p:ext uri="{BB962C8B-B14F-4D97-AF65-F5344CB8AC3E}">
        <p14:creationId xmlns:p14="http://schemas.microsoft.com/office/powerpoint/2010/main" val="20551296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">
            <a:extLst xmlns:a="http://schemas.openxmlformats.org/drawingml/2006/main">
              <a:ext uri="{FF2B5EF4-FFF2-40B4-BE49-F238E27FC236}">
                <a16:creationId xmlns:a16="http://schemas.microsoft.com/office/drawing/2014/main" id="{1A513A05-C6CA-4CB6-BE5D-8E3EB64C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2C09F03-27B1-4F83-BFAF-A3D5BF3B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43C0E5A-11E0-4C53-9054-283EEDDA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只增加采样率，声音会怎样？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3E256A13-80F8-47D2-838C-C50138B1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同一段6秒音乐，单声道、16bit。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16C0F6EF-34F6-40AB-A43B-67C9E53E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比较8kHz与44.1kHz，其他条件不变。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A98BCE58-0284-42E2-8C01-3F0686FB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再看：8kHz能保留6kHz纯音吗？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279ADFAF-F4EF-4958-986F-90AC53FF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answer-0">
            <a:extLst xmlns:a="http://schemas.openxmlformats.org/drawingml/2006/main">
              <a:ext uri="{FF2B5EF4-FFF2-40B4-BE49-F238E27FC236}">
                <a16:creationId xmlns:a16="http://schemas.microsoft.com/office/drawing/2014/main" id="{1D3A4457-51A7-48FA-86A7-715E896F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采样率提高，可保留的频率范围扩大。</a:t>
            </a:r>
          </a:p>
        </p:txBody>
      </p:sp>
      <p:sp>
        <p:nvSpPr>
          <p:cNvPr id="9" name="answer-1">
            <a:extLst xmlns:a="http://schemas.openxmlformats.org/drawingml/2006/main">
              <a:ext uri="{FF2B5EF4-FFF2-40B4-BE49-F238E27FC236}">
                <a16:creationId xmlns:a16="http://schemas.microsoft.com/office/drawing/2014/main" id="{E1595DB9-DC61-4DE6-B136-6F2F97A7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带限信号：采样率须高于最高频率的2倍。</a:t>
            </a:r>
          </a:p>
        </p:txBody>
      </p:sp>
      <p:sp>
        <p:nvSpPr>
          <p:cNvPr id="10" name="answer-2">
            <a:extLst xmlns:a="http://schemas.openxmlformats.org/drawingml/2006/main">
              <a:ext uri="{FF2B5EF4-FFF2-40B4-BE49-F238E27FC236}">
                <a16:creationId xmlns:a16="http://schemas.microsoft.com/office/drawing/2014/main" id="{2123647D-C81D-42E9-A2A7-6098D68A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8kHz不能保留6kHz纯音。</a:t>
            </a:r>
          </a:p>
        </p:txBody>
      </p:sp>
      <p:sp>
        <p:nvSpPr>
          <p:cNvPr id="11" name="answer-3">
            <a:extLst xmlns:a="http://schemas.openxmlformats.org/drawingml/2006/main">
              <a:ext uri="{FF2B5EF4-FFF2-40B4-BE49-F238E27FC236}">
                <a16:creationId xmlns:a16="http://schemas.microsoft.com/office/drawing/2014/main" id="{94D85EA5-775F-4AD4-87F2-591A0A18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正常降采样先低通，播放时长仍为6秒。</a:t>
            </a:r>
          </a:p>
        </p:txBody>
      </p:sp>
    </p:spTree>
    <p:extLst>
      <p:ext uri="{BB962C8B-B14F-4D97-AF65-F5344CB8AC3E}">
        <p14:creationId xmlns:p14="http://schemas.microsoft.com/office/powerpoint/2010/main" val="20551296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A62D7939-F6D5-407B-8530-D0360A77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E4AB257-9D7C-4DB1-B7B4-14E92F56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FDFFF5D-4DFC-44E8-A345-920A1CF7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采样率越高，听起来一定越好吗？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3FBF5267-2BB5-4711-B916-F7887849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一段信号只含8kHz以下的频率。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EA505C3C-E597-4518-B528-39908096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32kHz已满足条件，改成96kHz一定更好听吗？</a:t>
            </a:r>
          </a:p>
        </p:txBody>
      </p:sp>
    </p:spTree>
    <p:extLst>
      <p:ext uri="{BB962C8B-B14F-4D97-AF65-F5344CB8AC3E}">
        <p14:creationId xmlns:p14="http://schemas.microsoft.com/office/powerpoint/2010/main" val="11085701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A62D7939-F6D5-407B-8530-D0360A77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E4AB257-9D7C-4DB1-B7B4-14E92F56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FDFFF5D-4DFC-44E8-A345-920A1CF7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采样率越高，听起来一定越好吗？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3FBF5267-2BB5-4711-B916-F7887849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一段信号只含8kHz以下的频率。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EA505C3C-E597-4518-B528-39908096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32kHz已满足条件，改成96kHz一定更好听吗？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760B95F9-6938-4AD7-9915-32DD673A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D1AFC35A-438B-4042-AFF3-27BE3FFF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更高采样率增加样本数和存储量。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A6ACA4ED-F193-4F51-8B16-2F847A85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已经足够时，不保证可闻改善。</a:t>
            </a:r>
          </a:p>
        </p:txBody>
      </p:sp>
      <p:sp>
        <p:nvSpPr>
          <p:cNvPr id="9" name="answer-2">
            <a:extLst xmlns:a="http://schemas.openxmlformats.org/drawingml/2006/main">
              <a:ext uri="{FF2B5EF4-FFF2-40B4-BE49-F238E27FC236}">
                <a16:creationId xmlns:a16="http://schemas.microsoft.com/office/drawing/2014/main" id="{AD7723BF-1370-41D4-BF56-05921A5D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录音来源、设备和处理也影响听感。</a:t>
            </a:r>
          </a:p>
        </p:txBody>
      </p:sp>
    </p:spTree>
    <p:extLst>
      <p:ext uri="{BB962C8B-B14F-4D97-AF65-F5344CB8AC3E}">
        <p14:creationId xmlns:p14="http://schemas.microsoft.com/office/powerpoint/2010/main" val="110857012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5983D344-BD30-40DA-9345-61C4AE3E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EE523D2-5E15-4C98-8C7D-8C9CADA6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4B06749-02F6-48B5-9F0E-69D00928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采样时刻不变，怎样减小量化误差？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762D1A12-A55A-4EAE-86F1-AEC58A97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同一批样本，幅度范围固定。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63ABE86A-6D03-4777-9692-6D71F5CE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2bit与4bit量化，哪一种近似更细？</a:t>
            </a:r>
          </a:p>
        </p:txBody>
      </p:sp>
    </p:spTree>
    <p:extLst>
      <p:ext uri="{BB962C8B-B14F-4D97-AF65-F5344CB8AC3E}">
        <p14:creationId xmlns:p14="http://schemas.microsoft.com/office/powerpoint/2010/main" val="176255990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7" name="top-rail">
            <a:extLst xmlns:a="http://schemas.openxmlformats.org/drawingml/2006/main">
              <a:ext uri="{FF2B5EF4-FFF2-40B4-BE49-F238E27FC236}">
                <a16:creationId xmlns:a16="http://schemas.microsoft.com/office/drawing/2014/main" id="{5983D344-BD30-40DA-9345-61C4AE3E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EE523D2-5E15-4C98-8C7D-8C9CADA6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4B06749-02F6-48B5-9F0E-69D00928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采样时刻不变，怎样减小量化误差？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762D1A12-A55A-4EAE-86F1-AEC58A97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同一批样本，幅度范围固定。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63ABE86A-6D03-4777-9692-6D71F5CE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2bit与4bit量化，哪一种近似更细？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3C2F87C-BFCE-4F95-80BE-28A1CF15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 bit：4级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0F35E063-3655-41B6-91EB-A63C4468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reference-wave">
            <a:extLst xmlns:a="http://schemas.openxmlformats.org/drawingml/2006/main">
              <a:ext uri="{FF2B5EF4-FFF2-40B4-BE49-F238E27FC236}">
                <a16:creationId xmlns:a16="http://schemas.microsoft.com/office/drawing/2014/main" id="{A3502170-D718-4A6C-89C4-E6A40F55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9595"/>
            <a:ext cx="4191000" cy="1010311"/>
          </a:xfrm>
          <a:custGeom xmlns:a="http://schemas.openxmlformats.org/drawingml/2006/main">
            <a:pathLst>
              <a:path w="4191000" h="1010311">
                <a:moveTo>
                  <a:pt x="0" y="355857"/>
                </a:moveTo>
                <a:lnTo>
                  <a:pt x="17462" y="330802"/>
                </a:lnTo>
                <a:lnTo>
                  <a:pt x="34925" y="306225"/>
                </a:lnTo>
                <a:lnTo>
                  <a:pt x="52388" y="282193"/>
                </a:lnTo>
                <a:lnTo>
                  <a:pt x="69850" y="258772"/>
                </a:lnTo>
                <a:lnTo>
                  <a:pt x="87312" y="236027"/>
                </a:lnTo>
                <a:lnTo>
                  <a:pt x="104775" y="214019"/>
                </a:lnTo>
                <a:lnTo>
                  <a:pt x="122238" y="192810"/>
                </a:lnTo>
                <a:lnTo>
                  <a:pt x="139700" y="172456"/>
                </a:lnTo>
                <a:lnTo>
                  <a:pt x="157163" y="153015"/>
                </a:lnTo>
                <a:lnTo>
                  <a:pt x="174625" y="134538"/>
                </a:lnTo>
                <a:lnTo>
                  <a:pt x="192087" y="117078"/>
                </a:lnTo>
                <a:lnTo>
                  <a:pt x="209550" y="100681"/>
                </a:lnTo>
                <a:lnTo>
                  <a:pt x="227013" y="85392"/>
                </a:lnTo>
                <a:lnTo>
                  <a:pt x="244475" y="71255"/>
                </a:lnTo>
                <a:lnTo>
                  <a:pt x="261938" y="58306"/>
                </a:lnTo>
                <a:lnTo>
                  <a:pt x="279400" y="46582"/>
                </a:lnTo>
                <a:lnTo>
                  <a:pt x="296862" y="36116"/>
                </a:lnTo>
                <a:lnTo>
                  <a:pt x="314325" y="26934"/>
                </a:lnTo>
                <a:lnTo>
                  <a:pt x="331788" y="19064"/>
                </a:lnTo>
                <a:lnTo>
                  <a:pt x="349250" y="12526"/>
                </a:lnTo>
                <a:lnTo>
                  <a:pt x="366713" y="7338"/>
                </a:lnTo>
                <a:lnTo>
                  <a:pt x="384175" y="3515"/>
                </a:lnTo>
                <a:lnTo>
                  <a:pt x="401637" y="1067"/>
                </a:lnTo>
                <a:lnTo>
                  <a:pt x="419100" y="0"/>
                </a:lnTo>
                <a:lnTo>
                  <a:pt x="436563" y="318"/>
                </a:lnTo>
                <a:lnTo>
                  <a:pt x="454025" y="2020"/>
                </a:lnTo>
                <a:lnTo>
                  <a:pt x="471488" y="5100"/>
                </a:lnTo>
                <a:lnTo>
                  <a:pt x="488950" y="9552"/>
                </a:lnTo>
                <a:lnTo>
                  <a:pt x="506412" y="15361"/>
                </a:lnTo>
                <a:lnTo>
                  <a:pt x="523875" y="22514"/>
                </a:lnTo>
                <a:lnTo>
                  <a:pt x="541338" y="30989"/>
                </a:lnTo>
                <a:lnTo>
                  <a:pt x="558800" y="40764"/>
                </a:lnTo>
                <a:lnTo>
                  <a:pt x="576263" y="51811"/>
                </a:lnTo>
                <a:lnTo>
                  <a:pt x="593725" y="64101"/>
                </a:lnTo>
                <a:lnTo>
                  <a:pt x="611188" y="77601"/>
                </a:lnTo>
                <a:lnTo>
                  <a:pt x="628650" y="92272"/>
                </a:lnTo>
                <a:lnTo>
                  <a:pt x="646112" y="108074"/>
                </a:lnTo>
                <a:lnTo>
                  <a:pt x="663575" y="124965"/>
                </a:lnTo>
                <a:lnTo>
                  <a:pt x="681038" y="142899"/>
                </a:lnTo>
                <a:lnTo>
                  <a:pt x="698500" y="161825"/>
                </a:lnTo>
                <a:lnTo>
                  <a:pt x="715963" y="181692"/>
                </a:lnTo>
                <a:lnTo>
                  <a:pt x="733425" y="202446"/>
                </a:lnTo>
                <a:lnTo>
                  <a:pt x="750887" y="224029"/>
                </a:lnTo>
                <a:lnTo>
                  <a:pt x="768350" y="246383"/>
                </a:lnTo>
                <a:lnTo>
                  <a:pt x="785813" y="269446"/>
                </a:lnTo>
                <a:lnTo>
                  <a:pt x="803275" y="293155"/>
                </a:lnTo>
                <a:lnTo>
                  <a:pt x="820738" y="317446"/>
                </a:lnTo>
                <a:lnTo>
                  <a:pt x="838200" y="342251"/>
                </a:lnTo>
                <a:lnTo>
                  <a:pt x="855662" y="367502"/>
                </a:lnTo>
                <a:lnTo>
                  <a:pt x="873125" y="393131"/>
                </a:lnTo>
                <a:lnTo>
                  <a:pt x="890588" y="419067"/>
                </a:lnTo>
                <a:lnTo>
                  <a:pt x="908050" y="445238"/>
                </a:lnTo>
                <a:lnTo>
                  <a:pt x="925513" y="471574"/>
                </a:lnTo>
                <a:lnTo>
                  <a:pt x="942975" y="498002"/>
                </a:lnTo>
                <a:lnTo>
                  <a:pt x="960437" y="524450"/>
                </a:lnTo>
                <a:lnTo>
                  <a:pt x="977900" y="550845"/>
                </a:lnTo>
                <a:lnTo>
                  <a:pt x="995363" y="577114"/>
                </a:lnTo>
                <a:lnTo>
                  <a:pt x="1012825" y="603186"/>
                </a:lnTo>
                <a:lnTo>
                  <a:pt x="1030288" y="628990"/>
                </a:lnTo>
                <a:lnTo>
                  <a:pt x="1047750" y="654454"/>
                </a:lnTo>
                <a:lnTo>
                  <a:pt x="1065212" y="679509"/>
                </a:lnTo>
                <a:lnTo>
                  <a:pt x="1082675" y="704086"/>
                </a:lnTo>
                <a:lnTo>
                  <a:pt x="1100138" y="728118"/>
                </a:lnTo>
                <a:lnTo>
                  <a:pt x="1117600" y="751538"/>
                </a:lnTo>
                <a:lnTo>
                  <a:pt x="1135063" y="774284"/>
                </a:lnTo>
                <a:lnTo>
                  <a:pt x="1152525" y="796291"/>
                </a:lnTo>
                <a:lnTo>
                  <a:pt x="1169987" y="817501"/>
                </a:lnTo>
                <a:lnTo>
                  <a:pt x="1187450" y="837854"/>
                </a:lnTo>
                <a:lnTo>
                  <a:pt x="1204913" y="857296"/>
                </a:lnTo>
                <a:lnTo>
                  <a:pt x="1222375" y="875773"/>
                </a:lnTo>
                <a:lnTo>
                  <a:pt x="1239838" y="893233"/>
                </a:lnTo>
                <a:lnTo>
                  <a:pt x="1257300" y="909630"/>
                </a:lnTo>
                <a:lnTo>
                  <a:pt x="1274763" y="924918"/>
                </a:lnTo>
                <a:lnTo>
                  <a:pt x="1292225" y="939056"/>
                </a:lnTo>
                <a:lnTo>
                  <a:pt x="1309688" y="952005"/>
                </a:lnTo>
                <a:lnTo>
                  <a:pt x="1327150" y="963728"/>
                </a:lnTo>
                <a:lnTo>
                  <a:pt x="1344612" y="974195"/>
                </a:lnTo>
                <a:lnTo>
                  <a:pt x="1362075" y="983376"/>
                </a:lnTo>
                <a:lnTo>
                  <a:pt x="1379538" y="991247"/>
                </a:lnTo>
                <a:lnTo>
                  <a:pt x="1397000" y="997785"/>
                </a:lnTo>
                <a:lnTo>
                  <a:pt x="1414463" y="1002972"/>
                </a:lnTo>
                <a:lnTo>
                  <a:pt x="1431925" y="1006796"/>
                </a:lnTo>
                <a:lnTo>
                  <a:pt x="1449387" y="1009244"/>
                </a:lnTo>
                <a:lnTo>
                  <a:pt x="1466850" y="1010311"/>
                </a:lnTo>
                <a:lnTo>
                  <a:pt x="1484313" y="1009993"/>
                </a:lnTo>
                <a:lnTo>
                  <a:pt x="1501775" y="1008291"/>
                </a:lnTo>
                <a:lnTo>
                  <a:pt x="1519238" y="1005210"/>
                </a:lnTo>
                <a:lnTo>
                  <a:pt x="1536700" y="1000759"/>
                </a:lnTo>
                <a:lnTo>
                  <a:pt x="1554162" y="994949"/>
                </a:lnTo>
                <a:lnTo>
                  <a:pt x="1571625" y="987797"/>
                </a:lnTo>
                <a:lnTo>
                  <a:pt x="1589088" y="979322"/>
                </a:lnTo>
                <a:lnTo>
                  <a:pt x="1606550" y="969547"/>
                </a:lnTo>
                <a:lnTo>
                  <a:pt x="1624013" y="958500"/>
                </a:lnTo>
                <a:lnTo>
                  <a:pt x="1641475" y="946209"/>
                </a:lnTo>
                <a:lnTo>
                  <a:pt x="1658937" y="932710"/>
                </a:lnTo>
                <a:lnTo>
                  <a:pt x="1676400" y="918039"/>
                </a:lnTo>
                <a:lnTo>
                  <a:pt x="1693863" y="902236"/>
                </a:lnTo>
                <a:lnTo>
                  <a:pt x="1711325" y="885345"/>
                </a:lnTo>
                <a:lnTo>
                  <a:pt x="1728788" y="867412"/>
                </a:lnTo>
                <a:lnTo>
                  <a:pt x="1746250" y="848486"/>
                </a:lnTo>
                <a:lnTo>
                  <a:pt x="1763712" y="828619"/>
                </a:lnTo>
                <a:lnTo>
                  <a:pt x="1781175" y="807865"/>
                </a:lnTo>
                <a:lnTo>
                  <a:pt x="1798638" y="786282"/>
                </a:lnTo>
                <a:lnTo>
                  <a:pt x="1816100" y="763928"/>
                </a:lnTo>
                <a:lnTo>
                  <a:pt x="1833563" y="740865"/>
                </a:lnTo>
                <a:lnTo>
                  <a:pt x="1851025" y="717155"/>
                </a:lnTo>
                <a:lnTo>
                  <a:pt x="1868487" y="692865"/>
                </a:lnTo>
                <a:lnTo>
                  <a:pt x="1885950" y="668060"/>
                </a:lnTo>
                <a:lnTo>
                  <a:pt x="1903413" y="642809"/>
                </a:lnTo>
                <a:lnTo>
                  <a:pt x="1920875" y="617180"/>
                </a:lnTo>
                <a:lnTo>
                  <a:pt x="1938338" y="591244"/>
                </a:lnTo>
                <a:lnTo>
                  <a:pt x="1955800" y="565072"/>
                </a:lnTo>
                <a:lnTo>
                  <a:pt x="1973262" y="538736"/>
                </a:lnTo>
                <a:lnTo>
                  <a:pt x="1990725" y="512308"/>
                </a:lnTo>
                <a:lnTo>
                  <a:pt x="2008188" y="485861"/>
                </a:lnTo>
                <a:lnTo>
                  <a:pt x="2025650" y="459466"/>
                </a:lnTo>
                <a:lnTo>
                  <a:pt x="2043113" y="433197"/>
                </a:lnTo>
                <a:lnTo>
                  <a:pt x="2060575" y="407124"/>
                </a:lnTo>
                <a:lnTo>
                  <a:pt x="2078037" y="381321"/>
                </a:lnTo>
                <a:lnTo>
                  <a:pt x="2095500" y="355857"/>
                </a:lnTo>
                <a:lnTo>
                  <a:pt x="2112963" y="330802"/>
                </a:lnTo>
                <a:lnTo>
                  <a:pt x="2130425" y="306225"/>
                </a:lnTo>
                <a:lnTo>
                  <a:pt x="2147888" y="282193"/>
                </a:lnTo>
                <a:lnTo>
                  <a:pt x="2165350" y="258772"/>
                </a:lnTo>
                <a:lnTo>
                  <a:pt x="2182812" y="236027"/>
                </a:lnTo>
                <a:lnTo>
                  <a:pt x="2200275" y="214019"/>
                </a:lnTo>
                <a:lnTo>
                  <a:pt x="2217738" y="192810"/>
                </a:lnTo>
                <a:lnTo>
                  <a:pt x="2235200" y="172456"/>
                </a:lnTo>
                <a:lnTo>
                  <a:pt x="2252663" y="153015"/>
                </a:lnTo>
                <a:lnTo>
                  <a:pt x="2270125" y="134538"/>
                </a:lnTo>
                <a:lnTo>
                  <a:pt x="2287587" y="117078"/>
                </a:lnTo>
                <a:lnTo>
                  <a:pt x="2305050" y="100681"/>
                </a:lnTo>
                <a:lnTo>
                  <a:pt x="2322513" y="85392"/>
                </a:lnTo>
                <a:lnTo>
                  <a:pt x="2339975" y="71255"/>
                </a:lnTo>
                <a:lnTo>
                  <a:pt x="2357438" y="58306"/>
                </a:lnTo>
                <a:lnTo>
                  <a:pt x="2374900" y="46582"/>
                </a:lnTo>
                <a:lnTo>
                  <a:pt x="2392362" y="36116"/>
                </a:lnTo>
                <a:lnTo>
                  <a:pt x="2409825" y="26934"/>
                </a:lnTo>
                <a:lnTo>
                  <a:pt x="2427288" y="19064"/>
                </a:lnTo>
                <a:lnTo>
                  <a:pt x="2444750" y="12526"/>
                </a:lnTo>
                <a:lnTo>
                  <a:pt x="2462213" y="7338"/>
                </a:lnTo>
                <a:lnTo>
                  <a:pt x="2479675" y="3515"/>
                </a:lnTo>
                <a:lnTo>
                  <a:pt x="2497138" y="1067"/>
                </a:lnTo>
                <a:lnTo>
                  <a:pt x="2514600" y="0"/>
                </a:lnTo>
                <a:lnTo>
                  <a:pt x="2532063" y="318"/>
                </a:lnTo>
                <a:lnTo>
                  <a:pt x="2549525" y="2020"/>
                </a:lnTo>
                <a:lnTo>
                  <a:pt x="2566988" y="5100"/>
                </a:lnTo>
                <a:lnTo>
                  <a:pt x="2584450" y="9552"/>
                </a:lnTo>
                <a:lnTo>
                  <a:pt x="2601913" y="15361"/>
                </a:lnTo>
                <a:lnTo>
                  <a:pt x="2619375" y="22514"/>
                </a:lnTo>
                <a:lnTo>
                  <a:pt x="2636838" y="30989"/>
                </a:lnTo>
                <a:lnTo>
                  <a:pt x="2654300" y="40764"/>
                </a:lnTo>
                <a:lnTo>
                  <a:pt x="2671763" y="51811"/>
                </a:lnTo>
                <a:lnTo>
                  <a:pt x="2689225" y="64101"/>
                </a:lnTo>
                <a:lnTo>
                  <a:pt x="2706688" y="77601"/>
                </a:lnTo>
                <a:lnTo>
                  <a:pt x="2724150" y="92272"/>
                </a:lnTo>
                <a:lnTo>
                  <a:pt x="2741613" y="108074"/>
                </a:lnTo>
                <a:lnTo>
                  <a:pt x="2759075" y="124965"/>
                </a:lnTo>
                <a:lnTo>
                  <a:pt x="2776538" y="142899"/>
                </a:lnTo>
                <a:lnTo>
                  <a:pt x="2794000" y="161825"/>
                </a:lnTo>
                <a:lnTo>
                  <a:pt x="2811463" y="181692"/>
                </a:lnTo>
                <a:lnTo>
                  <a:pt x="2828925" y="202446"/>
                </a:lnTo>
                <a:lnTo>
                  <a:pt x="2846388" y="224029"/>
                </a:lnTo>
                <a:lnTo>
                  <a:pt x="2863850" y="246383"/>
                </a:lnTo>
                <a:lnTo>
                  <a:pt x="2881313" y="269446"/>
                </a:lnTo>
                <a:lnTo>
                  <a:pt x="2898775" y="293155"/>
                </a:lnTo>
                <a:lnTo>
                  <a:pt x="2916238" y="317446"/>
                </a:lnTo>
                <a:lnTo>
                  <a:pt x="2933700" y="342251"/>
                </a:lnTo>
                <a:lnTo>
                  <a:pt x="2951163" y="367502"/>
                </a:lnTo>
                <a:lnTo>
                  <a:pt x="2968625" y="393131"/>
                </a:lnTo>
                <a:lnTo>
                  <a:pt x="2986088" y="419067"/>
                </a:lnTo>
                <a:lnTo>
                  <a:pt x="3003550" y="445238"/>
                </a:lnTo>
                <a:lnTo>
                  <a:pt x="3021013" y="471574"/>
                </a:lnTo>
                <a:lnTo>
                  <a:pt x="3038475" y="498002"/>
                </a:lnTo>
                <a:lnTo>
                  <a:pt x="3055938" y="524450"/>
                </a:lnTo>
                <a:lnTo>
                  <a:pt x="3073400" y="550845"/>
                </a:lnTo>
                <a:lnTo>
                  <a:pt x="3090863" y="577114"/>
                </a:lnTo>
                <a:lnTo>
                  <a:pt x="3108325" y="603186"/>
                </a:lnTo>
                <a:lnTo>
                  <a:pt x="3125788" y="628990"/>
                </a:lnTo>
                <a:lnTo>
                  <a:pt x="3143250" y="654454"/>
                </a:lnTo>
                <a:lnTo>
                  <a:pt x="3160713" y="679509"/>
                </a:lnTo>
                <a:lnTo>
                  <a:pt x="3178175" y="704086"/>
                </a:lnTo>
                <a:lnTo>
                  <a:pt x="3195638" y="728118"/>
                </a:lnTo>
                <a:lnTo>
                  <a:pt x="3213100" y="751538"/>
                </a:lnTo>
                <a:lnTo>
                  <a:pt x="3230563" y="774284"/>
                </a:lnTo>
                <a:lnTo>
                  <a:pt x="3248025" y="796291"/>
                </a:lnTo>
                <a:lnTo>
                  <a:pt x="3265488" y="817501"/>
                </a:lnTo>
                <a:lnTo>
                  <a:pt x="3282950" y="837854"/>
                </a:lnTo>
                <a:lnTo>
                  <a:pt x="3300413" y="857296"/>
                </a:lnTo>
                <a:lnTo>
                  <a:pt x="3317875" y="875773"/>
                </a:lnTo>
                <a:lnTo>
                  <a:pt x="3335338" y="893233"/>
                </a:lnTo>
                <a:lnTo>
                  <a:pt x="3352800" y="909630"/>
                </a:lnTo>
                <a:lnTo>
                  <a:pt x="3370263" y="924918"/>
                </a:lnTo>
                <a:lnTo>
                  <a:pt x="3387725" y="939056"/>
                </a:lnTo>
                <a:lnTo>
                  <a:pt x="3405188" y="952005"/>
                </a:lnTo>
                <a:lnTo>
                  <a:pt x="3422650" y="963728"/>
                </a:lnTo>
                <a:lnTo>
                  <a:pt x="3440113" y="974195"/>
                </a:lnTo>
                <a:lnTo>
                  <a:pt x="3457575" y="983376"/>
                </a:lnTo>
                <a:lnTo>
                  <a:pt x="3475038" y="991247"/>
                </a:lnTo>
                <a:lnTo>
                  <a:pt x="3492500" y="997785"/>
                </a:lnTo>
                <a:lnTo>
                  <a:pt x="3509963" y="1002972"/>
                </a:lnTo>
                <a:lnTo>
                  <a:pt x="3527425" y="1006796"/>
                </a:lnTo>
                <a:lnTo>
                  <a:pt x="3544888" y="1009244"/>
                </a:lnTo>
                <a:lnTo>
                  <a:pt x="3562350" y="1010311"/>
                </a:lnTo>
                <a:lnTo>
                  <a:pt x="3579813" y="1009993"/>
                </a:lnTo>
                <a:lnTo>
                  <a:pt x="3597275" y="1008291"/>
                </a:lnTo>
                <a:lnTo>
                  <a:pt x="3614738" y="1005210"/>
                </a:lnTo>
                <a:lnTo>
                  <a:pt x="3632200" y="1000759"/>
                </a:lnTo>
                <a:lnTo>
                  <a:pt x="3649663" y="994949"/>
                </a:lnTo>
                <a:lnTo>
                  <a:pt x="3667125" y="987797"/>
                </a:lnTo>
                <a:lnTo>
                  <a:pt x="3684588" y="979322"/>
                </a:lnTo>
                <a:lnTo>
                  <a:pt x="3702050" y="969547"/>
                </a:lnTo>
                <a:lnTo>
                  <a:pt x="3719513" y="958500"/>
                </a:lnTo>
                <a:lnTo>
                  <a:pt x="3736975" y="946209"/>
                </a:lnTo>
                <a:lnTo>
                  <a:pt x="3754438" y="932710"/>
                </a:lnTo>
                <a:lnTo>
                  <a:pt x="3771900" y="918039"/>
                </a:lnTo>
                <a:lnTo>
                  <a:pt x="3789362" y="902236"/>
                </a:lnTo>
                <a:lnTo>
                  <a:pt x="3806825" y="885345"/>
                </a:lnTo>
                <a:lnTo>
                  <a:pt x="3824288" y="867412"/>
                </a:lnTo>
                <a:lnTo>
                  <a:pt x="3841750" y="848486"/>
                </a:lnTo>
                <a:lnTo>
                  <a:pt x="3859213" y="828619"/>
                </a:lnTo>
                <a:lnTo>
                  <a:pt x="3876675" y="807865"/>
                </a:lnTo>
                <a:lnTo>
                  <a:pt x="3894137" y="786282"/>
                </a:lnTo>
                <a:lnTo>
                  <a:pt x="3911600" y="763928"/>
                </a:lnTo>
                <a:lnTo>
                  <a:pt x="3929063" y="740865"/>
                </a:lnTo>
                <a:lnTo>
                  <a:pt x="3946525" y="717155"/>
                </a:lnTo>
                <a:lnTo>
                  <a:pt x="3963988" y="692865"/>
                </a:lnTo>
                <a:lnTo>
                  <a:pt x="3981450" y="668060"/>
                </a:lnTo>
                <a:lnTo>
                  <a:pt x="3998912" y="642809"/>
                </a:lnTo>
                <a:lnTo>
                  <a:pt x="4016375" y="617180"/>
                </a:lnTo>
                <a:lnTo>
                  <a:pt x="4033838" y="591244"/>
                </a:lnTo>
                <a:lnTo>
                  <a:pt x="4051300" y="565072"/>
                </a:lnTo>
                <a:lnTo>
                  <a:pt x="4068763" y="538736"/>
                </a:lnTo>
                <a:lnTo>
                  <a:pt x="4086225" y="512308"/>
                </a:lnTo>
                <a:lnTo>
                  <a:pt x="4103687" y="485861"/>
                </a:lnTo>
                <a:lnTo>
                  <a:pt x="4121150" y="459466"/>
                </a:lnTo>
                <a:lnTo>
                  <a:pt x="4138613" y="433197"/>
                </a:lnTo>
                <a:lnTo>
                  <a:pt x="4156075" y="407124"/>
                </a:lnTo>
                <a:lnTo>
                  <a:pt x="4173538" y="381321"/>
                </a:lnTo>
                <a:lnTo>
                  <a:pt x="4191000" y="35585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37373"/>
            </a:solidFill>
          </a:ln>
        </p:spPr>
      </p:sp>
      <p:sp>
        <p:nvSpPr>
          <p:cNvPr id="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465E916-9072-46D2-9FC4-AFCD05D5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9013"/>
            <a:ext cx="9525" cy="36439"/>
          </a:xfrm>
          <a:custGeom xmlns:a="http://schemas.openxmlformats.org/drawingml/2006/main">
            <a:pathLst>
              <a:path w="9525" h="36439">
                <a:moveTo>
                  <a:pt x="0" y="3643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0" name="sample">
            <a:extLst xmlns:a="http://schemas.openxmlformats.org/drawingml/2006/main">
              <a:ext uri="{FF2B5EF4-FFF2-40B4-BE49-F238E27FC236}">
                <a16:creationId xmlns:a16="http://schemas.microsoft.com/office/drawing/2014/main" id="{4628E0CB-37FB-49CD-992F-7300CFBC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004A3D0-A630-4FFE-8FE3-18CB4AAE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313" y="3445622"/>
            <a:ext cx="9525" cy="83391"/>
          </a:xfrm>
          <a:custGeom xmlns:a="http://schemas.openxmlformats.org/drawingml/2006/main">
            <a:pathLst>
              <a:path w="9525" h="83391">
                <a:moveTo>
                  <a:pt x="0" y="0"/>
                </a:moveTo>
                <a:lnTo>
                  <a:pt x="0" y="8339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2" name="sample">
            <a:extLst xmlns:a="http://schemas.openxmlformats.org/drawingml/2006/main">
              <a:ext uri="{FF2B5EF4-FFF2-40B4-BE49-F238E27FC236}">
                <a16:creationId xmlns:a16="http://schemas.microsoft.com/office/drawing/2014/main" id="{460731D8-6E95-4290-AF9C-3D1CCCCE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213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B1AE8F7-94D3-4448-ADE4-DDC5F177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" y="3344133"/>
            <a:ext cx="9525" cy="184880"/>
          </a:xfrm>
          <a:custGeom xmlns:a="http://schemas.openxmlformats.org/drawingml/2006/main">
            <a:pathLst>
              <a:path w="9525" h="184880">
                <a:moveTo>
                  <a:pt x="0" y="0"/>
                </a:moveTo>
                <a:lnTo>
                  <a:pt x="0" y="18488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4" name="sample">
            <a:extLst xmlns:a="http://schemas.openxmlformats.org/drawingml/2006/main">
              <a:ext uri="{FF2B5EF4-FFF2-40B4-BE49-F238E27FC236}">
                <a16:creationId xmlns:a16="http://schemas.microsoft.com/office/drawing/2014/main" id="{875AAF26-E5D9-490F-8276-72EBA018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525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636419D-2AC1-4D49-B2B6-C7A6AD58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8" y="3157538"/>
            <a:ext cx="9525" cy="110363"/>
          </a:xfrm>
          <a:custGeom xmlns:a="http://schemas.openxmlformats.org/drawingml/2006/main">
            <a:pathLst>
              <a:path w="9525" h="110363">
                <a:moveTo>
                  <a:pt x="0" y="11036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6" name="sample">
            <a:extLst xmlns:a="http://schemas.openxmlformats.org/drawingml/2006/main">
              <a:ext uri="{FF2B5EF4-FFF2-40B4-BE49-F238E27FC236}">
                <a16:creationId xmlns:a16="http://schemas.microsoft.com/office/drawing/2014/main" id="{A68C97AF-77E7-4A49-85EA-1A2BFC32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8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C5E1D4F-2AFC-4F20-AB08-276A0088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250" y="3157538"/>
            <a:ext cx="9525" cy="64583"/>
          </a:xfrm>
          <a:custGeom xmlns:a="http://schemas.openxmlformats.org/drawingml/2006/main">
            <a:pathLst>
              <a:path w="9525" h="64583">
                <a:moveTo>
                  <a:pt x="0" y="6458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8" name="sample">
            <a:extLst xmlns:a="http://schemas.openxmlformats.org/drawingml/2006/main">
              <a:ext uri="{FF2B5EF4-FFF2-40B4-BE49-F238E27FC236}">
                <a16:creationId xmlns:a16="http://schemas.microsoft.com/office/drawing/2014/main" id="{E0DB90A5-9246-4BD9-A604-7713E5FB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150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793F1A9-8606-4BF1-BA21-B9E12DDE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563" y="3157538"/>
            <a:ext cx="9525" cy="52375"/>
          </a:xfrm>
          <a:custGeom xmlns:a="http://schemas.openxmlformats.org/drawingml/2006/main">
            <a:pathLst>
              <a:path w="9525" h="52375">
                <a:moveTo>
                  <a:pt x="0" y="523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20" name="sample">
            <a:extLst xmlns:a="http://schemas.openxmlformats.org/drawingml/2006/main">
              <a:ext uri="{FF2B5EF4-FFF2-40B4-BE49-F238E27FC236}">
                <a16:creationId xmlns:a16="http://schemas.microsoft.com/office/drawing/2014/main" id="{9576A330-EC8D-456D-8E45-CBDD7C96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463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241BA23-360E-49EC-B595-8B8602FF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157538"/>
            <a:ext cx="9525" cy="74571"/>
          </a:xfrm>
          <a:custGeom xmlns:a="http://schemas.openxmlformats.org/drawingml/2006/main">
            <a:pathLst>
              <a:path w="9525" h="74571">
                <a:moveTo>
                  <a:pt x="0" y="7457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22" name="sample">
            <a:extLst xmlns:a="http://schemas.openxmlformats.org/drawingml/2006/main">
              <a:ext uri="{FF2B5EF4-FFF2-40B4-BE49-F238E27FC236}">
                <a16:creationId xmlns:a16="http://schemas.microsoft.com/office/drawing/2014/main" id="{8F9C7430-61F4-4729-BE62-BA773582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3A30996-88AD-4293-A040-F2E3CAC9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4188" y="3157538"/>
            <a:ext cx="9525" cy="129658"/>
          </a:xfrm>
          <a:custGeom xmlns:a="http://schemas.openxmlformats.org/drawingml/2006/main">
            <a:pathLst>
              <a:path w="9525" h="129658">
                <a:moveTo>
                  <a:pt x="0" y="12965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24" name="sample">
            <a:extLst xmlns:a="http://schemas.openxmlformats.org/drawingml/2006/main">
              <a:ext uri="{FF2B5EF4-FFF2-40B4-BE49-F238E27FC236}">
                <a16:creationId xmlns:a16="http://schemas.microsoft.com/office/drawing/2014/main" id="{2ED65026-06C5-418F-BD9E-745899D3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088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F2054C0-8E1A-444F-9BBA-D4C3E83D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3371419"/>
            <a:ext cx="9525" cy="157593"/>
          </a:xfrm>
          <a:custGeom xmlns:a="http://schemas.openxmlformats.org/drawingml/2006/main">
            <a:pathLst>
              <a:path w="9525" h="157593">
                <a:moveTo>
                  <a:pt x="0" y="0"/>
                </a:moveTo>
                <a:lnTo>
                  <a:pt x="0" y="15759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26" name="sample">
            <a:extLst xmlns:a="http://schemas.openxmlformats.org/drawingml/2006/main">
              <a:ext uri="{FF2B5EF4-FFF2-40B4-BE49-F238E27FC236}">
                <a16:creationId xmlns:a16="http://schemas.microsoft.com/office/drawing/2014/main" id="{27840B1A-0FE4-4B43-8BFD-5409BC19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400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6071A8B-66DE-42D0-97E1-0A0CE55E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813" y="3479041"/>
            <a:ext cx="9525" cy="49972"/>
          </a:xfrm>
          <a:custGeom xmlns:a="http://schemas.openxmlformats.org/drawingml/2006/main">
            <a:pathLst>
              <a:path w="9525" h="49972">
                <a:moveTo>
                  <a:pt x="0" y="0"/>
                </a:moveTo>
                <a:lnTo>
                  <a:pt x="0" y="4997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28" name="sample">
            <a:extLst xmlns:a="http://schemas.openxmlformats.org/drawingml/2006/main">
              <a:ext uri="{FF2B5EF4-FFF2-40B4-BE49-F238E27FC236}">
                <a16:creationId xmlns:a16="http://schemas.microsoft.com/office/drawing/2014/main" id="{34246A57-963B-4256-B849-575C9934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713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F6D06B9-7F4B-4E16-B4AE-62205803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125" y="3529013"/>
            <a:ext cx="9525" cy="73713"/>
          </a:xfrm>
          <a:custGeom xmlns:a="http://schemas.openxmlformats.org/drawingml/2006/main">
            <a:pathLst>
              <a:path w="9525" h="73713">
                <a:moveTo>
                  <a:pt x="0" y="737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30" name="sample">
            <a:extLst xmlns:a="http://schemas.openxmlformats.org/drawingml/2006/main">
              <a:ext uri="{FF2B5EF4-FFF2-40B4-BE49-F238E27FC236}">
                <a16:creationId xmlns:a16="http://schemas.microsoft.com/office/drawing/2014/main" id="{1A2DCBF6-5D63-413A-83F4-6E411361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025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6240660-CABC-469D-B217-F481AC30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438" y="3734044"/>
            <a:ext cx="9525" cy="166443"/>
          </a:xfrm>
          <a:custGeom xmlns:a="http://schemas.openxmlformats.org/drawingml/2006/main">
            <a:pathLst>
              <a:path w="9525" h="166443">
                <a:moveTo>
                  <a:pt x="0" y="0"/>
                </a:moveTo>
                <a:lnTo>
                  <a:pt x="0" y="16644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32" name="sample">
            <a:extLst xmlns:a="http://schemas.openxmlformats.org/drawingml/2006/main">
              <a:ext uri="{FF2B5EF4-FFF2-40B4-BE49-F238E27FC236}">
                <a16:creationId xmlns:a16="http://schemas.microsoft.com/office/drawing/2014/main" id="{5C6651BA-F394-49D6-A689-B6D40608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337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53820D6-C74F-40E3-931A-0FD11A7D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64049"/>
            <a:ext cx="9525" cy="36439"/>
          </a:xfrm>
          <a:custGeom xmlns:a="http://schemas.openxmlformats.org/drawingml/2006/main">
            <a:pathLst>
              <a:path w="9525" h="36439">
                <a:moveTo>
                  <a:pt x="0" y="0"/>
                </a:moveTo>
                <a:lnTo>
                  <a:pt x="0" y="3643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34" name="sample">
            <a:extLst xmlns:a="http://schemas.openxmlformats.org/drawingml/2006/main">
              <a:ext uri="{FF2B5EF4-FFF2-40B4-BE49-F238E27FC236}">
                <a16:creationId xmlns:a16="http://schemas.microsoft.com/office/drawing/2014/main" id="{8FDFE6A0-A4B0-4BB8-B268-922F480C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820361F-8E4A-464D-8804-4221D00A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063" y="3900488"/>
            <a:ext cx="9525" cy="83391"/>
          </a:xfrm>
          <a:custGeom xmlns:a="http://schemas.openxmlformats.org/drawingml/2006/main">
            <a:pathLst>
              <a:path w="9525" h="83391">
                <a:moveTo>
                  <a:pt x="0" y="833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36" name="sample">
            <a:extLst xmlns:a="http://schemas.openxmlformats.org/drawingml/2006/main">
              <a:ext uri="{FF2B5EF4-FFF2-40B4-BE49-F238E27FC236}">
                <a16:creationId xmlns:a16="http://schemas.microsoft.com/office/drawing/2014/main" id="{25B4E90B-AB31-4B6E-9D5A-03BDE097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9963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2061C85-7D0C-468C-B9CA-6B6FA642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375" y="3900488"/>
            <a:ext cx="9525" cy="184880"/>
          </a:xfrm>
          <a:custGeom xmlns:a="http://schemas.openxmlformats.org/drawingml/2006/main">
            <a:pathLst>
              <a:path w="9525" h="184880">
                <a:moveTo>
                  <a:pt x="0" y="1848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38" name="sample">
            <a:extLst xmlns:a="http://schemas.openxmlformats.org/drawingml/2006/main">
              <a:ext uri="{FF2B5EF4-FFF2-40B4-BE49-F238E27FC236}">
                <a16:creationId xmlns:a16="http://schemas.microsoft.com/office/drawing/2014/main" id="{B409B358-D25D-46EB-B502-BED53B75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275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3A5AB3E-74DB-452F-BE54-8BEFA539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88" y="4161599"/>
            <a:ext cx="9525" cy="110363"/>
          </a:xfrm>
          <a:custGeom xmlns:a="http://schemas.openxmlformats.org/drawingml/2006/main">
            <a:pathLst>
              <a:path w="9525" h="110363">
                <a:moveTo>
                  <a:pt x="0" y="0"/>
                </a:moveTo>
                <a:lnTo>
                  <a:pt x="0" y="1103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40" name="sample">
            <a:extLst xmlns:a="http://schemas.openxmlformats.org/drawingml/2006/main">
              <a:ext uri="{FF2B5EF4-FFF2-40B4-BE49-F238E27FC236}">
                <a16:creationId xmlns:a16="http://schemas.microsoft.com/office/drawing/2014/main" id="{F5A6DA2C-B09E-460D-A568-BA31EE7F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588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3FE9B4C-295B-46F9-A0A2-FB759162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0" y="4207379"/>
            <a:ext cx="9525" cy="64583"/>
          </a:xfrm>
          <a:custGeom xmlns:a="http://schemas.openxmlformats.org/drawingml/2006/main">
            <a:pathLst>
              <a:path w="9525" h="64583">
                <a:moveTo>
                  <a:pt x="0" y="0"/>
                </a:moveTo>
                <a:lnTo>
                  <a:pt x="0" y="6458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42" name="sample">
            <a:extLst xmlns:a="http://schemas.openxmlformats.org/drawingml/2006/main">
              <a:ext uri="{FF2B5EF4-FFF2-40B4-BE49-F238E27FC236}">
                <a16:creationId xmlns:a16="http://schemas.microsoft.com/office/drawing/2014/main" id="{FECC7676-7B42-43EE-A27C-E26C01F9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900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2F25983-3AF9-4715-AA46-7F83F736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313" y="4219587"/>
            <a:ext cx="9525" cy="52375"/>
          </a:xfrm>
          <a:custGeom xmlns:a="http://schemas.openxmlformats.org/drawingml/2006/main">
            <a:pathLst>
              <a:path w="9525" h="52375">
                <a:moveTo>
                  <a:pt x="0" y="0"/>
                </a:moveTo>
                <a:lnTo>
                  <a:pt x="0" y="52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44" name="sample">
            <a:extLst xmlns:a="http://schemas.openxmlformats.org/drawingml/2006/main">
              <a:ext uri="{FF2B5EF4-FFF2-40B4-BE49-F238E27FC236}">
                <a16:creationId xmlns:a16="http://schemas.microsoft.com/office/drawing/2014/main" id="{708882AF-29F7-4784-B9E8-301154E0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9213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CB60B97-1F5E-4862-8C7E-EB125B06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197392"/>
            <a:ext cx="9525" cy="74571"/>
          </a:xfrm>
          <a:custGeom xmlns:a="http://schemas.openxmlformats.org/drawingml/2006/main">
            <a:pathLst>
              <a:path w="9525" h="74571">
                <a:moveTo>
                  <a:pt x="0" y="0"/>
                </a:moveTo>
                <a:lnTo>
                  <a:pt x="0" y="7457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46" name="sample">
            <a:extLst xmlns:a="http://schemas.openxmlformats.org/drawingml/2006/main">
              <a:ext uri="{FF2B5EF4-FFF2-40B4-BE49-F238E27FC236}">
                <a16:creationId xmlns:a16="http://schemas.microsoft.com/office/drawing/2014/main" id="{0FB434F2-829D-4058-9163-9F35B2A4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64CDE8B-ACD1-417C-9BA6-C9AB3589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1937" y="4142305"/>
            <a:ext cx="9525" cy="129658"/>
          </a:xfrm>
          <a:custGeom xmlns:a="http://schemas.openxmlformats.org/drawingml/2006/main">
            <a:pathLst>
              <a:path w="9525" h="129658">
                <a:moveTo>
                  <a:pt x="0" y="0"/>
                </a:moveTo>
                <a:lnTo>
                  <a:pt x="0" y="129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48" name="sample">
            <a:extLst xmlns:a="http://schemas.openxmlformats.org/drawingml/2006/main">
              <a:ext uri="{FF2B5EF4-FFF2-40B4-BE49-F238E27FC236}">
                <a16:creationId xmlns:a16="http://schemas.microsoft.com/office/drawing/2014/main" id="{548D2C45-A112-48E0-A579-F24F8285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3837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4E41368-1E36-4F8A-AD45-1C4EB608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250" y="3900488"/>
            <a:ext cx="9525" cy="157593"/>
          </a:xfrm>
          <a:custGeom xmlns:a="http://schemas.openxmlformats.org/drawingml/2006/main">
            <a:pathLst>
              <a:path w="9525" h="157593">
                <a:moveTo>
                  <a:pt x="0" y="1575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50" name="sample">
            <a:extLst xmlns:a="http://schemas.openxmlformats.org/drawingml/2006/main">
              <a:ext uri="{FF2B5EF4-FFF2-40B4-BE49-F238E27FC236}">
                <a16:creationId xmlns:a16="http://schemas.microsoft.com/office/drawing/2014/main" id="{1DC008BA-A9A1-4426-89F6-8F6925EC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1150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7A5488D-52BC-4383-AA34-0A0C0B98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3" y="3900488"/>
            <a:ext cx="9525" cy="49972"/>
          </a:xfrm>
          <a:custGeom xmlns:a="http://schemas.openxmlformats.org/drawingml/2006/main">
            <a:pathLst>
              <a:path w="9525" h="49972">
                <a:moveTo>
                  <a:pt x="0" y="4997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52" name="sample">
            <a:extLst xmlns:a="http://schemas.openxmlformats.org/drawingml/2006/main">
              <a:ext uri="{FF2B5EF4-FFF2-40B4-BE49-F238E27FC236}">
                <a16:creationId xmlns:a16="http://schemas.microsoft.com/office/drawing/2014/main" id="{E9FD3C8D-1E07-48C2-84F5-F2A42282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463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4218768-24BF-44E4-A2D7-954ACC9C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875" y="3826774"/>
            <a:ext cx="9525" cy="73713"/>
          </a:xfrm>
          <a:custGeom xmlns:a="http://schemas.openxmlformats.org/drawingml/2006/main">
            <a:pathLst>
              <a:path w="9525" h="73713">
                <a:moveTo>
                  <a:pt x="0" y="0"/>
                </a:moveTo>
                <a:lnTo>
                  <a:pt x="0" y="7371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54" name="sample">
            <a:extLst xmlns:a="http://schemas.openxmlformats.org/drawingml/2006/main">
              <a:ext uri="{FF2B5EF4-FFF2-40B4-BE49-F238E27FC236}">
                <a16:creationId xmlns:a16="http://schemas.microsoft.com/office/drawing/2014/main" id="{2228CA10-2598-4F88-A21E-E1F994D0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775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7830174-DB91-42E5-9B6F-308C19B5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188" y="3529013"/>
            <a:ext cx="9525" cy="166443"/>
          </a:xfrm>
          <a:custGeom xmlns:a="http://schemas.openxmlformats.org/drawingml/2006/main">
            <a:pathLst>
              <a:path w="9525" h="166443">
                <a:moveTo>
                  <a:pt x="0" y="1664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56" name="sample">
            <a:extLst xmlns:a="http://schemas.openxmlformats.org/drawingml/2006/main">
              <a:ext uri="{FF2B5EF4-FFF2-40B4-BE49-F238E27FC236}">
                <a16:creationId xmlns:a16="http://schemas.microsoft.com/office/drawing/2014/main" id="{A9AEB9F3-20BA-462A-98BB-260CB99F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3088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F06A3B8-1221-4820-A06A-DABC3521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29013"/>
            <a:ext cx="9525" cy="36439"/>
          </a:xfrm>
          <a:custGeom xmlns:a="http://schemas.openxmlformats.org/drawingml/2006/main">
            <a:pathLst>
              <a:path w="9525" h="36439">
                <a:moveTo>
                  <a:pt x="0" y="3643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58" name="sample">
            <a:extLst xmlns:a="http://schemas.openxmlformats.org/drawingml/2006/main">
              <a:ext uri="{FF2B5EF4-FFF2-40B4-BE49-F238E27FC236}">
                <a16:creationId xmlns:a16="http://schemas.microsoft.com/office/drawing/2014/main" id="{62E73745-960C-4153-B6FF-348649ED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64E449E-C40A-434A-952B-900663FF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812" y="3445622"/>
            <a:ext cx="9525" cy="83391"/>
          </a:xfrm>
          <a:custGeom xmlns:a="http://schemas.openxmlformats.org/drawingml/2006/main">
            <a:pathLst>
              <a:path w="9525" h="83391">
                <a:moveTo>
                  <a:pt x="0" y="0"/>
                </a:moveTo>
                <a:lnTo>
                  <a:pt x="0" y="8339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60" name="sample">
            <a:extLst xmlns:a="http://schemas.openxmlformats.org/drawingml/2006/main">
              <a:ext uri="{FF2B5EF4-FFF2-40B4-BE49-F238E27FC236}">
                <a16:creationId xmlns:a16="http://schemas.microsoft.com/office/drawing/2014/main" id="{6B71E13B-21BE-4CE8-9FFF-A6175A0A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7712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592F786-0AD0-4C21-A416-692B7638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125" y="3344133"/>
            <a:ext cx="9525" cy="184880"/>
          </a:xfrm>
          <a:custGeom xmlns:a="http://schemas.openxmlformats.org/drawingml/2006/main">
            <a:pathLst>
              <a:path w="9525" h="184880">
                <a:moveTo>
                  <a:pt x="0" y="0"/>
                </a:moveTo>
                <a:lnTo>
                  <a:pt x="0" y="18488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62" name="sample">
            <a:extLst xmlns:a="http://schemas.openxmlformats.org/drawingml/2006/main">
              <a:ext uri="{FF2B5EF4-FFF2-40B4-BE49-F238E27FC236}">
                <a16:creationId xmlns:a16="http://schemas.microsoft.com/office/drawing/2014/main" id="{47FB1D33-9BF6-4055-BE38-2C6610B4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025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4A2AB44-B531-4FBF-987E-22B03CA5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157538"/>
            <a:ext cx="9525" cy="110363"/>
          </a:xfrm>
          <a:custGeom xmlns:a="http://schemas.openxmlformats.org/drawingml/2006/main">
            <a:pathLst>
              <a:path w="9525" h="110363">
                <a:moveTo>
                  <a:pt x="0" y="11036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64" name="sample">
            <a:extLst xmlns:a="http://schemas.openxmlformats.org/drawingml/2006/main">
              <a:ext uri="{FF2B5EF4-FFF2-40B4-BE49-F238E27FC236}">
                <a16:creationId xmlns:a16="http://schemas.microsoft.com/office/drawing/2014/main" id="{A9649B3D-A135-4E00-BAD8-AA1DE030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AFB226D-70F7-4489-8AFB-FDBD07FD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750" y="3157538"/>
            <a:ext cx="9525" cy="64583"/>
          </a:xfrm>
          <a:custGeom xmlns:a="http://schemas.openxmlformats.org/drawingml/2006/main">
            <a:pathLst>
              <a:path w="9525" h="64583">
                <a:moveTo>
                  <a:pt x="0" y="6458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66" name="sample">
            <a:extLst xmlns:a="http://schemas.openxmlformats.org/drawingml/2006/main">
              <a:ext uri="{FF2B5EF4-FFF2-40B4-BE49-F238E27FC236}">
                <a16:creationId xmlns:a16="http://schemas.microsoft.com/office/drawing/2014/main" id="{7D8314EF-A0B3-4887-AA79-F9A7F5FF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650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C6BA6D5-3274-4879-94FA-B764962D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063" y="3157538"/>
            <a:ext cx="9525" cy="52375"/>
          </a:xfrm>
          <a:custGeom xmlns:a="http://schemas.openxmlformats.org/drawingml/2006/main">
            <a:pathLst>
              <a:path w="9525" h="52375">
                <a:moveTo>
                  <a:pt x="0" y="523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68" name="sample">
            <a:extLst xmlns:a="http://schemas.openxmlformats.org/drawingml/2006/main">
              <a:ext uri="{FF2B5EF4-FFF2-40B4-BE49-F238E27FC236}">
                <a16:creationId xmlns:a16="http://schemas.microsoft.com/office/drawing/2014/main" id="{225EBB1C-378E-4301-8C22-60AA04C9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963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F64AF9A-660C-4EEF-9E31-49431087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157538"/>
            <a:ext cx="9525" cy="74571"/>
          </a:xfrm>
          <a:custGeom xmlns:a="http://schemas.openxmlformats.org/drawingml/2006/main">
            <a:pathLst>
              <a:path w="9525" h="74571">
                <a:moveTo>
                  <a:pt x="0" y="7457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70" name="sample">
            <a:extLst xmlns:a="http://schemas.openxmlformats.org/drawingml/2006/main">
              <a:ext uri="{FF2B5EF4-FFF2-40B4-BE49-F238E27FC236}">
                <a16:creationId xmlns:a16="http://schemas.microsoft.com/office/drawing/2014/main" id="{0F520C1D-FB25-4365-9926-65D8BB00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D00F580-A189-45E8-9C46-09D07689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688" y="3157538"/>
            <a:ext cx="9525" cy="129658"/>
          </a:xfrm>
          <a:custGeom xmlns:a="http://schemas.openxmlformats.org/drawingml/2006/main">
            <a:pathLst>
              <a:path w="9525" h="129658">
                <a:moveTo>
                  <a:pt x="0" y="12965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72" name="sample">
            <a:extLst xmlns:a="http://schemas.openxmlformats.org/drawingml/2006/main">
              <a:ext uri="{FF2B5EF4-FFF2-40B4-BE49-F238E27FC236}">
                <a16:creationId xmlns:a16="http://schemas.microsoft.com/office/drawing/2014/main" id="{C61A095A-EEDD-4A87-8179-4DB150B8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588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E8B8BA20-CC8A-4499-AE5A-AC4E6DC7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3371419"/>
            <a:ext cx="9525" cy="157593"/>
          </a:xfrm>
          <a:custGeom xmlns:a="http://schemas.openxmlformats.org/drawingml/2006/main">
            <a:pathLst>
              <a:path w="9525" h="157593">
                <a:moveTo>
                  <a:pt x="0" y="0"/>
                </a:moveTo>
                <a:lnTo>
                  <a:pt x="0" y="15759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74" name="sample">
            <a:extLst xmlns:a="http://schemas.openxmlformats.org/drawingml/2006/main">
              <a:ext uri="{FF2B5EF4-FFF2-40B4-BE49-F238E27FC236}">
                <a16:creationId xmlns:a16="http://schemas.microsoft.com/office/drawing/2014/main" id="{A9FA9253-0DCF-4D3B-BFE9-05AD174E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900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B19A118-B8C7-4862-A777-A0B46007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313" y="3479041"/>
            <a:ext cx="9525" cy="49972"/>
          </a:xfrm>
          <a:custGeom xmlns:a="http://schemas.openxmlformats.org/drawingml/2006/main">
            <a:pathLst>
              <a:path w="9525" h="49972">
                <a:moveTo>
                  <a:pt x="0" y="0"/>
                </a:moveTo>
                <a:lnTo>
                  <a:pt x="0" y="4997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76" name="sample">
            <a:extLst xmlns:a="http://schemas.openxmlformats.org/drawingml/2006/main">
              <a:ext uri="{FF2B5EF4-FFF2-40B4-BE49-F238E27FC236}">
                <a16:creationId xmlns:a16="http://schemas.microsoft.com/office/drawing/2014/main" id="{318ACD84-D40A-4ADD-92B2-C96F8EB5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213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78186DA-E026-4977-BD91-14703B86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25" y="3529013"/>
            <a:ext cx="9525" cy="73713"/>
          </a:xfrm>
          <a:custGeom xmlns:a="http://schemas.openxmlformats.org/drawingml/2006/main">
            <a:pathLst>
              <a:path w="9525" h="73713">
                <a:moveTo>
                  <a:pt x="0" y="737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78" name="sample">
            <a:extLst xmlns:a="http://schemas.openxmlformats.org/drawingml/2006/main">
              <a:ext uri="{FF2B5EF4-FFF2-40B4-BE49-F238E27FC236}">
                <a16:creationId xmlns:a16="http://schemas.microsoft.com/office/drawing/2014/main" id="{8C64F972-EEC8-443B-B33D-30A64E2D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525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7D6C109-BAAA-4A06-8A43-B8B1480A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938" y="3734044"/>
            <a:ext cx="9525" cy="166443"/>
          </a:xfrm>
          <a:custGeom xmlns:a="http://schemas.openxmlformats.org/drawingml/2006/main">
            <a:pathLst>
              <a:path w="9525" h="166443">
                <a:moveTo>
                  <a:pt x="0" y="0"/>
                </a:moveTo>
                <a:lnTo>
                  <a:pt x="0" y="16644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80" name="sample">
            <a:extLst xmlns:a="http://schemas.openxmlformats.org/drawingml/2006/main">
              <a:ext uri="{FF2B5EF4-FFF2-40B4-BE49-F238E27FC236}">
                <a16:creationId xmlns:a16="http://schemas.microsoft.com/office/drawing/2014/main" id="{D0CA4C1B-2DB2-4895-A26B-AE455ABA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838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55AF613-0847-4624-A70A-1D14B276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64049"/>
            <a:ext cx="9525" cy="36439"/>
          </a:xfrm>
          <a:custGeom xmlns:a="http://schemas.openxmlformats.org/drawingml/2006/main">
            <a:pathLst>
              <a:path w="9525" h="36439">
                <a:moveTo>
                  <a:pt x="0" y="0"/>
                </a:moveTo>
                <a:lnTo>
                  <a:pt x="0" y="3643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82" name="sample">
            <a:extLst xmlns:a="http://schemas.openxmlformats.org/drawingml/2006/main">
              <a:ext uri="{FF2B5EF4-FFF2-40B4-BE49-F238E27FC236}">
                <a16:creationId xmlns:a16="http://schemas.microsoft.com/office/drawing/2014/main" id="{EEFF4B22-4111-4C28-8259-8C00BD4E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1FB500D-94E8-4EDC-9F48-F52E4C02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563" y="3900488"/>
            <a:ext cx="9525" cy="83391"/>
          </a:xfrm>
          <a:custGeom xmlns:a="http://schemas.openxmlformats.org/drawingml/2006/main">
            <a:pathLst>
              <a:path w="9525" h="83391">
                <a:moveTo>
                  <a:pt x="0" y="833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84" name="sample">
            <a:extLst xmlns:a="http://schemas.openxmlformats.org/drawingml/2006/main">
              <a:ext uri="{FF2B5EF4-FFF2-40B4-BE49-F238E27FC236}">
                <a16:creationId xmlns:a16="http://schemas.microsoft.com/office/drawing/2014/main" id="{7AC02D24-744E-4A85-8F35-9B30FC9B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463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6D6FFAC-B6F6-400A-A965-1D08E631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3900488"/>
            <a:ext cx="9525" cy="184880"/>
          </a:xfrm>
          <a:custGeom xmlns:a="http://schemas.openxmlformats.org/drawingml/2006/main">
            <a:pathLst>
              <a:path w="9525" h="184880">
                <a:moveTo>
                  <a:pt x="0" y="1848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86" name="sample">
            <a:extLst xmlns:a="http://schemas.openxmlformats.org/drawingml/2006/main">
              <a:ext uri="{FF2B5EF4-FFF2-40B4-BE49-F238E27FC236}">
                <a16:creationId xmlns:a16="http://schemas.microsoft.com/office/drawing/2014/main" id="{F26CB594-3EE6-46A6-86EB-697A1962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775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097FB2A-FB16-4E4A-81BF-C6E4F2FB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188" y="4161599"/>
            <a:ext cx="9525" cy="110363"/>
          </a:xfrm>
          <a:custGeom xmlns:a="http://schemas.openxmlformats.org/drawingml/2006/main">
            <a:pathLst>
              <a:path w="9525" h="110363">
                <a:moveTo>
                  <a:pt x="0" y="0"/>
                </a:moveTo>
                <a:lnTo>
                  <a:pt x="0" y="1103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88" name="sample">
            <a:extLst xmlns:a="http://schemas.openxmlformats.org/drawingml/2006/main">
              <a:ext uri="{FF2B5EF4-FFF2-40B4-BE49-F238E27FC236}">
                <a16:creationId xmlns:a16="http://schemas.microsoft.com/office/drawing/2014/main" id="{29C276C3-A02E-42DD-8911-E8845EA5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BB8D617-13CD-4892-9FF5-CEAA9596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207379"/>
            <a:ext cx="9525" cy="64583"/>
          </a:xfrm>
          <a:custGeom xmlns:a="http://schemas.openxmlformats.org/drawingml/2006/main">
            <a:pathLst>
              <a:path w="9525" h="64583">
                <a:moveTo>
                  <a:pt x="0" y="0"/>
                </a:moveTo>
                <a:lnTo>
                  <a:pt x="0" y="6458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90" name="sample">
            <a:extLst xmlns:a="http://schemas.openxmlformats.org/drawingml/2006/main">
              <a:ext uri="{FF2B5EF4-FFF2-40B4-BE49-F238E27FC236}">
                <a16:creationId xmlns:a16="http://schemas.microsoft.com/office/drawing/2014/main" id="{C57DFA55-9F27-45A8-8454-4622C296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EC7D13DC-3CE9-407D-AB9E-DD9EB6B3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813" y="4219587"/>
            <a:ext cx="9525" cy="52375"/>
          </a:xfrm>
          <a:custGeom xmlns:a="http://schemas.openxmlformats.org/drawingml/2006/main">
            <a:pathLst>
              <a:path w="9525" h="52375">
                <a:moveTo>
                  <a:pt x="0" y="0"/>
                </a:moveTo>
                <a:lnTo>
                  <a:pt x="0" y="52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92" name="sample">
            <a:extLst xmlns:a="http://schemas.openxmlformats.org/drawingml/2006/main">
              <a:ext uri="{FF2B5EF4-FFF2-40B4-BE49-F238E27FC236}">
                <a16:creationId xmlns:a16="http://schemas.microsoft.com/office/drawing/2014/main" id="{1CF9F788-E5E2-49A1-A55F-C5C89059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713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E5C8C0DA-132F-41B4-98F9-A5AA00B5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197392"/>
            <a:ext cx="9525" cy="74571"/>
          </a:xfrm>
          <a:custGeom xmlns:a="http://schemas.openxmlformats.org/drawingml/2006/main">
            <a:pathLst>
              <a:path w="9525" h="74571">
                <a:moveTo>
                  <a:pt x="0" y="0"/>
                </a:moveTo>
                <a:lnTo>
                  <a:pt x="0" y="7457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94" name="sample">
            <a:extLst xmlns:a="http://schemas.openxmlformats.org/drawingml/2006/main">
              <a:ext uri="{FF2B5EF4-FFF2-40B4-BE49-F238E27FC236}">
                <a16:creationId xmlns:a16="http://schemas.microsoft.com/office/drawing/2014/main" id="{EE4431FB-953F-4C5F-83D6-F2CCC8D3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ABF682F-DD5E-4777-9CEB-6B5C8707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7438" y="4142305"/>
            <a:ext cx="9525" cy="129658"/>
          </a:xfrm>
          <a:custGeom xmlns:a="http://schemas.openxmlformats.org/drawingml/2006/main">
            <a:pathLst>
              <a:path w="9525" h="129658">
                <a:moveTo>
                  <a:pt x="0" y="0"/>
                </a:moveTo>
                <a:lnTo>
                  <a:pt x="0" y="129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96" name="sample">
            <a:extLst xmlns:a="http://schemas.openxmlformats.org/drawingml/2006/main">
              <a:ext uri="{FF2B5EF4-FFF2-40B4-BE49-F238E27FC236}">
                <a16:creationId xmlns:a16="http://schemas.microsoft.com/office/drawing/2014/main" id="{6BB25B35-D010-44D8-AD55-603E3880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338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3DE2835-259D-45AC-B946-AF8BD659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3900488"/>
            <a:ext cx="9525" cy="157593"/>
          </a:xfrm>
          <a:custGeom xmlns:a="http://schemas.openxmlformats.org/drawingml/2006/main">
            <a:pathLst>
              <a:path w="9525" h="157593">
                <a:moveTo>
                  <a:pt x="0" y="1575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98" name="sample">
            <a:extLst xmlns:a="http://schemas.openxmlformats.org/drawingml/2006/main">
              <a:ext uri="{FF2B5EF4-FFF2-40B4-BE49-F238E27FC236}">
                <a16:creationId xmlns:a16="http://schemas.microsoft.com/office/drawing/2014/main" id="{F9189FCB-F103-4ACD-8778-3604D1C6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650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6395E95-3A19-46DC-A4DC-D37417A5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900488"/>
            <a:ext cx="9525" cy="49972"/>
          </a:xfrm>
          <a:custGeom xmlns:a="http://schemas.openxmlformats.org/drawingml/2006/main">
            <a:pathLst>
              <a:path w="9525" h="49972">
                <a:moveTo>
                  <a:pt x="0" y="4997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00" name="sample">
            <a:extLst xmlns:a="http://schemas.openxmlformats.org/drawingml/2006/main">
              <a:ext uri="{FF2B5EF4-FFF2-40B4-BE49-F238E27FC236}">
                <a16:creationId xmlns:a16="http://schemas.microsoft.com/office/drawing/2014/main" id="{15EB0A8F-C7D6-456D-B86F-86108010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963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B4EBCF5-C4C8-4AFF-A1FB-E018C2C4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375" y="3826774"/>
            <a:ext cx="9525" cy="73713"/>
          </a:xfrm>
          <a:custGeom xmlns:a="http://schemas.openxmlformats.org/drawingml/2006/main">
            <a:pathLst>
              <a:path w="9525" h="73713">
                <a:moveTo>
                  <a:pt x="0" y="0"/>
                </a:moveTo>
                <a:lnTo>
                  <a:pt x="0" y="7371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02" name="sample">
            <a:extLst xmlns:a="http://schemas.openxmlformats.org/drawingml/2006/main">
              <a:ext uri="{FF2B5EF4-FFF2-40B4-BE49-F238E27FC236}">
                <a16:creationId xmlns:a16="http://schemas.microsoft.com/office/drawing/2014/main" id="{D8518C6E-B7FA-49E6-B23E-31EDEE51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1275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53FB249-C664-4657-B02A-6598D55C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687" y="3529013"/>
            <a:ext cx="9525" cy="166443"/>
          </a:xfrm>
          <a:custGeom xmlns:a="http://schemas.openxmlformats.org/drawingml/2006/main">
            <a:pathLst>
              <a:path w="9525" h="166443">
                <a:moveTo>
                  <a:pt x="0" y="1664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04" name="sample">
            <a:extLst xmlns:a="http://schemas.openxmlformats.org/drawingml/2006/main">
              <a:ext uri="{FF2B5EF4-FFF2-40B4-BE49-F238E27FC236}">
                <a16:creationId xmlns:a16="http://schemas.microsoft.com/office/drawing/2014/main" id="{3A429727-249E-49A7-82DF-1BD17A29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587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5" name="text">
            <a:extLst xmlns:a="http://schemas.openxmlformats.org/drawingml/2006/main">
              <a:ext uri="{FF2B5EF4-FFF2-40B4-BE49-F238E27FC236}">
                <a16:creationId xmlns:a16="http://schemas.microsoft.com/office/drawing/2014/main" id="{92FA3E00-6809-4D45-86C9-6E01ADFF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4 bit：16级</a:t>
            </a:r>
          </a:p>
        </p:txBody>
      </p:sp>
      <p:sp>
        <p:nvSpPr>
          <p:cNvPr id="106" name="line">
            <a:extLst xmlns:a="http://schemas.openxmlformats.org/drawingml/2006/main">
              <a:ext uri="{FF2B5EF4-FFF2-40B4-BE49-F238E27FC236}">
                <a16:creationId xmlns:a16="http://schemas.microsoft.com/office/drawing/2014/main" id="{D9DF802E-A493-4CCF-80B9-A847F7E1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07" name="reference-wave">
            <a:extLst xmlns:a="http://schemas.openxmlformats.org/drawingml/2006/main">
              <a:ext uri="{FF2B5EF4-FFF2-40B4-BE49-F238E27FC236}">
                <a16:creationId xmlns:a16="http://schemas.microsoft.com/office/drawing/2014/main" id="{ACB9E3E4-44D8-4B92-A389-EF0F0B74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09595"/>
            <a:ext cx="4191000" cy="1010311"/>
          </a:xfrm>
          <a:custGeom xmlns:a="http://schemas.openxmlformats.org/drawingml/2006/main">
            <a:pathLst>
              <a:path w="4191000" h="1010311">
                <a:moveTo>
                  <a:pt x="0" y="355857"/>
                </a:moveTo>
                <a:lnTo>
                  <a:pt x="17463" y="330802"/>
                </a:lnTo>
                <a:lnTo>
                  <a:pt x="34925" y="306225"/>
                </a:lnTo>
                <a:lnTo>
                  <a:pt x="52388" y="282193"/>
                </a:lnTo>
                <a:lnTo>
                  <a:pt x="69850" y="258772"/>
                </a:lnTo>
                <a:lnTo>
                  <a:pt x="87312" y="236027"/>
                </a:lnTo>
                <a:lnTo>
                  <a:pt x="104775" y="214019"/>
                </a:lnTo>
                <a:lnTo>
                  <a:pt x="122238" y="192810"/>
                </a:lnTo>
                <a:lnTo>
                  <a:pt x="139700" y="172456"/>
                </a:lnTo>
                <a:lnTo>
                  <a:pt x="157163" y="153015"/>
                </a:lnTo>
                <a:lnTo>
                  <a:pt x="174625" y="134538"/>
                </a:lnTo>
                <a:lnTo>
                  <a:pt x="192087" y="117078"/>
                </a:lnTo>
                <a:lnTo>
                  <a:pt x="209550" y="100681"/>
                </a:lnTo>
                <a:lnTo>
                  <a:pt x="227013" y="85392"/>
                </a:lnTo>
                <a:lnTo>
                  <a:pt x="244475" y="71255"/>
                </a:lnTo>
                <a:lnTo>
                  <a:pt x="261938" y="58306"/>
                </a:lnTo>
                <a:lnTo>
                  <a:pt x="279400" y="46582"/>
                </a:lnTo>
                <a:lnTo>
                  <a:pt x="296862" y="36116"/>
                </a:lnTo>
                <a:lnTo>
                  <a:pt x="314325" y="26934"/>
                </a:lnTo>
                <a:lnTo>
                  <a:pt x="331788" y="19064"/>
                </a:lnTo>
                <a:lnTo>
                  <a:pt x="349250" y="12526"/>
                </a:lnTo>
                <a:lnTo>
                  <a:pt x="366713" y="7338"/>
                </a:lnTo>
                <a:lnTo>
                  <a:pt x="384175" y="3515"/>
                </a:lnTo>
                <a:lnTo>
                  <a:pt x="401637" y="1067"/>
                </a:lnTo>
                <a:lnTo>
                  <a:pt x="419100" y="0"/>
                </a:lnTo>
                <a:lnTo>
                  <a:pt x="436563" y="318"/>
                </a:lnTo>
                <a:lnTo>
                  <a:pt x="454025" y="2020"/>
                </a:lnTo>
                <a:lnTo>
                  <a:pt x="471488" y="5100"/>
                </a:lnTo>
                <a:lnTo>
                  <a:pt x="488950" y="9552"/>
                </a:lnTo>
                <a:lnTo>
                  <a:pt x="506412" y="15361"/>
                </a:lnTo>
                <a:lnTo>
                  <a:pt x="523875" y="22514"/>
                </a:lnTo>
                <a:lnTo>
                  <a:pt x="541338" y="30989"/>
                </a:lnTo>
                <a:lnTo>
                  <a:pt x="558800" y="40764"/>
                </a:lnTo>
                <a:lnTo>
                  <a:pt x="576263" y="51811"/>
                </a:lnTo>
                <a:lnTo>
                  <a:pt x="593725" y="64101"/>
                </a:lnTo>
                <a:lnTo>
                  <a:pt x="611187" y="77601"/>
                </a:lnTo>
                <a:lnTo>
                  <a:pt x="628650" y="92272"/>
                </a:lnTo>
                <a:lnTo>
                  <a:pt x="646113" y="108074"/>
                </a:lnTo>
                <a:lnTo>
                  <a:pt x="663575" y="124965"/>
                </a:lnTo>
                <a:lnTo>
                  <a:pt x="681038" y="142899"/>
                </a:lnTo>
                <a:lnTo>
                  <a:pt x="698500" y="161825"/>
                </a:lnTo>
                <a:lnTo>
                  <a:pt x="715962" y="181692"/>
                </a:lnTo>
                <a:lnTo>
                  <a:pt x="733425" y="202446"/>
                </a:lnTo>
                <a:lnTo>
                  <a:pt x="750888" y="224029"/>
                </a:lnTo>
                <a:lnTo>
                  <a:pt x="768350" y="246383"/>
                </a:lnTo>
                <a:lnTo>
                  <a:pt x="785813" y="269446"/>
                </a:lnTo>
                <a:lnTo>
                  <a:pt x="803275" y="293155"/>
                </a:lnTo>
                <a:lnTo>
                  <a:pt x="820737" y="317446"/>
                </a:lnTo>
                <a:lnTo>
                  <a:pt x="838200" y="342251"/>
                </a:lnTo>
                <a:lnTo>
                  <a:pt x="855663" y="367502"/>
                </a:lnTo>
                <a:lnTo>
                  <a:pt x="873125" y="393131"/>
                </a:lnTo>
                <a:lnTo>
                  <a:pt x="890588" y="419067"/>
                </a:lnTo>
                <a:lnTo>
                  <a:pt x="908050" y="445238"/>
                </a:lnTo>
                <a:lnTo>
                  <a:pt x="925512" y="471574"/>
                </a:lnTo>
                <a:lnTo>
                  <a:pt x="942975" y="498002"/>
                </a:lnTo>
                <a:lnTo>
                  <a:pt x="960438" y="524450"/>
                </a:lnTo>
                <a:lnTo>
                  <a:pt x="977900" y="550845"/>
                </a:lnTo>
                <a:lnTo>
                  <a:pt x="995363" y="577114"/>
                </a:lnTo>
                <a:lnTo>
                  <a:pt x="1012825" y="603186"/>
                </a:lnTo>
                <a:lnTo>
                  <a:pt x="1030287" y="628990"/>
                </a:lnTo>
                <a:lnTo>
                  <a:pt x="1047750" y="654454"/>
                </a:lnTo>
                <a:lnTo>
                  <a:pt x="1065213" y="679509"/>
                </a:lnTo>
                <a:lnTo>
                  <a:pt x="1082675" y="704086"/>
                </a:lnTo>
                <a:lnTo>
                  <a:pt x="1100138" y="728118"/>
                </a:lnTo>
                <a:lnTo>
                  <a:pt x="1117600" y="751538"/>
                </a:lnTo>
                <a:lnTo>
                  <a:pt x="1135062" y="774284"/>
                </a:lnTo>
                <a:lnTo>
                  <a:pt x="1152525" y="796291"/>
                </a:lnTo>
                <a:lnTo>
                  <a:pt x="1169988" y="817501"/>
                </a:lnTo>
                <a:lnTo>
                  <a:pt x="1187450" y="837854"/>
                </a:lnTo>
                <a:lnTo>
                  <a:pt x="1204913" y="857296"/>
                </a:lnTo>
                <a:lnTo>
                  <a:pt x="1222375" y="875773"/>
                </a:lnTo>
                <a:lnTo>
                  <a:pt x="1239837" y="893233"/>
                </a:lnTo>
                <a:lnTo>
                  <a:pt x="1257300" y="909630"/>
                </a:lnTo>
                <a:lnTo>
                  <a:pt x="1274763" y="924918"/>
                </a:lnTo>
                <a:lnTo>
                  <a:pt x="1292225" y="939056"/>
                </a:lnTo>
                <a:lnTo>
                  <a:pt x="1309688" y="952005"/>
                </a:lnTo>
                <a:lnTo>
                  <a:pt x="1327150" y="963728"/>
                </a:lnTo>
                <a:lnTo>
                  <a:pt x="1344612" y="974195"/>
                </a:lnTo>
                <a:lnTo>
                  <a:pt x="1362075" y="983376"/>
                </a:lnTo>
                <a:lnTo>
                  <a:pt x="1379538" y="991247"/>
                </a:lnTo>
                <a:lnTo>
                  <a:pt x="1397000" y="997785"/>
                </a:lnTo>
                <a:lnTo>
                  <a:pt x="1414463" y="1002972"/>
                </a:lnTo>
                <a:lnTo>
                  <a:pt x="1431925" y="1006796"/>
                </a:lnTo>
                <a:lnTo>
                  <a:pt x="1449387" y="1009244"/>
                </a:lnTo>
                <a:lnTo>
                  <a:pt x="1466850" y="1010311"/>
                </a:lnTo>
                <a:lnTo>
                  <a:pt x="1484313" y="1009993"/>
                </a:lnTo>
                <a:lnTo>
                  <a:pt x="1501775" y="1008291"/>
                </a:lnTo>
                <a:lnTo>
                  <a:pt x="1519238" y="1005210"/>
                </a:lnTo>
                <a:lnTo>
                  <a:pt x="1536700" y="1000759"/>
                </a:lnTo>
                <a:lnTo>
                  <a:pt x="1554162" y="994949"/>
                </a:lnTo>
                <a:lnTo>
                  <a:pt x="1571625" y="987797"/>
                </a:lnTo>
                <a:lnTo>
                  <a:pt x="1589088" y="979322"/>
                </a:lnTo>
                <a:lnTo>
                  <a:pt x="1606550" y="969547"/>
                </a:lnTo>
                <a:lnTo>
                  <a:pt x="1624013" y="958500"/>
                </a:lnTo>
                <a:lnTo>
                  <a:pt x="1641475" y="946209"/>
                </a:lnTo>
                <a:lnTo>
                  <a:pt x="1658937" y="932710"/>
                </a:lnTo>
                <a:lnTo>
                  <a:pt x="1676400" y="918039"/>
                </a:lnTo>
                <a:lnTo>
                  <a:pt x="1693863" y="902236"/>
                </a:lnTo>
                <a:lnTo>
                  <a:pt x="1711325" y="885345"/>
                </a:lnTo>
                <a:lnTo>
                  <a:pt x="1728788" y="867412"/>
                </a:lnTo>
                <a:lnTo>
                  <a:pt x="1746250" y="848486"/>
                </a:lnTo>
                <a:lnTo>
                  <a:pt x="1763712" y="828619"/>
                </a:lnTo>
                <a:lnTo>
                  <a:pt x="1781175" y="807865"/>
                </a:lnTo>
                <a:lnTo>
                  <a:pt x="1798638" y="786282"/>
                </a:lnTo>
                <a:lnTo>
                  <a:pt x="1816100" y="763928"/>
                </a:lnTo>
                <a:lnTo>
                  <a:pt x="1833563" y="740865"/>
                </a:lnTo>
                <a:lnTo>
                  <a:pt x="1851025" y="717155"/>
                </a:lnTo>
                <a:lnTo>
                  <a:pt x="1868487" y="692865"/>
                </a:lnTo>
                <a:lnTo>
                  <a:pt x="1885950" y="668060"/>
                </a:lnTo>
                <a:lnTo>
                  <a:pt x="1903413" y="642809"/>
                </a:lnTo>
                <a:lnTo>
                  <a:pt x="1920875" y="617180"/>
                </a:lnTo>
                <a:lnTo>
                  <a:pt x="1938338" y="591244"/>
                </a:lnTo>
                <a:lnTo>
                  <a:pt x="1955800" y="565072"/>
                </a:lnTo>
                <a:lnTo>
                  <a:pt x="1973262" y="538736"/>
                </a:lnTo>
                <a:lnTo>
                  <a:pt x="1990725" y="512308"/>
                </a:lnTo>
                <a:lnTo>
                  <a:pt x="2008188" y="485861"/>
                </a:lnTo>
                <a:lnTo>
                  <a:pt x="2025650" y="459466"/>
                </a:lnTo>
                <a:lnTo>
                  <a:pt x="2043113" y="433197"/>
                </a:lnTo>
                <a:lnTo>
                  <a:pt x="2060575" y="407124"/>
                </a:lnTo>
                <a:lnTo>
                  <a:pt x="2078037" y="381321"/>
                </a:lnTo>
                <a:lnTo>
                  <a:pt x="2095500" y="355857"/>
                </a:lnTo>
                <a:lnTo>
                  <a:pt x="2112963" y="330802"/>
                </a:lnTo>
                <a:lnTo>
                  <a:pt x="2130425" y="306225"/>
                </a:lnTo>
                <a:lnTo>
                  <a:pt x="2147888" y="282193"/>
                </a:lnTo>
                <a:lnTo>
                  <a:pt x="2165350" y="258772"/>
                </a:lnTo>
                <a:lnTo>
                  <a:pt x="2182812" y="236027"/>
                </a:lnTo>
                <a:lnTo>
                  <a:pt x="2200275" y="214019"/>
                </a:lnTo>
                <a:lnTo>
                  <a:pt x="2217738" y="192810"/>
                </a:lnTo>
                <a:lnTo>
                  <a:pt x="2235200" y="172456"/>
                </a:lnTo>
                <a:lnTo>
                  <a:pt x="2252663" y="153015"/>
                </a:lnTo>
                <a:lnTo>
                  <a:pt x="2270125" y="134538"/>
                </a:lnTo>
                <a:lnTo>
                  <a:pt x="2287587" y="117078"/>
                </a:lnTo>
                <a:lnTo>
                  <a:pt x="2305050" y="100681"/>
                </a:lnTo>
                <a:lnTo>
                  <a:pt x="2322513" y="85392"/>
                </a:lnTo>
                <a:lnTo>
                  <a:pt x="2339975" y="71255"/>
                </a:lnTo>
                <a:lnTo>
                  <a:pt x="2357438" y="58306"/>
                </a:lnTo>
                <a:lnTo>
                  <a:pt x="2374900" y="46582"/>
                </a:lnTo>
                <a:lnTo>
                  <a:pt x="2392362" y="36116"/>
                </a:lnTo>
                <a:lnTo>
                  <a:pt x="2409825" y="26934"/>
                </a:lnTo>
                <a:lnTo>
                  <a:pt x="2427288" y="19064"/>
                </a:lnTo>
                <a:lnTo>
                  <a:pt x="2444750" y="12526"/>
                </a:lnTo>
                <a:lnTo>
                  <a:pt x="2462213" y="7338"/>
                </a:lnTo>
                <a:lnTo>
                  <a:pt x="2479675" y="3515"/>
                </a:lnTo>
                <a:lnTo>
                  <a:pt x="2497138" y="1067"/>
                </a:lnTo>
                <a:lnTo>
                  <a:pt x="2514600" y="0"/>
                </a:lnTo>
                <a:lnTo>
                  <a:pt x="2532062" y="318"/>
                </a:lnTo>
                <a:lnTo>
                  <a:pt x="2549525" y="2020"/>
                </a:lnTo>
                <a:lnTo>
                  <a:pt x="2566988" y="5100"/>
                </a:lnTo>
                <a:lnTo>
                  <a:pt x="2584450" y="9552"/>
                </a:lnTo>
                <a:lnTo>
                  <a:pt x="2601913" y="15361"/>
                </a:lnTo>
                <a:lnTo>
                  <a:pt x="2619375" y="22514"/>
                </a:lnTo>
                <a:lnTo>
                  <a:pt x="2636837" y="30989"/>
                </a:lnTo>
                <a:lnTo>
                  <a:pt x="2654300" y="40764"/>
                </a:lnTo>
                <a:lnTo>
                  <a:pt x="2671763" y="51811"/>
                </a:lnTo>
                <a:lnTo>
                  <a:pt x="2689225" y="64101"/>
                </a:lnTo>
                <a:lnTo>
                  <a:pt x="2706688" y="77601"/>
                </a:lnTo>
                <a:lnTo>
                  <a:pt x="2724150" y="92272"/>
                </a:lnTo>
                <a:lnTo>
                  <a:pt x="2741612" y="108074"/>
                </a:lnTo>
                <a:lnTo>
                  <a:pt x="2759075" y="124965"/>
                </a:lnTo>
                <a:lnTo>
                  <a:pt x="2776538" y="142899"/>
                </a:lnTo>
                <a:lnTo>
                  <a:pt x="2794000" y="161825"/>
                </a:lnTo>
                <a:lnTo>
                  <a:pt x="2811463" y="181692"/>
                </a:lnTo>
                <a:lnTo>
                  <a:pt x="2828925" y="202446"/>
                </a:lnTo>
                <a:lnTo>
                  <a:pt x="2846387" y="224029"/>
                </a:lnTo>
                <a:lnTo>
                  <a:pt x="2863850" y="246383"/>
                </a:lnTo>
                <a:lnTo>
                  <a:pt x="2881313" y="269446"/>
                </a:lnTo>
                <a:lnTo>
                  <a:pt x="2898775" y="293155"/>
                </a:lnTo>
                <a:lnTo>
                  <a:pt x="2916238" y="317446"/>
                </a:lnTo>
                <a:lnTo>
                  <a:pt x="2933700" y="342251"/>
                </a:lnTo>
                <a:lnTo>
                  <a:pt x="2951162" y="367502"/>
                </a:lnTo>
                <a:lnTo>
                  <a:pt x="2968625" y="393131"/>
                </a:lnTo>
                <a:lnTo>
                  <a:pt x="2986088" y="419067"/>
                </a:lnTo>
                <a:lnTo>
                  <a:pt x="3003550" y="445238"/>
                </a:lnTo>
                <a:lnTo>
                  <a:pt x="3021013" y="471574"/>
                </a:lnTo>
                <a:lnTo>
                  <a:pt x="3038475" y="498002"/>
                </a:lnTo>
                <a:lnTo>
                  <a:pt x="3055937" y="524450"/>
                </a:lnTo>
                <a:lnTo>
                  <a:pt x="3073400" y="550845"/>
                </a:lnTo>
                <a:lnTo>
                  <a:pt x="3090863" y="577114"/>
                </a:lnTo>
                <a:lnTo>
                  <a:pt x="3108325" y="603186"/>
                </a:lnTo>
                <a:lnTo>
                  <a:pt x="3125788" y="628990"/>
                </a:lnTo>
                <a:lnTo>
                  <a:pt x="3143250" y="654454"/>
                </a:lnTo>
                <a:lnTo>
                  <a:pt x="3160712" y="679509"/>
                </a:lnTo>
                <a:lnTo>
                  <a:pt x="3178175" y="704086"/>
                </a:lnTo>
                <a:lnTo>
                  <a:pt x="3195638" y="728118"/>
                </a:lnTo>
                <a:lnTo>
                  <a:pt x="3213100" y="751538"/>
                </a:lnTo>
                <a:lnTo>
                  <a:pt x="3230563" y="774284"/>
                </a:lnTo>
                <a:lnTo>
                  <a:pt x="3248025" y="796291"/>
                </a:lnTo>
                <a:lnTo>
                  <a:pt x="3265487" y="817501"/>
                </a:lnTo>
                <a:lnTo>
                  <a:pt x="3282950" y="837854"/>
                </a:lnTo>
                <a:lnTo>
                  <a:pt x="3300413" y="857296"/>
                </a:lnTo>
                <a:lnTo>
                  <a:pt x="3317875" y="875773"/>
                </a:lnTo>
                <a:lnTo>
                  <a:pt x="3335338" y="893233"/>
                </a:lnTo>
                <a:lnTo>
                  <a:pt x="3352800" y="909630"/>
                </a:lnTo>
                <a:lnTo>
                  <a:pt x="3370262" y="924918"/>
                </a:lnTo>
                <a:lnTo>
                  <a:pt x="3387725" y="939056"/>
                </a:lnTo>
                <a:lnTo>
                  <a:pt x="3405188" y="952005"/>
                </a:lnTo>
                <a:lnTo>
                  <a:pt x="3422650" y="963728"/>
                </a:lnTo>
                <a:lnTo>
                  <a:pt x="3440113" y="974195"/>
                </a:lnTo>
                <a:lnTo>
                  <a:pt x="3457575" y="983376"/>
                </a:lnTo>
                <a:lnTo>
                  <a:pt x="3475037" y="991247"/>
                </a:lnTo>
                <a:lnTo>
                  <a:pt x="3492500" y="997785"/>
                </a:lnTo>
                <a:lnTo>
                  <a:pt x="3509963" y="1002972"/>
                </a:lnTo>
                <a:lnTo>
                  <a:pt x="3527425" y="1006796"/>
                </a:lnTo>
                <a:lnTo>
                  <a:pt x="3544888" y="1009244"/>
                </a:lnTo>
                <a:lnTo>
                  <a:pt x="3562350" y="1010311"/>
                </a:lnTo>
                <a:lnTo>
                  <a:pt x="3579812" y="1009993"/>
                </a:lnTo>
                <a:lnTo>
                  <a:pt x="3597275" y="1008291"/>
                </a:lnTo>
                <a:lnTo>
                  <a:pt x="3614738" y="1005210"/>
                </a:lnTo>
                <a:lnTo>
                  <a:pt x="3632200" y="1000759"/>
                </a:lnTo>
                <a:lnTo>
                  <a:pt x="3649663" y="994949"/>
                </a:lnTo>
                <a:lnTo>
                  <a:pt x="3667125" y="987797"/>
                </a:lnTo>
                <a:lnTo>
                  <a:pt x="3684587" y="979322"/>
                </a:lnTo>
                <a:lnTo>
                  <a:pt x="3702050" y="969547"/>
                </a:lnTo>
                <a:lnTo>
                  <a:pt x="3719513" y="958500"/>
                </a:lnTo>
                <a:lnTo>
                  <a:pt x="3736975" y="946209"/>
                </a:lnTo>
                <a:lnTo>
                  <a:pt x="3754438" y="932710"/>
                </a:lnTo>
                <a:lnTo>
                  <a:pt x="3771900" y="918039"/>
                </a:lnTo>
                <a:lnTo>
                  <a:pt x="3789362" y="902236"/>
                </a:lnTo>
                <a:lnTo>
                  <a:pt x="3806825" y="885345"/>
                </a:lnTo>
                <a:lnTo>
                  <a:pt x="3824288" y="867412"/>
                </a:lnTo>
                <a:lnTo>
                  <a:pt x="3841750" y="848486"/>
                </a:lnTo>
                <a:lnTo>
                  <a:pt x="3859213" y="828619"/>
                </a:lnTo>
                <a:lnTo>
                  <a:pt x="3876675" y="807865"/>
                </a:lnTo>
                <a:lnTo>
                  <a:pt x="3894137" y="786282"/>
                </a:lnTo>
                <a:lnTo>
                  <a:pt x="3911600" y="763928"/>
                </a:lnTo>
                <a:lnTo>
                  <a:pt x="3929063" y="740865"/>
                </a:lnTo>
                <a:lnTo>
                  <a:pt x="3946525" y="717155"/>
                </a:lnTo>
                <a:lnTo>
                  <a:pt x="3963988" y="692865"/>
                </a:lnTo>
                <a:lnTo>
                  <a:pt x="3981450" y="668060"/>
                </a:lnTo>
                <a:lnTo>
                  <a:pt x="3998912" y="642809"/>
                </a:lnTo>
                <a:lnTo>
                  <a:pt x="4016375" y="617180"/>
                </a:lnTo>
                <a:lnTo>
                  <a:pt x="4033838" y="591244"/>
                </a:lnTo>
                <a:lnTo>
                  <a:pt x="4051300" y="565072"/>
                </a:lnTo>
                <a:lnTo>
                  <a:pt x="4068763" y="538736"/>
                </a:lnTo>
                <a:lnTo>
                  <a:pt x="4086225" y="512308"/>
                </a:lnTo>
                <a:lnTo>
                  <a:pt x="4103687" y="485861"/>
                </a:lnTo>
                <a:lnTo>
                  <a:pt x="4121150" y="459466"/>
                </a:lnTo>
                <a:lnTo>
                  <a:pt x="4138613" y="433197"/>
                </a:lnTo>
                <a:lnTo>
                  <a:pt x="4156075" y="407124"/>
                </a:lnTo>
                <a:lnTo>
                  <a:pt x="4173538" y="381321"/>
                </a:lnTo>
                <a:lnTo>
                  <a:pt x="4191000" y="35585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37373"/>
            </a:solidFill>
          </a:ln>
        </p:spPr>
      </p:sp>
      <p:sp>
        <p:nvSpPr>
          <p:cNvPr id="10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E827F53-79A8-4B9A-A86D-02114358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5451"/>
            <a:ext cx="9525" cy="9995"/>
          </a:xfrm>
          <a:custGeom xmlns:a="http://schemas.openxmlformats.org/drawingml/2006/main">
            <a:pathLst>
              <a:path w="9525" h="9995">
                <a:moveTo>
                  <a:pt x="0" y="0"/>
                </a:moveTo>
                <a:lnTo>
                  <a:pt x="0" y="999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09" name="sample">
            <a:extLst xmlns:a="http://schemas.openxmlformats.org/drawingml/2006/main">
              <a:ext uri="{FF2B5EF4-FFF2-40B4-BE49-F238E27FC236}">
                <a16:creationId xmlns:a16="http://schemas.microsoft.com/office/drawing/2014/main" id="{FB8A3784-B587-4C66-9B97-EC54D911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3734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86EEC0A-C41A-41BB-8E86-6AF6E126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563" y="3445622"/>
            <a:ext cx="9525" cy="36956"/>
          </a:xfrm>
          <a:custGeom xmlns:a="http://schemas.openxmlformats.org/drawingml/2006/main">
            <a:pathLst>
              <a:path w="9525" h="36956">
                <a:moveTo>
                  <a:pt x="0" y="0"/>
                </a:moveTo>
                <a:lnTo>
                  <a:pt x="0" y="3695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11" name="sample">
            <a:extLst xmlns:a="http://schemas.openxmlformats.org/drawingml/2006/main">
              <a:ext uri="{FF2B5EF4-FFF2-40B4-BE49-F238E27FC236}">
                <a16:creationId xmlns:a16="http://schemas.microsoft.com/office/drawing/2014/main" id="{84C42E08-D82E-410D-AA83-1902B039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463" y="344447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3D8B22D-6F58-4BD0-8359-18065849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875" y="3344133"/>
            <a:ext cx="9525" cy="45577"/>
          </a:xfrm>
          <a:custGeom xmlns:a="http://schemas.openxmlformats.org/drawingml/2006/main">
            <a:pathLst>
              <a:path w="9525" h="45577">
                <a:moveTo>
                  <a:pt x="0" y="0"/>
                </a:moveTo>
                <a:lnTo>
                  <a:pt x="0" y="4557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13" name="sample">
            <a:extLst xmlns:a="http://schemas.openxmlformats.org/drawingml/2006/main">
              <a:ext uri="{FF2B5EF4-FFF2-40B4-BE49-F238E27FC236}">
                <a16:creationId xmlns:a16="http://schemas.microsoft.com/office/drawing/2014/main" id="{202BC59B-C4D9-412B-B24D-8B1E6CF4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8775" y="335160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888B6B6-EB40-4FB7-8261-9601A546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4188" y="3267901"/>
            <a:ext cx="9525" cy="28940"/>
          </a:xfrm>
          <a:custGeom xmlns:a="http://schemas.openxmlformats.org/drawingml/2006/main">
            <a:pathLst>
              <a:path w="9525" h="28940">
                <a:moveTo>
                  <a:pt x="0" y="0"/>
                </a:moveTo>
                <a:lnTo>
                  <a:pt x="0" y="289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15" name="sample">
            <a:extLst xmlns:a="http://schemas.openxmlformats.org/drawingml/2006/main">
              <a:ext uri="{FF2B5EF4-FFF2-40B4-BE49-F238E27FC236}">
                <a16:creationId xmlns:a16="http://schemas.microsoft.com/office/drawing/2014/main" id="{578E4F36-D068-4413-A888-566B6CBC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088" y="325874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F5305E1-7E21-44F5-B4F2-0D335DAB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1500" y="3203972"/>
            <a:ext cx="9525" cy="18149"/>
          </a:xfrm>
          <a:custGeom xmlns:a="http://schemas.openxmlformats.org/drawingml/2006/main">
            <a:pathLst>
              <a:path w="9525" h="18149">
                <a:moveTo>
                  <a:pt x="0" y="1814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17" name="sample">
            <a:extLst xmlns:a="http://schemas.openxmlformats.org/drawingml/2006/main">
              <a:ext uri="{FF2B5EF4-FFF2-40B4-BE49-F238E27FC236}">
                <a16:creationId xmlns:a16="http://schemas.microsoft.com/office/drawing/2014/main" id="{E2AC65DA-ED81-4523-B358-30A7C7FA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400" y="316587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6762510-3F72-4D12-AAA7-4CD2A2EC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813" y="3203972"/>
            <a:ext cx="9525" cy="9525"/>
          </a:xfrm>
          <a:custGeom xmlns:a="http://schemas.openxmlformats.org/drawingml/2006/main">
            <a:pathLst>
              <a:path w="9525" h="9525">
                <a:moveTo>
                  <a:pt x="0" y="59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19" name="sample">
            <a:extLst xmlns:a="http://schemas.openxmlformats.org/drawingml/2006/main">
              <a:ext uri="{FF2B5EF4-FFF2-40B4-BE49-F238E27FC236}">
                <a16:creationId xmlns:a16="http://schemas.microsoft.com/office/drawing/2014/main" id="{F7E30538-577B-436F-9CDB-51CD7BB3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0713" y="316587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42C7B56-C6B5-4612-8220-B3A7402C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203972"/>
            <a:ext cx="9525" cy="28136"/>
          </a:xfrm>
          <a:custGeom xmlns:a="http://schemas.openxmlformats.org/drawingml/2006/main">
            <a:pathLst>
              <a:path w="9525" h="28136">
                <a:moveTo>
                  <a:pt x="0" y="2813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21" name="sample">
            <a:extLst xmlns:a="http://schemas.openxmlformats.org/drawingml/2006/main">
              <a:ext uri="{FF2B5EF4-FFF2-40B4-BE49-F238E27FC236}">
                <a16:creationId xmlns:a16="http://schemas.microsoft.com/office/drawing/2014/main" id="{9D26C45C-1CC4-4816-8C0C-9B7E3466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16587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EC29346-F28B-4988-82B5-7309A17F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438" y="3287195"/>
            <a:ext cx="9525" cy="9645"/>
          </a:xfrm>
          <a:custGeom xmlns:a="http://schemas.openxmlformats.org/drawingml/2006/main">
            <a:pathLst>
              <a:path w="9525" h="9645">
                <a:moveTo>
                  <a:pt x="0" y="0"/>
                </a:moveTo>
                <a:lnTo>
                  <a:pt x="0" y="964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23" name="sample">
            <a:extLst xmlns:a="http://schemas.openxmlformats.org/drawingml/2006/main">
              <a:ext uri="{FF2B5EF4-FFF2-40B4-BE49-F238E27FC236}">
                <a16:creationId xmlns:a16="http://schemas.microsoft.com/office/drawing/2014/main" id="{1656D741-BFFB-4B7A-9206-ED079C10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5338" y="325874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0E0CA46-0422-44E6-9E9D-0BAA8136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750" y="3371419"/>
            <a:ext cx="9525" cy="18290"/>
          </a:xfrm>
          <a:custGeom xmlns:a="http://schemas.openxmlformats.org/drawingml/2006/main">
            <a:pathLst>
              <a:path w="9525" h="18290">
                <a:moveTo>
                  <a:pt x="0" y="0"/>
                </a:moveTo>
                <a:lnTo>
                  <a:pt x="0" y="1829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25" name="sample">
            <a:extLst xmlns:a="http://schemas.openxmlformats.org/drawingml/2006/main">
              <a:ext uri="{FF2B5EF4-FFF2-40B4-BE49-F238E27FC236}">
                <a16:creationId xmlns:a16="http://schemas.microsoft.com/office/drawing/2014/main" id="{394AEF11-6B09-4E14-9C85-B3CEFF0F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650" y="335160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489CAA5-0976-4507-9AA1-ADDF1F47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3479041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353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27" name="sample">
            <a:extLst xmlns:a="http://schemas.openxmlformats.org/drawingml/2006/main">
              <a:ext uri="{FF2B5EF4-FFF2-40B4-BE49-F238E27FC236}">
                <a16:creationId xmlns:a16="http://schemas.microsoft.com/office/drawing/2014/main" id="{11971821-5D91-40FC-ACC2-F1890B52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963" y="344447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900A25B-69DD-4158-956B-E0593157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375" y="3575447"/>
            <a:ext cx="9525" cy="27279"/>
          </a:xfrm>
          <a:custGeom xmlns:a="http://schemas.openxmlformats.org/drawingml/2006/main">
            <a:pathLst>
              <a:path w="9525" h="27279">
                <a:moveTo>
                  <a:pt x="0" y="27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29" name="sample">
            <a:extLst xmlns:a="http://schemas.openxmlformats.org/drawingml/2006/main">
              <a:ext uri="{FF2B5EF4-FFF2-40B4-BE49-F238E27FC236}">
                <a16:creationId xmlns:a16="http://schemas.microsoft.com/office/drawing/2014/main" id="{EC2CA666-CEE9-4BD8-A12C-692BF039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7275" y="353734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3EE532E-96BC-4EC6-AFE1-97AB3441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688" y="3734044"/>
            <a:ext cx="9525" cy="27140"/>
          </a:xfrm>
          <a:custGeom xmlns:a="http://schemas.openxmlformats.org/drawingml/2006/main">
            <a:pathLst>
              <a:path w="9525" h="27140">
                <a:moveTo>
                  <a:pt x="0" y="0"/>
                </a:moveTo>
                <a:lnTo>
                  <a:pt x="0" y="27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31" name="sample">
            <a:extLst xmlns:a="http://schemas.openxmlformats.org/drawingml/2006/main">
              <a:ext uri="{FF2B5EF4-FFF2-40B4-BE49-F238E27FC236}">
                <a16:creationId xmlns:a16="http://schemas.microsoft.com/office/drawing/2014/main" id="{E99554E6-1F0D-47D3-966B-EB9E4503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588" y="372308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E4F45B8-8324-4584-ACE9-F00C5269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54053"/>
            <a:ext cx="9525" cy="9995"/>
          </a:xfrm>
          <a:custGeom xmlns:a="http://schemas.openxmlformats.org/drawingml/2006/main">
            <a:pathLst>
              <a:path w="9525" h="9995">
                <a:moveTo>
                  <a:pt x="0" y="99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33" name="sample">
            <a:extLst xmlns:a="http://schemas.openxmlformats.org/drawingml/2006/main">
              <a:ext uri="{FF2B5EF4-FFF2-40B4-BE49-F238E27FC236}">
                <a16:creationId xmlns:a16="http://schemas.microsoft.com/office/drawing/2014/main" id="{0788FBA6-C716-4ADB-ABE7-0130D2EE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1595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6CDCEC6-6312-4833-B012-930E4C52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313" y="3946922"/>
            <a:ext cx="9525" cy="36956"/>
          </a:xfrm>
          <a:custGeom xmlns:a="http://schemas.openxmlformats.org/drawingml/2006/main">
            <a:pathLst>
              <a:path w="9525" h="36956">
                <a:moveTo>
                  <a:pt x="0" y="369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35" name="sample">
            <a:extLst xmlns:a="http://schemas.openxmlformats.org/drawingml/2006/main">
              <a:ext uri="{FF2B5EF4-FFF2-40B4-BE49-F238E27FC236}">
                <a16:creationId xmlns:a16="http://schemas.microsoft.com/office/drawing/2014/main" id="{E420C069-0861-4C4C-A01A-7D412BCC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213" y="390882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FE50F0F-A312-4A51-94AA-74CC7DD3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4039791"/>
            <a:ext cx="9525" cy="45577"/>
          </a:xfrm>
          <a:custGeom xmlns:a="http://schemas.openxmlformats.org/drawingml/2006/main">
            <a:pathLst>
              <a:path w="9525" h="45577">
                <a:moveTo>
                  <a:pt x="0" y="4557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37" name="sample">
            <a:extLst xmlns:a="http://schemas.openxmlformats.org/drawingml/2006/main">
              <a:ext uri="{FF2B5EF4-FFF2-40B4-BE49-F238E27FC236}">
                <a16:creationId xmlns:a16="http://schemas.microsoft.com/office/drawing/2014/main" id="{8EAF0DF2-69BA-415B-AC9B-457F1F82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6525" y="400169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9B57E3F-DB02-4C64-B59B-2859078C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8" y="4132659"/>
            <a:ext cx="9525" cy="28940"/>
          </a:xfrm>
          <a:custGeom xmlns:a="http://schemas.openxmlformats.org/drawingml/2006/main">
            <a:pathLst>
              <a:path w="9525" h="28940">
                <a:moveTo>
                  <a:pt x="0" y="289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39" name="sample">
            <a:extLst xmlns:a="http://schemas.openxmlformats.org/drawingml/2006/main">
              <a:ext uri="{FF2B5EF4-FFF2-40B4-BE49-F238E27FC236}">
                <a16:creationId xmlns:a16="http://schemas.microsoft.com/office/drawing/2014/main" id="{C8769864-DA68-42BB-BCE0-1E061548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838" y="409455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4CB8CDA-F05B-4438-BCBC-D0E7322F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250" y="4207379"/>
            <a:ext cx="9525" cy="18149"/>
          </a:xfrm>
          <a:custGeom xmlns:a="http://schemas.openxmlformats.org/drawingml/2006/main">
            <a:pathLst>
              <a:path w="9525" h="18149">
                <a:moveTo>
                  <a:pt x="0" y="0"/>
                </a:moveTo>
                <a:lnTo>
                  <a:pt x="0" y="1814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41" name="sample">
            <a:extLst xmlns:a="http://schemas.openxmlformats.org/drawingml/2006/main">
              <a:ext uri="{FF2B5EF4-FFF2-40B4-BE49-F238E27FC236}">
                <a16:creationId xmlns:a16="http://schemas.microsoft.com/office/drawing/2014/main" id="{E1678719-E9DA-4B47-A76D-71388199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41874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2D15799-E3DC-4770-869E-3E3C3EC9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6563" y="4219587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594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43" name="sample">
            <a:extLst xmlns:a="http://schemas.openxmlformats.org/drawingml/2006/main">
              <a:ext uri="{FF2B5EF4-FFF2-40B4-BE49-F238E27FC236}">
                <a16:creationId xmlns:a16="http://schemas.microsoft.com/office/drawing/2014/main" id="{65D9E20F-CEB6-48DB-8EE4-50431CB0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8463" y="41874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516222A-5B50-4C98-9F4C-1E9FAD8E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197392"/>
            <a:ext cx="9525" cy="28136"/>
          </a:xfrm>
          <a:custGeom xmlns:a="http://schemas.openxmlformats.org/drawingml/2006/main">
            <a:pathLst>
              <a:path w="9525" h="28136">
                <a:moveTo>
                  <a:pt x="0" y="0"/>
                </a:moveTo>
                <a:lnTo>
                  <a:pt x="0" y="2813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45" name="sample">
            <a:extLst xmlns:a="http://schemas.openxmlformats.org/drawingml/2006/main">
              <a:ext uri="{FF2B5EF4-FFF2-40B4-BE49-F238E27FC236}">
                <a16:creationId xmlns:a16="http://schemas.microsoft.com/office/drawing/2014/main" id="{D1A38EAF-5C03-4BEA-B9A1-205CABD9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1874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6F2F473-ED7A-4499-920D-4503EAD4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188" y="4132659"/>
            <a:ext cx="9525" cy="9645"/>
          </a:xfrm>
          <a:custGeom xmlns:a="http://schemas.openxmlformats.org/drawingml/2006/main">
            <a:pathLst>
              <a:path w="9525" h="9645">
                <a:moveTo>
                  <a:pt x="0" y="96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47" name="sample">
            <a:extLst xmlns:a="http://schemas.openxmlformats.org/drawingml/2006/main">
              <a:ext uri="{FF2B5EF4-FFF2-40B4-BE49-F238E27FC236}">
                <a16:creationId xmlns:a16="http://schemas.microsoft.com/office/drawing/2014/main" id="{DE0E7A62-9496-47DC-88F2-E83C3DFA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88" y="409455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E56E028D-2BCD-4980-A3A7-565CD87C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4039791"/>
            <a:ext cx="9525" cy="18290"/>
          </a:xfrm>
          <a:custGeom xmlns:a="http://schemas.openxmlformats.org/drawingml/2006/main">
            <a:pathLst>
              <a:path w="9525" h="18290">
                <a:moveTo>
                  <a:pt x="0" y="182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49" name="sample">
            <a:extLst xmlns:a="http://schemas.openxmlformats.org/drawingml/2006/main">
              <a:ext uri="{FF2B5EF4-FFF2-40B4-BE49-F238E27FC236}">
                <a16:creationId xmlns:a16="http://schemas.microsoft.com/office/drawing/2014/main" id="{47B59041-9561-47B1-B93D-76290D25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400169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ADC0138-34A1-4221-8A5E-838AB671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3946922"/>
            <a:ext cx="9525" cy="9525"/>
          </a:xfrm>
          <a:custGeom xmlns:a="http://schemas.openxmlformats.org/drawingml/2006/main">
            <a:pathLst>
              <a:path w="9525" h="9525">
                <a:moveTo>
                  <a:pt x="0" y="35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51" name="sample">
            <a:extLst xmlns:a="http://schemas.openxmlformats.org/drawingml/2006/main">
              <a:ext uri="{FF2B5EF4-FFF2-40B4-BE49-F238E27FC236}">
                <a16:creationId xmlns:a16="http://schemas.microsoft.com/office/drawing/2014/main" id="{18E941E7-33C4-4AB4-B01C-F876B2AE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713" y="390882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EFA5166-D22E-4120-8364-C9384A1A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3125" y="3826774"/>
            <a:ext cx="9525" cy="27279"/>
          </a:xfrm>
          <a:custGeom xmlns:a="http://schemas.openxmlformats.org/drawingml/2006/main">
            <a:pathLst>
              <a:path w="9525" h="27279">
                <a:moveTo>
                  <a:pt x="0" y="0"/>
                </a:moveTo>
                <a:lnTo>
                  <a:pt x="0" y="2727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53" name="sample">
            <a:extLst xmlns:a="http://schemas.openxmlformats.org/drawingml/2006/main">
              <a:ext uri="{FF2B5EF4-FFF2-40B4-BE49-F238E27FC236}">
                <a16:creationId xmlns:a16="http://schemas.microsoft.com/office/drawing/2014/main" id="{16EB721E-D060-4CAC-A8F2-CC986774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1595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418D3AC-E7D7-4B92-B0A8-6C113ACB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438" y="3668316"/>
            <a:ext cx="9525" cy="27140"/>
          </a:xfrm>
          <a:custGeom xmlns:a="http://schemas.openxmlformats.org/drawingml/2006/main">
            <a:pathLst>
              <a:path w="9525" h="27140">
                <a:moveTo>
                  <a:pt x="0" y="27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55" name="sample">
            <a:extLst xmlns:a="http://schemas.openxmlformats.org/drawingml/2006/main">
              <a:ext uri="{FF2B5EF4-FFF2-40B4-BE49-F238E27FC236}">
                <a16:creationId xmlns:a16="http://schemas.microsoft.com/office/drawing/2014/main" id="{A7F6A2F6-48BE-4D61-8F11-FC962141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2338" y="363021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B0B3538-8DAA-4CA3-A4E0-D951BEBC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5451"/>
            <a:ext cx="9525" cy="9995"/>
          </a:xfrm>
          <a:custGeom xmlns:a="http://schemas.openxmlformats.org/drawingml/2006/main">
            <a:pathLst>
              <a:path w="9525" h="9995">
                <a:moveTo>
                  <a:pt x="0" y="0"/>
                </a:moveTo>
                <a:lnTo>
                  <a:pt x="0" y="999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57" name="sample">
            <a:extLst xmlns:a="http://schemas.openxmlformats.org/drawingml/2006/main">
              <a:ext uri="{FF2B5EF4-FFF2-40B4-BE49-F238E27FC236}">
                <a16:creationId xmlns:a16="http://schemas.microsoft.com/office/drawing/2014/main" id="{4ABB1C2D-C88E-4400-A6E7-2C17BF86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3734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0E02800-533B-43AD-BECA-E18FDF99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5063" y="3445622"/>
            <a:ext cx="9525" cy="36956"/>
          </a:xfrm>
          <a:custGeom xmlns:a="http://schemas.openxmlformats.org/drawingml/2006/main">
            <a:pathLst>
              <a:path w="9525" h="36956">
                <a:moveTo>
                  <a:pt x="0" y="0"/>
                </a:moveTo>
                <a:lnTo>
                  <a:pt x="0" y="3695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59" name="sample">
            <a:extLst xmlns:a="http://schemas.openxmlformats.org/drawingml/2006/main">
              <a:ext uri="{FF2B5EF4-FFF2-40B4-BE49-F238E27FC236}">
                <a16:creationId xmlns:a16="http://schemas.microsoft.com/office/drawing/2014/main" id="{EC36DCD7-567D-4075-9B52-B54EF4D3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6963" y="344447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64C1F92-8F1F-42BA-88AA-5BAFA65D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375" y="3344133"/>
            <a:ext cx="9525" cy="45577"/>
          </a:xfrm>
          <a:custGeom xmlns:a="http://schemas.openxmlformats.org/drawingml/2006/main">
            <a:pathLst>
              <a:path w="9525" h="45577">
                <a:moveTo>
                  <a:pt x="0" y="0"/>
                </a:moveTo>
                <a:lnTo>
                  <a:pt x="0" y="4557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61" name="sample">
            <a:extLst xmlns:a="http://schemas.openxmlformats.org/drawingml/2006/main">
              <a:ext uri="{FF2B5EF4-FFF2-40B4-BE49-F238E27FC236}">
                <a16:creationId xmlns:a16="http://schemas.microsoft.com/office/drawing/2014/main" id="{BD903532-F449-4606-B44F-F651CB9B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4275" y="335160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34D222E-93D3-469F-8B22-D3D5B441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3267901"/>
            <a:ext cx="9525" cy="28940"/>
          </a:xfrm>
          <a:custGeom xmlns:a="http://schemas.openxmlformats.org/drawingml/2006/main">
            <a:pathLst>
              <a:path w="9525" h="28940">
                <a:moveTo>
                  <a:pt x="0" y="0"/>
                </a:moveTo>
                <a:lnTo>
                  <a:pt x="0" y="289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63" name="sample">
            <a:extLst xmlns:a="http://schemas.openxmlformats.org/drawingml/2006/main">
              <a:ext uri="{FF2B5EF4-FFF2-40B4-BE49-F238E27FC236}">
                <a16:creationId xmlns:a16="http://schemas.microsoft.com/office/drawing/2014/main" id="{41EED5EA-8C90-4BDC-98F7-FF05C909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588" y="325874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D7EDC0F-F18E-4743-AF3D-044E5D17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0" y="3203972"/>
            <a:ext cx="9525" cy="18149"/>
          </a:xfrm>
          <a:custGeom xmlns:a="http://schemas.openxmlformats.org/drawingml/2006/main">
            <a:pathLst>
              <a:path w="9525" h="18149">
                <a:moveTo>
                  <a:pt x="0" y="1814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65" name="sample">
            <a:extLst xmlns:a="http://schemas.openxmlformats.org/drawingml/2006/main">
              <a:ext uri="{FF2B5EF4-FFF2-40B4-BE49-F238E27FC236}">
                <a16:creationId xmlns:a16="http://schemas.microsoft.com/office/drawing/2014/main" id="{A7214F07-4D34-467A-B104-F762DEF3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900" y="316587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5109808-D5C4-43F7-8E73-73F6C066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4313" y="3203972"/>
            <a:ext cx="9525" cy="9525"/>
          </a:xfrm>
          <a:custGeom xmlns:a="http://schemas.openxmlformats.org/drawingml/2006/main">
            <a:pathLst>
              <a:path w="9525" h="9525">
                <a:moveTo>
                  <a:pt x="0" y="59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67" name="sample">
            <a:extLst xmlns:a="http://schemas.openxmlformats.org/drawingml/2006/main">
              <a:ext uri="{FF2B5EF4-FFF2-40B4-BE49-F238E27FC236}">
                <a16:creationId xmlns:a16="http://schemas.microsoft.com/office/drawing/2014/main" id="{5E5ACA72-D6C7-4DC7-8369-6073CC78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6213" y="316587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32EC9FD-1DB5-4282-A56E-9A349C76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03972"/>
            <a:ext cx="9525" cy="28136"/>
          </a:xfrm>
          <a:custGeom xmlns:a="http://schemas.openxmlformats.org/drawingml/2006/main">
            <a:pathLst>
              <a:path w="9525" h="28136">
                <a:moveTo>
                  <a:pt x="0" y="2813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69" name="sample">
            <a:extLst xmlns:a="http://schemas.openxmlformats.org/drawingml/2006/main">
              <a:ext uri="{FF2B5EF4-FFF2-40B4-BE49-F238E27FC236}">
                <a16:creationId xmlns:a16="http://schemas.microsoft.com/office/drawing/2014/main" id="{E5385276-AC4E-4AAD-A0C5-A4CB27AD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6587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E0B1BC84-E88E-4433-A270-19B570E4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8938" y="3287195"/>
            <a:ext cx="9525" cy="9645"/>
          </a:xfrm>
          <a:custGeom xmlns:a="http://schemas.openxmlformats.org/drawingml/2006/main">
            <a:pathLst>
              <a:path w="9525" h="9645">
                <a:moveTo>
                  <a:pt x="0" y="0"/>
                </a:moveTo>
                <a:lnTo>
                  <a:pt x="0" y="964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71" name="sample">
            <a:extLst xmlns:a="http://schemas.openxmlformats.org/drawingml/2006/main">
              <a:ext uri="{FF2B5EF4-FFF2-40B4-BE49-F238E27FC236}">
                <a16:creationId xmlns:a16="http://schemas.microsoft.com/office/drawing/2014/main" id="{886AADF8-62AF-40FE-B93D-893C7D37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0838" y="325874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437F4BB-9A2C-4DB1-8EF7-758DB561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250" y="3371419"/>
            <a:ext cx="9525" cy="18290"/>
          </a:xfrm>
          <a:custGeom xmlns:a="http://schemas.openxmlformats.org/drawingml/2006/main">
            <a:pathLst>
              <a:path w="9525" h="18290">
                <a:moveTo>
                  <a:pt x="0" y="0"/>
                </a:moveTo>
                <a:lnTo>
                  <a:pt x="0" y="1829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73" name="sample">
            <a:extLst xmlns:a="http://schemas.openxmlformats.org/drawingml/2006/main">
              <a:ext uri="{FF2B5EF4-FFF2-40B4-BE49-F238E27FC236}">
                <a16:creationId xmlns:a16="http://schemas.microsoft.com/office/drawing/2014/main" id="{72BCE449-EF93-41E4-B8CD-CF828676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8150" y="335160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0C80045-BBF6-4120-9BB0-9B9FF203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3563" y="3479041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353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75" name="sample">
            <a:extLst xmlns:a="http://schemas.openxmlformats.org/drawingml/2006/main">
              <a:ext uri="{FF2B5EF4-FFF2-40B4-BE49-F238E27FC236}">
                <a16:creationId xmlns:a16="http://schemas.microsoft.com/office/drawing/2014/main" id="{A4054792-2CE8-4AB0-9322-3CC0CE6C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5463" y="344447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9BD2424-7BB0-482C-A18A-5EDC2CBC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875" y="3575447"/>
            <a:ext cx="9525" cy="27279"/>
          </a:xfrm>
          <a:custGeom xmlns:a="http://schemas.openxmlformats.org/drawingml/2006/main">
            <a:pathLst>
              <a:path w="9525" h="27279">
                <a:moveTo>
                  <a:pt x="0" y="27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77" name="sample">
            <a:extLst xmlns:a="http://schemas.openxmlformats.org/drawingml/2006/main">
              <a:ext uri="{FF2B5EF4-FFF2-40B4-BE49-F238E27FC236}">
                <a16:creationId xmlns:a16="http://schemas.microsoft.com/office/drawing/2014/main" id="{430CB6BC-3FC8-41B7-9C87-B2674361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2775" y="353734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0170C7F-BB02-4B97-9A8E-1AA7185C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188" y="3734044"/>
            <a:ext cx="9525" cy="27140"/>
          </a:xfrm>
          <a:custGeom xmlns:a="http://schemas.openxmlformats.org/drawingml/2006/main">
            <a:pathLst>
              <a:path w="9525" h="27140">
                <a:moveTo>
                  <a:pt x="0" y="0"/>
                </a:moveTo>
                <a:lnTo>
                  <a:pt x="0" y="27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79" name="sample">
            <a:extLst xmlns:a="http://schemas.openxmlformats.org/drawingml/2006/main">
              <a:ext uri="{FF2B5EF4-FFF2-40B4-BE49-F238E27FC236}">
                <a16:creationId xmlns:a16="http://schemas.microsoft.com/office/drawing/2014/main" id="{E1844396-0D6A-473A-A803-936F6144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0088" y="372308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409AA53-2F0A-4F18-BA0E-B797511D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54053"/>
            <a:ext cx="9525" cy="9995"/>
          </a:xfrm>
          <a:custGeom xmlns:a="http://schemas.openxmlformats.org/drawingml/2006/main">
            <a:pathLst>
              <a:path w="9525" h="9995">
                <a:moveTo>
                  <a:pt x="0" y="99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81" name="sample">
            <a:extLst xmlns:a="http://schemas.openxmlformats.org/drawingml/2006/main">
              <a:ext uri="{FF2B5EF4-FFF2-40B4-BE49-F238E27FC236}">
                <a16:creationId xmlns:a16="http://schemas.microsoft.com/office/drawing/2014/main" id="{2EECD9F1-505A-4042-B678-3373E6C9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1595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3355831-18A8-4167-B34E-636E3A4C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813" y="3946922"/>
            <a:ext cx="9525" cy="36956"/>
          </a:xfrm>
          <a:custGeom xmlns:a="http://schemas.openxmlformats.org/drawingml/2006/main">
            <a:pathLst>
              <a:path w="9525" h="36956">
                <a:moveTo>
                  <a:pt x="0" y="369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83" name="sample">
            <a:extLst xmlns:a="http://schemas.openxmlformats.org/drawingml/2006/main">
              <a:ext uri="{FF2B5EF4-FFF2-40B4-BE49-F238E27FC236}">
                <a16:creationId xmlns:a16="http://schemas.microsoft.com/office/drawing/2014/main" id="{28C12456-5177-40EB-ADC9-8AE9147F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713" y="390882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B8303FA-E650-4891-B162-BCD01E98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0125" y="4039791"/>
            <a:ext cx="9525" cy="45577"/>
          </a:xfrm>
          <a:custGeom xmlns:a="http://schemas.openxmlformats.org/drawingml/2006/main">
            <a:pathLst>
              <a:path w="9525" h="45577">
                <a:moveTo>
                  <a:pt x="0" y="4557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85" name="sample">
            <a:extLst xmlns:a="http://schemas.openxmlformats.org/drawingml/2006/main">
              <a:ext uri="{FF2B5EF4-FFF2-40B4-BE49-F238E27FC236}">
                <a16:creationId xmlns:a16="http://schemas.microsoft.com/office/drawing/2014/main" id="{00193304-C49B-4608-BF16-7A11C17C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025" y="400169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A03A9CE-F5BF-4549-92FB-B7785454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4132659"/>
            <a:ext cx="9525" cy="28940"/>
          </a:xfrm>
          <a:custGeom xmlns:a="http://schemas.openxmlformats.org/drawingml/2006/main">
            <a:pathLst>
              <a:path w="9525" h="28940">
                <a:moveTo>
                  <a:pt x="0" y="289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87" name="sample">
            <a:extLst xmlns:a="http://schemas.openxmlformats.org/drawingml/2006/main">
              <a:ext uri="{FF2B5EF4-FFF2-40B4-BE49-F238E27FC236}">
                <a16:creationId xmlns:a16="http://schemas.microsoft.com/office/drawing/2014/main" id="{9F354FB8-5ADF-4355-943D-6763E315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338" y="409455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6632379-B016-4CE4-B0CC-0C5C2F20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4750" y="4207379"/>
            <a:ext cx="9525" cy="18149"/>
          </a:xfrm>
          <a:custGeom xmlns:a="http://schemas.openxmlformats.org/drawingml/2006/main">
            <a:pathLst>
              <a:path w="9525" h="18149">
                <a:moveTo>
                  <a:pt x="0" y="0"/>
                </a:moveTo>
                <a:lnTo>
                  <a:pt x="0" y="1814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89" name="sample">
            <a:extLst xmlns:a="http://schemas.openxmlformats.org/drawingml/2006/main">
              <a:ext uri="{FF2B5EF4-FFF2-40B4-BE49-F238E27FC236}">
                <a16:creationId xmlns:a16="http://schemas.microsoft.com/office/drawing/2014/main" id="{29DC7507-BB3A-4124-93E0-66F3552D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41874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1D832CD-9EDF-4ECD-B24A-9FA622AD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063" y="4219587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594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91" name="sample">
            <a:extLst xmlns:a="http://schemas.openxmlformats.org/drawingml/2006/main">
              <a:ext uri="{FF2B5EF4-FFF2-40B4-BE49-F238E27FC236}">
                <a16:creationId xmlns:a16="http://schemas.microsoft.com/office/drawing/2014/main" id="{35BC109E-DABF-4E27-BC70-38629AB7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3963" y="41874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A6B65E0-AF2F-4CD2-B26D-B0148EBD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97392"/>
            <a:ext cx="9525" cy="28136"/>
          </a:xfrm>
          <a:custGeom xmlns:a="http://schemas.openxmlformats.org/drawingml/2006/main">
            <a:pathLst>
              <a:path w="9525" h="28136">
                <a:moveTo>
                  <a:pt x="0" y="0"/>
                </a:moveTo>
                <a:lnTo>
                  <a:pt x="0" y="2813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93" name="sample">
            <a:extLst xmlns:a="http://schemas.openxmlformats.org/drawingml/2006/main">
              <a:ext uri="{FF2B5EF4-FFF2-40B4-BE49-F238E27FC236}">
                <a16:creationId xmlns:a16="http://schemas.microsoft.com/office/drawing/2014/main" id="{F76507E2-F1B8-478F-B68A-F26F0B66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41874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BC829EB-2571-4CD2-9F36-28647C34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6688" y="4132659"/>
            <a:ext cx="9525" cy="9645"/>
          </a:xfrm>
          <a:custGeom xmlns:a="http://schemas.openxmlformats.org/drawingml/2006/main">
            <a:pathLst>
              <a:path w="9525" h="9645">
                <a:moveTo>
                  <a:pt x="0" y="96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95" name="sample">
            <a:extLst xmlns:a="http://schemas.openxmlformats.org/drawingml/2006/main">
              <a:ext uri="{FF2B5EF4-FFF2-40B4-BE49-F238E27FC236}">
                <a16:creationId xmlns:a16="http://schemas.microsoft.com/office/drawing/2014/main" id="{D6C614EC-9EA7-4605-84B6-7A39379A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588" y="409455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0CCB101-5E11-4C3E-AB31-3F9D34EB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4039791"/>
            <a:ext cx="9525" cy="18290"/>
          </a:xfrm>
          <a:custGeom xmlns:a="http://schemas.openxmlformats.org/drawingml/2006/main">
            <a:pathLst>
              <a:path w="9525" h="18290">
                <a:moveTo>
                  <a:pt x="0" y="182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97" name="sample">
            <a:extLst xmlns:a="http://schemas.openxmlformats.org/drawingml/2006/main">
              <a:ext uri="{FF2B5EF4-FFF2-40B4-BE49-F238E27FC236}">
                <a16:creationId xmlns:a16="http://schemas.microsoft.com/office/drawing/2014/main" id="{7DF33CE8-476D-46E5-9C11-D9FEBA36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5900" y="400169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2DE6D0B-7225-4E93-AF39-3107FF1A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1313" y="3946922"/>
            <a:ext cx="9525" cy="9525"/>
          </a:xfrm>
          <a:custGeom xmlns:a="http://schemas.openxmlformats.org/drawingml/2006/main">
            <a:pathLst>
              <a:path w="9525" h="9525">
                <a:moveTo>
                  <a:pt x="0" y="35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199" name="sample">
            <a:extLst xmlns:a="http://schemas.openxmlformats.org/drawingml/2006/main">
              <a:ext uri="{FF2B5EF4-FFF2-40B4-BE49-F238E27FC236}">
                <a16:creationId xmlns:a16="http://schemas.microsoft.com/office/drawing/2014/main" id="{11CF3CD2-1EE8-4FCF-8CE5-70CF078E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213" y="390882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DB25E50-8788-421F-84FF-ADE6E808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625" y="3826774"/>
            <a:ext cx="9525" cy="27279"/>
          </a:xfrm>
          <a:custGeom xmlns:a="http://schemas.openxmlformats.org/drawingml/2006/main">
            <a:pathLst>
              <a:path w="9525" h="27279">
                <a:moveTo>
                  <a:pt x="0" y="0"/>
                </a:moveTo>
                <a:lnTo>
                  <a:pt x="0" y="2727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201" name="sample">
            <a:extLst xmlns:a="http://schemas.openxmlformats.org/drawingml/2006/main">
              <a:ext uri="{FF2B5EF4-FFF2-40B4-BE49-F238E27FC236}">
                <a16:creationId xmlns:a16="http://schemas.microsoft.com/office/drawing/2014/main" id="{A3B60A2A-CFD9-4DD2-BAC9-5092CC58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0525" y="381595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3560373-3ACF-45F7-A92F-2167B812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938" y="3668316"/>
            <a:ext cx="9525" cy="27140"/>
          </a:xfrm>
          <a:custGeom xmlns:a="http://schemas.openxmlformats.org/drawingml/2006/main">
            <a:pathLst>
              <a:path w="9525" h="27140">
                <a:moveTo>
                  <a:pt x="0" y="27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0000"/>
            </a:solidFill>
          </a:ln>
        </p:spPr>
      </p:sp>
      <p:sp>
        <p:nvSpPr>
          <p:cNvPr id="203" name="sample">
            <a:extLst xmlns:a="http://schemas.openxmlformats.org/drawingml/2006/main">
              <a:ext uri="{FF2B5EF4-FFF2-40B4-BE49-F238E27FC236}">
                <a16:creationId xmlns:a16="http://schemas.microsoft.com/office/drawing/2014/main" id="{BB2FC32D-DE34-4A4A-97FA-F91E0A57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838" y="363021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4" name="text">
            <a:extLst xmlns:a="http://schemas.openxmlformats.org/drawingml/2006/main">
              <a:ext uri="{FF2B5EF4-FFF2-40B4-BE49-F238E27FC236}">
                <a16:creationId xmlns:a16="http://schemas.microsoft.com/office/drawing/2014/main" id="{DA28F089-6696-4E39-A80D-8306CE6B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红线：误差。−0.10样本：0.15（2bit）→0.0375（4bit）</a:t>
            </a:r>
          </a:p>
        </p:txBody>
      </p:sp>
      <p:sp>
        <p:nvSpPr>
          <p:cNvPr id="205" name="text">
            <a:extLst xmlns:a="http://schemas.openxmlformats.org/drawingml/2006/main">
              <a:ext uri="{FF2B5EF4-FFF2-40B4-BE49-F238E27FC236}">
                <a16:creationId xmlns:a16="http://schemas.microsoft.com/office/drawing/2014/main" id="{BD080817-7D3F-4471-B5EE-3E917A60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等级更密，量化步长更小。</a:t>
            </a:r>
          </a:p>
        </p:txBody>
      </p:sp>
      <p:sp>
        <p:nvSpPr>
          <p:cNvPr id="206" name="text">
            <a:extLst xmlns:a="http://schemas.openxmlformats.org/drawingml/2006/main">
              <a:ext uri="{FF2B5EF4-FFF2-40B4-BE49-F238E27FC236}">
                <a16:creationId xmlns:a16="http://schemas.microsoft.com/office/drawing/2014/main" id="{B6E2A702-2ACC-40C2-ABBE-4A39E2DC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同一范围内，量化误差上界减小。</a:t>
            </a:r>
          </a:p>
        </p:txBody>
      </p:sp>
    </p:spTree>
    <p:extLst>
      <p:ext uri="{BB962C8B-B14F-4D97-AF65-F5344CB8AC3E}">
        <p14:creationId xmlns:p14="http://schemas.microsoft.com/office/powerpoint/2010/main" val="176255990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F37E8A86-2FE7-4867-8FC6-F238533C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A34CCCB-4926-417E-8CB9-B99BD570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3151FB6-26B7-47B1-8614-50F770A1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量化位数加倍，等级也只加倍吗？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F24BF31F-CC1A-48B4-A7BF-05B67EC7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2bit、4bit、8bit各有多少个码字？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9798B5BE-0BC1-44F0-A896-10892795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16bit最多能区分多少个等级？</a:t>
            </a:r>
          </a:p>
        </p:txBody>
      </p:sp>
    </p:spTree>
    <p:extLst>
      <p:ext uri="{BB962C8B-B14F-4D97-AF65-F5344CB8AC3E}">
        <p14:creationId xmlns:p14="http://schemas.microsoft.com/office/powerpoint/2010/main" val="125147974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F37E8A86-2FE7-4867-8FC6-F238533C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A34CCCB-4926-417E-8CB9-B99BD570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3151FB6-26B7-47B1-8614-50F770A1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量化位数加倍，等级也只加倍吗？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F24BF31F-CC1A-48B4-A7BF-05B67EC7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2bit、4bit、8bit各有多少个码字？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9798B5BE-0BC1-44F0-A896-10892795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16bit最多能区分多少个等级？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CB44BD86-2A67-48A7-AE07-0E8A8761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96FB91E6-E4E0-4018-9A7B-50142845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2² = 4；2⁴ = 16；2⁸ = 256。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844A8ADD-98A9-45C8-A952-A28DF5F7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2¹⁶ = 65,536。</a:t>
            </a:r>
          </a:p>
        </p:txBody>
      </p:sp>
      <p:sp>
        <p:nvSpPr>
          <p:cNvPr id="9" name="answer-2">
            <a:extLst xmlns:a="http://schemas.openxmlformats.org/drawingml/2006/main">
              <a:ext uri="{FF2B5EF4-FFF2-40B4-BE49-F238E27FC236}">
                <a16:creationId xmlns:a16="http://schemas.microsoft.com/office/drawing/2014/main" id="{43F71D81-05CE-4D28-B698-AA41402F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n bit最多表示2ⁿ个等级。</a:t>
            </a:r>
          </a:p>
        </p:txBody>
      </p:sp>
    </p:spTree>
    <p:extLst>
      <p:ext uri="{BB962C8B-B14F-4D97-AF65-F5344CB8AC3E}">
        <p14:creationId xmlns:p14="http://schemas.microsoft.com/office/powerpoint/2010/main" val="125147974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D76E3B00-3F48-4D47-8F81-9E121EA1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F4D8AA9B-2A4B-4A45-A073-724F5EDB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7594314-7FD9-4F18-A432-5353829B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三步分别改变了什么？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DF3C476A-7AC5-4606-8D6C-668CDC78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采样、量化、编码，分别回答哪一个问题？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B34A224F-A244-487F-B5C7-34614569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什么时候读？幅度分多细？怎样写码字？</a:t>
            </a:r>
          </a:p>
        </p:txBody>
      </p:sp>
    </p:spTree>
    <p:extLst>
      <p:ext uri="{BB962C8B-B14F-4D97-AF65-F5344CB8AC3E}">
        <p14:creationId xmlns:p14="http://schemas.microsoft.com/office/powerpoint/2010/main" val="137677872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D76E3B00-3F48-4D47-8F81-9E121EA1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F4D8AA9B-2A4B-4A45-A073-724F5EDB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7594314-7FD9-4F18-A432-5353829B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三步分别改变了什么？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DF3C476A-7AC5-4606-8D6C-668CDC78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采样、量化、编码，分别回答哪一个问题？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B34A224F-A244-487F-B5C7-34614569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什么时候读？幅度分多细？怎样写码字？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FDFC76BB-FFEF-43F4-BAF1-A35CD654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4D9EC388-4B7A-4518-96E9-63ADE2AF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连续电信号 → 采样 → 量化 → 编码 → 数字样本。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3AEFA130-8B58-4F50-9BD7-8D3CBFA7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采样：选时刻；量化：近似幅度；编码：写码字。</a:t>
            </a:r>
          </a:p>
        </p:txBody>
      </p:sp>
      <p:sp>
        <p:nvSpPr>
          <p:cNvPr id="9" name="answer-2">
            <a:extLst xmlns:a="http://schemas.openxmlformats.org/drawingml/2006/main">
              <a:ext uri="{FF2B5EF4-FFF2-40B4-BE49-F238E27FC236}">
                <a16:creationId xmlns:a16="http://schemas.microsoft.com/office/drawing/2014/main" id="{0CB9F1E6-1520-483B-9CA2-2D5C8C97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本课对已有数字音频的重新处理，是计算模拟。</a:t>
            </a:r>
          </a:p>
        </p:txBody>
      </p:sp>
    </p:spTree>
    <p:extLst>
      <p:ext uri="{BB962C8B-B14F-4D97-AF65-F5344CB8AC3E}">
        <p14:creationId xmlns:p14="http://schemas.microsoft.com/office/powerpoint/2010/main" val="137677872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rail">
            <a:extLst xmlns:a="http://schemas.openxmlformats.org/drawingml/2006/main">
              <a:ext uri="{FF2B5EF4-FFF2-40B4-BE49-F238E27FC236}">
                <a16:creationId xmlns:a16="http://schemas.microsoft.com/office/drawing/2014/main" id="{DA15FDDB-991C-4A97-BEAF-7E14434C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99F2247-F494-415E-B995-610DA207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791E8C4-FEA2-42DD-99F0-D9E3C866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左右两路声音，怎样记录？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E0438725-A943-4AB6-AC89-24430426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同采样率、同位数、同样6秒。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9C94AB62-4469-46EF-8F95-D8E82BDA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单声道1路，双声道2路；样本数据量怎样变？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7B88596-2EC3-469C-8E18-869237AF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L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588D431-674F-40B3-A5BA-73585F37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71712AEA-4354-4ADC-9A5F-46985690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52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3D8A3047-D2AF-4EE9-BAD4-3B4D3FED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14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408204A-1A3D-4290-A151-D75FBF24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098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时刻1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1DAB16D3-37A6-4C84-A93D-F90707E0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52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4DB05FBF-9D0C-4DED-A30A-23A59F6D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14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C051753-6339-4285-B348-D14445A4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98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时刻2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2417FE48-1C0A-4CBF-A13D-2FD6AF65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52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1BA85E6F-0A7C-4BA9-BBDE-B9F9443F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F85A1C0-915A-4F04-BFD9-F4C4DDA2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98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时刻3</a:t>
            </a:r>
          </a:p>
        </p:txBody>
      </p:sp>
    </p:spTree>
    <p:extLst>
      <p:ext uri="{BB962C8B-B14F-4D97-AF65-F5344CB8AC3E}">
        <p14:creationId xmlns:p14="http://schemas.microsoft.com/office/powerpoint/2010/main" val="2115384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rail">
            <a:extLst xmlns:a="http://schemas.openxmlformats.org/drawingml/2006/main">
              <a:ext uri="{FF2B5EF4-FFF2-40B4-BE49-F238E27FC236}">
                <a16:creationId xmlns:a16="http://schemas.microsoft.com/office/drawing/2014/main" id="{DA15FDDB-991C-4A97-BEAF-7E14434C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99F2247-F494-415E-B995-610DA207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791E8C4-FEA2-42DD-99F0-D9E3C866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左右两路声音，怎样记录？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E0438725-A943-4AB6-AC89-24430426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同采样率、同位数、同样6秒。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9C94AB62-4469-46EF-8F95-D8E82BDA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单声道1路，双声道2路；样本数据量怎样变？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7B88596-2EC3-469C-8E18-869237AF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L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588D431-674F-40B3-A5BA-73585F37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71712AEA-4354-4ADC-9A5F-46985690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52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3D8A3047-D2AF-4EE9-BAD4-3B4D3FED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14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408204A-1A3D-4290-A151-D75FBF24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098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时刻1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1DAB16D3-37A6-4C84-A93D-F90707E0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52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4DB05FBF-9D0C-4DED-A30A-23A59F6D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14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C051753-6339-4285-B348-D14445A4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98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时刻2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2417FE48-1C0A-4CBF-A13D-2FD6AF65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52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1BA85E6F-0A7C-4BA9-BBDE-B9F9443F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F85A1C0-915A-4F04-BFD9-F4C4DDA2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98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时刻3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4AB4CC3-1FF8-41C9-ABAE-6F76BAD6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419475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L1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10A30BA-8A78-4373-8831-B0EB530C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181475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R1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CC2C15E-EBD1-4107-9594-ABE22F3A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419475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L2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D4C24DF-E871-4368-B791-5937BCF6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181475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R2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944C735-C24B-4EFB-8F81-DBEDE178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19475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L3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C2F4CB0-4D5D-4523-BD7B-CF4D7EB7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181475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R3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9398624-5E0C-46AF-B6C1-C04833AC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双声道记录左、右各1个样本。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DA0DCE3-E6EE-4CD4-B769-5DF4D0F1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同参数同长度：双声道样本数据量为2倍。</a:t>
            </a:r>
          </a:p>
        </p:txBody>
      </p:sp>
    </p:spTree>
    <p:extLst>
      <p:ext uri="{BB962C8B-B14F-4D97-AF65-F5344CB8AC3E}">
        <p14:creationId xmlns:p14="http://schemas.microsoft.com/office/powerpoint/2010/main" val="2115384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6831291F-B895-420D-9AB0-B6A52E61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1DA6CB2-72A6-4403-836F-5EBF70B4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9826ED6-4648-48C5-8449-42ED7ACB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未压缩PCM WAV保存了什么？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1B68A2AC-6006-4A0B-9898-D3753978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要让别人读懂并播放这些样本，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F6254054-154A-4253-8FC1-AD45274E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文件除了样本，还需要记录什么？</a:t>
            </a:r>
          </a:p>
        </p:txBody>
      </p:sp>
    </p:spTree>
    <p:extLst>
      <p:ext uri="{BB962C8B-B14F-4D97-AF65-F5344CB8AC3E}">
        <p14:creationId xmlns:p14="http://schemas.microsoft.com/office/powerpoint/2010/main" val="67397605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6831291F-B895-420D-9AB0-B6A52E61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1DA6CB2-72A6-4403-836F-5EBF70B4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9826ED6-4648-48C5-8449-42ED7ACB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未压缩PCM WAV保存了什么？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1B68A2AC-6006-4A0B-9898-D3753978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要让别人读懂并播放这些样本，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F6254054-154A-4253-8FC1-AD45274E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文件除了样本，还需要记录什么？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E23F64D2-A940-4835-B13B-E2C43B89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EEE35CF2-4792-4917-AF09-F89C6E6A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格式参数：采样率、位数、声道等。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739F7204-6A8D-42DF-A2A9-7589DC09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样本数据：按约定排列的PCM数值。</a:t>
            </a:r>
          </a:p>
        </p:txBody>
      </p:sp>
      <p:sp>
        <p:nvSpPr>
          <p:cNvPr id="9" name="answer-2">
            <a:extLst xmlns:a="http://schemas.openxmlformats.org/drawingml/2006/main">
              <a:ext uri="{FF2B5EF4-FFF2-40B4-BE49-F238E27FC236}">
                <a16:creationId xmlns:a16="http://schemas.microsoft.com/office/drawing/2014/main" id="{F9F5715F-2377-4E42-94AC-52D102D2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本课WAV以未压缩整数PCM保存样本。</a:t>
            </a:r>
          </a:p>
        </p:txBody>
      </p:sp>
      <p:sp>
        <p:nvSpPr>
          <p:cNvPr id="10" name="answer-3">
            <a:extLst xmlns:a="http://schemas.openxmlformats.org/drawingml/2006/main">
              <a:ext uri="{FF2B5EF4-FFF2-40B4-BE49-F238E27FC236}">
                <a16:creationId xmlns:a16="http://schemas.microsoft.com/office/drawing/2014/main" id="{D9199CB2-1DD1-4A50-9507-A0A6A94B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未压缩不等于没有采样／量化误差。</a:t>
            </a:r>
          </a:p>
        </p:txBody>
      </p:sp>
    </p:spTree>
    <p:extLst>
      <p:ext uri="{BB962C8B-B14F-4D97-AF65-F5344CB8AC3E}">
        <p14:creationId xmlns:p14="http://schemas.microsoft.com/office/powerpoint/2010/main" val="67397605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30EEE2E7-0AB9-46A0-971D-76252F9C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19DCD9B-7BFB-4B49-AC23-F387FF63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F445717-071B-4E6A-B038-46CD1E5A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怎样从样本数推导数据量？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A4FD2316-2EFD-423A-9170-17924B92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每秒每声道fs个样本，录音t秒。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B26E5A95-EC64-4A25-ABD0-3BA6D28D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每样本n bit，共C个声道。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E95FAD5E-5AE6-48A5-B449-569EE1B5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先数样本，再换算成B。</a:t>
            </a:r>
          </a:p>
        </p:txBody>
      </p:sp>
    </p:spTree>
    <p:extLst>
      <p:ext uri="{BB962C8B-B14F-4D97-AF65-F5344CB8AC3E}">
        <p14:creationId xmlns:p14="http://schemas.microsoft.com/office/powerpoint/2010/main" val="204692938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30EEE2E7-0AB9-46A0-971D-76252F9C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19DCD9B-7BFB-4B49-AC23-F387FF63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F445717-071B-4E6A-B038-46CD1E5A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怎样从样本数推导数据量？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A4FD2316-2EFD-423A-9170-17924B92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每秒每声道fs个样本，录音t秒。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B26E5A95-EC64-4A25-ABD0-3BA6D28D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每样本n bit，共C个声道。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E95FAD5E-5AE6-48A5-B449-569EE1B5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先数样本，再换算成B。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681B18B5-7922-4285-916F-8BEFE05B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answer-0">
            <a:extLst xmlns:a="http://schemas.openxmlformats.org/drawingml/2006/main">
              <a:ext uri="{FF2B5EF4-FFF2-40B4-BE49-F238E27FC236}">
                <a16:creationId xmlns:a16="http://schemas.microsoft.com/office/drawing/2014/main" id="{D82C5C4C-41CA-4477-8A46-A5F63B9A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样本总数 = fs × t × C。</a:t>
            </a:r>
          </a:p>
        </p:txBody>
      </p:sp>
      <p:sp>
        <p:nvSpPr>
          <p:cNvPr id="9" name="answer-1">
            <a:extLst xmlns:a="http://schemas.openxmlformats.org/drawingml/2006/main">
              <a:ext uri="{FF2B5EF4-FFF2-40B4-BE49-F238E27FC236}">
                <a16:creationId xmlns:a16="http://schemas.microsoft.com/office/drawing/2014/main" id="{07CAFFFC-97DE-4D99-8FD1-784CC3A7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样本数据量（B）= fs × t × n × C ÷ 8。</a:t>
            </a:r>
          </a:p>
        </p:txBody>
      </p:sp>
      <p:sp>
        <p:nvSpPr>
          <p:cNvPr id="10" name="answer-2">
            <a:extLst xmlns:a="http://schemas.openxmlformats.org/drawingml/2006/main">
              <a:ext uri="{FF2B5EF4-FFF2-40B4-BE49-F238E27FC236}">
                <a16:creationId xmlns:a16="http://schemas.microsoft.com/office/drawing/2014/main" id="{E9210609-5B75-4291-8A2B-5B97A085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采样率用Hz；时长用秒；n为实际存储位数。</a:t>
            </a:r>
          </a:p>
        </p:txBody>
      </p:sp>
    </p:spTree>
    <p:extLst>
      <p:ext uri="{BB962C8B-B14F-4D97-AF65-F5344CB8AC3E}">
        <p14:creationId xmlns:p14="http://schemas.microsoft.com/office/powerpoint/2010/main" val="204692938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7481F995-5617-4E2D-969D-19354C94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75D0F34-2BE3-41FC-8A52-D9ADDD4D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101F534-D37C-4080-BC6F-60D29868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一分钟双声道PCM有多大？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F0142AC3-604E-41B9-BCA4-D8387195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44.1kHz、16bit、双声道，录音1分钟。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B7A9BE80-6F71-44CE-AFFA-7732E23E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求样本数据量（B）；换算MiB列式即可。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5968BAF3-2D17-4D41-B2E9-D9DA76A3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MiB = 1,048,576 B。</a:t>
            </a:r>
          </a:p>
        </p:txBody>
      </p:sp>
    </p:spTree>
    <p:extLst>
      <p:ext uri="{BB962C8B-B14F-4D97-AF65-F5344CB8AC3E}">
        <p14:creationId xmlns:p14="http://schemas.microsoft.com/office/powerpoint/2010/main" val="133849047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7481F995-5617-4E2D-969D-19354C94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75D0F34-2BE3-41FC-8A52-D9ADDD4D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101F534-D37C-4080-BC6F-60D29868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一分钟双声道PCM有多大？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F0142AC3-604E-41B9-BCA4-D8387195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44.1kHz、16bit、双声道，录音1分钟。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B7A9BE80-6F71-44CE-AFFA-7732E23E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求样本数据量（B）；换算MiB列式即可。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5968BAF3-2D17-4D41-B2E9-D9DA76A3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MiB = 1,048,576 B。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4DE4D4B2-0E89-435D-9A82-CF0581E4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answer-0">
            <a:extLst xmlns:a="http://schemas.openxmlformats.org/drawingml/2006/main">
              <a:ext uri="{FF2B5EF4-FFF2-40B4-BE49-F238E27FC236}">
                <a16:creationId xmlns:a16="http://schemas.microsoft.com/office/drawing/2014/main" id="{7EF4EDC7-A26E-46FA-8F52-601931A3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44,100 × 60 × 16 × 2 ÷ 8 = 10,584,000 B。</a:t>
            </a:r>
          </a:p>
        </p:txBody>
      </p:sp>
      <p:sp>
        <p:nvSpPr>
          <p:cNvPr id="9" name="answer-1">
            <a:extLst xmlns:a="http://schemas.openxmlformats.org/drawingml/2006/main">
              <a:ext uri="{FF2B5EF4-FFF2-40B4-BE49-F238E27FC236}">
                <a16:creationId xmlns:a16="http://schemas.microsoft.com/office/drawing/2014/main" id="{26A8BC03-1050-424C-87D2-397D5D82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10,584,000 ÷ 1,048,576 ≈ 10.09 MiB。</a:t>
            </a:r>
          </a:p>
        </p:txBody>
      </p:sp>
      <p:sp>
        <p:nvSpPr>
          <p:cNvPr id="10" name="answer-2">
            <a:extLst xmlns:a="http://schemas.openxmlformats.org/drawingml/2006/main">
              <a:ext uri="{FF2B5EF4-FFF2-40B4-BE49-F238E27FC236}">
                <a16:creationId xmlns:a16="http://schemas.microsoft.com/office/drawing/2014/main" id="{D069D1CA-2547-4E25-8B33-6B7D932E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同参数改单声道，样本数据量减半。</a:t>
            </a:r>
          </a:p>
        </p:txBody>
      </p:sp>
    </p:spTree>
    <p:extLst>
      <p:ext uri="{BB962C8B-B14F-4D97-AF65-F5344CB8AC3E}">
        <p14:creationId xmlns:p14="http://schemas.microsoft.com/office/powerpoint/2010/main" val="133849047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361F875C-E42B-43C2-BEFB-4311CBC3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BABA939-1A2F-4A9A-B7E8-D4DE8D86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052D6D5-9E67-4E63-859E-7680F7A0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算出32000B，文件一定也是32000B吗？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2A5BDF91-F8AE-4DAD-B231-5AD71C34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实际样例：8kHz、2秒、16bit、单声道PCM WAV。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8DE625E9-D497-435F-90ED-D3709372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公式得到32,000B。完整文件会一样大吗？</a:t>
            </a:r>
          </a:p>
        </p:txBody>
      </p:sp>
    </p:spTree>
    <p:extLst>
      <p:ext uri="{BB962C8B-B14F-4D97-AF65-F5344CB8AC3E}">
        <p14:creationId xmlns:p14="http://schemas.microsoft.com/office/powerpoint/2010/main" val="176728364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361F875C-E42B-43C2-BEFB-4311CBC3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BABA939-1A2F-4A9A-B7E8-D4DE8D86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052D6D5-9E67-4E63-859E-7680F7A0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算出32000B，文件一定也是32000B吗？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2A5BDF91-F8AE-4DAD-B231-5AD71C34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实际样例：8kHz、2秒、16bit、单声道PCM WAV。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8DE625E9-D497-435F-90ED-D3709372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公式得到32,000B。完整文件会一样大吗？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746F882A-A0E0-4BD0-AA0D-2B559C55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96BC364A-0607-42D7-BBC6-64C5789F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读取样本：16,000个；样本数据32,000B。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A28B2197-FFEE-430F-B608-B5C1B4BA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本课文件：32,044B，另有44B结构信息。</a:t>
            </a:r>
          </a:p>
        </p:txBody>
      </p:sp>
      <p:sp>
        <p:nvSpPr>
          <p:cNvPr id="9" name="answer-2">
            <a:extLst xmlns:a="http://schemas.openxmlformats.org/drawingml/2006/main">
              <a:ext uri="{FF2B5EF4-FFF2-40B4-BE49-F238E27FC236}">
                <a16:creationId xmlns:a16="http://schemas.microsoft.com/office/drawing/2014/main" id="{D93512FB-F269-43D7-83C8-D8E22BF8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公式计算样本数据量，不是完整文件大小。</a:t>
            </a:r>
          </a:p>
        </p:txBody>
      </p:sp>
    </p:spTree>
    <p:extLst>
      <p:ext uri="{BB962C8B-B14F-4D97-AF65-F5344CB8AC3E}">
        <p14:creationId xmlns:p14="http://schemas.microsoft.com/office/powerpoint/2010/main" val="176728364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56248C73-1ED0-46D7-B61F-2F3CE515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F3935A04-5A8A-4D9E-9B92-0FAA33C2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1995CCB-931C-4223-94A8-A9106C4D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只有64KiB，哪种方案满足要求？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D2E41147-9468-4EE9-A315-0E2C1FE0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带限信号最高频率6kHz；记录2秒。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4B9AED29-7282-4E63-8E8A-0E8B8753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16bit、单声道；上限64KiB = 65,536B（仅样本数据）。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8F2057BB-6302-4B58-967D-63C97B4E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候选采样率：8k、16k、24kHz。逐项检查两个条件。</a:t>
            </a:r>
          </a:p>
        </p:txBody>
      </p:sp>
    </p:spTree>
    <p:extLst>
      <p:ext uri="{BB962C8B-B14F-4D97-AF65-F5344CB8AC3E}">
        <p14:creationId xmlns:p14="http://schemas.microsoft.com/office/powerpoint/2010/main" val="77512884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56248C73-1ED0-46D7-B61F-2F3CE515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F3935A04-5A8A-4D9E-9B92-0FAA33C2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1995CCB-931C-4223-94A8-A9106C4D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只有64KiB，哪种方案满足要求？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D2E41147-9468-4EE9-A315-0E2C1FE0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带限信号最高频率6kHz；记录2秒。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4B9AED29-7282-4E63-8E8A-0E8B8753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16bit、单声道；上限64KiB = 65,536B（仅样本数据）。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8F2057BB-6302-4B58-967D-63C97B4E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候选采样率：8k、16k、24kHz。逐项检查两个条件。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DA258C8F-E048-452B-88C8-0622930D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answer-0">
            <a:extLst xmlns:a="http://schemas.openxmlformats.org/drawingml/2006/main">
              <a:ext uri="{FF2B5EF4-FFF2-40B4-BE49-F238E27FC236}">
                <a16:creationId xmlns:a16="http://schemas.microsoft.com/office/drawing/2014/main" id="{DACAFE83-DA67-41E9-B28D-95B32B47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8kHz：32,000B，容量够；频率条件不满足。</a:t>
            </a:r>
          </a:p>
        </p:txBody>
      </p:sp>
      <p:sp>
        <p:nvSpPr>
          <p:cNvPr id="9" name="answer-1">
            <a:extLst xmlns:a="http://schemas.openxmlformats.org/drawingml/2006/main">
              <a:ext uri="{FF2B5EF4-FFF2-40B4-BE49-F238E27FC236}">
                <a16:creationId xmlns:a16="http://schemas.microsoft.com/office/drawing/2014/main" id="{A28DAE25-1041-452B-86F5-089906E8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16kHz：64,000B，两项满足。</a:t>
            </a:r>
          </a:p>
        </p:txBody>
      </p:sp>
      <p:sp>
        <p:nvSpPr>
          <p:cNvPr id="10" name="answer-2">
            <a:extLst xmlns:a="http://schemas.openxmlformats.org/drawingml/2006/main">
              <a:ext uri="{FF2B5EF4-FFF2-40B4-BE49-F238E27FC236}">
                <a16:creationId xmlns:a16="http://schemas.microsoft.com/office/drawing/2014/main" id="{D13A3A9F-2191-4374-9A52-07E14005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24kHz：96,000B，超出65,536B。</a:t>
            </a:r>
          </a:p>
        </p:txBody>
      </p:sp>
    </p:spTree>
    <p:extLst>
      <p:ext uri="{BB962C8B-B14F-4D97-AF65-F5344CB8AC3E}">
        <p14:creationId xmlns:p14="http://schemas.microsoft.com/office/powerpoint/2010/main" val="77512884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872DCFE5-250C-4692-95CC-6F3ADB5C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6DEF2DB-6111-4ED7-BBD3-F8F16154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3A080C3-A748-4154-A8C0-AA94E12E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哪些说法需要修改？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F0853851-1F3B-483C-9829-3B23BE71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8kHz采样，声音自身频率就是8kHz。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9B969421-A677-46EB-BCA7-F5E50D1E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② 16bit量化只有16个等级。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2F4C43D6-2D7E-4E70-B2E9-873C14FC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③ 所有WAV都未压缩，公式算出完整文件大小。</a:t>
            </a:r>
          </a:p>
        </p:txBody>
      </p:sp>
    </p:spTree>
    <p:extLst>
      <p:ext uri="{BB962C8B-B14F-4D97-AF65-F5344CB8AC3E}">
        <p14:creationId xmlns:p14="http://schemas.microsoft.com/office/powerpoint/2010/main" val="101475454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872DCFE5-250C-4692-95CC-6F3ADB5C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6DEF2DB-6111-4ED7-BBD3-F8F16154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3A080C3-A748-4154-A8C0-AA94E12E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哪些说法需要修改？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F0853851-1F3B-483C-9829-3B23BE71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8kHz采样，声音自身频率就是8kHz。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9B969421-A677-46EB-BCA7-F5E50D1E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② 16bit量化只有16个等级。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2F4C43D6-2D7E-4E70-B2E9-873C14FC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③ 所有WAV都未压缩，公式算出完整文件大小。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B3D988F4-7515-4DE6-A056-185EF196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answer-0">
            <a:extLst xmlns:a="http://schemas.openxmlformats.org/drawingml/2006/main">
              <a:ext uri="{FF2B5EF4-FFF2-40B4-BE49-F238E27FC236}">
                <a16:creationId xmlns:a16="http://schemas.microsoft.com/office/drawing/2014/main" id="{D7C1EDAA-B2F5-47DB-9D56-2741B161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① 采样率数记录次数；声音频率数振动次数。</a:t>
            </a:r>
          </a:p>
        </p:txBody>
      </p:sp>
      <p:sp>
        <p:nvSpPr>
          <p:cNvPr id="9" name="answer-1">
            <a:extLst xmlns:a="http://schemas.openxmlformats.org/drawingml/2006/main">
              <a:ext uri="{FF2B5EF4-FFF2-40B4-BE49-F238E27FC236}">
                <a16:creationId xmlns:a16="http://schemas.microsoft.com/office/drawing/2014/main" id="{FB1A3592-5BED-49A7-AD82-224BB7D3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② 16bit最多表示65,536个等级。</a:t>
            </a:r>
          </a:p>
        </p:txBody>
      </p:sp>
      <p:sp>
        <p:nvSpPr>
          <p:cNvPr id="10" name="answer-2">
            <a:extLst xmlns:a="http://schemas.openxmlformats.org/drawingml/2006/main">
              <a:ext uri="{FF2B5EF4-FFF2-40B4-BE49-F238E27FC236}">
                <a16:creationId xmlns:a16="http://schemas.microsoft.com/office/drawing/2014/main" id="{5588BD84-3CF2-4C0B-BCDF-4D8DFB6C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③ WAV不一定未压缩；公式只计样本数据。</a:t>
            </a:r>
          </a:p>
        </p:txBody>
      </p:sp>
    </p:spTree>
    <p:extLst>
      <p:ext uri="{BB962C8B-B14F-4D97-AF65-F5344CB8AC3E}">
        <p14:creationId xmlns:p14="http://schemas.microsoft.com/office/powerpoint/2010/main" val="101475454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10B09C5C-2F3B-4984-8C21-420F7699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F8C077B-CBB3-48D3-A544-13F2346E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F27F508-750D-4587-BD1C-E1132E48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课后练习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43BBA46-1046-471E-9837-8202FFB4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 22.05kHz、16bit、单声道，10秒有多少B样本数据？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11FE446-63A5-478A-B6E2-BA8636FA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2. 4bit改为8bit，等级数变成原来的几倍？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10849B4-D4D6-40E0-93DD-DBBFB135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3. 8kHz录音转为48kHz，能恢复未记录的6kHz吗？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B552B74-D5D2-4AE6-9DCC-3E91F50C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计算写出单位；解释写出条件。</a:t>
            </a:r>
          </a:p>
        </p:txBody>
      </p:sp>
    </p:spTree>
    <p:extLst>
      <p:ext uri="{BB962C8B-B14F-4D97-AF65-F5344CB8AC3E}">
        <p14:creationId xmlns:p14="http://schemas.microsoft.com/office/powerpoint/2010/main" val="1450348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libaba PuHuiTi 3.0 115 Black"/>
        <a:ea typeface="Alibaba PuHuiTi 3.0 115 Black"/>
        <a:cs typeface="Alibaba PuHuiTi 3.0 115 Black"/>
      </a:majorFont>
      <a:minorFont>
        <a:latin typeface="Alibaba PuHuiTi 3.0 55 Regular"/>
        <a:ea typeface="Alibaba PuHuiTi 3.0 55 Regular"/>
        <a:cs typeface="Alibaba PuHuiTi 3.0 55 Regular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2026-09-30T22:40:23.2330000Z</dcterms:created>
  <dcterms:modified xsi:type="dcterms:W3CDTF">2026-09-30T22:40:23.2330000Z</dcterms:modified>
</coreProperties>
</file>