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d9c96f5f804028" /><Relationship Type="http://schemas.openxmlformats.org/officeDocument/2006/relationships/extended-properties" Target="/docProps/app.xml" Id="Rc747314b33dd417e" /><Relationship Type="http://schemas.openxmlformats.org/officeDocument/2006/relationships/officeDocument" Target="/ppt/presentation.xml" Id="R653cb3dfbee944d9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0de5e290f6704d51"/>
  </p:sldMasterIdLst>
  <p:notesMasterIdLst>
    <p:notesMasterId r:id="R77cffa0e79234f8d"/>
  </p:notesMasterIdLst>
  <p:sldIdLst>
    <p:sldId id="256" r:id="R30104fc5e87e4af7"/>
    <p:sldId id="257" r:id="Re6bf45f6ead842f8"/>
    <p:sldId id="258" r:id="Re24170fb617948a7"/>
    <p:sldId id="259" r:id="Rf5cd67c947a74af6"/>
    <p:sldId id="260" r:id="R7f9fd11a28d14e25"/>
    <p:sldId id="261" r:id="Rdacb64a334494235"/>
    <p:sldId id="262" r:id="R9ceaa4351d3e4f14"/>
    <p:sldId id="263" r:id="Rca966736f379433c"/>
    <p:sldId id="264" r:id="R0c18a16dab704537"/>
    <p:sldId id="265" r:id="Rc1e560a12f494585"/>
    <p:sldId id="266" r:id="Rc298b5eb7d944e7e"/>
    <p:sldId id="267" r:id="Rcbcff32d73c84fb3"/>
    <p:sldId id="268" r:id="R8230c15e5ed244b5"/>
    <p:sldId id="269" r:id="R1d55b028bf714c45"/>
    <p:sldId id="270" r:id="R8169ebb96ab14971"/>
    <p:sldId id="271" r:id="Ra79bfe577f56482a"/>
    <p:sldId id="272" r:id="Rbd2b6790c3a7455a"/>
    <p:sldId id="273" r:id="R8a89b332cc714072"/>
    <p:sldId id="274" r:id="R2cc943bf2ba24c83"/>
    <p:sldId id="275" r:id="R6df2e96624914bc9"/>
    <p:sldId id="276" r:id="R40609c19867748d1"/>
    <p:sldId id="277" r:id="R344e274033804037"/>
    <p:sldId id="278" r:id="R17e65748f9084bb0"/>
    <p:sldId id="279" r:id="R28c2d4ef5b69481c"/>
    <p:sldId id="280" r:id="R4d2a27baec054ccb"/>
    <p:sldId id="281" r:id="R8b141fb4f53743d1"/>
    <p:sldId id="282" r:id="R80a5ac4065cd4a9c"/>
    <p:sldId id="283" r:id="R2623439cd34942a3"/>
    <p:sldId id="284" r:id="R68210f35e144479e"/>
    <p:sldId id="285" r:id="R937780a960c241ca"/>
    <p:sldId id="286" r:id="Re666498433d24b25"/>
    <p:sldId id="287" r:id="R2755e50f2f854c3a"/>
    <p:sldId id="288" r:id="R3c6cd1a3112f40f5"/>
    <p:sldId id="289" r:id="Rdd6417d5625340e9"/>
    <p:sldId id="290" r:id="Rf6e014dc8e124b6b"/>
    <p:sldId id="291" r:id="Ra617a7c12f9d49d6"/>
    <p:sldId id="292" r:id="Rb2fa99247f15432d"/>
    <p:sldId id="293" r:id="R7b8cb8b920704b25"/>
    <p:sldId id="294" r:id="R84c09d2a3eff4ba5"/>
    <p:sldId id="295" r:id="R6cbc6171a33c46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27135433a04844" /><Relationship Type="http://schemas.openxmlformats.org/officeDocument/2006/relationships/slideMaster" Target="/ppt/slideMasters/slideMaster1.xml" Id="R0de5e290f6704d51" /><Relationship Type="http://schemas.openxmlformats.org/officeDocument/2006/relationships/notesMaster" Target="/ppt/notesMasters/notesMaster1.xml" Id="R77cffa0e79234f8d" /><Relationship Type="http://schemas.openxmlformats.org/officeDocument/2006/relationships/presProps" Target="/ppt/presProps.xml" Id="R025a7174e2da4e53" /><Relationship Type="http://schemas.openxmlformats.org/officeDocument/2006/relationships/tableStyles" Target="/ppt/tableStyles.xml" Id="R91a0876d27204c69" /><Relationship Type="http://schemas.openxmlformats.org/officeDocument/2006/relationships/slide" Target="/ppt/slides/slide1.xml" Id="R30104fc5e87e4af7" /><Relationship Type="http://schemas.openxmlformats.org/officeDocument/2006/relationships/slide" Target="/ppt/slides/slide2.xml" Id="Re6bf45f6ead842f8" /><Relationship Type="http://schemas.openxmlformats.org/officeDocument/2006/relationships/slide" Target="/ppt/slides/slide3.xml" Id="Re24170fb617948a7" /><Relationship Type="http://schemas.openxmlformats.org/officeDocument/2006/relationships/slide" Target="/ppt/slides/slide4.xml" Id="Rf5cd67c947a74af6" /><Relationship Type="http://schemas.openxmlformats.org/officeDocument/2006/relationships/slide" Target="/ppt/slides/slide5.xml" Id="R7f9fd11a28d14e25" /><Relationship Type="http://schemas.openxmlformats.org/officeDocument/2006/relationships/slide" Target="/ppt/slides/slide6.xml" Id="Rdacb64a334494235" /><Relationship Type="http://schemas.openxmlformats.org/officeDocument/2006/relationships/slide" Target="/ppt/slides/slide7.xml" Id="R9ceaa4351d3e4f14" /><Relationship Type="http://schemas.openxmlformats.org/officeDocument/2006/relationships/slide" Target="/ppt/slides/slide8.xml" Id="Rca966736f379433c" /><Relationship Type="http://schemas.openxmlformats.org/officeDocument/2006/relationships/slide" Target="/ppt/slides/slide9.xml" Id="R0c18a16dab704537" /><Relationship Type="http://schemas.openxmlformats.org/officeDocument/2006/relationships/slide" Target="/ppt/slides/slide10.xml" Id="Rc1e560a12f494585" /><Relationship Type="http://schemas.openxmlformats.org/officeDocument/2006/relationships/slide" Target="/ppt/slides/slide11.xml" Id="Rc298b5eb7d944e7e" /><Relationship Type="http://schemas.openxmlformats.org/officeDocument/2006/relationships/slide" Target="/ppt/slides/slide12.xml" Id="Rcbcff32d73c84fb3" /><Relationship Type="http://schemas.openxmlformats.org/officeDocument/2006/relationships/slide" Target="/ppt/slides/slide13.xml" Id="R8230c15e5ed244b5" /><Relationship Type="http://schemas.openxmlformats.org/officeDocument/2006/relationships/slide" Target="/ppt/slides/slide14.xml" Id="R1d55b028bf714c45" /><Relationship Type="http://schemas.openxmlformats.org/officeDocument/2006/relationships/slide" Target="/ppt/slides/slide15.xml" Id="R8169ebb96ab14971" /><Relationship Type="http://schemas.openxmlformats.org/officeDocument/2006/relationships/slide" Target="/ppt/slides/slide16.xml" Id="Ra79bfe577f56482a" /><Relationship Type="http://schemas.openxmlformats.org/officeDocument/2006/relationships/slide" Target="/ppt/slides/slide17.xml" Id="Rbd2b6790c3a7455a" /><Relationship Type="http://schemas.openxmlformats.org/officeDocument/2006/relationships/slide" Target="/ppt/slides/slide18.xml" Id="R8a89b332cc714072" /><Relationship Type="http://schemas.openxmlformats.org/officeDocument/2006/relationships/slide" Target="/ppt/slides/slide19.xml" Id="R2cc943bf2ba24c83" /><Relationship Type="http://schemas.openxmlformats.org/officeDocument/2006/relationships/slide" Target="/ppt/slides/slide20.xml" Id="R6df2e96624914bc9" /><Relationship Type="http://schemas.openxmlformats.org/officeDocument/2006/relationships/slide" Target="/ppt/slides/slide21.xml" Id="R40609c19867748d1" /><Relationship Type="http://schemas.openxmlformats.org/officeDocument/2006/relationships/slide" Target="/ppt/slides/slide22.xml" Id="R344e274033804037" /><Relationship Type="http://schemas.openxmlformats.org/officeDocument/2006/relationships/slide" Target="/ppt/slides/slide23.xml" Id="R17e65748f9084bb0" /><Relationship Type="http://schemas.openxmlformats.org/officeDocument/2006/relationships/slide" Target="/ppt/slides/slide24.xml" Id="R28c2d4ef5b69481c" /><Relationship Type="http://schemas.openxmlformats.org/officeDocument/2006/relationships/slide" Target="/ppt/slides/slide25.xml" Id="R4d2a27baec054ccb" /><Relationship Type="http://schemas.openxmlformats.org/officeDocument/2006/relationships/slide" Target="/ppt/slides/slide26.xml" Id="R8b141fb4f53743d1" /><Relationship Type="http://schemas.openxmlformats.org/officeDocument/2006/relationships/slide" Target="/ppt/slides/slide27.xml" Id="R80a5ac4065cd4a9c" /><Relationship Type="http://schemas.openxmlformats.org/officeDocument/2006/relationships/slide" Target="/ppt/slides/slide28.xml" Id="R2623439cd34942a3" /><Relationship Type="http://schemas.openxmlformats.org/officeDocument/2006/relationships/slide" Target="/ppt/slides/slide29.xml" Id="R68210f35e144479e" /><Relationship Type="http://schemas.openxmlformats.org/officeDocument/2006/relationships/slide" Target="/ppt/slides/slide30.xml" Id="R937780a960c241ca" /><Relationship Type="http://schemas.openxmlformats.org/officeDocument/2006/relationships/slide" Target="/ppt/slides/slide31.xml" Id="Re666498433d24b25" /><Relationship Type="http://schemas.openxmlformats.org/officeDocument/2006/relationships/slide" Target="/ppt/slides/slide32.xml" Id="R2755e50f2f854c3a" /><Relationship Type="http://schemas.openxmlformats.org/officeDocument/2006/relationships/slide" Target="/ppt/slides/slide33.xml" Id="R3c6cd1a3112f40f5" /><Relationship Type="http://schemas.openxmlformats.org/officeDocument/2006/relationships/slide" Target="/ppt/slides/slide34.xml" Id="Rdd6417d5625340e9" /><Relationship Type="http://schemas.openxmlformats.org/officeDocument/2006/relationships/slide" Target="/ppt/slides/slide35.xml" Id="Rf6e014dc8e124b6b" /><Relationship Type="http://schemas.openxmlformats.org/officeDocument/2006/relationships/slide" Target="/ppt/slides/slide36.xml" Id="Ra617a7c12f9d49d6" /><Relationship Type="http://schemas.openxmlformats.org/officeDocument/2006/relationships/slide" Target="/ppt/slides/slide37.xml" Id="Rb2fa99247f15432d" /><Relationship Type="http://schemas.openxmlformats.org/officeDocument/2006/relationships/slide" Target="/ppt/slides/slide38.xml" Id="R7b8cb8b920704b25" /><Relationship Type="http://schemas.openxmlformats.org/officeDocument/2006/relationships/slide" Target="/ppt/slides/slide39.xml" Id="R84c09d2a3eff4ba5" /><Relationship Type="http://schemas.openxmlformats.org/officeDocument/2006/relationships/slide" Target="/ppt/slides/slide40.xml" Id="R6cbc6171a33c46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8ee9c38c4f49ed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latin typeface="Alibaba PuHuiTi 3.0 55 Regular"/>
        <a:ea typeface="Alibaba PuHuiTi 3.0 55 Regular"/>
        <a:cs typeface="Alibaba PuHuiTi 3.0 55 Regular"/>
      </a:defRPr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91b8087cf04fcc" /><Relationship Type="http://schemas.openxmlformats.org/officeDocument/2006/relationships/notesMaster" Target="/ppt/notesMasters/notesMaster1.xml" Id="R74bc43a5721942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74ddaee92e4edb" /><Relationship Type="http://schemas.openxmlformats.org/officeDocument/2006/relationships/notesMaster" Target="/ppt/notesMasters/notesMaster1.xml" Id="R404350d704fd43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01d31ca7cc4dd1" /><Relationship Type="http://schemas.openxmlformats.org/officeDocument/2006/relationships/notesMaster" Target="/ppt/notesMasters/notesMaster1.xml" Id="R98e5cf06d8dd48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36b27b4d04403a" /><Relationship Type="http://schemas.openxmlformats.org/officeDocument/2006/relationships/notesMaster" Target="/ppt/notesMasters/notesMaster1.xml" Id="Rffdb1c286f4241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57dd12480f4731" /><Relationship Type="http://schemas.openxmlformats.org/officeDocument/2006/relationships/notesMaster" Target="/ppt/notesMasters/notesMaster1.xml" Id="R42aac87c87424f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c73f07d59c4734" /><Relationship Type="http://schemas.openxmlformats.org/officeDocument/2006/relationships/notesMaster" Target="/ppt/notesMasters/notesMaster1.xml" Id="R71081fd9f75b46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7093216c5a4ea5" /><Relationship Type="http://schemas.openxmlformats.org/officeDocument/2006/relationships/notesMaster" Target="/ppt/notesMasters/notesMaster1.xml" Id="R48842bb69e3847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c3b0cc95b84acc" /><Relationship Type="http://schemas.openxmlformats.org/officeDocument/2006/relationships/notesMaster" Target="/ppt/notesMasters/notesMaster1.xml" Id="R5553aa74a71848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02c4bb6dad4035" /><Relationship Type="http://schemas.openxmlformats.org/officeDocument/2006/relationships/notesMaster" Target="/ppt/notesMasters/notesMaster1.xml" Id="Rb9f0a8967b034b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d7c23b893c4bdb" /><Relationship Type="http://schemas.openxmlformats.org/officeDocument/2006/relationships/notesMaster" Target="/ppt/notesMasters/notesMaster1.xml" Id="R9f8f7ecf28a044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64add179394fa6" /><Relationship Type="http://schemas.openxmlformats.org/officeDocument/2006/relationships/notesMaster" Target="/ppt/notesMasters/notesMaster1.xml" Id="Rae9e4291299b44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7c7f11dbc14d68" /><Relationship Type="http://schemas.openxmlformats.org/officeDocument/2006/relationships/notesMaster" Target="/ppt/notesMasters/notesMaster1.xml" Id="R7ebd359a48834b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03b0d47e4243a0" /><Relationship Type="http://schemas.openxmlformats.org/officeDocument/2006/relationships/notesMaster" Target="/ppt/notesMasters/notesMaster1.xml" Id="Rb14012f059784c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b9f851929bc4440" /><Relationship Type="http://schemas.openxmlformats.org/officeDocument/2006/relationships/notesMaster" Target="/ppt/notesMasters/notesMaster1.xml" Id="R15d37d51e3f04b4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03762d2fb34363" /><Relationship Type="http://schemas.openxmlformats.org/officeDocument/2006/relationships/notesMaster" Target="/ppt/notesMasters/notesMaster1.xml" Id="Re729e54b0f8e424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2ce47769e454041" /><Relationship Type="http://schemas.openxmlformats.org/officeDocument/2006/relationships/notesMaster" Target="/ppt/notesMasters/notesMaster1.xml" Id="Ra210d8bc78d5407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6d13d198ff34f8b" /><Relationship Type="http://schemas.openxmlformats.org/officeDocument/2006/relationships/notesMaster" Target="/ppt/notesMasters/notesMaster1.xml" Id="Re63672d8e6124e5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1670a51c28b4f72" /><Relationship Type="http://schemas.openxmlformats.org/officeDocument/2006/relationships/notesMaster" Target="/ppt/notesMasters/notesMaster1.xml" Id="Rcfff42e4428246e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6f386965bc74aec" /><Relationship Type="http://schemas.openxmlformats.org/officeDocument/2006/relationships/notesMaster" Target="/ppt/notesMasters/notesMaster1.xml" Id="R8a01d35b1cb54d7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3abf9f92c394db4" /><Relationship Type="http://schemas.openxmlformats.org/officeDocument/2006/relationships/notesMaster" Target="/ppt/notesMasters/notesMaster1.xml" Id="R946578e561124de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1c2f0f9b848436b" /><Relationship Type="http://schemas.openxmlformats.org/officeDocument/2006/relationships/notesMaster" Target="/ppt/notesMasters/notesMaster1.xml" Id="Rff7932ae6f364fb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eb7598eae0343f0" /><Relationship Type="http://schemas.openxmlformats.org/officeDocument/2006/relationships/notesMaster" Target="/ppt/notesMasters/notesMaster1.xml" Id="Rc4f4203926124fe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94ce55db2d241e7" /><Relationship Type="http://schemas.openxmlformats.org/officeDocument/2006/relationships/notesMaster" Target="/ppt/notesMasters/notesMaster1.xml" Id="R004e3ef513f3469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fcaadb996614c51" /><Relationship Type="http://schemas.openxmlformats.org/officeDocument/2006/relationships/notesMaster" Target="/ppt/notesMasters/notesMaster1.xml" Id="R814d7aab0d1643c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a42ddbba88240cc" /><Relationship Type="http://schemas.openxmlformats.org/officeDocument/2006/relationships/notesMaster" Target="/ppt/notesMasters/notesMaster1.xml" Id="R2953f2b59b7645b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b330da8b54b4720" /><Relationship Type="http://schemas.openxmlformats.org/officeDocument/2006/relationships/notesMaster" Target="/ppt/notesMasters/notesMaster1.xml" Id="R1991c7317880498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46db249f0e64fa7" /><Relationship Type="http://schemas.openxmlformats.org/officeDocument/2006/relationships/notesMaster" Target="/ppt/notesMasters/notesMaster1.xml" Id="R380d986a0da0482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a4a183e2e364bf0" /><Relationship Type="http://schemas.openxmlformats.org/officeDocument/2006/relationships/notesMaster" Target="/ppt/notesMasters/notesMaster1.xml" Id="Raf75562f81f34c3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fbb8ce2120a4fc6" /><Relationship Type="http://schemas.openxmlformats.org/officeDocument/2006/relationships/notesMaster" Target="/ppt/notesMasters/notesMaster1.xml" Id="Rffff7ae6e0bc4d9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25721c252c340af" /><Relationship Type="http://schemas.openxmlformats.org/officeDocument/2006/relationships/notesMaster" Target="/ppt/notesMasters/notesMaster1.xml" Id="R44da889210c344f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bf8bcf892884790" /><Relationship Type="http://schemas.openxmlformats.org/officeDocument/2006/relationships/notesMaster" Target="/ppt/notesMasters/notesMaster1.xml" Id="R9de0af0a902c45c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e0e8ccf6f6a4e2b" /><Relationship Type="http://schemas.openxmlformats.org/officeDocument/2006/relationships/notesMaster" Target="/ppt/notesMasters/notesMaster1.xml" Id="R24ddfd936d97487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a909db705e046dd" /><Relationship Type="http://schemas.openxmlformats.org/officeDocument/2006/relationships/notesMaster" Target="/ppt/notesMasters/notesMaster1.xml" Id="R94fe1dfbe59a47c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e8b0a2813504771" /><Relationship Type="http://schemas.openxmlformats.org/officeDocument/2006/relationships/notesMaster" Target="/ppt/notesMasters/notesMaster1.xml" Id="Rfcf1ac5c7c40444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48fe40f64cc4b50" /><Relationship Type="http://schemas.openxmlformats.org/officeDocument/2006/relationships/notesMaster" Target="/ppt/notesMasters/notesMaster1.xml" Id="R0f814b6d6f89484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04b8f62a05347d1" /><Relationship Type="http://schemas.openxmlformats.org/officeDocument/2006/relationships/notesMaster" Target="/ppt/notesMasters/notesMaster1.xml" Id="Rd97bf5041c51466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94707f449d9486b" /><Relationship Type="http://schemas.openxmlformats.org/officeDocument/2006/relationships/notesMaster" Target="/ppt/notesMasters/notesMaster1.xml" Id="R0a2f6fde7707465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922fb414dc54044" /><Relationship Type="http://schemas.openxmlformats.org/officeDocument/2006/relationships/notesMaster" Target="/ppt/notesMasters/notesMaster1.xml" Id="Rdb85af1c59c54e0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e03d4c9eabe4875" /><Relationship Type="http://schemas.openxmlformats.org/officeDocument/2006/relationships/notesMaster" Target="/ppt/notesMasters/notesMaster1.xml" Id="R01c3e535650246b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702fd943a974075" /><Relationship Type="http://schemas.openxmlformats.org/officeDocument/2006/relationships/notesMaster" Target="/ppt/notesMasters/notesMaster1.xml" Id="Rfc869989f9844bff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[页面目的] 从图像数字化迁移到音频数字化。</a:t>
            </a:r>
          </a:p>
          <a:p>
            <a:r>
              <a:t>[教师逐字稿] 上节课我们用有限位置和有限颜色记录熊猫。今天这段音乐没有看得见的像素，要找出记录它的规则。先听同一段声音的两个版本，保留你的猜测。</a:t>
            </a:r>
          </a:p>
          <a:p>
            <a:r>
              <a:t>[课堂条件] 45分钟；教师Windows/WPS/JupyterLab演示，学生纸笔讨论。音频已离线预制，播放前检查音量。</a:t>
            </a:r>
          </a:p>
          <a:p>
            <a:r>
              <a:t>[来源] 用户指定熊猫v3课件仅作教学组织参考；音乐为用户提供《逆战》45–51秒片段。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同一段音乐，为什么大小不同？</a:t>
            </a:r>
          </a:p>
          <a:p>
            <a:r>
              <a:t>[内部编号] Q1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上节课，一只熊猫变成了像素和码字。今天换成这段音乐。先听A，再听B。你可以说听出了区别，也可以说暂时没听出。它们都是六秒，如果记录量不同，可能是哪一项改变了？先保留你的猜测，今天要用样本把它验出来。</a:t>
            </a:r>
          </a:p>
          <a:p>
            <a:r>
              <a:t>[认知起点] 已知道图像分辨率、位深度会影响像素数据量。</a:t>
            </a:r>
          </a:p>
          <a:p>
            <a:r>
              <a:t>[认知困惑] 文件都能播出同一段音乐，为什么记录量可能不同？不先展示采样率、位数或计算公式。</a:t>
            </a:r>
          </a:p>
          <a:p>
            <a:r>
              <a:t>[学生任务] 听A、B各6秒，提出一个可检验的解释，不要求听出所有差异。</a:t>
            </a:r>
          </a:p>
          <a:p>
            <a:r>
              <a:t>[预期学生反应] “一个被压缩了”“音质不一样”“记录得更详细”。承认压缩可以影响大小，说明今天先固定为未压缩PCM样本，后面拆开其他因素。</a:t>
            </a:r>
          </a:p>
          <a:p>
            <a:r>
              <a:t>[追问问题] 同样是6秒，电脑在这6秒中记录了多少个数？</a:t>
            </a:r>
          </a:p>
          <a:p>
            <a:r>
              <a:t>[Demo操作] 开课播放`music-44100-16-mono.wav`和`music-8000-16-mono.wav`，不给参数标签。课堂前预先打开播放器。源文件压缩格式的提醒放在教师讲解末句，不提前讲完整概念。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同一段音乐，为什么大小不同？</a:t>
            </a:r>
          </a:p>
          <a:p>
            <a:r>
              <a:t>[内部编号] Q1 揭示页</a:t>
            </a:r>
          </a:p>
          <a:p>
            <a:r>
              <a:t>[教师逐字稿] 上节课，一只熊猫变成了像素和码字。今天换成这段音乐。先听A，再听B。你可以说听出了区别，也可以说暂时没听出。它们都是六秒，如果记录量不同，可能是哪一项改变了？先保留你的猜测，今天要用样本把它验出来。</a:t>
            </a:r>
          </a:p>
          <a:p>
            <a:r>
              <a:t>[形成结论] 音乐数字化需要记录变化；时长相同不代表数据量相同。</a:t>
            </a:r>
          </a:p>
          <a:p>
            <a:r>
              <a:t>[追问问题] 同样是6秒，电脑在这6秒中记录了多少个数？</a:t>
            </a:r>
          </a:p>
          <a:p>
            <a:r>
              <a:t>[预期学生反应] “一个被压缩了”“音质不一样”“记录得更详细”。承认压缩可以影响大小，说明今天先固定为未压缩PCM样本，后面拆开其他因素。</a:t>
            </a:r>
          </a:p>
          <a:p>
            <a:r>
              <a:t>[Demo操作] 开课播放`music-44100-16-mono.wav`和`music-8000-16-mono.wav`，不给参数标签。课堂前预先打开播放器。源文件压缩格式的提醒放在教师讲解末句，不提前讲完整概念。</a:t>
            </a:r>
          </a:p>
          <a:p>
            <a:r>
              <a:t>[下一问] 不可见的声音，怎样显示出可记录的变化？</a:t>
            </a:r>
          </a:p>
          <a:p>
            <a:r>
              <a:t>[技术注解] 音乐数字化需要记录变化；时长相同不代表数据量相同。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Q1及C3–C5。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声音怎样变成一条波形？</a:t>
            </a:r>
          </a:p>
          <a:p>
            <a:r>
              <a:t>[内部编号] Q2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先把声音换成一条能看见的曲线。横着往右，是时间过去；上下变化，表示信号相对基准的幅度。麦克风把声压变化变成电信号，电脑可以测量这个电信号。负值只是朝基准的另一侧变化。请指一指：哪条波形振动更快，哪条幅度更大？</a:t>
            </a:r>
          </a:p>
          <a:p>
            <a:r>
              <a:t>[认知起点] 图像主要按空间位置取样；上一课已比较时间与空间变化。</a:t>
            </a:r>
          </a:p>
          <a:p>
            <a:r>
              <a:t>[认知困惑] 音乐没有像素格，电脑究竟记录哪个物理量的变化？</a:t>
            </a:r>
          </a:p>
          <a:p>
            <a:r>
              <a:t>[学生任务] 看原生示意波形，指出横纵轴；比较波形变密与幅度变大的区别。</a:t>
            </a:r>
          </a:p>
          <a:p>
            <a:r>
              <a:t>[预期学生反应] 横轴时间、纵轴音量。把“音量”修正为信号幅度；感知响度不直接等于一个样本的高度。</a:t>
            </a:r>
          </a:p>
          <a:p>
            <a:r>
              <a:t>[追问问题] 负值是不是负的音量？同一段时间里峰谷更多，意味着什么？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声音怎样变成一条波形？</a:t>
            </a:r>
          </a:p>
          <a:p>
            <a:r>
              <a:t>[内部编号] Q2 揭示页</a:t>
            </a:r>
          </a:p>
          <a:p>
            <a:r>
              <a:t>[教师逐字稿] 先把声音换成一条能看见的曲线。横着往右，是时间过去；上下变化，表示信号相对基准的幅度。麦克风把声压变化变成电信号，电脑可以测量这个电信号。负值只是朝基准的另一侧变化。请指一指：哪条波形振动更快，哪条幅度更大？</a:t>
            </a:r>
          </a:p>
          <a:p>
            <a:r>
              <a:t>[形成结论] 音频可以用随时间变化的信号表示。图上画的是模型，不是空气中可见的一条线。</a:t>
            </a:r>
          </a:p>
          <a:p>
            <a:r>
              <a:t>[追问问题] 负值是不是负的音量？同一段时间里峰谷更多，意味着什么？</a:t>
            </a:r>
          </a:p>
          <a:p>
            <a:r>
              <a:t>[预期学生反应] 横轴时间、纵轴音量。把“音量”修正为信号幅度；感知响度不直接等于一个样本的高度。</a:t>
            </a:r>
          </a:p>
          <a:p>
            <a:r>
              <a:t>[Demo操作] 使用课件证据，无需现场运行。</a:t>
            </a:r>
          </a:p>
          <a:p>
            <a:r>
              <a:t>[下一问] 连续曲线有太多时刻，文件怎样记录？</a:t>
            </a:r>
          </a:p>
          <a:p>
            <a:r>
              <a:t>[技术注解] 音频可以用随时间变化的信号表示。图上画的是模型，不是空气中可见的一条线。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Q2及C3–C5。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怎样留下波形随时间的变化？</a:t>
            </a:r>
          </a:p>
          <a:p>
            <a:r>
              <a:t>[内部编号] Q3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图像课是挑位置；声音课先挑时刻。假如我每隔相同的时间读一次幅度，能留下哪些值？先圈时刻，再看红点。红点表示读到的样本，紫线是用来比较的模型。此时只问什么时候读，不急着决定保留几位数。</a:t>
            </a:r>
          </a:p>
          <a:p>
            <a:r>
              <a:t>[认知起点] 已知道图像在有限空间位置取样。</a:t>
            </a:r>
          </a:p>
          <a:p>
            <a:r>
              <a:t>[认知困惑] 连续一秒里有无限多时刻，不能逐个写进有限文件。</a:t>
            </a:r>
          </a:p>
          <a:p>
            <a:r>
              <a:t>[学生任务] 先口述记录方法，再看D1先显示12个点、后显示24个点；手指沿时间轴指认样本。</a:t>
            </a:r>
          </a:p>
          <a:p>
            <a:r>
              <a:t>[预期学生反应] 画曲线、截取点、每隔一段时间记录。追问画曲线本身也要数据，从记录少量值建立采样模型。</a:t>
            </a:r>
          </a:p>
          <a:p>
            <a:r>
              <a:t>[追问问题] 两个取样时刻之间的全部变化，都直接写进去了吗？</a:t>
            </a:r>
          </a:p>
          <a:p>
            <a:r>
              <a:t>[Demo操作] D1：Notebook先运行`plot_sampling(12, False)`；学生预测后运行`plot_sampling(12, True)`。PPTX提问页仅曲线，揭示页复制后增加点；24点对照用实验台或口答，不额外增加必讲页。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怎样留下波形随时间的变化？</a:t>
            </a:r>
          </a:p>
          <a:p>
            <a:r>
              <a:t>[内部编号] Q3 揭示页</a:t>
            </a:r>
          </a:p>
          <a:p>
            <a:r>
              <a:t>[教师逐字稿] 图像课是挑位置；声音课先挑时刻。假如我每隔相同的时间读一次幅度，能留下哪些值？先圈时刻，再看红点。红点表示读到的样本，紫线是用来比较的模型。此时只问什么时候读，不急着决定保留几位数。</a:t>
            </a:r>
          </a:p>
          <a:p>
            <a:r>
              <a:t>[形成结论] 采样在离散时刻取得幅度样本。</a:t>
            </a:r>
          </a:p>
          <a:p>
            <a:r>
              <a:t>[追问问题] 两个取样时刻之间的全部变化，都直接写进去了吗？</a:t>
            </a:r>
          </a:p>
          <a:p>
            <a:r>
              <a:t>[预期学生反应] 画曲线、截取点、每隔一段时间记录。追问画曲线本身也要数据，从记录少量值建立采样模型。</a:t>
            </a:r>
          </a:p>
          <a:p>
            <a:r>
              <a:t>[Demo操作] D1：Notebook先运行`plot_sampling(12, False)`；学生预测后运行`plot_sampling(12, True)`。PPTX提问页仅曲线，揭示页复制后增加点；24点对照用实验台或口答，不额外增加必讲页。</a:t>
            </a:r>
          </a:p>
          <a:p>
            <a:r>
              <a:t>[下一问] 怎样用一个参数描述取样快慢？</a:t>
            </a:r>
          </a:p>
          <a:p>
            <a:r>
              <a:t>[技术注解] 采样在离散时刻取得幅度样本。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Q3及C3–C5。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每秒采样8000次，是什么意思？</a:t>
            </a:r>
          </a:p>
          <a:p>
            <a:r>
              <a:t>[内部编号] Q4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每秒读八千次，这个读数的频率叫采样率。请注意单位：八千赫兹，也可以写八千次每秒。相邻两次相隔多少时间？一秒分成八千份。声音自身的频率是在数振动，采样率是在数记录，两件事要分开。</a:t>
            </a:r>
          </a:p>
          <a:p>
            <a:r>
              <a:t>[认知起点] 知道等间隔取样，能读时间轴。</a:t>
            </a:r>
          </a:p>
          <a:p>
            <a:r>
              <a:t>[认知困惑] “8kHz”听起来像声音的音调，但它描述的其实是记录动作。</a:t>
            </a:r>
          </a:p>
          <a:p>
            <a:r>
              <a:t>[学生任务] 口算单位，比较同一秒12与24个点。</a:t>
            </a:r>
          </a:p>
          <a:p>
            <a:r>
              <a:t>[预期学生反应] 8000Hz；0.000125秒。误答“声音是8000Hz”时回到记录动作。</a:t>
            </a:r>
          </a:p>
          <a:p>
            <a:r>
              <a:t>[追问问题] 声音本身6000Hz、记录采样率24000Hz，两个数分别数什么？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每秒采样8000次，是什么意思？</a:t>
            </a:r>
          </a:p>
          <a:p>
            <a:r>
              <a:t>[内部编号] Q4 揭示页</a:t>
            </a:r>
          </a:p>
          <a:p>
            <a:r>
              <a:t>[教师逐字稿] 每秒读八千次，这个读数的频率叫采样率。请注意单位：八千赫兹，也可以写八千次每秒。相邻两次相隔多少时间？一秒分成八千份。声音自身的频率是在数振动，采样率是在数记录，两件事要分开。</a:t>
            </a:r>
          </a:p>
          <a:p>
            <a:r>
              <a:t>[形成结论] `fs`确定样本的时间间隔；kHz按1000换算。</a:t>
            </a:r>
          </a:p>
          <a:p>
            <a:r>
              <a:t>[追问问题] 声音本身6000Hz、记录采样率24000Hz，两个数分别数什么？</a:t>
            </a:r>
          </a:p>
          <a:p>
            <a:r>
              <a:t>[预期学生反应] 8000Hz；0.000125秒。误答“声音是8000Hz”时回到记录动作。</a:t>
            </a:r>
          </a:p>
          <a:p>
            <a:r>
              <a:t>[Demo操作] 使用课件证据，无需现场运行。</a:t>
            </a:r>
          </a:p>
          <a:p>
            <a:r>
              <a:t>[下一问] 时刻选好了，测到的幅度能保留任意精度吗？</a:t>
            </a:r>
          </a:p>
          <a:p>
            <a:r>
              <a:t>[技术注解] `fs`确定样本的时间间隔；kHz按1000换算。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Q4及C3–C5。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样本值不在可选等级上，怎么办？</a:t>
            </a:r>
          </a:p>
          <a:p>
            <a:r>
              <a:t>[内部编号] Q5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这四个值都读到了，可是现在只允许四个等级。请先各自选最接近的一档。哪一项完全没有误差？都没有。图像课用有限颜色近似颜色，这里用有限幅度等级近似幅度，叫量化。误差来自这一档的近似，不是时刻有没有选好。</a:t>
            </a:r>
          </a:p>
          <a:p>
            <a:r>
              <a:t>[认知起点] 图像用有限可选颜色近似原色；本页给出具体等级。</a:t>
            </a:r>
          </a:p>
          <a:p>
            <a:r>
              <a:t>[认知困惑] 样本值大多不等于允许保存的代表值。</a:t>
            </a:r>
          </a:p>
          <a:p>
            <a:r>
              <a:t>[学生任务] 个人填四个近似值，同桌比较选择依据。不要提前显示红色误差线或答案箭头。</a:t>
            </a:r>
          </a:p>
          <a:p>
            <a:r>
              <a:t>[预期学生反应] 选择最近等级；可能想原样写−0.62。提醒今天只有四档选择。</a:t>
            </a:r>
          </a:p>
          <a:p>
            <a:r>
              <a:t>[追问问题] −0.62与−0.75差了多少？把采样时刻加密能直接消除这次近似误差吗？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样本值不在可选等级上，怎么办？</a:t>
            </a:r>
          </a:p>
          <a:p>
            <a:r>
              <a:t>[内部编号] Q5 揭示页</a:t>
            </a:r>
          </a:p>
          <a:p>
            <a:r>
              <a:t>[教师逐字稿] 这四个值都读到了，可是现在只允许四个等级。请先各自选最接近的一档。哪一项完全没有误差？都没有。图像课用有限颜色近似颜色，这里用有限幅度等级近似幅度，叫量化。误差来自这一档的近似，不是时刻有没有选好。</a:t>
            </a:r>
          </a:p>
          <a:p>
            <a:r>
              <a:t>[形成结论] 采样与量化解决不同限制；量化通常带来误差。</a:t>
            </a:r>
          </a:p>
          <a:p>
            <a:r>
              <a:t>[追问问题] −0.62与−0.75差了多少？把采样时刻加密能直接消除这次近似误差吗？</a:t>
            </a:r>
          </a:p>
          <a:p>
            <a:r>
              <a:t>[预期学生反应] 选择最近等级；可能想原样写−0.62。提醒今天只有四档选择。</a:t>
            </a:r>
          </a:p>
          <a:p>
            <a:r>
              <a:t>[Demo操作] 使用课件证据，无需现场运行。</a:t>
            </a:r>
          </a:p>
          <a:p>
            <a:r>
              <a:t>[下一问] 四档已经选定，怎样写成0和1？</a:t>
            </a:r>
          </a:p>
          <a:p>
            <a:r>
              <a:t>[技术注解] 采样与量化解决不同限制；量化通常带来误差。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Q5及C3–C5。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四个量化等级，怎样写成码字？</a:t>
            </a:r>
          </a:p>
          <a:p>
            <a:r>
              <a:t>[内部编号] Q6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我们把最低的一档叫零，最高的一档叫三。每个编号固定占几位，才能区分四种状态？两位。请写满两位，不要把零写成一位。写成码字这一步叫编码。这里约定的是课堂等级编号，真实PCM还会约定整数的表示和字节顺序。</a:t>
            </a:r>
          </a:p>
          <a:p>
            <a:r>
              <a:t>[认知起点] 已知`2ⁿ`种状态，Q5已得到四个等级。</a:t>
            </a:r>
          </a:p>
          <a:p>
            <a:r>
              <a:t>[认知困惑] “都用二进制”仍要约定编号和固定码长。</a:t>
            </a:r>
          </a:p>
          <a:p>
            <a:r>
              <a:t>[学生任务] 在活动表第二行写00、01、10、11，再按顺序读回代表值。</a:t>
            </a:r>
          </a:p>
          <a:p>
            <a:r>
              <a:t>[预期学生反应] 2bit；误把0写成单个0时要求四个码字等长。</a:t>
            </a:r>
          </a:p>
          <a:p>
            <a:r>
              <a:t>[追问问题] 把编号3保存为“11”，这个动作有没有再次决定采样时刻？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四个量化等级，怎样写成码字？</a:t>
            </a:r>
          </a:p>
          <a:p>
            <a:r>
              <a:t>[内部编号] Q6 揭示页</a:t>
            </a:r>
          </a:p>
          <a:p>
            <a:r>
              <a:t>[教师逐字稿] 我们把最低的一档叫零，最高的一档叫三。每个编号固定占几位，才能区分四种状态？两位。请写满两位，不要把零写成一位。写成码字这一步叫编码。这里约定的是课堂等级编号，真实PCM还会约定整数的表示和字节顺序。</a:t>
            </a:r>
          </a:p>
          <a:p>
            <a:r>
              <a:t>[形成结论] 采样取值，量化近似，编码写码字；本课编码不等于压缩。</a:t>
            </a:r>
          </a:p>
          <a:p>
            <a:r>
              <a:t>[追问问题] 把编号3保存为“11”，这个动作有没有再次决定采样时刻？</a:t>
            </a:r>
          </a:p>
          <a:p>
            <a:r>
              <a:t>[预期学生反应] 2bit；误把0写成单个0时要求四个码字等长。</a:t>
            </a:r>
          </a:p>
          <a:p>
            <a:r>
              <a:t>[Demo操作] 使用课件证据，无需现场运行。</a:t>
            </a:r>
          </a:p>
          <a:p>
            <a:r>
              <a:t>[下一问] 只有码字，对方就知道多久播放一次了吗？</a:t>
            </a:r>
          </a:p>
          <a:p>
            <a:r>
              <a:t>[技术注解] 采样取值，量化近似，编码写码字；本课编码不等于压缩。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Q6及C3–C5。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只有码字，就能按原速播放吗？</a:t>
            </a:r>
          </a:p>
          <a:p>
            <a:r>
              <a:t>[内部编号] Q7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码表已经给了，编号也读得懂，可是每隔多久读一个？如果每秒四个，这四个样本对应一秒；每秒八个，就对应半秒。数据要连着解释规则一起保存。后面正常的采样率对照，会同时正确记录新采样率，播放时长保持六秒，不是给音乐加速。</a:t>
            </a:r>
          </a:p>
          <a:p>
            <a:r>
              <a:t>[认知起点] 图像解码需要二维尺寸和读取顺序；已知码字含量化等级。</a:t>
            </a:r>
          </a:p>
          <a:p>
            <a:r>
              <a:t>[认知困惑] 同一串码字按不同速度读，可以有不同时间意义。</a:t>
            </a:r>
          </a:p>
          <a:p>
            <a:r>
              <a:t>[学生任务] 同桌讨论还缺什么，画出四个码字分别按4Hz和8Hz排在时间轴上。</a:t>
            </a:r>
          </a:p>
          <a:p>
            <a:r>
              <a:t>[预期学生反应] 需要播放速度、采样率。误用最后一个点的坐标当时长时强调四个采样间隔的记录覆盖范围。</a:t>
            </a:r>
          </a:p>
          <a:p>
            <a:r>
              <a:t>[追问问题] 把低采样率文件正确播放，与把同一批样本用更高的播放采样率播放，一样吗？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只有码字，就能按原速播放吗？</a:t>
            </a:r>
          </a:p>
          <a:p>
            <a:r>
              <a:t>[内部编号] Q7 揭示页</a:t>
            </a:r>
          </a:p>
          <a:p>
            <a:r>
              <a:t>[教师逐字稿] 码表已经给了，编号也读得懂，可是每隔多久读一个？如果每秒四个，这四个样本对应一秒；每秒八个，就对应半秒。数据要连着解释规则一起保存。后面正常的采样率对照，会同时正确记录新采样率，播放时长保持六秒，不是给音乐加速。</a:t>
            </a:r>
          </a:p>
          <a:p>
            <a:r>
              <a:t>[形成结论] 样本序列与解释参数共同确定数字音频。</a:t>
            </a:r>
          </a:p>
          <a:p>
            <a:r>
              <a:t>[追问问题] 把低采样率文件正确播放，与把同一批样本用更高的播放采样率播放，一样吗？</a:t>
            </a:r>
          </a:p>
          <a:p>
            <a:r>
              <a:t>[预期学生反应] 需要播放速度、采样率。误用最后一个点的坐标当时长时强调四个采样间隔的记录覆盖范围。</a:t>
            </a:r>
          </a:p>
          <a:p>
            <a:r>
              <a:t>[Demo操作] 使用课件证据，无需现场运行。</a:t>
            </a:r>
          </a:p>
          <a:p>
            <a:r>
              <a:t>[下一问] 正确改变记录的采样率，能保留的内容会怎样？</a:t>
            </a:r>
          </a:p>
          <a:p>
            <a:r>
              <a:t>[技术注解] 样本序列与解释参数共同确定数字音频。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Q7及C3–C5。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只增加采样率，声音会怎样？</a:t>
            </a:r>
          </a:p>
          <a:p>
            <a:r>
              <a:t>[内部编号] Q8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现在只动采样率，位数和声道不动。先猜：音乐会加速吗？听完看时长，仍是六秒。取样少了，快速变化更难保留。再听一个简化的六千赫兹纯音：降到八千采样前，低通必须把这一段高频去掉。它不会在正确转换后神奇地留下来。</a:t>
            </a:r>
          </a:p>
          <a:p>
            <a:r>
              <a:t>[认知起点] 知道采样率、时间间隔；区分记录动作与声音振动。</a:t>
            </a:r>
          </a:p>
          <a:p>
            <a:r>
              <a:t>[认知困惑] 同样六秒，同样16bit，少一些样本可能漏掉快速变化。</a:t>
            </a:r>
          </a:p>
          <a:p>
            <a:r>
              <a:t>[学生任务] 先投票“变快／细节变化／完全相同”，再D2试听；用频率条件解释纯音例。</a:t>
            </a:r>
          </a:p>
          <a:p>
            <a:r>
              <a:t>[预期学生反应] 高频细节变少、变闷；音乐差别也可能不明显。不能靠听感单独证明定理。</a:t>
            </a:r>
          </a:p>
          <a:p>
            <a:r>
              <a:t>[追问问题] 8kHz的半数是多少？6kHz与它相比怎样？</a:t>
            </a:r>
          </a:p>
          <a:p>
            <a:r>
              <a:t>[Demo操作] D2依次播放音乐44.1k和8k，各6秒；再播放`tone-6000-at24000.wav`与`tone-lowpass-at8000.wav`，各3秒。纯音低幅度，预先试听后保持同一音量。课堂不播放混叠备用文件，除非有学生追问。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只增加采样率，声音会怎样？</a:t>
            </a:r>
          </a:p>
          <a:p>
            <a:r>
              <a:t>[内部编号] Q8 揭示页</a:t>
            </a:r>
          </a:p>
          <a:p>
            <a:r>
              <a:t>[教师逐字稿] 现在只动采样率，位数和声道不动。先猜：音乐会加速吗？听完看时长，仍是六秒。取样少了，快速变化更难保留。再听一个简化的六千赫兹纯音：降到八千采样前，低通必须把这一段高频去掉。它不会在正确转换后神奇地留下来。</a:t>
            </a:r>
          </a:p>
          <a:p>
            <a:r>
              <a:t>[形成结论] 带限条件下理想重建要求`fs &gt; 2fmax`；实际留滤波余量。采样率影响频率保留范围，不能只解释为折线更像原线。</a:t>
            </a:r>
          </a:p>
          <a:p>
            <a:r>
              <a:t>[追问问题] 8kHz的半数是多少？6kHz与它相比怎样？</a:t>
            </a:r>
          </a:p>
          <a:p>
            <a:r>
              <a:t>[预期学生反应] 高频细节变少、变闷；音乐差别也可能不明显。不能靠听感单独证明定理。</a:t>
            </a:r>
          </a:p>
          <a:p>
            <a:r>
              <a:t>[Demo操作] D2依次播放音乐44.1k和8k，各6秒；再播放`tone-6000-at24000.wav`与`tone-lowpass-at8000.wav`，各3秒。纯音低幅度，预先试听后保持同一音量。课堂不播放混叠备用文件，除非有学生追问。</a:t>
            </a:r>
          </a:p>
          <a:p>
            <a:r>
              <a:t>[下一问] 达到需要的频率范围后，一直增加采样率一定听得出吗？</a:t>
            </a:r>
          </a:p>
          <a:p>
            <a:r>
              <a:t>[技术注解] 正常降采样先低通；纯音低通后消失不等于出现混叠。fs&gt;2fmax是带限理想条件，真实需滤波余量。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Q8及C3–C5。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采样率越高，听起来一定越好吗？</a:t>
            </a:r>
          </a:p>
          <a:p>
            <a:r>
              <a:t>[内部编号] Q9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这次题目给了一个重要条件：信号只有八千赫兹以下的成分，三万二已经足够。改成九万六会让数更多，但不能保证耳朵觉得更好。我们用的M4A本身已是压缩文件，转成更大的PCM WAV也不能恢复之前损失的信息。参数要和需求一起判断。</a:t>
            </a:r>
          </a:p>
          <a:p>
            <a:r>
              <a:t>[认知起点] Q8建立频率范围与采样率关系。</a:t>
            </a:r>
          </a:p>
          <a:p>
            <a:r>
              <a:t>[认知困惑] 把“有能力记录更高频率”泛化成“任何录音一定更好听”。</a:t>
            </a:r>
          </a:p>
          <a:p>
            <a:r>
              <a:t>[学生任务] 投票，给出条件化的解释，不组织耗时的32k／96k盲听。</a:t>
            </a:r>
          </a:p>
          <a:p>
            <a:r>
              <a:t>[预期学生反应] 不一定；“一定”常来自广告语言。允许对设备链路的追问但不扩展本课。</a:t>
            </a:r>
          </a:p>
          <a:p>
            <a:r>
              <a:t>[追问问题] 源文件已经丢掉的细节，单纯转换成更高采样率会自己回来吗？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采样率越高，听起来一定越好吗？</a:t>
            </a:r>
          </a:p>
          <a:p>
            <a:r>
              <a:t>[内部编号] Q9 揭示页</a:t>
            </a:r>
          </a:p>
          <a:p>
            <a:r>
              <a:t>[教师逐字稿] 这次题目给了一个重要条件：信号只有八千赫兹以下的成分，三万二已经足够。改成九万六会让数更多，但不能保证耳朵觉得更好。我们用的M4A本身已是压缩文件，转成更大的PCM WAV也不能恢复之前损失的信息。参数要和需求一起判断。</a:t>
            </a:r>
          </a:p>
          <a:p>
            <a:r>
              <a:t>[形成结论] 音质关系应带条件；更高采样率不保证可闻改进。</a:t>
            </a:r>
          </a:p>
          <a:p>
            <a:r>
              <a:t>[追问问题] 源文件已经丢掉的细节，单纯转换成更高采样率会自己回来吗？</a:t>
            </a:r>
          </a:p>
          <a:p>
            <a:r>
              <a:t>[预期学生反应] 不一定；“一定”常来自广告语言。允许对设备链路的追问但不扩展本课。</a:t>
            </a:r>
          </a:p>
          <a:p>
            <a:r>
              <a:t>[Demo操作] 使用课件证据，无需现场运行。</a:t>
            </a:r>
          </a:p>
          <a:p>
            <a:r>
              <a:t>[下一问] 保持时刻不变，再检查幅度近似的精度。</a:t>
            </a:r>
          </a:p>
          <a:p>
            <a:r>
              <a:t>[技术注解] 音质关系应带条件；更高采样率不保证可闻改进。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Q9及C3–C5。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采样时刻不变，怎样减小量化误差？</a:t>
            </a:r>
          </a:p>
          <a:p>
            <a:r>
              <a:t>[内部编号] Q10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这次所有取样时刻都不动，只增加可选等级。每个样本与近似值之间的红线表示误差。四位时可以分十六档，误差范围缩小。再听同一段音乐：四位有效模型常能听出粗糙感。没有听出来也先看图。这里播放器装的是十六位WAV；四位说的是我们模拟的量化等级，稍后算文件大小要读真实存储位数。</a:t>
            </a:r>
          </a:p>
          <a:p>
            <a:r>
              <a:t>[认知起点] Q5已有具体误差，Q8只改变采样率。</a:t>
            </a:r>
          </a:p>
          <a:p>
            <a:r>
              <a:t>[认知困惑] 点数多不等于每个点近似得准，另一种误差需要独立处理。</a:t>
            </a:r>
          </a:p>
          <a:p>
            <a:r>
              <a:t>[学生任务] D3比较固定时刻的样本和代表值，指出红色误差段；试听4bit有效模型和基准。</a:t>
            </a:r>
          </a:p>
          <a:p>
            <a:r>
              <a:t>[预期学生反应] 4bit更细；可能说“点变多”。用同一时间轴、同样48个时刻证伪。</a:t>
            </a:r>
          </a:p>
          <a:p>
            <a:r>
              <a:t>[追问问题] 红线是在横向补时刻，还是纵向修近似？</a:t>
            </a:r>
          </a:p>
          <a:p>
            <a:r>
              <a:t>[Demo操作] D3：先`plot_quantization(2, False)`，讨论后`plot_quantization(2, True)`和`plot_quantization(4, True)`。听`music-22050-effective4-stored16-mono.wav`与`music-22050-16-mono.wav`。保持播放器和音箱音量一致。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采样时刻不变，怎样减小量化误差？</a:t>
            </a:r>
          </a:p>
          <a:p>
            <a:r>
              <a:t>[内部编号] Q10 揭示页</a:t>
            </a:r>
          </a:p>
          <a:p>
            <a:r>
              <a:t>[教师逐字稿] 这次所有取样时刻都不动，只增加可选等级。每个样本与近似值之间的红线表示误差。四位时可以分十六档，误差范围缩小。再听同一段音乐：四位有效模型常能听出粗糙感。没有听出来也先看图。这里播放器装的是十六位WAV；四位说的是我们模拟的量化等级，稍后算文件大小要读真实存储位数。</a:t>
            </a:r>
          </a:p>
          <a:p>
            <a:r>
              <a:t>[形成结论] 固定范围、均匀量化下位数增加会减小步长及最大近似误差；不声称每个特定样本的误差都严格单调下降。</a:t>
            </a:r>
          </a:p>
          <a:p>
            <a:r>
              <a:t>[追问问题] 红线是在横向补时刻，还是纵向修近似？</a:t>
            </a:r>
          </a:p>
          <a:p>
            <a:r>
              <a:t>[预期学生反应] 4bit更细；可能说“点变多”。用同一时间轴、同样48个时刻证伪。</a:t>
            </a:r>
          </a:p>
          <a:p>
            <a:r>
              <a:t>[Demo操作] D3：先`plot_quantization(2, False)`，讨论后`plot_quantization(2, True)`和`plot_quantization(4, True)`。听`music-22050-effective4-stored16-mono.wav`与`music-22050-16-mono.wav`。保持播放器和音箱音量一致。</a:t>
            </a:r>
          </a:p>
          <a:p>
            <a:r>
              <a:t>[下一问] 位数与等级究竟怎样对应？</a:t>
            </a:r>
          </a:p>
          <a:p>
            <a:r>
              <a:t>[技术注解] 有效2/4/8bit量化模型装在16bit PCM中，按真实文件位数计数。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Q10及C3–C5。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量化位数加倍，等级也只加倍吗？</a:t>
            </a:r>
          </a:p>
          <a:p>
            <a:r>
              <a:t>[内部编号] Q11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两位不是两档，四位也不是四档。每一位有零和一两种状态，组合起来是二的n次方。四位相对两位，位数加倍，档数从四变成十六。把“每样本占几位”与“可选多少等级”分开写。</a:t>
            </a:r>
          </a:p>
          <a:p>
            <a:r>
              <a:t>[认知起点] 学生知道二进制状态数，Q10有4级和16级。</a:t>
            </a:r>
          </a:p>
          <a:p>
            <a:r>
              <a:t>[认知困惑] 把位数增长误当成等级线性增长。</a:t>
            </a:r>
          </a:p>
          <a:p>
            <a:r>
              <a:t>[学生任务] 口算前三项，给16bit列指数式。</a:t>
            </a:r>
          </a:p>
          <a:p>
            <a:r>
              <a:t>[预期学生反应] 4、16、256、65536。不要说16bit是16档。</a:t>
            </a:r>
          </a:p>
          <a:p>
            <a:r>
              <a:t>[追问问题] 每增加1bit，码字数怎样变化？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量化位数加倍，等级也只加倍吗？</a:t>
            </a:r>
          </a:p>
          <a:p>
            <a:r>
              <a:t>[内部编号] Q11 揭示页</a:t>
            </a:r>
          </a:p>
          <a:p>
            <a:r>
              <a:t>[教师逐字稿] 两位不是两档，四位也不是四档。每一位有零和一两种状态，组合起来是二的n次方。四位相对两位，位数加倍，档数从四变成十六。把“每样本占几位”与“可选多少等级”分开写。</a:t>
            </a:r>
          </a:p>
          <a:p>
            <a:r>
              <a:t>[形成结论] 等级数由`2ⁿ`确定；位数也是每样本的存储成本之一。</a:t>
            </a:r>
          </a:p>
          <a:p>
            <a:r>
              <a:t>[追问问题] 每增加1bit，码字数怎样变化？</a:t>
            </a:r>
          </a:p>
          <a:p>
            <a:r>
              <a:t>[预期学生反应] 4、16、256、65536。不要说16bit是16档。</a:t>
            </a:r>
          </a:p>
          <a:p>
            <a:r>
              <a:t>[Demo操作] 使用课件证据，无需现场运行。</a:t>
            </a:r>
          </a:p>
          <a:p>
            <a:r>
              <a:t>[下一问] 回顾三步，每一步解决哪一项限制？</a:t>
            </a:r>
          </a:p>
          <a:p>
            <a:r>
              <a:t>[技术注解] 等级数由`2ⁿ`确定；位数也是每样本的存储成本之一。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Q11及C3–C5。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三步分别改变了什么？</a:t>
            </a:r>
          </a:p>
          <a:p>
            <a:r>
              <a:t>[内部编号] Q12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现在先不背定义，用刚才做过的动作说。挑时刻是采样，挑代表等级是量化，写码字是编码。采样和量化各自限制一种精度。把码字写得再长，也不会凭空出现没记录的频率内容。</a:t>
            </a:r>
          </a:p>
          <a:p>
            <a:r>
              <a:t>[认知起点] 完成了真实码字活动和两项控制变量实验。</a:t>
            </a:r>
          </a:p>
          <a:p>
            <a:r>
              <a:t>[认知困惑] 知道三个名词但仍可能把它们混成“都变成0和1”。</a:t>
            </a:r>
          </a:p>
          <a:p>
            <a:r>
              <a:t>[学生任务] 将三项动作与三步配对；用图像取样位置和有限颜色回扣，但不把时间当二维图像分辨率。</a:t>
            </a:r>
          </a:p>
          <a:p>
            <a:r>
              <a:t>[预期学生反应] 顺序配对；编码不负责重新选取样本。</a:t>
            </a:r>
          </a:p>
          <a:p>
            <a:r>
              <a:t>[追问问题] 增加位数能补回没有记录的快速变化吗？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三步分别改变了什么？</a:t>
            </a:r>
          </a:p>
          <a:p>
            <a:r>
              <a:t>[内部编号] Q12 揭示页</a:t>
            </a:r>
          </a:p>
          <a:p>
            <a:r>
              <a:t>[教师逐字稿] 现在先不背定义，用刚才做过的动作说。挑时刻是采样，挑代表等级是量化，写码字是编码。采样和量化各自限制一种精度。把码字写得再长，也不会凭空出现没记录的频率内容。</a:t>
            </a:r>
          </a:p>
          <a:p>
            <a:r>
              <a:t>[形成结论] 用时间、幅度、表示规则构成音频数字化模型。</a:t>
            </a:r>
          </a:p>
          <a:p>
            <a:r>
              <a:t>[追问问题] 增加位数能补回没有记录的快速变化吗？</a:t>
            </a:r>
          </a:p>
          <a:p>
            <a:r>
              <a:t>[预期学生反应] 顺序配对；编码不负责重新选取样本。</a:t>
            </a:r>
          </a:p>
          <a:p>
            <a:r>
              <a:t>[Demo操作] 使用课件证据，无需现场运行。</a:t>
            </a:r>
          </a:p>
          <a:p>
            <a:r>
              <a:t>[下一问] 我们还只记录了一路信号，左右两路怎么办？</a:t>
            </a:r>
          </a:p>
          <a:p>
            <a:r>
              <a:t>[技术注解] 用时间、幅度、表示规则构成音频数字化模型。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Q12及C3–C5。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左右两路声音，怎样记录？</a:t>
            </a:r>
          </a:p>
          <a:p>
            <a:r>
              <a:t>[内部编号] Q13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这里的声道是一路信号。每个时刻，左边一个数，右边一个数，就有两个样本。我们只是数存储量，不能由两倍数据推出两倍音量或两倍音质。图像RGB通道是颜色分量，音频L、R是声音的两路信号，别把含义混在一起。</a:t>
            </a:r>
          </a:p>
          <a:p>
            <a:r>
              <a:t>[认知起点] 已知每个时刻每声道一个幅度样本。</a:t>
            </a:r>
          </a:p>
          <a:p>
            <a:r>
              <a:t>[认知困惑] 双声道是两路随时间的信号，不是两种量化等级。</a:t>
            </a:r>
          </a:p>
          <a:p>
            <a:r>
              <a:t>[学生任务] 数三帧中的L、R样本，比较单声道三个样本与双声道六个样本。</a:t>
            </a:r>
          </a:p>
          <a:p>
            <a:r>
              <a:t>[预期学生反应] 两倍；误答“音量两倍”“音质两倍”时回到样本计数。</a:t>
            </a:r>
          </a:p>
          <a:p>
            <a:r>
              <a:t>[追问问题] 把相同的单声道复制到两路，信息内容一定增加了吗？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左右两路声音，怎样记录？</a:t>
            </a:r>
          </a:p>
          <a:p>
            <a:r>
              <a:t>[内部编号] Q13 揭示页</a:t>
            </a:r>
          </a:p>
          <a:p>
            <a:r>
              <a:t>[教师逐字稿] 这里的声道是一路信号。每个时刻，左边一个数，右边一个数，就有两个样本。我们只是数存储量，不能由两倍数据推出两倍音量或两倍音质。图像RGB通道是颜色分量，音频L、R是声音的两路信号，别把含义混在一起。</a:t>
            </a:r>
          </a:p>
          <a:p>
            <a:r>
              <a:t>[形成结论] 声道数是样本计数的乘数。</a:t>
            </a:r>
          </a:p>
          <a:p>
            <a:r>
              <a:t>[追问问题] 把相同的单声道复制到两路，信息内容一定增加了吗？</a:t>
            </a:r>
          </a:p>
          <a:p>
            <a:r>
              <a:t>[预期学生反应] 两倍；误答“音量两倍”“音质两倍”时回到样本计数。</a:t>
            </a:r>
          </a:p>
          <a:p>
            <a:r>
              <a:t>[Demo操作] 使用课件证据，无需现场运行。</a:t>
            </a:r>
          </a:p>
          <a:p>
            <a:r>
              <a:t>[下一问] 样本和参数怎样装进可以播放的文件？</a:t>
            </a:r>
          </a:p>
          <a:p>
            <a:r>
              <a:t>[技术注解] 声道数是样本计数的乘数。</a:t>
            </a:r>
          </a:p>
          <a:p>
            <a:r>
              <a:t>[来源] https://learn.microsoft.com/en-us/windows/win32/api/mmeapi/ns-mmeapi-waveformatex</a:t>
            </a:r>
          </a:p>
          <a:p>
            <a:r>
              <a:t>https://docs.python.org/3/library/wave.html</a:t>
            </a:r>
          </a:p>
          <a:p>
            <a:r>
              <a:t>[证据文件] assets/audio-manifest.json</a:t>
            </a:r>
          </a:p>
          <a:p>
            <a:r>
              <a:t>[完整备课依据] course-design.qmd Q13及C3–C5。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未压缩PCM WAV保存了什么？</a:t>
            </a:r>
          </a:p>
          <a:p>
            <a:r>
              <a:t>[内部编号] Q14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采样率告诉我们多久读一个，位数告诉我们怎么分组，声道告诉我们怎样分成各路。WAV把这些格式信息和样本装在一起。今天只讨论未压缩整数PCM WAV：它按固定存储位数保存样本，没有再做AAC那样的音频压缩。不过WAV这个容器也能装其他格式，不能只看扩展名下结论。</a:t>
            </a:r>
          </a:p>
          <a:p>
            <a:r>
              <a:t>[认知起点] Q7已发现码字必须搭配解释规则。</a:t>
            </a:r>
          </a:p>
          <a:p>
            <a:r>
              <a:t>[认知困惑] 文件扩展名不是全部解释规则，样本本身也不能告诉所有参数。</a:t>
            </a:r>
          </a:p>
          <a:p>
            <a:r>
              <a:t>[学生任务] 口答需要哪些参数，观察参数区与数据区的原生示意。</a:t>
            </a:r>
          </a:p>
          <a:p>
            <a:r>
              <a:t>[预期学生反应] 采样率、位数、声道。不能把WAV称为“没有量化损失的原声”。</a:t>
            </a:r>
          </a:p>
          <a:p>
            <a:r>
              <a:t>[追问问题] PCM编码和MP3／AAC压缩是一回事吗？所有WAV都一定未压缩吗？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未压缩PCM WAV保存了什么？</a:t>
            </a:r>
          </a:p>
          <a:p>
            <a:r>
              <a:t>[内部编号] Q14 揭示页</a:t>
            </a:r>
          </a:p>
          <a:p>
            <a:r>
              <a:t>[教师逐字稿] 采样率告诉我们多久读一个，位数告诉我们怎么分组，声道告诉我们怎样分成各路。WAV把这些格式信息和样本装在一起。今天只讨论未压缩整数PCM WAV：它按固定存储位数保存样本，没有再做AAC那样的音频压缩。不过WAV这个容器也能装其他格式，不能只看扩展名下结论。</a:t>
            </a:r>
          </a:p>
          <a:p>
            <a:r>
              <a:t>[形成结论] 未压缩PCM可按样本数与实际存储位数计算；WAV是容器。</a:t>
            </a:r>
          </a:p>
          <a:p>
            <a:r>
              <a:t>[追问问题] PCM编码和MP3／AAC压缩是一回事吗？所有WAV都一定未压缩吗？</a:t>
            </a:r>
          </a:p>
          <a:p>
            <a:r>
              <a:t>[预期学生反应] 采样率、位数、声道。不能把WAV称为“没有量化损失的原声”。</a:t>
            </a:r>
          </a:p>
          <a:p>
            <a:r>
              <a:t>[Demo操作] 使用课件证据，无需现场运行。</a:t>
            </a:r>
          </a:p>
          <a:p>
            <a:r>
              <a:t>[下一问] 从“一秒有多少样本”推导样本数据量。</a:t>
            </a:r>
          </a:p>
          <a:p>
            <a:r>
              <a:t>[技术注解] WAV是容器，本课仅未压缩整数PCM；M4A解码为PCM不恢复已丢失信息。</a:t>
            </a:r>
          </a:p>
          <a:p>
            <a:r>
              <a:t>[来源] https://learn.microsoft.com/en-us/windows/win32/api/mmeapi/ns-mmeapi-waveformatex</a:t>
            </a:r>
          </a:p>
          <a:p>
            <a:r>
              <a:t>https://docs.python.org/3/library/wave.html</a:t>
            </a:r>
          </a:p>
          <a:p>
            <a:r>
              <a:t>[证据文件] assets/audio-manifest.json</a:t>
            </a:r>
          </a:p>
          <a:p>
            <a:r>
              <a:t>[完整备课依据] course-design.qmd Q14及C3–C5。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怎样从样本数推导数据量？</a:t>
            </a:r>
          </a:p>
          <a:p>
            <a:r>
              <a:t>[内部编号] Q15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先别急着背。每秒一条路有fs个样本，t秒是多少？再有C条路，一共多少个数？每个数占n位，现在得到的是bit。要用B表示，还要除以八。每一个乘数都能在记录动作里找到。这里算的是样本数据，不包含文件头。</a:t>
            </a:r>
          </a:p>
          <a:p>
            <a:r>
              <a:t>[认知起点] 已会图像像素总数乘位深度；知道音频声道数。</a:t>
            </a:r>
          </a:p>
          <a:p>
            <a:r>
              <a:t>[认知困惑] 公式中每一项都应有计数意义，不能只机械代入。</a:t>
            </a:r>
          </a:p>
          <a:p>
            <a:r>
              <a:t>[学生任务] 先说一秒单路的样本数，再扩展到t秒和C路，最后乘位数除8。</a:t>
            </a:r>
          </a:p>
          <a:p>
            <a:r>
              <a:t>[预期学生反应] 样本数量乘每样本位数；可能漏C或忘除8。</a:t>
            </a:r>
          </a:p>
          <a:p>
            <a:r>
              <a:t>[追问问题] 式子的哪个因子把bit换成了byte？哪个因子记录了时间？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怎样从样本数推导数据量？</a:t>
            </a:r>
          </a:p>
          <a:p>
            <a:r>
              <a:t>[内部编号] Q15 揭示页</a:t>
            </a:r>
          </a:p>
          <a:p>
            <a:r>
              <a:t>[教师逐字稿] 先别急着背。每秒一条路有fs个样本，t秒是多少？再有C条路，一共多少个数？每个数占n位，现在得到的是bit。要用B表示，还要除以八。每一个乘数都能在记录动作里找到。这里算的是样本数据，不包含文件头。</a:t>
            </a:r>
          </a:p>
          <a:p>
            <a:r>
              <a:t>[形成结论] 从样本计数推导公式，适用范围为固定存储位数的未压缩PCM。</a:t>
            </a:r>
          </a:p>
          <a:p>
            <a:r>
              <a:t>[追问问题] 式子的哪个因子把bit换成了byte？哪个因子记录了时间？</a:t>
            </a:r>
          </a:p>
          <a:p>
            <a:r>
              <a:t>[预期学生反应] 样本数量乘每样本位数；可能漏C或忘除8。</a:t>
            </a:r>
          </a:p>
          <a:p>
            <a:r>
              <a:t>[Demo操作] 使用课件证据，无需现场运行。</a:t>
            </a:r>
          </a:p>
          <a:p>
            <a:r>
              <a:t>[下一问] 用一组现实参数独立算一次。</a:t>
            </a:r>
          </a:p>
          <a:p>
            <a:r>
              <a:t>[技术注解] 从样本计数推导公式，适用范围为固定存储位数的未压缩PCM。</a:t>
            </a:r>
          </a:p>
          <a:p>
            <a:r>
              <a:t>[来源] https://learn.microsoft.com/en-us/windows/win32/api/mmeapi/ns-mmeapi-waveformatex</a:t>
            </a:r>
          </a:p>
          <a:p>
            <a:r>
              <a:t>https://docs.python.org/3/library/wave.html</a:t>
            </a:r>
          </a:p>
          <a:p>
            <a:r>
              <a:t>[证据文件] assets/audio-manifest.json</a:t>
            </a:r>
          </a:p>
          <a:p>
            <a:r>
              <a:t>[完整备课依据] course-design.qmd Q15及C3–C5。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一分钟双声道PCM有多大？</a:t>
            </a:r>
          </a:p>
          <a:p>
            <a:r>
              <a:t>[内部编号] Q16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请各自写，不先看答案。先处理两个单位：四十四点一千赫兹是多少赫兹，一分钟是多少秒？双声道乘二，bit换B除八。算完先检查数量级，再换MiB。我们用1024进位，所以单位写MiB，不能把它和十进制MB混用。</a:t>
            </a:r>
          </a:p>
          <a:p>
            <a:r>
              <a:t>[认知起点] 已推导公式，知道kHz和分钟必须换算。</a:t>
            </a:r>
          </a:p>
          <a:p>
            <a:r>
              <a:t>[认知困惑] 数字44.1和1不能不带单位直接代入。</a:t>
            </a:r>
          </a:p>
          <a:p>
            <a:r>
              <a:t>[学生任务] 独立45秒，写完整算式；同桌核查四个参数与÷8。</a:t>
            </a:r>
          </a:p>
          <a:p>
            <a:r>
              <a:t>[预期学生反应] 10,584,000B；10.09MiB。错用44.1、漏60或误用MB时要求解释单位。</a:t>
            </a:r>
          </a:p>
          <a:p>
            <a:r>
              <a:t>[追问问题] 如果采样率不变、位数不变，只把时长变为30秒，怎样快速判断？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一分钟双声道PCM有多大？</a:t>
            </a:r>
          </a:p>
          <a:p>
            <a:r>
              <a:t>[内部编号] Q16 揭示页</a:t>
            </a:r>
          </a:p>
          <a:p>
            <a:r>
              <a:t>[教师逐字稿] 请各自写，不先看答案。先处理两个单位：四十四点一千赫兹是多少赫兹，一分钟是多少秒？双声道乘二，bit换B除八。算完先检查数量级，再换MiB。我们用1024进位，所以单位写MiB，不能把它和十进制MB混用。</a:t>
            </a:r>
          </a:p>
          <a:p>
            <a:r>
              <a:t>[形成结论] 同条件时数据量随时长、采样率、存储位数、声道数线性变化。</a:t>
            </a:r>
          </a:p>
          <a:p>
            <a:r>
              <a:t>[追问问题] 如果采样率不变、位数不变，只把时长变为30秒，怎样快速判断？</a:t>
            </a:r>
          </a:p>
          <a:p>
            <a:r>
              <a:t>[预期学生反应] 10,584,000B；10.09MiB。错用44.1、漏60或误用MB时要求解释单位。</a:t>
            </a:r>
          </a:p>
          <a:p>
            <a:r>
              <a:t>[Demo操作] 使用课件证据，无需现场运行。</a:t>
            </a:r>
          </a:p>
          <a:p>
            <a:r>
              <a:t>[下一问] 公式结果就是文件管理器显示的完整大小吗？</a:t>
            </a:r>
          </a:p>
          <a:p>
            <a:r>
              <a:t>[技术注解] 同条件时数据量随时长、采样率、存储位数、声道数线性变化。</a:t>
            </a:r>
          </a:p>
          <a:p>
            <a:r>
              <a:t>[来源] https://learn.microsoft.com/en-us/windows/win32/api/mmeapi/ns-mmeapi-waveformatex</a:t>
            </a:r>
          </a:p>
          <a:p>
            <a:r>
              <a:t>https://docs.python.org/3/library/wave.html</a:t>
            </a:r>
          </a:p>
          <a:p>
            <a:r>
              <a:t>[证据文件] assets/audio-manifest.json</a:t>
            </a:r>
          </a:p>
          <a:p>
            <a:r>
              <a:t>[完整备课依据] course-design.qmd Q16及C3–C5。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算出32000B，文件一定也是32000B吗？</a:t>
            </a:r>
          </a:p>
          <a:p>
            <a:r>
              <a:t>[内部编号] Q17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你算出三万二，文件却是三万二千零四十四。先别改公式，我们分开数：样本有一万六千个，每个两个byte，正好三万二。多出来的是这个简单文件的结构信息。四十四只是本课样例，不是所有WAV的固定头长。</a:t>
            </a:r>
          </a:p>
          <a:p>
            <a:r>
              <a:t>[认知起点] 图像课也区分像素数据量与文件开销。</a:t>
            </a:r>
          </a:p>
          <a:p>
            <a:r>
              <a:t>[认知困惑] 实际文件比计算多44B，好像公式错了。</a:t>
            </a:r>
          </a:p>
          <a:p>
            <a:r>
              <a:t>[学生任务] 先预测，再D4读取实际参数、payload和file size；指出差额。</a:t>
            </a:r>
          </a:p>
          <a:p>
            <a:r>
              <a:t>[预期学生反应] 还有文件头；不能推断所有WAV都只多44B。</a:t>
            </a:r>
          </a:p>
          <a:p>
            <a:r>
              <a:t>[追问问题] 如果WAV含额外说明、其他chunk或更复杂头部，开销一定相同吗？</a:t>
            </a:r>
          </a:p>
          <a:p>
            <a:r>
              <a:t>[Demo操作] D4调用`pcm_info('size-check-8000-2s-16-mono.wav')`；直接读实际字节，不引用资源管理器的磁盘占用，不硬编码“文件大小=payload+44”生成结论。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算出32000B，文件一定也是32000B吗？</a:t>
            </a:r>
          </a:p>
          <a:p>
            <a:r>
              <a:t>[内部编号] Q17 揭示页</a:t>
            </a:r>
          </a:p>
          <a:p>
            <a:r>
              <a:t>[教师逐字稿] 你算出三万二，文件却是三万二千零四十四。先别改公式，我们分开数：样本有一万六千个，每个两个byte，正好三万二。多出来的是这个简单文件的结构信息。四十四只是本课样例，不是所有WAV的固定头长。</a:t>
            </a:r>
          </a:p>
          <a:p>
            <a:r>
              <a:t>[形成结论] 真实计数验证公式的payload边界。</a:t>
            </a:r>
          </a:p>
          <a:p>
            <a:r>
              <a:t>[追问问题] 如果WAV含额外说明、其他chunk或更复杂头部，开销一定相同吗？</a:t>
            </a:r>
          </a:p>
          <a:p>
            <a:r>
              <a:t>[预期学生反应] 还有文件头；不能推断所有WAV都只多44B。</a:t>
            </a:r>
          </a:p>
          <a:p>
            <a:r>
              <a:t>[Demo操作] D4调用`pcm_info('size-check-8000-2s-16-mono.wav')`；直接读实际字节，不引用资源管理器的磁盘占用，不硬编码“文件大小=payload+44”生成结论。</a:t>
            </a:r>
          </a:p>
          <a:p>
            <a:r>
              <a:t>[下一问] 存储上限与记录需求同时出现时怎样选参数？</a:t>
            </a:r>
          </a:p>
          <a:p>
            <a:r>
              <a:t>[技术注解] 32,000B为实际payload，44B仅该简单WAV开销，不概括所有WAV。</a:t>
            </a:r>
          </a:p>
          <a:p>
            <a:r>
              <a:t>[来源] https://learn.microsoft.com/en-us/windows/win32/api/mmeapi/ns-mmeapi-waveformatex</a:t>
            </a:r>
          </a:p>
          <a:p>
            <a:r>
              <a:t>https://docs.python.org/3/library/wave.html</a:t>
            </a:r>
          </a:p>
          <a:p>
            <a:r>
              <a:t>[证据文件] assets/audio-manifest.json</a:t>
            </a:r>
          </a:p>
          <a:p>
            <a:r>
              <a:t>[完整备课依据] course-design.qmd Q17及C3–C5。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只有64KiB，哪种方案满足要求？</a:t>
            </a:r>
          </a:p>
          <a:p>
            <a:r>
              <a:t>[内部编号] Q18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这题要同时过两关。第一关，有没有足够的采样率保留六千赫兹？第二关，样本数据有没有超过六十四KiB？请别只挑最小，也别只挑最大。把每个方案的失败原因说具体。八千输在频率条件，二万四输在容量，一万六能通过题目给定的两项检查。</a:t>
            </a:r>
          </a:p>
          <a:p>
            <a:r>
              <a:t>[认知起点] 已知采样率的频率限制与容量乘法。</a:t>
            </a:r>
          </a:p>
          <a:p>
            <a:r>
              <a:t>[认知困惑] 最小文件不一定满足记录需求，最高采样率也不一定满足容量。</a:t>
            </a:r>
          </a:p>
          <a:p>
            <a:r>
              <a:t>[学生任务] 同桌或四人组45秒；每人选一方案，给出两项检查证据。条件只约束payload，不计WAV头，量化位数固定。</a:t>
            </a:r>
          </a:p>
          <a:p>
            <a:r>
              <a:t>[预期学生反应] 16kHz；8k虽小但不足；24k虽可保留但超预算。16k在理想带限条件下满足，实际低通需设计过渡带，本课预制模型留有余量。</a:t>
            </a:r>
          </a:p>
          <a:p>
            <a:r>
              <a:t>[追问问题] 64KiB到底是多少B？选较高参数前先检查哪个限制？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只有64KiB，哪种方案满足要求？</a:t>
            </a:r>
          </a:p>
          <a:p>
            <a:r>
              <a:t>[内部编号] Q18 揭示页</a:t>
            </a:r>
          </a:p>
          <a:p>
            <a:r>
              <a:t>[教师逐字稿] 这题要同时过两关。第一关，有没有足够的采样率保留六千赫兹？第二关，样本数据有没有超过六十四KiB？请别只挑最小，也别只挑最大。把每个方案的失败原因说具体。八千输在频率条件，二万四输在容量，一万六能通过题目给定的两项检查。</a:t>
            </a:r>
          </a:p>
          <a:p>
            <a:r>
              <a:t>[形成结论] 按需求和预算作条件判断，说明取舍。</a:t>
            </a:r>
          </a:p>
          <a:p>
            <a:r>
              <a:t>[追问问题] 64KiB到底是多少B？选较高参数前先检查哪个限制？</a:t>
            </a:r>
          </a:p>
          <a:p>
            <a:r>
              <a:t>[预期学生反应] 16kHz；8k虽小但不足；24k虽可保留但超预算。16k在理想带限条件下满足，实际低通需设计过渡带，本课预制模型留有余量。</a:t>
            </a:r>
          </a:p>
          <a:p>
            <a:r>
              <a:t>[Demo操作] 使用课件证据，无需现场运行。</a:t>
            </a:r>
          </a:p>
          <a:p>
            <a:r>
              <a:t>[下一问] 用三个错误说法检查我们是否仍把概念混在一起。</a:t>
            </a:r>
          </a:p>
          <a:p>
            <a:r>
              <a:t>[技术注解] 按需求和预算作条件判断，说明取舍。</a:t>
            </a:r>
          </a:p>
          <a:p>
            <a:r>
              <a:t>[来源] https://learn.microsoft.com/en-us/windows/win32/api/mmeapi/ns-mmeapi-waveformatex</a:t>
            </a:r>
          </a:p>
          <a:p>
            <a:r>
              <a:t>https://docs.python.org/3/library/wave.html</a:t>
            </a:r>
          </a:p>
          <a:p>
            <a:r>
              <a:t>[证据文件] assets/audio-manifest.json</a:t>
            </a:r>
          </a:p>
          <a:p>
            <a:r>
              <a:t>[完整备课依据] course-design.qmd Q18及C3–C5。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哪些说法需要修改？</a:t>
            </a:r>
          </a:p>
          <a:p>
            <a:r>
              <a:t>[内部编号] Q19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最后不背定义，我们改错句。请选择一条，不只说错，要改成一句能成立的话。第三条可以直接指向刚才读到的三万二和三万二千零四十四。把每个词的范围说清楚，就能从图像数字化迁移到音频数字化。</a:t>
            </a:r>
          </a:p>
          <a:p>
            <a:r>
              <a:t>[认知起点] 已完成模型、听辨、计数和预算选择。</a:t>
            </a:r>
          </a:p>
          <a:p>
            <a:r>
              <a:t>[认知困惑] 常见口头缩写可能把已学概念再次混淆。</a:t>
            </a:r>
          </a:p>
          <a:p>
            <a:r>
              <a:t>[学生任务] 选一句改写并说明证据。教师抽问三人，余下学生在活动单上写一句。</a:t>
            </a:r>
          </a:p>
          <a:p>
            <a:r>
              <a:t>[预期学生反应] 三句均需修改；必须补出具体正确条件。</a:t>
            </a:r>
          </a:p>
          <a:p>
            <a:r>
              <a:t>[追问问题] 哪一条可以用今天的实际文件字节数直接反驳？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哪些说法需要修改？</a:t>
            </a:r>
          </a:p>
          <a:p>
            <a:r>
              <a:t>[内部编号] Q19 揭示页</a:t>
            </a:r>
          </a:p>
          <a:p>
            <a:r>
              <a:t>[教师逐字稿] 最后不背定义，我们改错句。请选择一条，不只说错，要改成一句能成立的话。第三条可以直接指向刚才读到的三万二和三万二千零四十四。把每个词的范围说清楚，就能从图像数字化迁移到音频数字化。</a:t>
            </a:r>
          </a:p>
          <a:p>
            <a:r>
              <a:t>[形成结论] 音频数字化是采样、量化、编码；数据量计算有明确存储格式边界。</a:t>
            </a:r>
          </a:p>
          <a:p>
            <a:r>
              <a:t>[追问问题] 哪一条可以用今天的实际文件字节数直接反驳？</a:t>
            </a:r>
          </a:p>
          <a:p>
            <a:r>
              <a:t>[预期学生反应] 三句均需修改；必须补出具体正确条件。</a:t>
            </a:r>
          </a:p>
          <a:p>
            <a:r>
              <a:t>[Demo操作] 使用课件证据，无需现场运行。</a:t>
            </a:r>
          </a:p>
          <a:p>
            <a:r>
              <a:t>[下一问] 课后把同一规则用于另一组参数。</a:t>
            </a:r>
          </a:p>
          <a:p>
            <a:r>
              <a:t>[技术注解] 音频数字化是采样、量化、编码；数据量计算有明确存储格式边界。</a:t>
            </a:r>
          </a:p>
          <a:p>
            <a:r>
              <a:t>[来源] https://learn.microsoft.com/en-us/windows/win32/api/mmeapi/ns-mmeapi-waveformatex</a:t>
            </a:r>
          </a:p>
          <a:p>
            <a:r>
              <a:t>https://docs.python.org/3/library/wave.html</a:t>
            </a:r>
          </a:p>
          <a:p>
            <a:r>
              <a:t>[证据文件] assets/audio-manifest.json</a:t>
            </a:r>
          </a:p>
          <a:p>
            <a:r>
              <a:t>[完整备课依据] course-design.qmd Q19及C3–C5。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[页面目的] 课后迁移，检验采样率、量化位数与样本数据量。</a:t>
            </a:r>
          </a:p>
          <a:p>
            <a:r>
              <a:t>[教师逐字稿] 三题分别检查计数、等级和信息能否恢复。第一题写全四个参数和除以八，后两题必须写理由。</a:t>
            </a:r>
          </a:p>
          <a:p>
            <a:r>
              <a:t>[教师答案] 441,000B；16倍；不能恢复当初未记录或已丢失的内容。</a:t>
            </a:r>
          </a:p>
          <a:p>
            <a:r>
              <a:t>[技术注解] 只计未压缩PCM样本数据；不含WAV头。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9cd894a21140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c8dfe4c2da4828" /><Relationship Type="http://schemas.openxmlformats.org/officeDocument/2006/relationships/slideLayout" Target="/ppt/slideLayouts/slideLayout1.xml" Id="R993576fb0a414b41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993576fb0a414b4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  <a:lvl2pPr marL="4572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2pPr>
      <a:lvl3pPr marL="9144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3pPr>
      <a:lvl4pPr marL="13716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4pPr>
      <a:lvl5pPr marL="18288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5pPr>
      <a:lvl6pPr marL="22860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6pPr>
      <a:lvl7pPr marL="27432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7pPr>
      <a:lvl8pPr marL="32004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8pPr>
      <a:lvl9pPr marL="36576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a9f6971bb45fa" /><Relationship Type="http://schemas.openxmlformats.org/officeDocument/2006/relationships/notesSlide" Target="/ppt/notesSlides/notesSlide1.xml" Id="R12ed2e12edef4c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18c6c3e65460f" /><Relationship Type="http://schemas.openxmlformats.org/officeDocument/2006/relationships/notesSlide" Target="/ppt/notesSlides/notesSlide2.xml" Id="R4c03fb0e13e24a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9de6b82614fcc" /><Relationship Type="http://schemas.openxmlformats.org/officeDocument/2006/relationships/notesSlide" Target="/ppt/notesSlides/notesSlide3.xml" Id="R84799f310cbe48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f7b7dbdc34e50" /><Relationship Type="http://schemas.openxmlformats.org/officeDocument/2006/relationships/notesSlide" Target="/ppt/notesSlides/notesSlide4.xml" Id="R182cd26495d74f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7bc1bf9794aa6" /><Relationship Type="http://schemas.openxmlformats.org/officeDocument/2006/relationships/notesSlide" Target="/ppt/notesSlides/notesSlide5.xml" Id="R6f9559f1cefb43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c08bc722f47aa" /><Relationship Type="http://schemas.openxmlformats.org/officeDocument/2006/relationships/notesSlide" Target="/ppt/notesSlides/notesSlide6.xml" Id="R07e3252dfab84d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d27ed4320465e" /><Relationship Type="http://schemas.openxmlformats.org/officeDocument/2006/relationships/notesSlide" Target="/ppt/notesSlides/notesSlide7.xml" Id="Ra0b48446831e4a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fe59f469241bb" /><Relationship Type="http://schemas.openxmlformats.org/officeDocument/2006/relationships/notesSlide" Target="/ppt/notesSlides/notesSlide8.xml" Id="R180d48f0402e43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e61fa11dd429f" /><Relationship Type="http://schemas.openxmlformats.org/officeDocument/2006/relationships/notesSlide" Target="/ppt/notesSlides/notesSlide9.xml" Id="R647afb0c3cb845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bd472ead546bc" /><Relationship Type="http://schemas.openxmlformats.org/officeDocument/2006/relationships/notesSlide" Target="/ppt/notesSlides/notesSlide10.xml" Id="R6454576b7cd84f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6ab97da384fdf" /><Relationship Type="http://schemas.openxmlformats.org/officeDocument/2006/relationships/notesSlide" Target="/ppt/notesSlides/notesSlide11.xml" Id="R8214fcbb7df047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1eaa8e8074bd7" /><Relationship Type="http://schemas.openxmlformats.org/officeDocument/2006/relationships/notesSlide" Target="/ppt/notesSlides/notesSlide12.xml" Id="R07b92a7ab60d49b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702d24ae84df4" /><Relationship Type="http://schemas.openxmlformats.org/officeDocument/2006/relationships/notesSlide" Target="/ppt/notesSlides/notesSlide13.xml" Id="Rd1f0e1450615477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d4d0ef9ac4aff" /><Relationship Type="http://schemas.openxmlformats.org/officeDocument/2006/relationships/notesSlide" Target="/ppt/notesSlides/notesSlide14.xml" Id="Rd97aa494ffe543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72e04efa64253" /><Relationship Type="http://schemas.openxmlformats.org/officeDocument/2006/relationships/notesSlide" Target="/ppt/notesSlides/notesSlide15.xml" Id="Rf5c4eb2b0275407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4a1bd3e4e40d4" /><Relationship Type="http://schemas.openxmlformats.org/officeDocument/2006/relationships/notesSlide" Target="/ppt/notesSlides/notesSlide16.xml" Id="R88ce36963413421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e06e827ca42fe" /><Relationship Type="http://schemas.openxmlformats.org/officeDocument/2006/relationships/notesSlide" Target="/ppt/notesSlides/notesSlide17.xml" Id="Rcff85e57e3c64b8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f185749554de4" /><Relationship Type="http://schemas.openxmlformats.org/officeDocument/2006/relationships/notesSlide" Target="/ppt/notesSlides/notesSlide18.xml" Id="Rd0113d9896374a6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db260895b4651" /><Relationship Type="http://schemas.openxmlformats.org/officeDocument/2006/relationships/notesSlide" Target="/ppt/notesSlides/notesSlide19.xml" Id="Rbaa567d4df184cb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82601d68542ea" /><Relationship Type="http://schemas.openxmlformats.org/officeDocument/2006/relationships/notesSlide" Target="/ppt/notesSlides/notesSlide20.xml" Id="R031e41644402429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e1cf0acea4a92" /><Relationship Type="http://schemas.openxmlformats.org/officeDocument/2006/relationships/notesSlide" Target="/ppt/notesSlides/notesSlide21.xml" Id="R07364bfe4ba444e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c9bfcf7af4ff1" /><Relationship Type="http://schemas.openxmlformats.org/officeDocument/2006/relationships/notesSlide" Target="/ppt/notesSlides/notesSlide22.xml" Id="R9177a837490e4a3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4e00b07584a8a" /><Relationship Type="http://schemas.openxmlformats.org/officeDocument/2006/relationships/notesSlide" Target="/ppt/notesSlides/notesSlide23.xml" Id="R16002a3916ac45b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234cc364546b8" /><Relationship Type="http://schemas.openxmlformats.org/officeDocument/2006/relationships/notesSlide" Target="/ppt/notesSlides/notesSlide24.xml" Id="R47ed1fd1522f48f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4fc190ad8423c" /><Relationship Type="http://schemas.openxmlformats.org/officeDocument/2006/relationships/notesSlide" Target="/ppt/notesSlides/notesSlide25.xml" Id="R9ac8a90cc810421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1dc0a38364ba6" /><Relationship Type="http://schemas.openxmlformats.org/officeDocument/2006/relationships/notesSlide" Target="/ppt/notesSlides/notesSlide26.xml" Id="R2be6199b1eb24a7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98facfc6a4f27" /><Relationship Type="http://schemas.openxmlformats.org/officeDocument/2006/relationships/notesSlide" Target="/ppt/notesSlides/notesSlide27.xml" Id="Rfb74b77afa594a1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cc7fbb5cb4927" /><Relationship Type="http://schemas.openxmlformats.org/officeDocument/2006/relationships/notesSlide" Target="/ppt/notesSlides/notesSlide28.xml" Id="R0f00c7c427844b2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b1df55036401d" /><Relationship Type="http://schemas.openxmlformats.org/officeDocument/2006/relationships/notesSlide" Target="/ppt/notesSlides/notesSlide29.xml" Id="R0ecc41c60fb34bb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3309b4304459d" /><Relationship Type="http://schemas.openxmlformats.org/officeDocument/2006/relationships/notesSlide" Target="/ppt/notesSlides/notesSlide30.xml" Id="Rc3dd130d201a411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534d7ec90433c" /><Relationship Type="http://schemas.openxmlformats.org/officeDocument/2006/relationships/notesSlide" Target="/ppt/notesSlides/notesSlide31.xml" Id="Ra813eabdbe8b4c9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cd996159441af" /><Relationship Type="http://schemas.openxmlformats.org/officeDocument/2006/relationships/notesSlide" Target="/ppt/notesSlides/notesSlide32.xml" Id="R60ebae81a057414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0aa2e18564a1f" /><Relationship Type="http://schemas.openxmlformats.org/officeDocument/2006/relationships/notesSlide" Target="/ppt/notesSlides/notesSlide33.xml" Id="R1193a71bfddb431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00dfecc864115" /><Relationship Type="http://schemas.openxmlformats.org/officeDocument/2006/relationships/notesSlide" Target="/ppt/notesSlides/notesSlide34.xml" Id="Rb812ba3869784f0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5cfb4bd144a4e" /><Relationship Type="http://schemas.openxmlformats.org/officeDocument/2006/relationships/notesSlide" Target="/ppt/notesSlides/notesSlide35.xml" Id="R20d0962c04e0468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c7136fd154d23" /><Relationship Type="http://schemas.openxmlformats.org/officeDocument/2006/relationships/notesSlide" Target="/ppt/notesSlides/notesSlide36.xml" Id="R55ca0a4998a6460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9e7c679234042" /><Relationship Type="http://schemas.openxmlformats.org/officeDocument/2006/relationships/notesSlide" Target="/ppt/notesSlides/notesSlide37.xml" Id="R51dad4a5f06b40d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1f11ac9b54616" /><Relationship Type="http://schemas.openxmlformats.org/officeDocument/2006/relationships/notesSlide" Target="/ppt/notesSlides/notesSlide38.xml" Id="R91a26481b35a41a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c3e8150ee4e37" /><Relationship Type="http://schemas.openxmlformats.org/officeDocument/2006/relationships/notesSlide" Target="/ppt/notesSlides/notesSlide39.xml" Id="R2473d8626083492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535b4a1cf4520" /><Relationship Type="http://schemas.openxmlformats.org/officeDocument/2006/relationships/notesSlide" Target="/ppt/notesSlides/notesSlide40.xml" Id="R8f7c21b577184d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6C31F7E8-09D5-4D9E-AF0D-9C4D9888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DFBD3B59-6D4A-475C-BA95-2D57C03A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BCD0CAD-1D8D-415E-8CD5-03D87C5F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858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音频数字化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31DC93A-69E2-4038-86BE-B4713D12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75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75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一段声音怎样变成</a:t>
            </a:r>
          </a:p>
          <a:p xmlns:a="http://schemas.openxmlformats.org/drawingml/2006/main">
            <a:pPr>
              <a:defRPr sz="4875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75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二进制数据？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09076DA-FE44-49C9-83C6-3DAF7536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00" b="0">
                <a:solidFill>
                  <a:srgbClr val="737373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700" b="0">
                <a:solidFill>
                  <a:srgbClr val="737373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从波形到未压缩 PCM WAV</a:t>
            </a:r>
          </a:p>
        </p:txBody>
      </p:sp>
    </p:spTree>
    <p:extLst>
      <p:ext uri="{BB962C8B-B14F-4D97-AF65-F5344CB8AC3E}">
        <p14:creationId xmlns:p14="http://schemas.microsoft.com/office/powerpoint/2010/main" val="17300417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C4EA536E-A78B-4B33-9CCA-F8873B74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C6CCBAE-B898-4150-A4C4-CA18DAB1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027116D-7FB0-4557-B8C6-3FE17864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同一段音乐，为什么大小不同？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903F30D4-47F6-4BA3-A659-4F76F647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同一段6秒音乐：A、B。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6130FFEF-A5A2-4550-8C96-1DA25100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先试听，再猜测：保存的哪些信息可能不同？</a:t>
            </a:r>
          </a:p>
        </p:txBody>
      </p:sp>
    </p:spTree>
    <p:extLst>
      <p:ext uri="{BB962C8B-B14F-4D97-AF65-F5344CB8AC3E}">
        <p14:creationId xmlns:p14="http://schemas.microsoft.com/office/powerpoint/2010/main" val="6551635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C4EA536E-A78B-4B33-9CCA-F8873B74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C6CCBAE-B898-4150-A4C4-CA18DAB1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027116D-7FB0-4557-B8C6-3FE17864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同一段音乐，为什么大小不同？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903F30D4-47F6-4BA3-A659-4F76F647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同一段6秒音乐：A、B。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6130FFEF-A5A2-4550-8C96-1DA25100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先试听，再猜测：保存的哪些信息可能不同？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19A4C614-D2DC-4A64-A8F3-C0B39C31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5C7E46C9-02B4-4715-86B5-1AE1A054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声音可以保存为样本数据。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0964C008-9C98-4ABD-ADEC-AE9556E1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同样长，记录的样本数量和每样本位数可以不同。</a:t>
            </a:r>
          </a:p>
        </p:txBody>
      </p:sp>
      <p:sp>
        <p:nvSpPr>
          <p:cNvPr id="9" name="answer-2">
            <a:extLst xmlns:a="http://schemas.openxmlformats.org/drawingml/2006/main">
              <a:ext uri="{FF2B5EF4-FFF2-40B4-BE49-F238E27FC236}">
                <a16:creationId xmlns:a16="http://schemas.microsoft.com/office/drawing/2014/main" id="{93C79560-AF85-4B40-A42B-0712CB2A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先弄清一段声音怎样成为数据。</a:t>
            </a:r>
          </a:p>
        </p:txBody>
      </p:sp>
    </p:spTree>
    <p:extLst>
      <p:ext uri="{BB962C8B-B14F-4D97-AF65-F5344CB8AC3E}">
        <p14:creationId xmlns:p14="http://schemas.microsoft.com/office/powerpoint/2010/main" val="6551635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E276B9CF-873F-466C-A0A9-C67A9085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A086901-1860-464B-AAC8-36EC8A4C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83E03EE-1664-462A-8912-93C5412C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声音怎样变成一条波形？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31FB9686-55D7-4F95-8BB0-06BC21BC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看同一位置随时间变化的声音。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3EC04839-388F-4539-AA36-21E316A1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波形的横轴、纵轴分别表示什么？</a:t>
            </a:r>
          </a:p>
        </p:txBody>
      </p:sp>
      <p:sp>
        <p:nvSpPr>
          <p:cNvPr id="6" name="zero-line">
            <a:extLst xmlns:a="http://schemas.openxmlformats.org/drawingml/2006/main">
              <a:ext uri="{FF2B5EF4-FFF2-40B4-BE49-F238E27FC236}">
                <a16:creationId xmlns:a16="http://schemas.microsoft.com/office/drawing/2014/main" id="{329CA0D1-E1D9-48FD-B8EB-77F5D56F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9048750" cy="9525"/>
          </a:xfrm>
          <a:custGeom xmlns:a="http://schemas.openxmlformats.org/drawingml/2006/main">
            <a:pathLst>
              <a:path w="9048750" h="9525">
                <a:moveTo>
                  <a:pt x="0" y="0"/>
                </a:moveTo>
                <a:lnTo>
                  <a:pt x="904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8D8DF"/>
            </a:solidFill>
          </a:ln>
        </p:spPr>
      </p:sp>
      <p:sp>
        <p:nvSpPr>
          <p:cNvPr id="7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F73FCCA9-F6AA-4E88-9687-AFF38344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9525" cy="1857375"/>
          </a:xfrm>
          <a:custGeom xmlns:a="http://schemas.openxmlformats.org/drawingml/2006/main">
            <a:pathLst>
              <a:path w="9525" h="1857375">
                <a:moveTo>
                  <a:pt x="0" y="0"/>
                </a:moveTo>
                <a:lnTo>
                  <a:pt x="0" y="18573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waveform">
            <a:extLst xmlns:a="http://schemas.openxmlformats.org/drawingml/2006/main">
              <a:ext uri="{FF2B5EF4-FFF2-40B4-BE49-F238E27FC236}">
                <a16:creationId xmlns:a16="http://schemas.microsoft.com/office/drawing/2014/main" id="{D16F145F-C42B-4E07-9D40-927BA421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81461"/>
            <a:ext cx="9048750" cy="1219078"/>
          </a:xfrm>
          <a:custGeom xmlns:a="http://schemas.openxmlformats.org/drawingml/2006/main">
            <a:pathLst>
              <a:path w="9048750" h="1219078">
                <a:moveTo>
                  <a:pt x="0" y="429390"/>
                </a:moveTo>
                <a:lnTo>
                  <a:pt x="37703" y="399158"/>
                </a:lnTo>
                <a:lnTo>
                  <a:pt x="75406" y="369502"/>
                </a:lnTo>
                <a:lnTo>
                  <a:pt x="113109" y="340504"/>
                </a:lnTo>
                <a:lnTo>
                  <a:pt x="150813" y="312244"/>
                </a:lnTo>
                <a:lnTo>
                  <a:pt x="188516" y="284799"/>
                </a:lnTo>
                <a:lnTo>
                  <a:pt x="226219" y="258244"/>
                </a:lnTo>
                <a:lnTo>
                  <a:pt x="263922" y="232651"/>
                </a:lnTo>
                <a:lnTo>
                  <a:pt x="301625" y="208092"/>
                </a:lnTo>
                <a:lnTo>
                  <a:pt x="339328" y="184633"/>
                </a:lnTo>
                <a:lnTo>
                  <a:pt x="377031" y="162339"/>
                </a:lnTo>
                <a:lnTo>
                  <a:pt x="414734" y="141270"/>
                </a:lnTo>
                <a:lnTo>
                  <a:pt x="452438" y="121485"/>
                </a:lnTo>
                <a:lnTo>
                  <a:pt x="490141" y="103037"/>
                </a:lnTo>
                <a:lnTo>
                  <a:pt x="527844" y="85978"/>
                </a:lnTo>
                <a:lnTo>
                  <a:pt x="565547" y="70354"/>
                </a:lnTo>
                <a:lnTo>
                  <a:pt x="603250" y="56208"/>
                </a:lnTo>
                <a:lnTo>
                  <a:pt x="640953" y="43578"/>
                </a:lnTo>
                <a:lnTo>
                  <a:pt x="678656" y="32500"/>
                </a:lnTo>
                <a:lnTo>
                  <a:pt x="716359" y="23003"/>
                </a:lnTo>
                <a:lnTo>
                  <a:pt x="754063" y="15114"/>
                </a:lnTo>
                <a:lnTo>
                  <a:pt x="791766" y="8855"/>
                </a:lnTo>
                <a:lnTo>
                  <a:pt x="829469" y="4241"/>
                </a:lnTo>
                <a:lnTo>
                  <a:pt x="867172" y="1287"/>
                </a:lnTo>
                <a:lnTo>
                  <a:pt x="904875" y="0"/>
                </a:lnTo>
                <a:lnTo>
                  <a:pt x="942578" y="384"/>
                </a:lnTo>
                <a:lnTo>
                  <a:pt x="980281" y="2437"/>
                </a:lnTo>
                <a:lnTo>
                  <a:pt x="1017984" y="6154"/>
                </a:lnTo>
                <a:lnTo>
                  <a:pt x="1055687" y="11525"/>
                </a:lnTo>
                <a:lnTo>
                  <a:pt x="1093391" y="18536"/>
                </a:lnTo>
                <a:lnTo>
                  <a:pt x="1131094" y="27166"/>
                </a:lnTo>
                <a:lnTo>
                  <a:pt x="1168797" y="37392"/>
                </a:lnTo>
                <a:lnTo>
                  <a:pt x="1206500" y="49187"/>
                </a:lnTo>
                <a:lnTo>
                  <a:pt x="1244203" y="62517"/>
                </a:lnTo>
                <a:lnTo>
                  <a:pt x="1281906" y="77347"/>
                </a:lnTo>
                <a:lnTo>
                  <a:pt x="1319609" y="93636"/>
                </a:lnTo>
                <a:lnTo>
                  <a:pt x="1357313" y="111338"/>
                </a:lnTo>
                <a:lnTo>
                  <a:pt x="1395016" y="130406"/>
                </a:lnTo>
                <a:lnTo>
                  <a:pt x="1432719" y="150788"/>
                </a:lnTo>
                <a:lnTo>
                  <a:pt x="1470422" y="172427"/>
                </a:lnTo>
                <a:lnTo>
                  <a:pt x="1508125" y="195264"/>
                </a:lnTo>
                <a:lnTo>
                  <a:pt x="1545828" y="219236"/>
                </a:lnTo>
                <a:lnTo>
                  <a:pt x="1583531" y="244278"/>
                </a:lnTo>
                <a:lnTo>
                  <a:pt x="1621234" y="270321"/>
                </a:lnTo>
                <a:lnTo>
                  <a:pt x="1658937" y="297295"/>
                </a:lnTo>
                <a:lnTo>
                  <a:pt x="1696641" y="325124"/>
                </a:lnTo>
                <a:lnTo>
                  <a:pt x="1734344" y="353732"/>
                </a:lnTo>
                <a:lnTo>
                  <a:pt x="1772047" y="383042"/>
                </a:lnTo>
                <a:lnTo>
                  <a:pt x="1809750" y="412972"/>
                </a:lnTo>
                <a:lnTo>
                  <a:pt x="1847453" y="443442"/>
                </a:lnTo>
                <a:lnTo>
                  <a:pt x="1885156" y="474366"/>
                </a:lnTo>
                <a:lnTo>
                  <a:pt x="1922859" y="505661"/>
                </a:lnTo>
                <a:lnTo>
                  <a:pt x="1960563" y="537241"/>
                </a:lnTo>
                <a:lnTo>
                  <a:pt x="1998266" y="569019"/>
                </a:lnTo>
                <a:lnTo>
                  <a:pt x="2035969" y="600908"/>
                </a:lnTo>
                <a:lnTo>
                  <a:pt x="2073672" y="632820"/>
                </a:lnTo>
                <a:lnTo>
                  <a:pt x="2111375" y="664669"/>
                </a:lnTo>
                <a:lnTo>
                  <a:pt x="2149078" y="696367"/>
                </a:lnTo>
                <a:lnTo>
                  <a:pt x="2186781" y="727827"/>
                </a:lnTo>
                <a:lnTo>
                  <a:pt x="2224484" y="758962"/>
                </a:lnTo>
                <a:lnTo>
                  <a:pt x="2262188" y="789688"/>
                </a:lnTo>
                <a:lnTo>
                  <a:pt x="2299891" y="819920"/>
                </a:lnTo>
                <a:lnTo>
                  <a:pt x="2337594" y="849576"/>
                </a:lnTo>
                <a:lnTo>
                  <a:pt x="2375297" y="878573"/>
                </a:lnTo>
                <a:lnTo>
                  <a:pt x="2413000" y="906834"/>
                </a:lnTo>
                <a:lnTo>
                  <a:pt x="2450703" y="934279"/>
                </a:lnTo>
                <a:lnTo>
                  <a:pt x="2488406" y="960834"/>
                </a:lnTo>
                <a:lnTo>
                  <a:pt x="2526109" y="986426"/>
                </a:lnTo>
                <a:lnTo>
                  <a:pt x="2563813" y="1010986"/>
                </a:lnTo>
                <a:lnTo>
                  <a:pt x="2601516" y="1034445"/>
                </a:lnTo>
                <a:lnTo>
                  <a:pt x="2639219" y="1056739"/>
                </a:lnTo>
                <a:lnTo>
                  <a:pt x="2676922" y="1077808"/>
                </a:lnTo>
                <a:lnTo>
                  <a:pt x="2714625" y="1097593"/>
                </a:lnTo>
                <a:lnTo>
                  <a:pt x="2752328" y="1116040"/>
                </a:lnTo>
                <a:lnTo>
                  <a:pt x="2790031" y="1133099"/>
                </a:lnTo>
                <a:lnTo>
                  <a:pt x="2827734" y="1148724"/>
                </a:lnTo>
                <a:lnTo>
                  <a:pt x="2865438" y="1162870"/>
                </a:lnTo>
                <a:lnTo>
                  <a:pt x="2903141" y="1175499"/>
                </a:lnTo>
                <a:lnTo>
                  <a:pt x="2940844" y="1186578"/>
                </a:lnTo>
                <a:lnTo>
                  <a:pt x="2978547" y="1196074"/>
                </a:lnTo>
                <a:lnTo>
                  <a:pt x="3016250" y="1203963"/>
                </a:lnTo>
                <a:lnTo>
                  <a:pt x="3053953" y="1210223"/>
                </a:lnTo>
                <a:lnTo>
                  <a:pt x="3091656" y="1214836"/>
                </a:lnTo>
                <a:lnTo>
                  <a:pt x="3129359" y="1217791"/>
                </a:lnTo>
                <a:lnTo>
                  <a:pt x="3167063" y="1219078"/>
                </a:lnTo>
                <a:lnTo>
                  <a:pt x="3204766" y="1218694"/>
                </a:lnTo>
                <a:lnTo>
                  <a:pt x="3242469" y="1216641"/>
                </a:lnTo>
                <a:lnTo>
                  <a:pt x="3280172" y="1212924"/>
                </a:lnTo>
                <a:lnTo>
                  <a:pt x="3317875" y="1207552"/>
                </a:lnTo>
                <a:lnTo>
                  <a:pt x="3355578" y="1200542"/>
                </a:lnTo>
                <a:lnTo>
                  <a:pt x="3393281" y="1191912"/>
                </a:lnTo>
                <a:lnTo>
                  <a:pt x="3430984" y="1181686"/>
                </a:lnTo>
                <a:lnTo>
                  <a:pt x="3468688" y="1169891"/>
                </a:lnTo>
                <a:lnTo>
                  <a:pt x="3506391" y="1156561"/>
                </a:lnTo>
                <a:lnTo>
                  <a:pt x="3544094" y="1141731"/>
                </a:lnTo>
                <a:lnTo>
                  <a:pt x="3581797" y="1125442"/>
                </a:lnTo>
                <a:lnTo>
                  <a:pt x="3619500" y="1107740"/>
                </a:lnTo>
                <a:lnTo>
                  <a:pt x="3657203" y="1088671"/>
                </a:lnTo>
                <a:lnTo>
                  <a:pt x="3694906" y="1068290"/>
                </a:lnTo>
                <a:lnTo>
                  <a:pt x="3732609" y="1046651"/>
                </a:lnTo>
                <a:lnTo>
                  <a:pt x="3770312" y="1023814"/>
                </a:lnTo>
                <a:lnTo>
                  <a:pt x="3808016" y="999842"/>
                </a:lnTo>
                <a:lnTo>
                  <a:pt x="3845719" y="974800"/>
                </a:lnTo>
                <a:lnTo>
                  <a:pt x="3883422" y="948756"/>
                </a:lnTo>
                <a:lnTo>
                  <a:pt x="3921125" y="921783"/>
                </a:lnTo>
                <a:lnTo>
                  <a:pt x="3958828" y="893954"/>
                </a:lnTo>
                <a:lnTo>
                  <a:pt x="3996531" y="865346"/>
                </a:lnTo>
                <a:lnTo>
                  <a:pt x="4034234" y="836036"/>
                </a:lnTo>
                <a:lnTo>
                  <a:pt x="4071938" y="806106"/>
                </a:lnTo>
                <a:lnTo>
                  <a:pt x="4109641" y="775636"/>
                </a:lnTo>
                <a:lnTo>
                  <a:pt x="4147344" y="744712"/>
                </a:lnTo>
                <a:lnTo>
                  <a:pt x="4185047" y="713417"/>
                </a:lnTo>
                <a:lnTo>
                  <a:pt x="4222750" y="681837"/>
                </a:lnTo>
                <a:lnTo>
                  <a:pt x="4260453" y="650059"/>
                </a:lnTo>
                <a:lnTo>
                  <a:pt x="4298156" y="618170"/>
                </a:lnTo>
                <a:lnTo>
                  <a:pt x="4335859" y="586257"/>
                </a:lnTo>
                <a:lnTo>
                  <a:pt x="4373563" y="554409"/>
                </a:lnTo>
                <a:lnTo>
                  <a:pt x="4411266" y="522711"/>
                </a:lnTo>
                <a:lnTo>
                  <a:pt x="4448969" y="491251"/>
                </a:lnTo>
                <a:lnTo>
                  <a:pt x="4486672" y="460116"/>
                </a:lnTo>
                <a:lnTo>
                  <a:pt x="4524375" y="429390"/>
                </a:lnTo>
                <a:lnTo>
                  <a:pt x="4562078" y="399158"/>
                </a:lnTo>
                <a:lnTo>
                  <a:pt x="4599781" y="369502"/>
                </a:lnTo>
                <a:lnTo>
                  <a:pt x="4637484" y="340504"/>
                </a:lnTo>
                <a:lnTo>
                  <a:pt x="4675187" y="312244"/>
                </a:lnTo>
                <a:lnTo>
                  <a:pt x="4712891" y="284799"/>
                </a:lnTo>
                <a:lnTo>
                  <a:pt x="4750594" y="258244"/>
                </a:lnTo>
                <a:lnTo>
                  <a:pt x="4788297" y="232651"/>
                </a:lnTo>
                <a:lnTo>
                  <a:pt x="4826000" y="208092"/>
                </a:lnTo>
                <a:lnTo>
                  <a:pt x="4863703" y="184633"/>
                </a:lnTo>
                <a:lnTo>
                  <a:pt x="4901406" y="162339"/>
                </a:lnTo>
                <a:lnTo>
                  <a:pt x="4939109" y="141270"/>
                </a:lnTo>
                <a:lnTo>
                  <a:pt x="4976813" y="121485"/>
                </a:lnTo>
                <a:lnTo>
                  <a:pt x="5014516" y="103037"/>
                </a:lnTo>
                <a:lnTo>
                  <a:pt x="5052219" y="85978"/>
                </a:lnTo>
                <a:lnTo>
                  <a:pt x="5089922" y="70354"/>
                </a:lnTo>
                <a:lnTo>
                  <a:pt x="5127625" y="56208"/>
                </a:lnTo>
                <a:lnTo>
                  <a:pt x="5165328" y="43578"/>
                </a:lnTo>
                <a:lnTo>
                  <a:pt x="5203031" y="32500"/>
                </a:lnTo>
                <a:lnTo>
                  <a:pt x="5240734" y="23003"/>
                </a:lnTo>
                <a:lnTo>
                  <a:pt x="5278438" y="15114"/>
                </a:lnTo>
                <a:lnTo>
                  <a:pt x="5316141" y="8855"/>
                </a:lnTo>
                <a:lnTo>
                  <a:pt x="5353844" y="4241"/>
                </a:lnTo>
                <a:lnTo>
                  <a:pt x="5391547" y="1287"/>
                </a:lnTo>
                <a:lnTo>
                  <a:pt x="5429250" y="0"/>
                </a:lnTo>
                <a:lnTo>
                  <a:pt x="5466953" y="384"/>
                </a:lnTo>
                <a:lnTo>
                  <a:pt x="5504656" y="2437"/>
                </a:lnTo>
                <a:lnTo>
                  <a:pt x="5542359" y="6154"/>
                </a:lnTo>
                <a:lnTo>
                  <a:pt x="5580063" y="11525"/>
                </a:lnTo>
                <a:lnTo>
                  <a:pt x="5617766" y="18536"/>
                </a:lnTo>
                <a:lnTo>
                  <a:pt x="5655469" y="27166"/>
                </a:lnTo>
                <a:lnTo>
                  <a:pt x="5693172" y="37392"/>
                </a:lnTo>
                <a:lnTo>
                  <a:pt x="5730875" y="49187"/>
                </a:lnTo>
                <a:lnTo>
                  <a:pt x="5768578" y="62517"/>
                </a:lnTo>
                <a:lnTo>
                  <a:pt x="5806281" y="77347"/>
                </a:lnTo>
                <a:lnTo>
                  <a:pt x="5843984" y="93636"/>
                </a:lnTo>
                <a:lnTo>
                  <a:pt x="5881688" y="111338"/>
                </a:lnTo>
                <a:lnTo>
                  <a:pt x="5919391" y="130406"/>
                </a:lnTo>
                <a:lnTo>
                  <a:pt x="5957094" y="150788"/>
                </a:lnTo>
                <a:lnTo>
                  <a:pt x="5994797" y="172427"/>
                </a:lnTo>
                <a:lnTo>
                  <a:pt x="6032500" y="195264"/>
                </a:lnTo>
                <a:lnTo>
                  <a:pt x="6070203" y="219236"/>
                </a:lnTo>
                <a:lnTo>
                  <a:pt x="6107906" y="244278"/>
                </a:lnTo>
                <a:lnTo>
                  <a:pt x="6145609" y="270321"/>
                </a:lnTo>
                <a:lnTo>
                  <a:pt x="6183313" y="297295"/>
                </a:lnTo>
                <a:lnTo>
                  <a:pt x="6221016" y="325124"/>
                </a:lnTo>
                <a:lnTo>
                  <a:pt x="6258719" y="353732"/>
                </a:lnTo>
                <a:lnTo>
                  <a:pt x="6296422" y="383042"/>
                </a:lnTo>
                <a:lnTo>
                  <a:pt x="6334125" y="412972"/>
                </a:lnTo>
                <a:lnTo>
                  <a:pt x="6371828" y="443442"/>
                </a:lnTo>
                <a:lnTo>
                  <a:pt x="6409531" y="474366"/>
                </a:lnTo>
                <a:lnTo>
                  <a:pt x="6447234" y="505661"/>
                </a:lnTo>
                <a:lnTo>
                  <a:pt x="6484938" y="537241"/>
                </a:lnTo>
                <a:lnTo>
                  <a:pt x="6522641" y="569019"/>
                </a:lnTo>
                <a:lnTo>
                  <a:pt x="6560344" y="600908"/>
                </a:lnTo>
                <a:lnTo>
                  <a:pt x="6598047" y="632820"/>
                </a:lnTo>
                <a:lnTo>
                  <a:pt x="6635750" y="664669"/>
                </a:lnTo>
                <a:lnTo>
                  <a:pt x="6673453" y="696367"/>
                </a:lnTo>
                <a:lnTo>
                  <a:pt x="6711156" y="727827"/>
                </a:lnTo>
                <a:lnTo>
                  <a:pt x="6748859" y="758962"/>
                </a:lnTo>
                <a:lnTo>
                  <a:pt x="6786563" y="789688"/>
                </a:lnTo>
                <a:lnTo>
                  <a:pt x="6824266" y="819920"/>
                </a:lnTo>
                <a:lnTo>
                  <a:pt x="6861969" y="849576"/>
                </a:lnTo>
                <a:lnTo>
                  <a:pt x="6899672" y="878573"/>
                </a:lnTo>
                <a:lnTo>
                  <a:pt x="6937375" y="906834"/>
                </a:lnTo>
                <a:lnTo>
                  <a:pt x="6975078" y="934279"/>
                </a:lnTo>
                <a:lnTo>
                  <a:pt x="7012781" y="960834"/>
                </a:lnTo>
                <a:lnTo>
                  <a:pt x="7050484" y="986426"/>
                </a:lnTo>
                <a:lnTo>
                  <a:pt x="7088188" y="1010986"/>
                </a:lnTo>
                <a:lnTo>
                  <a:pt x="7125891" y="1034445"/>
                </a:lnTo>
                <a:lnTo>
                  <a:pt x="7163594" y="1056739"/>
                </a:lnTo>
                <a:lnTo>
                  <a:pt x="7201297" y="1077808"/>
                </a:lnTo>
                <a:lnTo>
                  <a:pt x="7239000" y="1097593"/>
                </a:lnTo>
                <a:lnTo>
                  <a:pt x="7276703" y="1116040"/>
                </a:lnTo>
                <a:lnTo>
                  <a:pt x="7314406" y="1133099"/>
                </a:lnTo>
                <a:lnTo>
                  <a:pt x="7352109" y="1148724"/>
                </a:lnTo>
                <a:lnTo>
                  <a:pt x="7389813" y="1162870"/>
                </a:lnTo>
                <a:lnTo>
                  <a:pt x="7427516" y="1175499"/>
                </a:lnTo>
                <a:lnTo>
                  <a:pt x="7465219" y="1186578"/>
                </a:lnTo>
                <a:lnTo>
                  <a:pt x="7502922" y="1196074"/>
                </a:lnTo>
                <a:lnTo>
                  <a:pt x="7540625" y="1203963"/>
                </a:lnTo>
                <a:lnTo>
                  <a:pt x="7578328" y="1210223"/>
                </a:lnTo>
                <a:lnTo>
                  <a:pt x="7616031" y="1214836"/>
                </a:lnTo>
                <a:lnTo>
                  <a:pt x="7653734" y="1217791"/>
                </a:lnTo>
                <a:lnTo>
                  <a:pt x="7691438" y="1219078"/>
                </a:lnTo>
                <a:lnTo>
                  <a:pt x="7729141" y="1218694"/>
                </a:lnTo>
                <a:lnTo>
                  <a:pt x="7766844" y="1216641"/>
                </a:lnTo>
                <a:lnTo>
                  <a:pt x="7804547" y="1212924"/>
                </a:lnTo>
                <a:lnTo>
                  <a:pt x="7842250" y="1207552"/>
                </a:lnTo>
                <a:lnTo>
                  <a:pt x="7879953" y="1200542"/>
                </a:lnTo>
                <a:lnTo>
                  <a:pt x="7917656" y="1191912"/>
                </a:lnTo>
                <a:lnTo>
                  <a:pt x="7955359" y="1181686"/>
                </a:lnTo>
                <a:lnTo>
                  <a:pt x="7993063" y="1169891"/>
                </a:lnTo>
                <a:lnTo>
                  <a:pt x="8030766" y="1156561"/>
                </a:lnTo>
                <a:lnTo>
                  <a:pt x="8068469" y="1141731"/>
                </a:lnTo>
                <a:lnTo>
                  <a:pt x="8106172" y="1125442"/>
                </a:lnTo>
                <a:lnTo>
                  <a:pt x="8143875" y="1107740"/>
                </a:lnTo>
                <a:lnTo>
                  <a:pt x="8181578" y="1088671"/>
                </a:lnTo>
                <a:lnTo>
                  <a:pt x="8219281" y="1068290"/>
                </a:lnTo>
                <a:lnTo>
                  <a:pt x="8256984" y="1046651"/>
                </a:lnTo>
                <a:lnTo>
                  <a:pt x="8294688" y="1023814"/>
                </a:lnTo>
                <a:lnTo>
                  <a:pt x="8332391" y="999842"/>
                </a:lnTo>
                <a:lnTo>
                  <a:pt x="8370094" y="974800"/>
                </a:lnTo>
                <a:lnTo>
                  <a:pt x="8407797" y="948756"/>
                </a:lnTo>
                <a:lnTo>
                  <a:pt x="8445500" y="921783"/>
                </a:lnTo>
                <a:lnTo>
                  <a:pt x="8483203" y="893954"/>
                </a:lnTo>
                <a:lnTo>
                  <a:pt x="8520906" y="865346"/>
                </a:lnTo>
                <a:lnTo>
                  <a:pt x="8558609" y="836036"/>
                </a:lnTo>
                <a:lnTo>
                  <a:pt x="8596313" y="806106"/>
                </a:lnTo>
                <a:lnTo>
                  <a:pt x="8634016" y="775636"/>
                </a:lnTo>
                <a:lnTo>
                  <a:pt x="8671719" y="744712"/>
                </a:lnTo>
                <a:lnTo>
                  <a:pt x="8709422" y="713417"/>
                </a:lnTo>
                <a:lnTo>
                  <a:pt x="8747125" y="681837"/>
                </a:lnTo>
                <a:lnTo>
                  <a:pt x="8784828" y="650059"/>
                </a:lnTo>
                <a:lnTo>
                  <a:pt x="8822531" y="618170"/>
                </a:lnTo>
                <a:lnTo>
                  <a:pt x="8860234" y="586257"/>
                </a:lnTo>
                <a:lnTo>
                  <a:pt x="8897937" y="554409"/>
                </a:lnTo>
                <a:lnTo>
                  <a:pt x="8935641" y="522711"/>
                </a:lnTo>
                <a:lnTo>
                  <a:pt x="8973344" y="491251"/>
                </a:lnTo>
                <a:lnTo>
                  <a:pt x="9011047" y="460116"/>
                </a:lnTo>
                <a:lnTo>
                  <a:pt x="9048750" y="42939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</a:ln>
        </p:spPr>
      </p:sp>
    </p:spTree>
    <p:extLst>
      <p:ext uri="{BB962C8B-B14F-4D97-AF65-F5344CB8AC3E}">
        <p14:creationId xmlns:p14="http://schemas.microsoft.com/office/powerpoint/2010/main" val="6632132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E276B9CF-873F-466C-A0A9-C67A9085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A086901-1860-464B-AAC8-36EC8A4C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83E03EE-1664-462A-8912-93C5412C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声音怎样变成一条波形？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31FB9686-55D7-4F95-8BB0-06BC21BC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看同一位置随时间变化的声音。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3EC04839-388F-4539-AA36-21E316A1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波形的横轴、纵轴分别表示什么？</a:t>
            </a:r>
          </a:p>
        </p:txBody>
      </p:sp>
      <p:sp>
        <p:nvSpPr>
          <p:cNvPr id="6" name="zero-line">
            <a:extLst xmlns:a="http://schemas.openxmlformats.org/drawingml/2006/main">
              <a:ext uri="{FF2B5EF4-FFF2-40B4-BE49-F238E27FC236}">
                <a16:creationId xmlns:a16="http://schemas.microsoft.com/office/drawing/2014/main" id="{329CA0D1-E1D9-48FD-B8EB-77F5D56F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9048750" cy="9525"/>
          </a:xfrm>
          <a:custGeom xmlns:a="http://schemas.openxmlformats.org/drawingml/2006/main">
            <a:pathLst>
              <a:path w="9048750" h="9525">
                <a:moveTo>
                  <a:pt x="0" y="0"/>
                </a:moveTo>
                <a:lnTo>
                  <a:pt x="904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8D8DF"/>
            </a:solidFill>
          </a:ln>
        </p:spPr>
      </p:sp>
      <p:sp>
        <p:nvSpPr>
          <p:cNvPr id="7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F73FCCA9-F6AA-4E88-9687-AFF38344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9525" cy="1857375"/>
          </a:xfrm>
          <a:custGeom xmlns:a="http://schemas.openxmlformats.org/drawingml/2006/main">
            <a:pathLst>
              <a:path w="9525" h="1857375">
                <a:moveTo>
                  <a:pt x="0" y="0"/>
                </a:moveTo>
                <a:lnTo>
                  <a:pt x="0" y="18573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waveform">
            <a:extLst xmlns:a="http://schemas.openxmlformats.org/drawingml/2006/main">
              <a:ext uri="{FF2B5EF4-FFF2-40B4-BE49-F238E27FC236}">
                <a16:creationId xmlns:a16="http://schemas.microsoft.com/office/drawing/2014/main" id="{D16F145F-C42B-4E07-9D40-927BA421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81461"/>
            <a:ext cx="9048750" cy="1219078"/>
          </a:xfrm>
          <a:custGeom xmlns:a="http://schemas.openxmlformats.org/drawingml/2006/main">
            <a:pathLst>
              <a:path w="9048750" h="1219078">
                <a:moveTo>
                  <a:pt x="0" y="429390"/>
                </a:moveTo>
                <a:lnTo>
                  <a:pt x="37703" y="399158"/>
                </a:lnTo>
                <a:lnTo>
                  <a:pt x="75406" y="369502"/>
                </a:lnTo>
                <a:lnTo>
                  <a:pt x="113109" y="340504"/>
                </a:lnTo>
                <a:lnTo>
                  <a:pt x="150813" y="312244"/>
                </a:lnTo>
                <a:lnTo>
                  <a:pt x="188516" y="284799"/>
                </a:lnTo>
                <a:lnTo>
                  <a:pt x="226219" y="258244"/>
                </a:lnTo>
                <a:lnTo>
                  <a:pt x="263922" y="232651"/>
                </a:lnTo>
                <a:lnTo>
                  <a:pt x="301625" y="208092"/>
                </a:lnTo>
                <a:lnTo>
                  <a:pt x="339328" y="184633"/>
                </a:lnTo>
                <a:lnTo>
                  <a:pt x="377031" y="162339"/>
                </a:lnTo>
                <a:lnTo>
                  <a:pt x="414734" y="141270"/>
                </a:lnTo>
                <a:lnTo>
                  <a:pt x="452438" y="121485"/>
                </a:lnTo>
                <a:lnTo>
                  <a:pt x="490141" y="103037"/>
                </a:lnTo>
                <a:lnTo>
                  <a:pt x="527844" y="85978"/>
                </a:lnTo>
                <a:lnTo>
                  <a:pt x="565547" y="70354"/>
                </a:lnTo>
                <a:lnTo>
                  <a:pt x="603250" y="56208"/>
                </a:lnTo>
                <a:lnTo>
                  <a:pt x="640953" y="43578"/>
                </a:lnTo>
                <a:lnTo>
                  <a:pt x="678656" y="32500"/>
                </a:lnTo>
                <a:lnTo>
                  <a:pt x="716359" y="23003"/>
                </a:lnTo>
                <a:lnTo>
                  <a:pt x="754063" y="15114"/>
                </a:lnTo>
                <a:lnTo>
                  <a:pt x="791766" y="8855"/>
                </a:lnTo>
                <a:lnTo>
                  <a:pt x="829469" y="4241"/>
                </a:lnTo>
                <a:lnTo>
                  <a:pt x="867172" y="1287"/>
                </a:lnTo>
                <a:lnTo>
                  <a:pt x="904875" y="0"/>
                </a:lnTo>
                <a:lnTo>
                  <a:pt x="942578" y="384"/>
                </a:lnTo>
                <a:lnTo>
                  <a:pt x="980281" y="2437"/>
                </a:lnTo>
                <a:lnTo>
                  <a:pt x="1017984" y="6154"/>
                </a:lnTo>
                <a:lnTo>
                  <a:pt x="1055687" y="11525"/>
                </a:lnTo>
                <a:lnTo>
                  <a:pt x="1093391" y="18536"/>
                </a:lnTo>
                <a:lnTo>
                  <a:pt x="1131094" y="27166"/>
                </a:lnTo>
                <a:lnTo>
                  <a:pt x="1168797" y="37392"/>
                </a:lnTo>
                <a:lnTo>
                  <a:pt x="1206500" y="49187"/>
                </a:lnTo>
                <a:lnTo>
                  <a:pt x="1244203" y="62517"/>
                </a:lnTo>
                <a:lnTo>
                  <a:pt x="1281906" y="77347"/>
                </a:lnTo>
                <a:lnTo>
                  <a:pt x="1319609" y="93636"/>
                </a:lnTo>
                <a:lnTo>
                  <a:pt x="1357313" y="111338"/>
                </a:lnTo>
                <a:lnTo>
                  <a:pt x="1395016" y="130406"/>
                </a:lnTo>
                <a:lnTo>
                  <a:pt x="1432719" y="150788"/>
                </a:lnTo>
                <a:lnTo>
                  <a:pt x="1470422" y="172427"/>
                </a:lnTo>
                <a:lnTo>
                  <a:pt x="1508125" y="195264"/>
                </a:lnTo>
                <a:lnTo>
                  <a:pt x="1545828" y="219236"/>
                </a:lnTo>
                <a:lnTo>
                  <a:pt x="1583531" y="244278"/>
                </a:lnTo>
                <a:lnTo>
                  <a:pt x="1621234" y="270321"/>
                </a:lnTo>
                <a:lnTo>
                  <a:pt x="1658937" y="297295"/>
                </a:lnTo>
                <a:lnTo>
                  <a:pt x="1696641" y="325124"/>
                </a:lnTo>
                <a:lnTo>
                  <a:pt x="1734344" y="353732"/>
                </a:lnTo>
                <a:lnTo>
                  <a:pt x="1772047" y="383042"/>
                </a:lnTo>
                <a:lnTo>
                  <a:pt x="1809750" y="412972"/>
                </a:lnTo>
                <a:lnTo>
                  <a:pt x="1847453" y="443442"/>
                </a:lnTo>
                <a:lnTo>
                  <a:pt x="1885156" y="474366"/>
                </a:lnTo>
                <a:lnTo>
                  <a:pt x="1922859" y="505661"/>
                </a:lnTo>
                <a:lnTo>
                  <a:pt x="1960563" y="537241"/>
                </a:lnTo>
                <a:lnTo>
                  <a:pt x="1998266" y="569019"/>
                </a:lnTo>
                <a:lnTo>
                  <a:pt x="2035969" y="600908"/>
                </a:lnTo>
                <a:lnTo>
                  <a:pt x="2073672" y="632820"/>
                </a:lnTo>
                <a:lnTo>
                  <a:pt x="2111375" y="664669"/>
                </a:lnTo>
                <a:lnTo>
                  <a:pt x="2149078" y="696367"/>
                </a:lnTo>
                <a:lnTo>
                  <a:pt x="2186781" y="727827"/>
                </a:lnTo>
                <a:lnTo>
                  <a:pt x="2224484" y="758962"/>
                </a:lnTo>
                <a:lnTo>
                  <a:pt x="2262188" y="789688"/>
                </a:lnTo>
                <a:lnTo>
                  <a:pt x="2299891" y="819920"/>
                </a:lnTo>
                <a:lnTo>
                  <a:pt x="2337594" y="849576"/>
                </a:lnTo>
                <a:lnTo>
                  <a:pt x="2375297" y="878573"/>
                </a:lnTo>
                <a:lnTo>
                  <a:pt x="2413000" y="906834"/>
                </a:lnTo>
                <a:lnTo>
                  <a:pt x="2450703" y="934279"/>
                </a:lnTo>
                <a:lnTo>
                  <a:pt x="2488406" y="960834"/>
                </a:lnTo>
                <a:lnTo>
                  <a:pt x="2526109" y="986426"/>
                </a:lnTo>
                <a:lnTo>
                  <a:pt x="2563813" y="1010986"/>
                </a:lnTo>
                <a:lnTo>
                  <a:pt x="2601516" y="1034445"/>
                </a:lnTo>
                <a:lnTo>
                  <a:pt x="2639219" y="1056739"/>
                </a:lnTo>
                <a:lnTo>
                  <a:pt x="2676922" y="1077808"/>
                </a:lnTo>
                <a:lnTo>
                  <a:pt x="2714625" y="1097593"/>
                </a:lnTo>
                <a:lnTo>
                  <a:pt x="2752328" y="1116040"/>
                </a:lnTo>
                <a:lnTo>
                  <a:pt x="2790031" y="1133099"/>
                </a:lnTo>
                <a:lnTo>
                  <a:pt x="2827734" y="1148724"/>
                </a:lnTo>
                <a:lnTo>
                  <a:pt x="2865438" y="1162870"/>
                </a:lnTo>
                <a:lnTo>
                  <a:pt x="2903141" y="1175499"/>
                </a:lnTo>
                <a:lnTo>
                  <a:pt x="2940844" y="1186578"/>
                </a:lnTo>
                <a:lnTo>
                  <a:pt x="2978547" y="1196074"/>
                </a:lnTo>
                <a:lnTo>
                  <a:pt x="3016250" y="1203963"/>
                </a:lnTo>
                <a:lnTo>
                  <a:pt x="3053953" y="1210223"/>
                </a:lnTo>
                <a:lnTo>
                  <a:pt x="3091656" y="1214836"/>
                </a:lnTo>
                <a:lnTo>
                  <a:pt x="3129359" y="1217791"/>
                </a:lnTo>
                <a:lnTo>
                  <a:pt x="3167063" y="1219078"/>
                </a:lnTo>
                <a:lnTo>
                  <a:pt x="3204766" y="1218694"/>
                </a:lnTo>
                <a:lnTo>
                  <a:pt x="3242469" y="1216641"/>
                </a:lnTo>
                <a:lnTo>
                  <a:pt x="3280172" y="1212924"/>
                </a:lnTo>
                <a:lnTo>
                  <a:pt x="3317875" y="1207552"/>
                </a:lnTo>
                <a:lnTo>
                  <a:pt x="3355578" y="1200542"/>
                </a:lnTo>
                <a:lnTo>
                  <a:pt x="3393281" y="1191912"/>
                </a:lnTo>
                <a:lnTo>
                  <a:pt x="3430984" y="1181686"/>
                </a:lnTo>
                <a:lnTo>
                  <a:pt x="3468688" y="1169891"/>
                </a:lnTo>
                <a:lnTo>
                  <a:pt x="3506391" y="1156561"/>
                </a:lnTo>
                <a:lnTo>
                  <a:pt x="3544094" y="1141731"/>
                </a:lnTo>
                <a:lnTo>
                  <a:pt x="3581797" y="1125442"/>
                </a:lnTo>
                <a:lnTo>
                  <a:pt x="3619500" y="1107740"/>
                </a:lnTo>
                <a:lnTo>
                  <a:pt x="3657203" y="1088671"/>
                </a:lnTo>
                <a:lnTo>
                  <a:pt x="3694906" y="1068290"/>
                </a:lnTo>
                <a:lnTo>
                  <a:pt x="3732609" y="1046651"/>
                </a:lnTo>
                <a:lnTo>
                  <a:pt x="3770312" y="1023814"/>
                </a:lnTo>
                <a:lnTo>
                  <a:pt x="3808016" y="999842"/>
                </a:lnTo>
                <a:lnTo>
                  <a:pt x="3845719" y="974800"/>
                </a:lnTo>
                <a:lnTo>
                  <a:pt x="3883422" y="948756"/>
                </a:lnTo>
                <a:lnTo>
                  <a:pt x="3921125" y="921783"/>
                </a:lnTo>
                <a:lnTo>
                  <a:pt x="3958828" y="893954"/>
                </a:lnTo>
                <a:lnTo>
                  <a:pt x="3996531" y="865346"/>
                </a:lnTo>
                <a:lnTo>
                  <a:pt x="4034234" y="836036"/>
                </a:lnTo>
                <a:lnTo>
                  <a:pt x="4071938" y="806106"/>
                </a:lnTo>
                <a:lnTo>
                  <a:pt x="4109641" y="775636"/>
                </a:lnTo>
                <a:lnTo>
                  <a:pt x="4147344" y="744712"/>
                </a:lnTo>
                <a:lnTo>
                  <a:pt x="4185047" y="713417"/>
                </a:lnTo>
                <a:lnTo>
                  <a:pt x="4222750" y="681837"/>
                </a:lnTo>
                <a:lnTo>
                  <a:pt x="4260453" y="650059"/>
                </a:lnTo>
                <a:lnTo>
                  <a:pt x="4298156" y="618170"/>
                </a:lnTo>
                <a:lnTo>
                  <a:pt x="4335859" y="586257"/>
                </a:lnTo>
                <a:lnTo>
                  <a:pt x="4373563" y="554409"/>
                </a:lnTo>
                <a:lnTo>
                  <a:pt x="4411266" y="522711"/>
                </a:lnTo>
                <a:lnTo>
                  <a:pt x="4448969" y="491251"/>
                </a:lnTo>
                <a:lnTo>
                  <a:pt x="4486672" y="460116"/>
                </a:lnTo>
                <a:lnTo>
                  <a:pt x="4524375" y="429390"/>
                </a:lnTo>
                <a:lnTo>
                  <a:pt x="4562078" y="399158"/>
                </a:lnTo>
                <a:lnTo>
                  <a:pt x="4599781" y="369502"/>
                </a:lnTo>
                <a:lnTo>
                  <a:pt x="4637484" y="340504"/>
                </a:lnTo>
                <a:lnTo>
                  <a:pt x="4675187" y="312244"/>
                </a:lnTo>
                <a:lnTo>
                  <a:pt x="4712891" y="284799"/>
                </a:lnTo>
                <a:lnTo>
                  <a:pt x="4750594" y="258244"/>
                </a:lnTo>
                <a:lnTo>
                  <a:pt x="4788297" y="232651"/>
                </a:lnTo>
                <a:lnTo>
                  <a:pt x="4826000" y="208092"/>
                </a:lnTo>
                <a:lnTo>
                  <a:pt x="4863703" y="184633"/>
                </a:lnTo>
                <a:lnTo>
                  <a:pt x="4901406" y="162339"/>
                </a:lnTo>
                <a:lnTo>
                  <a:pt x="4939109" y="141270"/>
                </a:lnTo>
                <a:lnTo>
                  <a:pt x="4976813" y="121485"/>
                </a:lnTo>
                <a:lnTo>
                  <a:pt x="5014516" y="103037"/>
                </a:lnTo>
                <a:lnTo>
                  <a:pt x="5052219" y="85978"/>
                </a:lnTo>
                <a:lnTo>
                  <a:pt x="5089922" y="70354"/>
                </a:lnTo>
                <a:lnTo>
                  <a:pt x="5127625" y="56208"/>
                </a:lnTo>
                <a:lnTo>
                  <a:pt x="5165328" y="43578"/>
                </a:lnTo>
                <a:lnTo>
                  <a:pt x="5203031" y="32500"/>
                </a:lnTo>
                <a:lnTo>
                  <a:pt x="5240734" y="23003"/>
                </a:lnTo>
                <a:lnTo>
                  <a:pt x="5278438" y="15114"/>
                </a:lnTo>
                <a:lnTo>
                  <a:pt x="5316141" y="8855"/>
                </a:lnTo>
                <a:lnTo>
                  <a:pt x="5353844" y="4241"/>
                </a:lnTo>
                <a:lnTo>
                  <a:pt x="5391547" y="1287"/>
                </a:lnTo>
                <a:lnTo>
                  <a:pt x="5429250" y="0"/>
                </a:lnTo>
                <a:lnTo>
                  <a:pt x="5466953" y="384"/>
                </a:lnTo>
                <a:lnTo>
                  <a:pt x="5504656" y="2437"/>
                </a:lnTo>
                <a:lnTo>
                  <a:pt x="5542359" y="6154"/>
                </a:lnTo>
                <a:lnTo>
                  <a:pt x="5580063" y="11525"/>
                </a:lnTo>
                <a:lnTo>
                  <a:pt x="5617766" y="18536"/>
                </a:lnTo>
                <a:lnTo>
                  <a:pt x="5655469" y="27166"/>
                </a:lnTo>
                <a:lnTo>
                  <a:pt x="5693172" y="37392"/>
                </a:lnTo>
                <a:lnTo>
                  <a:pt x="5730875" y="49187"/>
                </a:lnTo>
                <a:lnTo>
                  <a:pt x="5768578" y="62517"/>
                </a:lnTo>
                <a:lnTo>
                  <a:pt x="5806281" y="77347"/>
                </a:lnTo>
                <a:lnTo>
                  <a:pt x="5843984" y="93636"/>
                </a:lnTo>
                <a:lnTo>
                  <a:pt x="5881688" y="111338"/>
                </a:lnTo>
                <a:lnTo>
                  <a:pt x="5919391" y="130406"/>
                </a:lnTo>
                <a:lnTo>
                  <a:pt x="5957094" y="150788"/>
                </a:lnTo>
                <a:lnTo>
                  <a:pt x="5994797" y="172427"/>
                </a:lnTo>
                <a:lnTo>
                  <a:pt x="6032500" y="195264"/>
                </a:lnTo>
                <a:lnTo>
                  <a:pt x="6070203" y="219236"/>
                </a:lnTo>
                <a:lnTo>
                  <a:pt x="6107906" y="244278"/>
                </a:lnTo>
                <a:lnTo>
                  <a:pt x="6145609" y="270321"/>
                </a:lnTo>
                <a:lnTo>
                  <a:pt x="6183313" y="297295"/>
                </a:lnTo>
                <a:lnTo>
                  <a:pt x="6221016" y="325124"/>
                </a:lnTo>
                <a:lnTo>
                  <a:pt x="6258719" y="353732"/>
                </a:lnTo>
                <a:lnTo>
                  <a:pt x="6296422" y="383042"/>
                </a:lnTo>
                <a:lnTo>
                  <a:pt x="6334125" y="412972"/>
                </a:lnTo>
                <a:lnTo>
                  <a:pt x="6371828" y="443442"/>
                </a:lnTo>
                <a:lnTo>
                  <a:pt x="6409531" y="474366"/>
                </a:lnTo>
                <a:lnTo>
                  <a:pt x="6447234" y="505661"/>
                </a:lnTo>
                <a:lnTo>
                  <a:pt x="6484938" y="537241"/>
                </a:lnTo>
                <a:lnTo>
                  <a:pt x="6522641" y="569019"/>
                </a:lnTo>
                <a:lnTo>
                  <a:pt x="6560344" y="600908"/>
                </a:lnTo>
                <a:lnTo>
                  <a:pt x="6598047" y="632820"/>
                </a:lnTo>
                <a:lnTo>
                  <a:pt x="6635750" y="664669"/>
                </a:lnTo>
                <a:lnTo>
                  <a:pt x="6673453" y="696367"/>
                </a:lnTo>
                <a:lnTo>
                  <a:pt x="6711156" y="727827"/>
                </a:lnTo>
                <a:lnTo>
                  <a:pt x="6748859" y="758962"/>
                </a:lnTo>
                <a:lnTo>
                  <a:pt x="6786563" y="789688"/>
                </a:lnTo>
                <a:lnTo>
                  <a:pt x="6824266" y="819920"/>
                </a:lnTo>
                <a:lnTo>
                  <a:pt x="6861969" y="849576"/>
                </a:lnTo>
                <a:lnTo>
                  <a:pt x="6899672" y="878573"/>
                </a:lnTo>
                <a:lnTo>
                  <a:pt x="6937375" y="906834"/>
                </a:lnTo>
                <a:lnTo>
                  <a:pt x="6975078" y="934279"/>
                </a:lnTo>
                <a:lnTo>
                  <a:pt x="7012781" y="960834"/>
                </a:lnTo>
                <a:lnTo>
                  <a:pt x="7050484" y="986426"/>
                </a:lnTo>
                <a:lnTo>
                  <a:pt x="7088188" y="1010986"/>
                </a:lnTo>
                <a:lnTo>
                  <a:pt x="7125891" y="1034445"/>
                </a:lnTo>
                <a:lnTo>
                  <a:pt x="7163594" y="1056739"/>
                </a:lnTo>
                <a:lnTo>
                  <a:pt x="7201297" y="1077808"/>
                </a:lnTo>
                <a:lnTo>
                  <a:pt x="7239000" y="1097593"/>
                </a:lnTo>
                <a:lnTo>
                  <a:pt x="7276703" y="1116040"/>
                </a:lnTo>
                <a:lnTo>
                  <a:pt x="7314406" y="1133099"/>
                </a:lnTo>
                <a:lnTo>
                  <a:pt x="7352109" y="1148724"/>
                </a:lnTo>
                <a:lnTo>
                  <a:pt x="7389813" y="1162870"/>
                </a:lnTo>
                <a:lnTo>
                  <a:pt x="7427516" y="1175499"/>
                </a:lnTo>
                <a:lnTo>
                  <a:pt x="7465219" y="1186578"/>
                </a:lnTo>
                <a:lnTo>
                  <a:pt x="7502922" y="1196074"/>
                </a:lnTo>
                <a:lnTo>
                  <a:pt x="7540625" y="1203963"/>
                </a:lnTo>
                <a:lnTo>
                  <a:pt x="7578328" y="1210223"/>
                </a:lnTo>
                <a:lnTo>
                  <a:pt x="7616031" y="1214836"/>
                </a:lnTo>
                <a:lnTo>
                  <a:pt x="7653734" y="1217791"/>
                </a:lnTo>
                <a:lnTo>
                  <a:pt x="7691438" y="1219078"/>
                </a:lnTo>
                <a:lnTo>
                  <a:pt x="7729141" y="1218694"/>
                </a:lnTo>
                <a:lnTo>
                  <a:pt x="7766844" y="1216641"/>
                </a:lnTo>
                <a:lnTo>
                  <a:pt x="7804547" y="1212924"/>
                </a:lnTo>
                <a:lnTo>
                  <a:pt x="7842250" y="1207552"/>
                </a:lnTo>
                <a:lnTo>
                  <a:pt x="7879953" y="1200542"/>
                </a:lnTo>
                <a:lnTo>
                  <a:pt x="7917656" y="1191912"/>
                </a:lnTo>
                <a:lnTo>
                  <a:pt x="7955359" y="1181686"/>
                </a:lnTo>
                <a:lnTo>
                  <a:pt x="7993063" y="1169891"/>
                </a:lnTo>
                <a:lnTo>
                  <a:pt x="8030766" y="1156561"/>
                </a:lnTo>
                <a:lnTo>
                  <a:pt x="8068469" y="1141731"/>
                </a:lnTo>
                <a:lnTo>
                  <a:pt x="8106172" y="1125442"/>
                </a:lnTo>
                <a:lnTo>
                  <a:pt x="8143875" y="1107740"/>
                </a:lnTo>
                <a:lnTo>
                  <a:pt x="8181578" y="1088671"/>
                </a:lnTo>
                <a:lnTo>
                  <a:pt x="8219281" y="1068290"/>
                </a:lnTo>
                <a:lnTo>
                  <a:pt x="8256984" y="1046651"/>
                </a:lnTo>
                <a:lnTo>
                  <a:pt x="8294688" y="1023814"/>
                </a:lnTo>
                <a:lnTo>
                  <a:pt x="8332391" y="999842"/>
                </a:lnTo>
                <a:lnTo>
                  <a:pt x="8370094" y="974800"/>
                </a:lnTo>
                <a:lnTo>
                  <a:pt x="8407797" y="948756"/>
                </a:lnTo>
                <a:lnTo>
                  <a:pt x="8445500" y="921783"/>
                </a:lnTo>
                <a:lnTo>
                  <a:pt x="8483203" y="893954"/>
                </a:lnTo>
                <a:lnTo>
                  <a:pt x="8520906" y="865346"/>
                </a:lnTo>
                <a:lnTo>
                  <a:pt x="8558609" y="836036"/>
                </a:lnTo>
                <a:lnTo>
                  <a:pt x="8596313" y="806106"/>
                </a:lnTo>
                <a:lnTo>
                  <a:pt x="8634016" y="775636"/>
                </a:lnTo>
                <a:lnTo>
                  <a:pt x="8671719" y="744712"/>
                </a:lnTo>
                <a:lnTo>
                  <a:pt x="8709422" y="713417"/>
                </a:lnTo>
                <a:lnTo>
                  <a:pt x="8747125" y="681837"/>
                </a:lnTo>
                <a:lnTo>
                  <a:pt x="8784828" y="650059"/>
                </a:lnTo>
                <a:lnTo>
                  <a:pt x="8822531" y="618170"/>
                </a:lnTo>
                <a:lnTo>
                  <a:pt x="8860234" y="586257"/>
                </a:lnTo>
                <a:lnTo>
                  <a:pt x="8897937" y="554409"/>
                </a:lnTo>
                <a:lnTo>
                  <a:pt x="8935641" y="522711"/>
                </a:lnTo>
                <a:lnTo>
                  <a:pt x="8973344" y="491251"/>
                </a:lnTo>
                <a:lnTo>
                  <a:pt x="9011047" y="460116"/>
                </a:lnTo>
                <a:lnTo>
                  <a:pt x="9048750" y="42939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34B5387-4257-4277-B681-1DCC6A88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声压变化 → 麦克风 → 电信号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846D936-1DDE-41A2-BD3D-E77B4B24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横轴：时间；纵轴：信号幅度</a:t>
            </a:r>
          </a:p>
        </p:txBody>
      </p:sp>
    </p:spTree>
    <p:extLst>
      <p:ext uri="{BB962C8B-B14F-4D97-AF65-F5344CB8AC3E}">
        <p14:creationId xmlns:p14="http://schemas.microsoft.com/office/powerpoint/2010/main" val="6632132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2C6911AA-DF69-4B86-8BD4-EC09015C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7FA353A-B6C2-46D4-B9E1-62C8751D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A91F790-52B3-4010-8733-4FBF276D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怎样留下波形随时间的变化？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456D3B45-FF1B-4737-AB52-57A8DB03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这一秒的曲线怎样记录？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05B1A63F-8F86-4EB2-B52D-638EF00F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在纸上圈出你准备读取的时刻。</a:t>
            </a:r>
          </a:p>
        </p:txBody>
      </p:sp>
      <p:sp>
        <p:nvSpPr>
          <p:cNvPr id="6" name="zero-line">
            <a:extLst xmlns:a="http://schemas.openxmlformats.org/drawingml/2006/main">
              <a:ext uri="{FF2B5EF4-FFF2-40B4-BE49-F238E27FC236}">
                <a16:creationId xmlns:a16="http://schemas.microsoft.com/office/drawing/2014/main" id="{1787D383-57C5-4B20-8E38-F15B1D87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67125"/>
            <a:ext cx="9048750" cy="9525"/>
          </a:xfrm>
          <a:custGeom xmlns:a="http://schemas.openxmlformats.org/drawingml/2006/main">
            <a:pathLst>
              <a:path w="9048750" h="9525">
                <a:moveTo>
                  <a:pt x="0" y="0"/>
                </a:moveTo>
                <a:lnTo>
                  <a:pt x="904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8D8DF"/>
            </a:solidFill>
          </a:ln>
        </p:spPr>
      </p:sp>
      <p:sp>
        <p:nvSpPr>
          <p:cNvPr id="7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7BC582FC-482D-4882-95EA-F0954266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6063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waveform">
            <a:extLst xmlns:a="http://schemas.openxmlformats.org/drawingml/2006/main">
              <a:ext uri="{FF2B5EF4-FFF2-40B4-BE49-F238E27FC236}">
                <a16:creationId xmlns:a16="http://schemas.microsoft.com/office/drawing/2014/main" id="{3DFCA4EB-6E3C-4C0F-8A51-D448F874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76634"/>
            <a:ext cx="9048750" cy="1180982"/>
          </a:xfrm>
          <a:custGeom xmlns:a="http://schemas.openxmlformats.org/drawingml/2006/main">
            <a:pathLst>
              <a:path w="9048750" h="1180982">
                <a:moveTo>
                  <a:pt x="0" y="415971"/>
                </a:moveTo>
                <a:lnTo>
                  <a:pt x="37703" y="386684"/>
                </a:lnTo>
                <a:lnTo>
                  <a:pt x="75406" y="357955"/>
                </a:lnTo>
                <a:lnTo>
                  <a:pt x="113109" y="329864"/>
                </a:lnTo>
                <a:lnTo>
                  <a:pt x="150813" y="302487"/>
                </a:lnTo>
                <a:lnTo>
                  <a:pt x="188516" y="275899"/>
                </a:lnTo>
                <a:lnTo>
                  <a:pt x="226219" y="250174"/>
                </a:lnTo>
                <a:lnTo>
                  <a:pt x="263922" y="225381"/>
                </a:lnTo>
                <a:lnTo>
                  <a:pt x="301625" y="201589"/>
                </a:lnTo>
                <a:lnTo>
                  <a:pt x="339328" y="178863"/>
                </a:lnTo>
                <a:lnTo>
                  <a:pt x="377031" y="157266"/>
                </a:lnTo>
                <a:lnTo>
                  <a:pt x="414734" y="136855"/>
                </a:lnTo>
                <a:lnTo>
                  <a:pt x="452438" y="117688"/>
                </a:lnTo>
                <a:lnTo>
                  <a:pt x="490141" y="99818"/>
                </a:lnTo>
                <a:lnTo>
                  <a:pt x="527844" y="83292"/>
                </a:lnTo>
                <a:lnTo>
                  <a:pt x="565547" y="68156"/>
                </a:lnTo>
                <a:lnTo>
                  <a:pt x="603250" y="54452"/>
                </a:lnTo>
                <a:lnTo>
                  <a:pt x="640953" y="42217"/>
                </a:lnTo>
                <a:lnTo>
                  <a:pt x="678656" y="31485"/>
                </a:lnTo>
                <a:lnTo>
                  <a:pt x="716359" y="22285"/>
                </a:lnTo>
                <a:lnTo>
                  <a:pt x="754063" y="14642"/>
                </a:lnTo>
                <a:lnTo>
                  <a:pt x="791766" y="8578"/>
                </a:lnTo>
                <a:lnTo>
                  <a:pt x="829469" y="4109"/>
                </a:lnTo>
                <a:lnTo>
                  <a:pt x="867172" y="1247"/>
                </a:lnTo>
                <a:lnTo>
                  <a:pt x="904875" y="0"/>
                </a:lnTo>
                <a:lnTo>
                  <a:pt x="942578" y="372"/>
                </a:lnTo>
                <a:lnTo>
                  <a:pt x="980281" y="2361"/>
                </a:lnTo>
                <a:lnTo>
                  <a:pt x="1017984" y="5962"/>
                </a:lnTo>
                <a:lnTo>
                  <a:pt x="1055687" y="11165"/>
                </a:lnTo>
                <a:lnTo>
                  <a:pt x="1093391" y="17956"/>
                </a:lnTo>
                <a:lnTo>
                  <a:pt x="1131094" y="26317"/>
                </a:lnTo>
                <a:lnTo>
                  <a:pt x="1168797" y="36224"/>
                </a:lnTo>
                <a:lnTo>
                  <a:pt x="1206500" y="47650"/>
                </a:lnTo>
                <a:lnTo>
                  <a:pt x="1244203" y="60564"/>
                </a:lnTo>
                <a:lnTo>
                  <a:pt x="1281906" y="74930"/>
                </a:lnTo>
                <a:lnTo>
                  <a:pt x="1319609" y="90710"/>
                </a:lnTo>
                <a:lnTo>
                  <a:pt x="1357313" y="107859"/>
                </a:lnTo>
                <a:lnTo>
                  <a:pt x="1395016" y="126331"/>
                </a:lnTo>
                <a:lnTo>
                  <a:pt x="1432719" y="146076"/>
                </a:lnTo>
                <a:lnTo>
                  <a:pt x="1470422" y="167038"/>
                </a:lnTo>
                <a:lnTo>
                  <a:pt x="1508125" y="189162"/>
                </a:lnTo>
                <a:lnTo>
                  <a:pt x="1545828" y="212385"/>
                </a:lnTo>
                <a:lnTo>
                  <a:pt x="1583531" y="236644"/>
                </a:lnTo>
                <a:lnTo>
                  <a:pt x="1621234" y="261874"/>
                </a:lnTo>
                <a:lnTo>
                  <a:pt x="1658937" y="288004"/>
                </a:lnTo>
                <a:lnTo>
                  <a:pt x="1696641" y="314963"/>
                </a:lnTo>
                <a:lnTo>
                  <a:pt x="1734344" y="342678"/>
                </a:lnTo>
                <a:lnTo>
                  <a:pt x="1772047" y="371072"/>
                </a:lnTo>
                <a:lnTo>
                  <a:pt x="1809750" y="400067"/>
                </a:lnTo>
                <a:lnTo>
                  <a:pt x="1847453" y="429584"/>
                </a:lnTo>
                <a:lnTo>
                  <a:pt x="1885156" y="459542"/>
                </a:lnTo>
                <a:lnTo>
                  <a:pt x="1922859" y="489859"/>
                </a:lnTo>
                <a:lnTo>
                  <a:pt x="1960563" y="520452"/>
                </a:lnTo>
                <a:lnTo>
                  <a:pt x="1998266" y="551237"/>
                </a:lnTo>
                <a:lnTo>
                  <a:pt x="2035969" y="582129"/>
                </a:lnTo>
                <a:lnTo>
                  <a:pt x="2073672" y="613045"/>
                </a:lnTo>
                <a:lnTo>
                  <a:pt x="2111375" y="643898"/>
                </a:lnTo>
                <a:lnTo>
                  <a:pt x="2149078" y="674605"/>
                </a:lnTo>
                <a:lnTo>
                  <a:pt x="2186781" y="705082"/>
                </a:lnTo>
                <a:lnTo>
                  <a:pt x="2224484" y="735245"/>
                </a:lnTo>
                <a:lnTo>
                  <a:pt x="2262188" y="765010"/>
                </a:lnTo>
                <a:lnTo>
                  <a:pt x="2299891" y="794298"/>
                </a:lnTo>
                <a:lnTo>
                  <a:pt x="2337594" y="823026"/>
                </a:lnTo>
                <a:lnTo>
                  <a:pt x="2375297" y="851118"/>
                </a:lnTo>
                <a:lnTo>
                  <a:pt x="2413000" y="878495"/>
                </a:lnTo>
                <a:lnTo>
                  <a:pt x="2450703" y="905083"/>
                </a:lnTo>
                <a:lnTo>
                  <a:pt x="2488406" y="930808"/>
                </a:lnTo>
                <a:lnTo>
                  <a:pt x="2526109" y="955601"/>
                </a:lnTo>
                <a:lnTo>
                  <a:pt x="2563813" y="979392"/>
                </a:lnTo>
                <a:lnTo>
                  <a:pt x="2601516" y="1002118"/>
                </a:lnTo>
                <a:lnTo>
                  <a:pt x="2639219" y="1023716"/>
                </a:lnTo>
                <a:lnTo>
                  <a:pt x="2676922" y="1044126"/>
                </a:lnTo>
                <a:lnTo>
                  <a:pt x="2714625" y="1063293"/>
                </a:lnTo>
                <a:lnTo>
                  <a:pt x="2752328" y="1081164"/>
                </a:lnTo>
                <a:lnTo>
                  <a:pt x="2790031" y="1097690"/>
                </a:lnTo>
                <a:lnTo>
                  <a:pt x="2827734" y="1112826"/>
                </a:lnTo>
                <a:lnTo>
                  <a:pt x="2865438" y="1126530"/>
                </a:lnTo>
                <a:lnTo>
                  <a:pt x="2903141" y="1138765"/>
                </a:lnTo>
                <a:lnTo>
                  <a:pt x="2940844" y="1149497"/>
                </a:lnTo>
                <a:lnTo>
                  <a:pt x="2978547" y="1158697"/>
                </a:lnTo>
                <a:lnTo>
                  <a:pt x="3016250" y="1166340"/>
                </a:lnTo>
                <a:lnTo>
                  <a:pt x="3053953" y="1172404"/>
                </a:lnTo>
                <a:lnTo>
                  <a:pt x="3091656" y="1176873"/>
                </a:lnTo>
                <a:lnTo>
                  <a:pt x="3129359" y="1179735"/>
                </a:lnTo>
                <a:lnTo>
                  <a:pt x="3167063" y="1180982"/>
                </a:lnTo>
                <a:lnTo>
                  <a:pt x="3204766" y="1180610"/>
                </a:lnTo>
                <a:lnTo>
                  <a:pt x="3242469" y="1178621"/>
                </a:lnTo>
                <a:lnTo>
                  <a:pt x="3280172" y="1175020"/>
                </a:lnTo>
                <a:lnTo>
                  <a:pt x="3317875" y="1169816"/>
                </a:lnTo>
                <a:lnTo>
                  <a:pt x="3355578" y="1163025"/>
                </a:lnTo>
                <a:lnTo>
                  <a:pt x="3393281" y="1154665"/>
                </a:lnTo>
                <a:lnTo>
                  <a:pt x="3430984" y="1144758"/>
                </a:lnTo>
                <a:lnTo>
                  <a:pt x="3468688" y="1133332"/>
                </a:lnTo>
                <a:lnTo>
                  <a:pt x="3506391" y="1120418"/>
                </a:lnTo>
                <a:lnTo>
                  <a:pt x="3544094" y="1106052"/>
                </a:lnTo>
                <a:lnTo>
                  <a:pt x="3581797" y="1090272"/>
                </a:lnTo>
                <a:lnTo>
                  <a:pt x="3619500" y="1073123"/>
                </a:lnTo>
                <a:lnTo>
                  <a:pt x="3657203" y="1054650"/>
                </a:lnTo>
                <a:lnTo>
                  <a:pt x="3694906" y="1034906"/>
                </a:lnTo>
                <a:lnTo>
                  <a:pt x="3732609" y="1013943"/>
                </a:lnTo>
                <a:lnTo>
                  <a:pt x="3770312" y="991820"/>
                </a:lnTo>
                <a:lnTo>
                  <a:pt x="3808016" y="968597"/>
                </a:lnTo>
                <a:lnTo>
                  <a:pt x="3845719" y="944337"/>
                </a:lnTo>
                <a:lnTo>
                  <a:pt x="3883422" y="919108"/>
                </a:lnTo>
                <a:lnTo>
                  <a:pt x="3921125" y="892977"/>
                </a:lnTo>
                <a:lnTo>
                  <a:pt x="3958828" y="866018"/>
                </a:lnTo>
                <a:lnTo>
                  <a:pt x="3996531" y="838304"/>
                </a:lnTo>
                <a:lnTo>
                  <a:pt x="4034234" y="809910"/>
                </a:lnTo>
                <a:lnTo>
                  <a:pt x="4071938" y="780915"/>
                </a:lnTo>
                <a:lnTo>
                  <a:pt x="4109641" y="751398"/>
                </a:lnTo>
                <a:lnTo>
                  <a:pt x="4147344" y="721440"/>
                </a:lnTo>
                <a:lnTo>
                  <a:pt x="4185047" y="691122"/>
                </a:lnTo>
                <a:lnTo>
                  <a:pt x="4222750" y="660530"/>
                </a:lnTo>
                <a:lnTo>
                  <a:pt x="4260453" y="629745"/>
                </a:lnTo>
                <a:lnTo>
                  <a:pt x="4298156" y="598852"/>
                </a:lnTo>
                <a:lnTo>
                  <a:pt x="4335859" y="567937"/>
                </a:lnTo>
                <a:lnTo>
                  <a:pt x="4373563" y="537083"/>
                </a:lnTo>
                <a:lnTo>
                  <a:pt x="4411266" y="506376"/>
                </a:lnTo>
                <a:lnTo>
                  <a:pt x="4448969" y="475900"/>
                </a:lnTo>
                <a:lnTo>
                  <a:pt x="4486672" y="445737"/>
                </a:lnTo>
                <a:lnTo>
                  <a:pt x="4524375" y="415971"/>
                </a:lnTo>
                <a:lnTo>
                  <a:pt x="4562078" y="386684"/>
                </a:lnTo>
                <a:lnTo>
                  <a:pt x="4599781" y="357955"/>
                </a:lnTo>
                <a:lnTo>
                  <a:pt x="4637484" y="329864"/>
                </a:lnTo>
                <a:lnTo>
                  <a:pt x="4675187" y="302487"/>
                </a:lnTo>
                <a:lnTo>
                  <a:pt x="4712891" y="275899"/>
                </a:lnTo>
                <a:lnTo>
                  <a:pt x="4750594" y="250174"/>
                </a:lnTo>
                <a:lnTo>
                  <a:pt x="4788297" y="225381"/>
                </a:lnTo>
                <a:lnTo>
                  <a:pt x="4826000" y="201589"/>
                </a:lnTo>
                <a:lnTo>
                  <a:pt x="4863703" y="178863"/>
                </a:lnTo>
                <a:lnTo>
                  <a:pt x="4901406" y="157266"/>
                </a:lnTo>
                <a:lnTo>
                  <a:pt x="4939109" y="136855"/>
                </a:lnTo>
                <a:lnTo>
                  <a:pt x="4976813" y="117688"/>
                </a:lnTo>
                <a:lnTo>
                  <a:pt x="5014516" y="99818"/>
                </a:lnTo>
                <a:lnTo>
                  <a:pt x="5052219" y="83292"/>
                </a:lnTo>
                <a:lnTo>
                  <a:pt x="5089922" y="68156"/>
                </a:lnTo>
                <a:lnTo>
                  <a:pt x="5127625" y="54452"/>
                </a:lnTo>
                <a:lnTo>
                  <a:pt x="5165328" y="42217"/>
                </a:lnTo>
                <a:lnTo>
                  <a:pt x="5203031" y="31485"/>
                </a:lnTo>
                <a:lnTo>
                  <a:pt x="5240734" y="22285"/>
                </a:lnTo>
                <a:lnTo>
                  <a:pt x="5278438" y="14642"/>
                </a:lnTo>
                <a:lnTo>
                  <a:pt x="5316141" y="8578"/>
                </a:lnTo>
                <a:lnTo>
                  <a:pt x="5353844" y="4109"/>
                </a:lnTo>
                <a:lnTo>
                  <a:pt x="5391547" y="1247"/>
                </a:lnTo>
                <a:lnTo>
                  <a:pt x="5429250" y="0"/>
                </a:lnTo>
                <a:lnTo>
                  <a:pt x="5466953" y="372"/>
                </a:lnTo>
                <a:lnTo>
                  <a:pt x="5504656" y="2361"/>
                </a:lnTo>
                <a:lnTo>
                  <a:pt x="5542359" y="5962"/>
                </a:lnTo>
                <a:lnTo>
                  <a:pt x="5580063" y="11165"/>
                </a:lnTo>
                <a:lnTo>
                  <a:pt x="5617766" y="17956"/>
                </a:lnTo>
                <a:lnTo>
                  <a:pt x="5655469" y="26317"/>
                </a:lnTo>
                <a:lnTo>
                  <a:pt x="5693172" y="36224"/>
                </a:lnTo>
                <a:lnTo>
                  <a:pt x="5730875" y="47650"/>
                </a:lnTo>
                <a:lnTo>
                  <a:pt x="5768578" y="60564"/>
                </a:lnTo>
                <a:lnTo>
                  <a:pt x="5806281" y="74930"/>
                </a:lnTo>
                <a:lnTo>
                  <a:pt x="5843984" y="90710"/>
                </a:lnTo>
                <a:lnTo>
                  <a:pt x="5881688" y="107859"/>
                </a:lnTo>
                <a:lnTo>
                  <a:pt x="5919391" y="126331"/>
                </a:lnTo>
                <a:lnTo>
                  <a:pt x="5957094" y="146076"/>
                </a:lnTo>
                <a:lnTo>
                  <a:pt x="5994797" y="167038"/>
                </a:lnTo>
                <a:lnTo>
                  <a:pt x="6032500" y="189162"/>
                </a:lnTo>
                <a:lnTo>
                  <a:pt x="6070203" y="212385"/>
                </a:lnTo>
                <a:lnTo>
                  <a:pt x="6107906" y="236644"/>
                </a:lnTo>
                <a:lnTo>
                  <a:pt x="6145609" y="261874"/>
                </a:lnTo>
                <a:lnTo>
                  <a:pt x="6183313" y="288004"/>
                </a:lnTo>
                <a:lnTo>
                  <a:pt x="6221016" y="314963"/>
                </a:lnTo>
                <a:lnTo>
                  <a:pt x="6258719" y="342678"/>
                </a:lnTo>
                <a:lnTo>
                  <a:pt x="6296422" y="371072"/>
                </a:lnTo>
                <a:lnTo>
                  <a:pt x="6334125" y="400067"/>
                </a:lnTo>
                <a:lnTo>
                  <a:pt x="6371828" y="429584"/>
                </a:lnTo>
                <a:lnTo>
                  <a:pt x="6409531" y="459542"/>
                </a:lnTo>
                <a:lnTo>
                  <a:pt x="6447234" y="489859"/>
                </a:lnTo>
                <a:lnTo>
                  <a:pt x="6484938" y="520452"/>
                </a:lnTo>
                <a:lnTo>
                  <a:pt x="6522641" y="551237"/>
                </a:lnTo>
                <a:lnTo>
                  <a:pt x="6560344" y="582129"/>
                </a:lnTo>
                <a:lnTo>
                  <a:pt x="6598047" y="613045"/>
                </a:lnTo>
                <a:lnTo>
                  <a:pt x="6635750" y="643898"/>
                </a:lnTo>
                <a:lnTo>
                  <a:pt x="6673453" y="674605"/>
                </a:lnTo>
                <a:lnTo>
                  <a:pt x="6711156" y="705082"/>
                </a:lnTo>
                <a:lnTo>
                  <a:pt x="6748859" y="735245"/>
                </a:lnTo>
                <a:lnTo>
                  <a:pt x="6786563" y="765010"/>
                </a:lnTo>
                <a:lnTo>
                  <a:pt x="6824266" y="794298"/>
                </a:lnTo>
                <a:lnTo>
                  <a:pt x="6861969" y="823026"/>
                </a:lnTo>
                <a:lnTo>
                  <a:pt x="6899672" y="851118"/>
                </a:lnTo>
                <a:lnTo>
                  <a:pt x="6937375" y="878495"/>
                </a:lnTo>
                <a:lnTo>
                  <a:pt x="6975078" y="905083"/>
                </a:lnTo>
                <a:lnTo>
                  <a:pt x="7012781" y="930808"/>
                </a:lnTo>
                <a:lnTo>
                  <a:pt x="7050484" y="955601"/>
                </a:lnTo>
                <a:lnTo>
                  <a:pt x="7088188" y="979392"/>
                </a:lnTo>
                <a:lnTo>
                  <a:pt x="7125891" y="1002118"/>
                </a:lnTo>
                <a:lnTo>
                  <a:pt x="7163594" y="1023716"/>
                </a:lnTo>
                <a:lnTo>
                  <a:pt x="7201297" y="1044126"/>
                </a:lnTo>
                <a:lnTo>
                  <a:pt x="7239000" y="1063293"/>
                </a:lnTo>
                <a:lnTo>
                  <a:pt x="7276703" y="1081164"/>
                </a:lnTo>
                <a:lnTo>
                  <a:pt x="7314406" y="1097690"/>
                </a:lnTo>
                <a:lnTo>
                  <a:pt x="7352109" y="1112826"/>
                </a:lnTo>
                <a:lnTo>
                  <a:pt x="7389813" y="1126530"/>
                </a:lnTo>
                <a:lnTo>
                  <a:pt x="7427516" y="1138765"/>
                </a:lnTo>
                <a:lnTo>
                  <a:pt x="7465219" y="1149497"/>
                </a:lnTo>
                <a:lnTo>
                  <a:pt x="7502922" y="1158697"/>
                </a:lnTo>
                <a:lnTo>
                  <a:pt x="7540625" y="1166340"/>
                </a:lnTo>
                <a:lnTo>
                  <a:pt x="7578328" y="1172404"/>
                </a:lnTo>
                <a:lnTo>
                  <a:pt x="7616031" y="1176873"/>
                </a:lnTo>
                <a:lnTo>
                  <a:pt x="7653734" y="1179735"/>
                </a:lnTo>
                <a:lnTo>
                  <a:pt x="7691438" y="1180982"/>
                </a:lnTo>
                <a:lnTo>
                  <a:pt x="7729141" y="1180610"/>
                </a:lnTo>
                <a:lnTo>
                  <a:pt x="7766844" y="1178621"/>
                </a:lnTo>
                <a:lnTo>
                  <a:pt x="7804547" y="1175020"/>
                </a:lnTo>
                <a:lnTo>
                  <a:pt x="7842250" y="1169816"/>
                </a:lnTo>
                <a:lnTo>
                  <a:pt x="7879953" y="1163025"/>
                </a:lnTo>
                <a:lnTo>
                  <a:pt x="7917656" y="1154665"/>
                </a:lnTo>
                <a:lnTo>
                  <a:pt x="7955359" y="1144758"/>
                </a:lnTo>
                <a:lnTo>
                  <a:pt x="7993063" y="1133332"/>
                </a:lnTo>
                <a:lnTo>
                  <a:pt x="8030766" y="1120418"/>
                </a:lnTo>
                <a:lnTo>
                  <a:pt x="8068469" y="1106052"/>
                </a:lnTo>
                <a:lnTo>
                  <a:pt x="8106172" y="1090272"/>
                </a:lnTo>
                <a:lnTo>
                  <a:pt x="8143875" y="1073123"/>
                </a:lnTo>
                <a:lnTo>
                  <a:pt x="8181578" y="1054650"/>
                </a:lnTo>
                <a:lnTo>
                  <a:pt x="8219281" y="1034906"/>
                </a:lnTo>
                <a:lnTo>
                  <a:pt x="8256984" y="1013943"/>
                </a:lnTo>
                <a:lnTo>
                  <a:pt x="8294688" y="991820"/>
                </a:lnTo>
                <a:lnTo>
                  <a:pt x="8332391" y="968597"/>
                </a:lnTo>
                <a:lnTo>
                  <a:pt x="8370094" y="944337"/>
                </a:lnTo>
                <a:lnTo>
                  <a:pt x="8407797" y="919108"/>
                </a:lnTo>
                <a:lnTo>
                  <a:pt x="8445500" y="892977"/>
                </a:lnTo>
                <a:lnTo>
                  <a:pt x="8483203" y="866018"/>
                </a:lnTo>
                <a:lnTo>
                  <a:pt x="8520906" y="838304"/>
                </a:lnTo>
                <a:lnTo>
                  <a:pt x="8558609" y="809910"/>
                </a:lnTo>
                <a:lnTo>
                  <a:pt x="8596313" y="780915"/>
                </a:lnTo>
                <a:lnTo>
                  <a:pt x="8634016" y="751398"/>
                </a:lnTo>
                <a:lnTo>
                  <a:pt x="8671719" y="721440"/>
                </a:lnTo>
                <a:lnTo>
                  <a:pt x="8709422" y="691122"/>
                </a:lnTo>
                <a:lnTo>
                  <a:pt x="8747125" y="660530"/>
                </a:lnTo>
                <a:lnTo>
                  <a:pt x="8784828" y="629745"/>
                </a:lnTo>
                <a:lnTo>
                  <a:pt x="8822531" y="598852"/>
                </a:lnTo>
                <a:lnTo>
                  <a:pt x="8860234" y="567937"/>
                </a:lnTo>
                <a:lnTo>
                  <a:pt x="8897937" y="537083"/>
                </a:lnTo>
                <a:lnTo>
                  <a:pt x="8935641" y="506376"/>
                </a:lnTo>
                <a:lnTo>
                  <a:pt x="8973344" y="475900"/>
                </a:lnTo>
                <a:lnTo>
                  <a:pt x="9011047" y="445737"/>
                </a:lnTo>
                <a:lnTo>
                  <a:pt x="9048750" y="41597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D56822E-1F1B-4D5D-8FED-50B0F15F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72013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C19386C-C112-4681-A99C-CA069BAA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672013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s</a:t>
            </a:r>
          </a:p>
        </p:txBody>
      </p:sp>
    </p:spTree>
    <p:extLst>
      <p:ext uri="{BB962C8B-B14F-4D97-AF65-F5344CB8AC3E}">
        <p14:creationId xmlns:p14="http://schemas.microsoft.com/office/powerpoint/2010/main" val="12874139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rail">
            <a:extLst xmlns:a="http://schemas.openxmlformats.org/drawingml/2006/main">
              <a:ext uri="{FF2B5EF4-FFF2-40B4-BE49-F238E27FC236}">
                <a16:creationId xmlns:a16="http://schemas.microsoft.com/office/drawing/2014/main" id="{2C6911AA-DF69-4B86-8BD4-EC09015C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7FA353A-B6C2-46D4-B9E1-62C8751D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A91F790-52B3-4010-8733-4FBF276D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怎样留下波形随时间的变化？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456D3B45-FF1B-4737-AB52-57A8DB03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这一秒的曲线怎样记录？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05B1A63F-8F86-4EB2-B52D-638EF00F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在纸上圈出你准备读取的时刻。</a:t>
            </a:r>
          </a:p>
        </p:txBody>
      </p:sp>
      <p:sp>
        <p:nvSpPr>
          <p:cNvPr id="6" name="zero-line">
            <a:extLst xmlns:a="http://schemas.openxmlformats.org/drawingml/2006/main">
              <a:ext uri="{FF2B5EF4-FFF2-40B4-BE49-F238E27FC236}">
                <a16:creationId xmlns:a16="http://schemas.microsoft.com/office/drawing/2014/main" id="{1787D383-57C5-4B20-8E38-F15B1D87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67125"/>
            <a:ext cx="9048750" cy="9525"/>
          </a:xfrm>
          <a:custGeom xmlns:a="http://schemas.openxmlformats.org/drawingml/2006/main">
            <a:pathLst>
              <a:path w="9048750" h="9525">
                <a:moveTo>
                  <a:pt x="0" y="0"/>
                </a:moveTo>
                <a:lnTo>
                  <a:pt x="904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8D8DF"/>
            </a:solidFill>
          </a:ln>
        </p:spPr>
      </p:sp>
      <p:sp>
        <p:nvSpPr>
          <p:cNvPr id="7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7BC582FC-482D-4882-95EA-F0954266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6063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waveform">
            <a:extLst xmlns:a="http://schemas.openxmlformats.org/drawingml/2006/main">
              <a:ext uri="{FF2B5EF4-FFF2-40B4-BE49-F238E27FC236}">
                <a16:creationId xmlns:a16="http://schemas.microsoft.com/office/drawing/2014/main" id="{3DFCA4EB-6E3C-4C0F-8A51-D448F874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76634"/>
            <a:ext cx="9048750" cy="1180982"/>
          </a:xfrm>
          <a:custGeom xmlns:a="http://schemas.openxmlformats.org/drawingml/2006/main">
            <a:pathLst>
              <a:path w="9048750" h="1180982">
                <a:moveTo>
                  <a:pt x="0" y="415971"/>
                </a:moveTo>
                <a:lnTo>
                  <a:pt x="37703" y="386684"/>
                </a:lnTo>
                <a:lnTo>
                  <a:pt x="75406" y="357955"/>
                </a:lnTo>
                <a:lnTo>
                  <a:pt x="113109" y="329864"/>
                </a:lnTo>
                <a:lnTo>
                  <a:pt x="150813" y="302487"/>
                </a:lnTo>
                <a:lnTo>
                  <a:pt x="188516" y="275899"/>
                </a:lnTo>
                <a:lnTo>
                  <a:pt x="226219" y="250174"/>
                </a:lnTo>
                <a:lnTo>
                  <a:pt x="263922" y="225381"/>
                </a:lnTo>
                <a:lnTo>
                  <a:pt x="301625" y="201589"/>
                </a:lnTo>
                <a:lnTo>
                  <a:pt x="339328" y="178863"/>
                </a:lnTo>
                <a:lnTo>
                  <a:pt x="377031" y="157266"/>
                </a:lnTo>
                <a:lnTo>
                  <a:pt x="414734" y="136855"/>
                </a:lnTo>
                <a:lnTo>
                  <a:pt x="452438" y="117688"/>
                </a:lnTo>
                <a:lnTo>
                  <a:pt x="490141" y="99818"/>
                </a:lnTo>
                <a:lnTo>
                  <a:pt x="527844" y="83292"/>
                </a:lnTo>
                <a:lnTo>
                  <a:pt x="565547" y="68156"/>
                </a:lnTo>
                <a:lnTo>
                  <a:pt x="603250" y="54452"/>
                </a:lnTo>
                <a:lnTo>
                  <a:pt x="640953" y="42217"/>
                </a:lnTo>
                <a:lnTo>
                  <a:pt x="678656" y="31485"/>
                </a:lnTo>
                <a:lnTo>
                  <a:pt x="716359" y="22285"/>
                </a:lnTo>
                <a:lnTo>
                  <a:pt x="754063" y="14642"/>
                </a:lnTo>
                <a:lnTo>
                  <a:pt x="791766" y="8578"/>
                </a:lnTo>
                <a:lnTo>
                  <a:pt x="829469" y="4109"/>
                </a:lnTo>
                <a:lnTo>
                  <a:pt x="867172" y="1247"/>
                </a:lnTo>
                <a:lnTo>
                  <a:pt x="904875" y="0"/>
                </a:lnTo>
                <a:lnTo>
                  <a:pt x="942578" y="372"/>
                </a:lnTo>
                <a:lnTo>
                  <a:pt x="980281" y="2361"/>
                </a:lnTo>
                <a:lnTo>
                  <a:pt x="1017984" y="5962"/>
                </a:lnTo>
                <a:lnTo>
                  <a:pt x="1055687" y="11165"/>
                </a:lnTo>
                <a:lnTo>
                  <a:pt x="1093391" y="17956"/>
                </a:lnTo>
                <a:lnTo>
                  <a:pt x="1131094" y="26317"/>
                </a:lnTo>
                <a:lnTo>
                  <a:pt x="1168797" y="36224"/>
                </a:lnTo>
                <a:lnTo>
                  <a:pt x="1206500" y="47650"/>
                </a:lnTo>
                <a:lnTo>
                  <a:pt x="1244203" y="60564"/>
                </a:lnTo>
                <a:lnTo>
                  <a:pt x="1281906" y="74930"/>
                </a:lnTo>
                <a:lnTo>
                  <a:pt x="1319609" y="90710"/>
                </a:lnTo>
                <a:lnTo>
                  <a:pt x="1357313" y="107859"/>
                </a:lnTo>
                <a:lnTo>
                  <a:pt x="1395016" y="126331"/>
                </a:lnTo>
                <a:lnTo>
                  <a:pt x="1432719" y="146076"/>
                </a:lnTo>
                <a:lnTo>
                  <a:pt x="1470422" y="167038"/>
                </a:lnTo>
                <a:lnTo>
                  <a:pt x="1508125" y="189162"/>
                </a:lnTo>
                <a:lnTo>
                  <a:pt x="1545828" y="212385"/>
                </a:lnTo>
                <a:lnTo>
                  <a:pt x="1583531" y="236644"/>
                </a:lnTo>
                <a:lnTo>
                  <a:pt x="1621234" y="261874"/>
                </a:lnTo>
                <a:lnTo>
                  <a:pt x="1658937" y="288004"/>
                </a:lnTo>
                <a:lnTo>
                  <a:pt x="1696641" y="314963"/>
                </a:lnTo>
                <a:lnTo>
                  <a:pt x="1734344" y="342678"/>
                </a:lnTo>
                <a:lnTo>
                  <a:pt x="1772047" y="371072"/>
                </a:lnTo>
                <a:lnTo>
                  <a:pt x="1809750" y="400067"/>
                </a:lnTo>
                <a:lnTo>
                  <a:pt x="1847453" y="429584"/>
                </a:lnTo>
                <a:lnTo>
                  <a:pt x="1885156" y="459542"/>
                </a:lnTo>
                <a:lnTo>
                  <a:pt x="1922859" y="489859"/>
                </a:lnTo>
                <a:lnTo>
                  <a:pt x="1960563" y="520452"/>
                </a:lnTo>
                <a:lnTo>
                  <a:pt x="1998266" y="551237"/>
                </a:lnTo>
                <a:lnTo>
                  <a:pt x="2035969" y="582129"/>
                </a:lnTo>
                <a:lnTo>
                  <a:pt x="2073672" y="613045"/>
                </a:lnTo>
                <a:lnTo>
                  <a:pt x="2111375" y="643898"/>
                </a:lnTo>
                <a:lnTo>
                  <a:pt x="2149078" y="674605"/>
                </a:lnTo>
                <a:lnTo>
                  <a:pt x="2186781" y="705082"/>
                </a:lnTo>
                <a:lnTo>
                  <a:pt x="2224484" y="735245"/>
                </a:lnTo>
                <a:lnTo>
                  <a:pt x="2262188" y="765010"/>
                </a:lnTo>
                <a:lnTo>
                  <a:pt x="2299891" y="794298"/>
                </a:lnTo>
                <a:lnTo>
                  <a:pt x="2337594" y="823026"/>
                </a:lnTo>
                <a:lnTo>
                  <a:pt x="2375297" y="851118"/>
                </a:lnTo>
                <a:lnTo>
                  <a:pt x="2413000" y="878495"/>
                </a:lnTo>
                <a:lnTo>
                  <a:pt x="2450703" y="905083"/>
                </a:lnTo>
                <a:lnTo>
                  <a:pt x="2488406" y="930808"/>
                </a:lnTo>
                <a:lnTo>
                  <a:pt x="2526109" y="955601"/>
                </a:lnTo>
                <a:lnTo>
                  <a:pt x="2563813" y="979392"/>
                </a:lnTo>
                <a:lnTo>
                  <a:pt x="2601516" y="1002118"/>
                </a:lnTo>
                <a:lnTo>
                  <a:pt x="2639219" y="1023716"/>
                </a:lnTo>
                <a:lnTo>
                  <a:pt x="2676922" y="1044126"/>
                </a:lnTo>
                <a:lnTo>
                  <a:pt x="2714625" y="1063293"/>
                </a:lnTo>
                <a:lnTo>
                  <a:pt x="2752328" y="1081164"/>
                </a:lnTo>
                <a:lnTo>
                  <a:pt x="2790031" y="1097690"/>
                </a:lnTo>
                <a:lnTo>
                  <a:pt x="2827734" y="1112826"/>
                </a:lnTo>
                <a:lnTo>
                  <a:pt x="2865438" y="1126530"/>
                </a:lnTo>
                <a:lnTo>
                  <a:pt x="2903141" y="1138765"/>
                </a:lnTo>
                <a:lnTo>
                  <a:pt x="2940844" y="1149497"/>
                </a:lnTo>
                <a:lnTo>
                  <a:pt x="2978547" y="1158697"/>
                </a:lnTo>
                <a:lnTo>
                  <a:pt x="3016250" y="1166340"/>
                </a:lnTo>
                <a:lnTo>
                  <a:pt x="3053953" y="1172404"/>
                </a:lnTo>
                <a:lnTo>
                  <a:pt x="3091656" y="1176873"/>
                </a:lnTo>
                <a:lnTo>
                  <a:pt x="3129359" y="1179735"/>
                </a:lnTo>
                <a:lnTo>
                  <a:pt x="3167063" y="1180982"/>
                </a:lnTo>
                <a:lnTo>
                  <a:pt x="3204766" y="1180610"/>
                </a:lnTo>
                <a:lnTo>
                  <a:pt x="3242469" y="1178621"/>
                </a:lnTo>
                <a:lnTo>
                  <a:pt x="3280172" y="1175020"/>
                </a:lnTo>
                <a:lnTo>
                  <a:pt x="3317875" y="1169816"/>
                </a:lnTo>
                <a:lnTo>
                  <a:pt x="3355578" y="1163025"/>
                </a:lnTo>
                <a:lnTo>
                  <a:pt x="3393281" y="1154665"/>
                </a:lnTo>
                <a:lnTo>
                  <a:pt x="3430984" y="1144758"/>
                </a:lnTo>
                <a:lnTo>
                  <a:pt x="3468688" y="1133332"/>
                </a:lnTo>
                <a:lnTo>
                  <a:pt x="3506391" y="1120418"/>
                </a:lnTo>
                <a:lnTo>
                  <a:pt x="3544094" y="1106052"/>
                </a:lnTo>
                <a:lnTo>
                  <a:pt x="3581797" y="1090272"/>
                </a:lnTo>
                <a:lnTo>
                  <a:pt x="3619500" y="1073123"/>
                </a:lnTo>
                <a:lnTo>
                  <a:pt x="3657203" y="1054650"/>
                </a:lnTo>
                <a:lnTo>
                  <a:pt x="3694906" y="1034906"/>
                </a:lnTo>
                <a:lnTo>
                  <a:pt x="3732609" y="1013943"/>
                </a:lnTo>
                <a:lnTo>
                  <a:pt x="3770312" y="991820"/>
                </a:lnTo>
                <a:lnTo>
                  <a:pt x="3808016" y="968597"/>
                </a:lnTo>
                <a:lnTo>
                  <a:pt x="3845719" y="944337"/>
                </a:lnTo>
                <a:lnTo>
                  <a:pt x="3883422" y="919108"/>
                </a:lnTo>
                <a:lnTo>
                  <a:pt x="3921125" y="892977"/>
                </a:lnTo>
                <a:lnTo>
                  <a:pt x="3958828" y="866018"/>
                </a:lnTo>
                <a:lnTo>
                  <a:pt x="3996531" y="838304"/>
                </a:lnTo>
                <a:lnTo>
                  <a:pt x="4034234" y="809910"/>
                </a:lnTo>
                <a:lnTo>
                  <a:pt x="4071938" y="780915"/>
                </a:lnTo>
                <a:lnTo>
                  <a:pt x="4109641" y="751398"/>
                </a:lnTo>
                <a:lnTo>
                  <a:pt x="4147344" y="721440"/>
                </a:lnTo>
                <a:lnTo>
                  <a:pt x="4185047" y="691122"/>
                </a:lnTo>
                <a:lnTo>
                  <a:pt x="4222750" y="660530"/>
                </a:lnTo>
                <a:lnTo>
                  <a:pt x="4260453" y="629745"/>
                </a:lnTo>
                <a:lnTo>
                  <a:pt x="4298156" y="598852"/>
                </a:lnTo>
                <a:lnTo>
                  <a:pt x="4335859" y="567937"/>
                </a:lnTo>
                <a:lnTo>
                  <a:pt x="4373563" y="537083"/>
                </a:lnTo>
                <a:lnTo>
                  <a:pt x="4411266" y="506376"/>
                </a:lnTo>
                <a:lnTo>
                  <a:pt x="4448969" y="475900"/>
                </a:lnTo>
                <a:lnTo>
                  <a:pt x="4486672" y="445737"/>
                </a:lnTo>
                <a:lnTo>
                  <a:pt x="4524375" y="415971"/>
                </a:lnTo>
                <a:lnTo>
                  <a:pt x="4562078" y="386684"/>
                </a:lnTo>
                <a:lnTo>
                  <a:pt x="4599781" y="357955"/>
                </a:lnTo>
                <a:lnTo>
                  <a:pt x="4637484" y="329864"/>
                </a:lnTo>
                <a:lnTo>
                  <a:pt x="4675187" y="302487"/>
                </a:lnTo>
                <a:lnTo>
                  <a:pt x="4712891" y="275899"/>
                </a:lnTo>
                <a:lnTo>
                  <a:pt x="4750594" y="250174"/>
                </a:lnTo>
                <a:lnTo>
                  <a:pt x="4788297" y="225381"/>
                </a:lnTo>
                <a:lnTo>
                  <a:pt x="4826000" y="201589"/>
                </a:lnTo>
                <a:lnTo>
                  <a:pt x="4863703" y="178863"/>
                </a:lnTo>
                <a:lnTo>
                  <a:pt x="4901406" y="157266"/>
                </a:lnTo>
                <a:lnTo>
                  <a:pt x="4939109" y="136855"/>
                </a:lnTo>
                <a:lnTo>
                  <a:pt x="4976813" y="117688"/>
                </a:lnTo>
                <a:lnTo>
                  <a:pt x="5014516" y="99818"/>
                </a:lnTo>
                <a:lnTo>
                  <a:pt x="5052219" y="83292"/>
                </a:lnTo>
                <a:lnTo>
                  <a:pt x="5089922" y="68156"/>
                </a:lnTo>
                <a:lnTo>
                  <a:pt x="5127625" y="54452"/>
                </a:lnTo>
                <a:lnTo>
                  <a:pt x="5165328" y="42217"/>
                </a:lnTo>
                <a:lnTo>
                  <a:pt x="5203031" y="31485"/>
                </a:lnTo>
                <a:lnTo>
                  <a:pt x="5240734" y="22285"/>
                </a:lnTo>
                <a:lnTo>
                  <a:pt x="5278438" y="14642"/>
                </a:lnTo>
                <a:lnTo>
                  <a:pt x="5316141" y="8578"/>
                </a:lnTo>
                <a:lnTo>
                  <a:pt x="5353844" y="4109"/>
                </a:lnTo>
                <a:lnTo>
                  <a:pt x="5391547" y="1247"/>
                </a:lnTo>
                <a:lnTo>
                  <a:pt x="5429250" y="0"/>
                </a:lnTo>
                <a:lnTo>
                  <a:pt x="5466953" y="372"/>
                </a:lnTo>
                <a:lnTo>
                  <a:pt x="5504656" y="2361"/>
                </a:lnTo>
                <a:lnTo>
                  <a:pt x="5542359" y="5962"/>
                </a:lnTo>
                <a:lnTo>
                  <a:pt x="5580063" y="11165"/>
                </a:lnTo>
                <a:lnTo>
                  <a:pt x="5617766" y="17956"/>
                </a:lnTo>
                <a:lnTo>
                  <a:pt x="5655469" y="26317"/>
                </a:lnTo>
                <a:lnTo>
                  <a:pt x="5693172" y="36224"/>
                </a:lnTo>
                <a:lnTo>
                  <a:pt x="5730875" y="47650"/>
                </a:lnTo>
                <a:lnTo>
                  <a:pt x="5768578" y="60564"/>
                </a:lnTo>
                <a:lnTo>
                  <a:pt x="5806281" y="74930"/>
                </a:lnTo>
                <a:lnTo>
                  <a:pt x="5843984" y="90710"/>
                </a:lnTo>
                <a:lnTo>
                  <a:pt x="5881688" y="107859"/>
                </a:lnTo>
                <a:lnTo>
                  <a:pt x="5919391" y="126331"/>
                </a:lnTo>
                <a:lnTo>
                  <a:pt x="5957094" y="146076"/>
                </a:lnTo>
                <a:lnTo>
                  <a:pt x="5994797" y="167038"/>
                </a:lnTo>
                <a:lnTo>
                  <a:pt x="6032500" y="189162"/>
                </a:lnTo>
                <a:lnTo>
                  <a:pt x="6070203" y="212385"/>
                </a:lnTo>
                <a:lnTo>
                  <a:pt x="6107906" y="236644"/>
                </a:lnTo>
                <a:lnTo>
                  <a:pt x="6145609" y="261874"/>
                </a:lnTo>
                <a:lnTo>
                  <a:pt x="6183313" y="288004"/>
                </a:lnTo>
                <a:lnTo>
                  <a:pt x="6221016" y="314963"/>
                </a:lnTo>
                <a:lnTo>
                  <a:pt x="6258719" y="342678"/>
                </a:lnTo>
                <a:lnTo>
                  <a:pt x="6296422" y="371072"/>
                </a:lnTo>
                <a:lnTo>
                  <a:pt x="6334125" y="400067"/>
                </a:lnTo>
                <a:lnTo>
                  <a:pt x="6371828" y="429584"/>
                </a:lnTo>
                <a:lnTo>
                  <a:pt x="6409531" y="459542"/>
                </a:lnTo>
                <a:lnTo>
                  <a:pt x="6447234" y="489859"/>
                </a:lnTo>
                <a:lnTo>
                  <a:pt x="6484938" y="520452"/>
                </a:lnTo>
                <a:lnTo>
                  <a:pt x="6522641" y="551237"/>
                </a:lnTo>
                <a:lnTo>
                  <a:pt x="6560344" y="582129"/>
                </a:lnTo>
                <a:lnTo>
                  <a:pt x="6598047" y="613045"/>
                </a:lnTo>
                <a:lnTo>
                  <a:pt x="6635750" y="643898"/>
                </a:lnTo>
                <a:lnTo>
                  <a:pt x="6673453" y="674605"/>
                </a:lnTo>
                <a:lnTo>
                  <a:pt x="6711156" y="705082"/>
                </a:lnTo>
                <a:lnTo>
                  <a:pt x="6748859" y="735245"/>
                </a:lnTo>
                <a:lnTo>
                  <a:pt x="6786563" y="765010"/>
                </a:lnTo>
                <a:lnTo>
                  <a:pt x="6824266" y="794298"/>
                </a:lnTo>
                <a:lnTo>
                  <a:pt x="6861969" y="823026"/>
                </a:lnTo>
                <a:lnTo>
                  <a:pt x="6899672" y="851118"/>
                </a:lnTo>
                <a:lnTo>
                  <a:pt x="6937375" y="878495"/>
                </a:lnTo>
                <a:lnTo>
                  <a:pt x="6975078" y="905083"/>
                </a:lnTo>
                <a:lnTo>
                  <a:pt x="7012781" y="930808"/>
                </a:lnTo>
                <a:lnTo>
                  <a:pt x="7050484" y="955601"/>
                </a:lnTo>
                <a:lnTo>
                  <a:pt x="7088188" y="979392"/>
                </a:lnTo>
                <a:lnTo>
                  <a:pt x="7125891" y="1002118"/>
                </a:lnTo>
                <a:lnTo>
                  <a:pt x="7163594" y="1023716"/>
                </a:lnTo>
                <a:lnTo>
                  <a:pt x="7201297" y="1044126"/>
                </a:lnTo>
                <a:lnTo>
                  <a:pt x="7239000" y="1063293"/>
                </a:lnTo>
                <a:lnTo>
                  <a:pt x="7276703" y="1081164"/>
                </a:lnTo>
                <a:lnTo>
                  <a:pt x="7314406" y="1097690"/>
                </a:lnTo>
                <a:lnTo>
                  <a:pt x="7352109" y="1112826"/>
                </a:lnTo>
                <a:lnTo>
                  <a:pt x="7389813" y="1126530"/>
                </a:lnTo>
                <a:lnTo>
                  <a:pt x="7427516" y="1138765"/>
                </a:lnTo>
                <a:lnTo>
                  <a:pt x="7465219" y="1149497"/>
                </a:lnTo>
                <a:lnTo>
                  <a:pt x="7502922" y="1158697"/>
                </a:lnTo>
                <a:lnTo>
                  <a:pt x="7540625" y="1166340"/>
                </a:lnTo>
                <a:lnTo>
                  <a:pt x="7578328" y="1172404"/>
                </a:lnTo>
                <a:lnTo>
                  <a:pt x="7616031" y="1176873"/>
                </a:lnTo>
                <a:lnTo>
                  <a:pt x="7653734" y="1179735"/>
                </a:lnTo>
                <a:lnTo>
                  <a:pt x="7691438" y="1180982"/>
                </a:lnTo>
                <a:lnTo>
                  <a:pt x="7729141" y="1180610"/>
                </a:lnTo>
                <a:lnTo>
                  <a:pt x="7766844" y="1178621"/>
                </a:lnTo>
                <a:lnTo>
                  <a:pt x="7804547" y="1175020"/>
                </a:lnTo>
                <a:lnTo>
                  <a:pt x="7842250" y="1169816"/>
                </a:lnTo>
                <a:lnTo>
                  <a:pt x="7879953" y="1163025"/>
                </a:lnTo>
                <a:lnTo>
                  <a:pt x="7917656" y="1154665"/>
                </a:lnTo>
                <a:lnTo>
                  <a:pt x="7955359" y="1144758"/>
                </a:lnTo>
                <a:lnTo>
                  <a:pt x="7993063" y="1133332"/>
                </a:lnTo>
                <a:lnTo>
                  <a:pt x="8030766" y="1120418"/>
                </a:lnTo>
                <a:lnTo>
                  <a:pt x="8068469" y="1106052"/>
                </a:lnTo>
                <a:lnTo>
                  <a:pt x="8106172" y="1090272"/>
                </a:lnTo>
                <a:lnTo>
                  <a:pt x="8143875" y="1073123"/>
                </a:lnTo>
                <a:lnTo>
                  <a:pt x="8181578" y="1054650"/>
                </a:lnTo>
                <a:lnTo>
                  <a:pt x="8219281" y="1034906"/>
                </a:lnTo>
                <a:lnTo>
                  <a:pt x="8256984" y="1013943"/>
                </a:lnTo>
                <a:lnTo>
                  <a:pt x="8294688" y="991820"/>
                </a:lnTo>
                <a:lnTo>
                  <a:pt x="8332391" y="968597"/>
                </a:lnTo>
                <a:lnTo>
                  <a:pt x="8370094" y="944337"/>
                </a:lnTo>
                <a:lnTo>
                  <a:pt x="8407797" y="919108"/>
                </a:lnTo>
                <a:lnTo>
                  <a:pt x="8445500" y="892977"/>
                </a:lnTo>
                <a:lnTo>
                  <a:pt x="8483203" y="866018"/>
                </a:lnTo>
                <a:lnTo>
                  <a:pt x="8520906" y="838304"/>
                </a:lnTo>
                <a:lnTo>
                  <a:pt x="8558609" y="809910"/>
                </a:lnTo>
                <a:lnTo>
                  <a:pt x="8596313" y="780915"/>
                </a:lnTo>
                <a:lnTo>
                  <a:pt x="8634016" y="751398"/>
                </a:lnTo>
                <a:lnTo>
                  <a:pt x="8671719" y="721440"/>
                </a:lnTo>
                <a:lnTo>
                  <a:pt x="8709422" y="691122"/>
                </a:lnTo>
                <a:lnTo>
                  <a:pt x="8747125" y="660530"/>
                </a:lnTo>
                <a:lnTo>
                  <a:pt x="8784828" y="629745"/>
                </a:lnTo>
                <a:lnTo>
                  <a:pt x="8822531" y="598852"/>
                </a:lnTo>
                <a:lnTo>
                  <a:pt x="8860234" y="567937"/>
                </a:lnTo>
                <a:lnTo>
                  <a:pt x="8897937" y="537083"/>
                </a:lnTo>
                <a:lnTo>
                  <a:pt x="8935641" y="506376"/>
                </a:lnTo>
                <a:lnTo>
                  <a:pt x="8973344" y="475900"/>
                </a:lnTo>
                <a:lnTo>
                  <a:pt x="9011047" y="445737"/>
                </a:lnTo>
                <a:lnTo>
                  <a:pt x="9048750" y="41597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D56822E-1F1B-4D5D-8FED-50B0F15F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72013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C19386C-C112-4681-A99C-CA069BAA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672013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s</a:t>
            </a:r>
          </a:p>
        </p:txBody>
      </p:sp>
      <p:sp>
        <p:nvSpPr>
          <p:cNvPr id="11" name="sample">
            <a:extLst xmlns:a="http://schemas.openxmlformats.org/drawingml/2006/main">
              <a:ext uri="{FF2B5EF4-FFF2-40B4-BE49-F238E27FC236}">
                <a16:creationId xmlns:a16="http://schemas.microsoft.com/office/drawing/2014/main" id="{0BF2C226-B9FF-438A-A021-C5501EC2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449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05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" name="sample">
            <a:extLst xmlns:a="http://schemas.openxmlformats.org/drawingml/2006/main">
              <a:ext uri="{FF2B5EF4-FFF2-40B4-BE49-F238E27FC236}">
                <a16:creationId xmlns:a16="http://schemas.microsoft.com/office/drawing/2014/main" id="{03B0FD04-D283-4370-8948-449EE511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438" y="304365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05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sample">
            <a:extLst xmlns:a="http://schemas.openxmlformats.org/drawingml/2006/main">
              <a:ext uri="{FF2B5EF4-FFF2-40B4-BE49-F238E27FC236}">
                <a16:creationId xmlns:a16="http://schemas.microsoft.com/office/drawing/2014/main" id="{8750F834-C40A-4A63-B9A3-5050FA9D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500" y="321817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05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" name="sample">
            <a:extLst xmlns:a="http://schemas.openxmlformats.org/drawingml/2006/main">
              <a:ext uri="{FF2B5EF4-FFF2-40B4-BE49-F238E27FC236}">
                <a16:creationId xmlns:a16="http://schemas.microsoft.com/office/drawing/2014/main" id="{38127B88-971B-4B6B-AEB2-9991883E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8563" y="37940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05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" name="sample">
            <a:extLst xmlns:a="http://schemas.openxmlformats.org/drawingml/2006/main">
              <a:ext uri="{FF2B5EF4-FFF2-40B4-BE49-F238E27FC236}">
                <a16:creationId xmlns:a16="http://schemas.microsoft.com/office/drawing/2014/main" id="{20FF36DD-2050-404E-B19D-83D2432F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419534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05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sample">
            <a:extLst xmlns:a="http://schemas.openxmlformats.org/drawingml/2006/main">
              <a:ext uri="{FF2B5EF4-FFF2-40B4-BE49-F238E27FC236}">
                <a16:creationId xmlns:a16="http://schemas.microsoft.com/office/drawing/2014/main" id="{41F9CE4F-F3CC-4BF8-9618-0CA9E367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687" y="402082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05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" name="sample">
            <a:extLst xmlns:a="http://schemas.openxmlformats.org/drawingml/2006/main">
              <a:ext uri="{FF2B5EF4-FFF2-40B4-BE49-F238E27FC236}">
                <a16:creationId xmlns:a16="http://schemas.microsoft.com/office/drawing/2014/main" id="{0A069E84-86EC-4E9D-BB2B-5AFE3C8B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449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05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" name="sample">
            <a:extLst xmlns:a="http://schemas.openxmlformats.org/drawingml/2006/main">
              <a:ext uri="{FF2B5EF4-FFF2-40B4-BE49-F238E27FC236}">
                <a16:creationId xmlns:a16="http://schemas.microsoft.com/office/drawing/2014/main" id="{04A07F40-9DFF-4D57-965B-60964A70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4813" y="304365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05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" name="sample">
            <a:extLst xmlns:a="http://schemas.openxmlformats.org/drawingml/2006/main">
              <a:ext uri="{FF2B5EF4-FFF2-40B4-BE49-F238E27FC236}">
                <a16:creationId xmlns:a16="http://schemas.microsoft.com/office/drawing/2014/main" id="{9D8FACF0-8672-450F-9078-8F47BD0B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8875" y="321817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05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" name="sample">
            <a:extLst xmlns:a="http://schemas.openxmlformats.org/drawingml/2006/main">
              <a:ext uri="{FF2B5EF4-FFF2-40B4-BE49-F238E27FC236}">
                <a16:creationId xmlns:a16="http://schemas.microsoft.com/office/drawing/2014/main" id="{34C35962-67E7-4475-9487-F3899F7E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2938" y="37940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05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" name="sample">
            <a:extLst xmlns:a="http://schemas.openxmlformats.org/drawingml/2006/main">
              <a:ext uri="{FF2B5EF4-FFF2-40B4-BE49-F238E27FC236}">
                <a16:creationId xmlns:a16="http://schemas.microsoft.com/office/drawing/2014/main" id="{3DD07DB5-3CA6-42A4-B1CD-ED4F8056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419534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05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" name="sample">
            <a:extLst xmlns:a="http://schemas.openxmlformats.org/drawingml/2006/main">
              <a:ext uri="{FF2B5EF4-FFF2-40B4-BE49-F238E27FC236}">
                <a16:creationId xmlns:a16="http://schemas.microsoft.com/office/drawing/2014/main" id="{CF082B46-CCDC-4301-A3D0-C978FFB1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063" y="402082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05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382F542-9DFF-4624-A496-940813DE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按等时间间隔读取信号幅度。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777913F-3D97-4B54-939E-068B3DD1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留下离散时刻的样本：采样。</a:t>
            </a:r>
          </a:p>
        </p:txBody>
      </p:sp>
    </p:spTree>
    <p:extLst>
      <p:ext uri="{BB962C8B-B14F-4D97-AF65-F5344CB8AC3E}">
        <p14:creationId xmlns:p14="http://schemas.microsoft.com/office/powerpoint/2010/main" val="12874139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BC439779-A8B1-4A71-9227-ABE0EE8F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E95F4C3-F6F3-4495-9E98-4CD5A828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B35BFA2-8BE4-4B42-912C-BF635F1B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每秒采样8000次，是什么意思？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E481DBD2-4CDF-450D-A7A1-3B7269F6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单声道：每秒等间隔读取8000个样本。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9143C795-7BBC-4A85-974E-19046227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采样率是多少？相邻时刻间隔多久？</a:t>
            </a:r>
          </a:p>
        </p:txBody>
      </p:sp>
    </p:spTree>
    <p:extLst>
      <p:ext uri="{BB962C8B-B14F-4D97-AF65-F5344CB8AC3E}">
        <p14:creationId xmlns:p14="http://schemas.microsoft.com/office/powerpoint/2010/main" val="3364078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BC439779-A8B1-4A71-9227-ABE0EE8F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E95F4C3-F6F3-4495-9E98-4CD5A828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B35BFA2-8BE4-4B42-912C-BF635F1B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每秒采样8000次，是什么意思？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E481DBD2-4CDF-450D-A7A1-3B7269F6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单声道：每秒等间隔读取8000个样本。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9143C795-7BBC-4A85-974E-19046227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采样率是多少？相邻时刻间隔多久？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251FA993-94F9-4F2E-AB2A-BF4D9A39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845B6E3D-AD6F-4A64-B0ED-159403AE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采样率：8000 Hz = 8 kHz。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6103A41C-1569-4D8C-A2BE-A498A8F5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间隔：1÷8000 s = 0.125 ms。</a:t>
            </a:r>
          </a:p>
        </p:txBody>
      </p:sp>
      <p:sp>
        <p:nvSpPr>
          <p:cNvPr id="9" name="answer-2">
            <a:extLst xmlns:a="http://schemas.openxmlformats.org/drawingml/2006/main">
              <a:ext uri="{FF2B5EF4-FFF2-40B4-BE49-F238E27FC236}">
                <a16:creationId xmlns:a16="http://schemas.microsoft.com/office/drawing/2014/main" id="{E972230B-D3A7-4365-8655-8446119D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采样率表示每秒每声道的样本数。</a:t>
            </a:r>
          </a:p>
        </p:txBody>
      </p:sp>
    </p:spTree>
    <p:extLst>
      <p:ext uri="{BB962C8B-B14F-4D97-AF65-F5344CB8AC3E}">
        <p14:creationId xmlns:p14="http://schemas.microsoft.com/office/powerpoint/2010/main" val="3364078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D5069382-F9A0-419F-88D3-2A5234AC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2DE371D-7BAF-4E4D-9DA8-74601869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2B583DA-3403-4459-AF79-278EB584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样本值不在可选等级上，怎么办？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723191F5-0284-40CB-A07F-051F59B2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四个样本：−0.62、−0.10、0.38、0.84。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E457C578-4839-46AB-A772-CF8C8936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只能用：−0.75、−0.25、0.25、0.75近似。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ACFB5DE5-DD23-4429-A3D6-E6106D58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分别选哪个？</a:t>
            </a:r>
          </a:p>
        </p:txBody>
      </p:sp>
    </p:spTree>
    <p:extLst>
      <p:ext uri="{BB962C8B-B14F-4D97-AF65-F5344CB8AC3E}">
        <p14:creationId xmlns:p14="http://schemas.microsoft.com/office/powerpoint/2010/main" val="8542174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ail">
            <a:extLst xmlns:a="http://schemas.openxmlformats.org/drawingml/2006/main">
              <a:ext uri="{FF2B5EF4-FFF2-40B4-BE49-F238E27FC236}">
                <a16:creationId xmlns:a16="http://schemas.microsoft.com/office/drawing/2014/main" id="{D5069382-F9A0-419F-88D3-2A5234AC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2DE371D-7BAF-4E4D-9DA8-74601869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2B583DA-3403-4459-AF79-278EB584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样本值不在可选等级上，怎么办？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723191F5-0284-40CB-A07F-051F59B2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四个样本：−0.62、−0.10、0.38、0.84。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E457C578-4839-46AB-A772-CF8C8936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只能用：−0.75、−0.25、0.25、0.75近似。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ACFB5DE5-DD23-4429-A3D6-E6106D58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分别选哪个？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385B29F-5A40-4682-AA40-11147E8F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956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−0.62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17C57B0-AA44-4B7F-8AEB-FAC1BC83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0956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−0.10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7A4200B-619A-470D-BF36-F9490DF9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956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0.38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F373D32-3209-4A90-9839-FAA9348C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956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0.84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FBD44F6-16A2-4725-9029-4F6C01AB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67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↓  −0.75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C2756EF-1F8F-42A2-A0E1-08CB64E0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67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↓  −0.25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45D4474-8568-4398-B034-AB1D2DDC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67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↓  0.25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082B48D-7025-4C18-AFF5-6D5CC979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67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↓  0.75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A4412EC-A15B-4E22-8026-3BA83CEE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把样本映射到有限等级：量化。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317E0CC-9CE7-4E7C-A122-338C867F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量化决定“幅度分多细”。</a:t>
            </a:r>
          </a:p>
        </p:txBody>
      </p:sp>
    </p:spTree>
    <p:extLst>
      <p:ext uri="{BB962C8B-B14F-4D97-AF65-F5344CB8AC3E}">
        <p14:creationId xmlns:p14="http://schemas.microsoft.com/office/powerpoint/2010/main" val="8542174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39576C04-D939-4FBB-9916-D8E61058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A3E773C-14CA-477D-BF50-4FC13AD7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FE8FF91-5B83-4588-9E28-E6B18DE6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四个量化等级，怎样写成码字？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14508C70-11A7-432D-8E75-A6B22183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从低到高编号0、1、2、3；采用等长二进制码。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2773E439-7126-40B3-85CB-EE216A20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每个样本至少几bit？写出四个码字。</a:t>
            </a:r>
          </a:p>
        </p:txBody>
      </p:sp>
      <p:sp>
        <p:nvSpPr>
          <p:cNvPr id="6" name="level-0">
            <a:extLst xmlns:a="http://schemas.openxmlformats.org/drawingml/2006/main">
              <a:ext uri="{FF2B5EF4-FFF2-40B4-BE49-F238E27FC236}">
                <a16:creationId xmlns:a16="http://schemas.microsoft.com/office/drawing/2014/main" id="{9D822E2D-263D-417B-B3E9-649F52E0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7" name="level-1">
            <a:extLst xmlns:a="http://schemas.openxmlformats.org/drawingml/2006/main">
              <a:ext uri="{FF2B5EF4-FFF2-40B4-BE49-F238E27FC236}">
                <a16:creationId xmlns:a16="http://schemas.microsoft.com/office/drawing/2014/main" id="{12DA63C0-0DB7-491F-AE9F-15EEDA15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level-2">
            <a:extLst xmlns:a="http://schemas.openxmlformats.org/drawingml/2006/main">
              <a:ext uri="{FF2B5EF4-FFF2-40B4-BE49-F238E27FC236}">
                <a16:creationId xmlns:a16="http://schemas.microsoft.com/office/drawing/2014/main" id="{3DB86323-32C5-494C-96C5-EDC11E2A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" name="level-3">
            <a:extLst xmlns:a="http://schemas.openxmlformats.org/drawingml/2006/main">
              <a:ext uri="{FF2B5EF4-FFF2-40B4-BE49-F238E27FC236}">
                <a16:creationId xmlns:a16="http://schemas.microsoft.com/office/drawing/2014/main" id="{A17B98B8-FDD6-432F-AA96-4EBCE0CF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437106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ail">
            <a:extLst xmlns:a="http://schemas.openxmlformats.org/drawingml/2006/main">
              <a:ext uri="{FF2B5EF4-FFF2-40B4-BE49-F238E27FC236}">
                <a16:creationId xmlns:a16="http://schemas.microsoft.com/office/drawing/2014/main" id="{39576C04-D939-4FBB-9916-D8E61058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A3E773C-14CA-477D-BF50-4FC13AD7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FE8FF91-5B83-4588-9E28-E6B18DE6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四个量化等级，怎样写成码字？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14508C70-11A7-432D-8E75-A6B22183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从低到高编号0、1、2、3；采用等长二进制码。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2773E439-7126-40B3-85CB-EE216A20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每个样本至少几bit？写出四个码字。</a:t>
            </a:r>
          </a:p>
        </p:txBody>
      </p:sp>
      <p:sp>
        <p:nvSpPr>
          <p:cNvPr id="6" name="level-0">
            <a:extLst xmlns:a="http://schemas.openxmlformats.org/drawingml/2006/main">
              <a:ext uri="{FF2B5EF4-FFF2-40B4-BE49-F238E27FC236}">
                <a16:creationId xmlns:a16="http://schemas.microsoft.com/office/drawing/2014/main" id="{9D822E2D-263D-417B-B3E9-649F52E0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7" name="level-1">
            <a:extLst xmlns:a="http://schemas.openxmlformats.org/drawingml/2006/main">
              <a:ext uri="{FF2B5EF4-FFF2-40B4-BE49-F238E27FC236}">
                <a16:creationId xmlns:a16="http://schemas.microsoft.com/office/drawing/2014/main" id="{12DA63C0-0DB7-491F-AE9F-15EEDA15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level-2">
            <a:extLst xmlns:a="http://schemas.openxmlformats.org/drawingml/2006/main">
              <a:ext uri="{FF2B5EF4-FFF2-40B4-BE49-F238E27FC236}">
                <a16:creationId xmlns:a16="http://schemas.microsoft.com/office/drawing/2014/main" id="{3DB86323-32C5-494C-96C5-EDC11E2A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" name="level-3">
            <a:extLst xmlns:a="http://schemas.openxmlformats.org/drawingml/2006/main">
              <a:ext uri="{FF2B5EF4-FFF2-40B4-BE49-F238E27FC236}">
                <a16:creationId xmlns:a16="http://schemas.microsoft.com/office/drawing/2014/main" id="{A17B98B8-FDD6-432F-AA96-4EBCE0CF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9B0204E-4BFA-4919-B0C6-8C0B917A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099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FF012A4-0F9B-422F-A08C-FE218273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099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488C5A1-ABFB-48DC-95A3-6964345B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99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D3EC49A-CD32-4B7D-9100-ECCC846B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99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832022EA-CCF9-4FC7-9CE1-61E85962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5" name="answer-0">
            <a:extLst xmlns:a="http://schemas.openxmlformats.org/drawingml/2006/main">
              <a:ext uri="{FF2B5EF4-FFF2-40B4-BE49-F238E27FC236}">
                <a16:creationId xmlns:a16="http://schemas.microsoft.com/office/drawing/2014/main" id="{57AF9D52-0B3F-4640-8C5B-BC6557A0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 bit：00、01、10、11。</a:t>
            </a:r>
          </a:p>
        </p:txBody>
      </p:sp>
      <p:sp>
        <p:nvSpPr>
          <p:cNvPr id="16" name="answer-1">
            <a:extLst xmlns:a="http://schemas.openxmlformats.org/drawingml/2006/main">
              <a:ext uri="{FF2B5EF4-FFF2-40B4-BE49-F238E27FC236}">
                <a16:creationId xmlns:a16="http://schemas.microsoft.com/office/drawing/2014/main" id="{B6268DE8-2EEB-4C51-B191-78060703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等级编号0、1、2、3，依次写成码字。</a:t>
            </a:r>
          </a:p>
        </p:txBody>
      </p:sp>
      <p:sp>
        <p:nvSpPr>
          <p:cNvPr id="17" name="answer-2">
            <a:extLst xmlns:a="http://schemas.openxmlformats.org/drawingml/2006/main">
              <a:ext uri="{FF2B5EF4-FFF2-40B4-BE49-F238E27FC236}">
                <a16:creationId xmlns:a16="http://schemas.microsoft.com/office/drawing/2014/main" id="{008FC67A-13D3-41F0-AEBD-E027D3A8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按约定表示量化结果：编码。</a:t>
            </a:r>
          </a:p>
        </p:txBody>
      </p:sp>
    </p:spTree>
    <p:extLst>
      <p:ext uri="{BB962C8B-B14F-4D97-AF65-F5344CB8AC3E}">
        <p14:creationId xmlns:p14="http://schemas.microsoft.com/office/powerpoint/2010/main" val="21437106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ail">
            <a:extLst xmlns:a="http://schemas.openxmlformats.org/drawingml/2006/main">
              <a:ext uri="{FF2B5EF4-FFF2-40B4-BE49-F238E27FC236}">
                <a16:creationId xmlns:a16="http://schemas.microsoft.com/office/drawing/2014/main" id="{C86C861A-BA76-4FBB-87C3-84A932F5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6C5F267-946A-4B30-9E0F-ECA76C72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67200BF-CEB2-4C1B-BE59-CBDE8793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只有码字，就能按原速播放吗？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0537826C-405E-4B2C-B685-4BDC42B3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 01 10 11；同一张四等级码表。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05204E5D-8A0D-415C-88CF-82D64A27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4个样本，能确定这段声音的时长吗？</a:t>
            </a:r>
          </a:p>
        </p:txBody>
      </p:sp>
      <p:sp>
        <p:nvSpPr>
          <p:cNvPr id="6" name="code-box">
            <a:extLst xmlns:a="http://schemas.openxmlformats.org/drawingml/2006/main">
              <a:ext uri="{FF2B5EF4-FFF2-40B4-BE49-F238E27FC236}">
                <a16:creationId xmlns:a16="http://schemas.microsoft.com/office/drawing/2014/main" id="{C15AAEC3-5C43-4788-985B-2144DD2C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code-box">
            <a:extLst xmlns:a="http://schemas.openxmlformats.org/drawingml/2006/main">
              <a:ext uri="{FF2B5EF4-FFF2-40B4-BE49-F238E27FC236}">
                <a16:creationId xmlns:a16="http://schemas.microsoft.com/office/drawing/2014/main" id="{DED50DBB-6C8D-4B8F-B8E0-FAD07875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code-box">
            <a:extLst xmlns:a="http://schemas.openxmlformats.org/drawingml/2006/main">
              <a:ext uri="{FF2B5EF4-FFF2-40B4-BE49-F238E27FC236}">
                <a16:creationId xmlns:a16="http://schemas.microsoft.com/office/drawing/2014/main" id="{F159BC9F-24A6-41A1-90B8-722811C0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9" name="code-box">
            <a:extLst xmlns:a="http://schemas.openxmlformats.org/drawingml/2006/main">
              <a:ext uri="{FF2B5EF4-FFF2-40B4-BE49-F238E27FC236}">
                <a16:creationId xmlns:a16="http://schemas.microsoft.com/office/drawing/2014/main" id="{70B78E09-FB17-44DE-A33E-5CFF70CC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7C3C229-C793-48FE-9EDB-2FD69D13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30D0829-3571-4B67-92CC-20B5DBB7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EA77DB3-78B7-4F28-A767-352637AE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AE5A03D-35D4-485B-9883-405ADAD3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21651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ail">
            <a:extLst xmlns:a="http://schemas.openxmlformats.org/drawingml/2006/main">
              <a:ext uri="{FF2B5EF4-FFF2-40B4-BE49-F238E27FC236}">
                <a16:creationId xmlns:a16="http://schemas.microsoft.com/office/drawing/2014/main" id="{C86C861A-BA76-4FBB-87C3-84A932F5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6C5F267-946A-4B30-9E0F-ECA76C72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67200BF-CEB2-4C1B-BE59-CBDE8793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只有码字，就能按原速播放吗？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0537826C-405E-4B2C-B685-4BDC42B3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 01 10 11；同一张四等级码表。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05204E5D-8A0D-415C-88CF-82D64A27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4个样本，能确定这段声音的时长吗？</a:t>
            </a:r>
          </a:p>
        </p:txBody>
      </p:sp>
      <p:sp>
        <p:nvSpPr>
          <p:cNvPr id="6" name="code-box">
            <a:extLst xmlns:a="http://schemas.openxmlformats.org/drawingml/2006/main">
              <a:ext uri="{FF2B5EF4-FFF2-40B4-BE49-F238E27FC236}">
                <a16:creationId xmlns:a16="http://schemas.microsoft.com/office/drawing/2014/main" id="{C15AAEC3-5C43-4788-985B-2144DD2C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code-box">
            <a:extLst xmlns:a="http://schemas.openxmlformats.org/drawingml/2006/main">
              <a:ext uri="{FF2B5EF4-FFF2-40B4-BE49-F238E27FC236}">
                <a16:creationId xmlns:a16="http://schemas.microsoft.com/office/drawing/2014/main" id="{DED50DBB-6C8D-4B8F-B8E0-FAD07875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code-box">
            <a:extLst xmlns:a="http://schemas.openxmlformats.org/drawingml/2006/main">
              <a:ext uri="{FF2B5EF4-FFF2-40B4-BE49-F238E27FC236}">
                <a16:creationId xmlns:a16="http://schemas.microsoft.com/office/drawing/2014/main" id="{F159BC9F-24A6-41A1-90B8-722811C0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9" name="code-box">
            <a:extLst xmlns:a="http://schemas.openxmlformats.org/drawingml/2006/main">
              <a:ext uri="{FF2B5EF4-FFF2-40B4-BE49-F238E27FC236}">
                <a16:creationId xmlns:a16="http://schemas.microsoft.com/office/drawing/2014/main" id="{70B78E09-FB17-44DE-A33E-5CFF70CC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7C3C229-C793-48FE-9EDB-2FD69D13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30D0829-3571-4B67-92CC-20B5DBB7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EA77DB3-78B7-4F28-A767-352637AE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AE5A03D-35D4-485B-9883-405ADAD3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252D3D8A-548E-441E-BD79-96FE6D93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5" name="answer-0">
            <a:extLst xmlns:a="http://schemas.openxmlformats.org/drawingml/2006/main">
              <a:ext uri="{FF2B5EF4-FFF2-40B4-BE49-F238E27FC236}">
                <a16:creationId xmlns:a16="http://schemas.microsoft.com/office/drawing/2014/main" id="{A33C572F-E14D-41C5-874A-4FDB8F59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 Hz：4个样本占1秒。</a:t>
            </a:r>
          </a:p>
        </p:txBody>
      </p:sp>
      <p:sp>
        <p:nvSpPr>
          <p:cNvPr id="16" name="answer-1">
            <a:extLst xmlns:a="http://schemas.openxmlformats.org/drawingml/2006/main">
              <a:ext uri="{FF2B5EF4-FFF2-40B4-BE49-F238E27FC236}">
                <a16:creationId xmlns:a16="http://schemas.microsoft.com/office/drawing/2014/main" id="{6A9A50EA-9E43-41C3-BA25-6FAABBB9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Hz：4个样本占0.5秒。</a:t>
            </a:r>
          </a:p>
        </p:txBody>
      </p:sp>
      <p:sp>
        <p:nvSpPr>
          <p:cNvPr id="17" name="answer-2">
            <a:extLst xmlns:a="http://schemas.openxmlformats.org/drawingml/2006/main">
              <a:ext uri="{FF2B5EF4-FFF2-40B4-BE49-F238E27FC236}">
                <a16:creationId xmlns:a16="http://schemas.microsoft.com/office/drawing/2014/main" id="{888FE079-5A14-4552-AEEA-2E01F432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还需要采样率、位数、声道及排列规则。</a:t>
            </a:r>
          </a:p>
        </p:txBody>
      </p:sp>
    </p:spTree>
    <p:extLst>
      <p:ext uri="{BB962C8B-B14F-4D97-AF65-F5344CB8AC3E}">
        <p14:creationId xmlns:p14="http://schemas.microsoft.com/office/powerpoint/2010/main" val="821651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84E610DE-3CD6-43B4-B5EF-1468A51F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0630E1F-A431-4AFF-A52F-C5129ADB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D7010A9-2624-4ADA-B2EB-10EBF8DD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只增加采样率，声音会怎样？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78F65FA9-82F3-499F-B1FF-201CBCBE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同一段6秒音乐，单声道、16bit。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1FA9A270-1B33-4ECC-B294-EFE54E3E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比较8kHz与44.1kHz，其他条件不变。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A04671E4-5383-40EE-B0F8-CFEDC229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再看：8kHz能保留6kHz纯音吗？</a:t>
            </a:r>
          </a:p>
        </p:txBody>
      </p:sp>
    </p:spTree>
    <p:extLst>
      <p:ext uri="{BB962C8B-B14F-4D97-AF65-F5344CB8AC3E}">
        <p14:creationId xmlns:p14="http://schemas.microsoft.com/office/powerpoint/2010/main" val="3490331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">
            <a:extLst xmlns:a="http://schemas.openxmlformats.org/drawingml/2006/main">
              <a:ext uri="{FF2B5EF4-FFF2-40B4-BE49-F238E27FC236}">
                <a16:creationId xmlns:a16="http://schemas.microsoft.com/office/drawing/2014/main" id="{84E610DE-3CD6-43B4-B5EF-1468A51F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0630E1F-A431-4AFF-A52F-C5129ADB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D7010A9-2624-4ADA-B2EB-10EBF8DD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只增加采样率，声音会怎样？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78F65FA9-82F3-499F-B1FF-201CBCBE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同一段6秒音乐，单声道、16bit。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1FA9A270-1B33-4ECC-B294-EFE54E3E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比较8kHz与44.1kHz，其他条件不变。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A04671E4-5383-40EE-B0F8-CFEDC229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再看：8kHz能保留6kHz纯音吗？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37CCAB65-1B7A-48D2-8C0E-645714E9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answer-0">
            <a:extLst xmlns:a="http://schemas.openxmlformats.org/drawingml/2006/main">
              <a:ext uri="{FF2B5EF4-FFF2-40B4-BE49-F238E27FC236}">
                <a16:creationId xmlns:a16="http://schemas.microsoft.com/office/drawing/2014/main" id="{47E80E17-3BFD-45DA-BDDE-2A25DCBD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采样率提高，可保留的频率范围扩大。</a:t>
            </a:r>
          </a:p>
        </p:txBody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0BE884C9-EE43-4A59-A7AD-3E2E2F8E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带限信号：采样率须高于最高频率的2倍。</a:t>
            </a:r>
          </a:p>
        </p:txBody>
      </p:sp>
      <p:sp>
        <p:nvSpPr>
          <p:cNvPr id="10" name="answer-2">
            <a:extLst xmlns:a="http://schemas.openxmlformats.org/drawingml/2006/main">
              <a:ext uri="{FF2B5EF4-FFF2-40B4-BE49-F238E27FC236}">
                <a16:creationId xmlns:a16="http://schemas.microsoft.com/office/drawing/2014/main" id="{31538382-473A-4442-9FAF-E6338D05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8kHz不能保留6kHz纯音。</a:t>
            </a:r>
          </a:p>
        </p:txBody>
      </p:sp>
      <p:sp>
        <p:nvSpPr>
          <p:cNvPr id="11" name="answer-3">
            <a:extLst xmlns:a="http://schemas.openxmlformats.org/drawingml/2006/main">
              <a:ext uri="{FF2B5EF4-FFF2-40B4-BE49-F238E27FC236}">
                <a16:creationId xmlns:a16="http://schemas.microsoft.com/office/drawing/2014/main" id="{DC1FDE7B-4506-48BC-8761-A3A506E9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正常降采样先低通，播放时长仍为6秒。</a:t>
            </a:r>
          </a:p>
        </p:txBody>
      </p:sp>
    </p:spTree>
    <p:extLst>
      <p:ext uri="{BB962C8B-B14F-4D97-AF65-F5344CB8AC3E}">
        <p14:creationId xmlns:p14="http://schemas.microsoft.com/office/powerpoint/2010/main" val="3490331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363F8EC3-6336-4EA2-8416-02963D93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41FA7F9-A122-4F1A-8371-9594C3BD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76F1A0E-739D-4C4C-9F1F-C937AF62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采样率越高，听起来一定越好吗？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FDFF1875-2A14-40C9-AEFC-053990C9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一段信号只含8kHz以下的频率。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314F89E3-4471-41E2-BA92-CF9734F6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32kHz已满足条件，改成96kHz一定更好听吗？</a:t>
            </a:r>
          </a:p>
        </p:txBody>
      </p:sp>
    </p:spTree>
    <p:extLst>
      <p:ext uri="{BB962C8B-B14F-4D97-AF65-F5344CB8AC3E}">
        <p14:creationId xmlns:p14="http://schemas.microsoft.com/office/powerpoint/2010/main" val="8663657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363F8EC3-6336-4EA2-8416-02963D93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41FA7F9-A122-4F1A-8371-9594C3BD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76F1A0E-739D-4C4C-9F1F-C937AF62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采样率越高，听起来一定越好吗？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FDFF1875-2A14-40C9-AEFC-053990C9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一段信号只含8kHz以下的频率。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314F89E3-4471-41E2-BA92-CF9734F6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32kHz已满足条件，改成96kHz一定更好听吗？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9B2D0587-ED09-40D5-BE3D-185466F6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BDA2F233-79CF-40F5-8C52-17B8AC91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更高采样率增加样本数和存储量。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586017DE-FA3C-444C-8A62-1C768235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已经足够时，不保证可闻改善。</a:t>
            </a:r>
          </a:p>
        </p:txBody>
      </p:sp>
      <p:sp>
        <p:nvSpPr>
          <p:cNvPr id="9" name="answer-2">
            <a:extLst xmlns:a="http://schemas.openxmlformats.org/drawingml/2006/main">
              <a:ext uri="{FF2B5EF4-FFF2-40B4-BE49-F238E27FC236}">
                <a16:creationId xmlns:a16="http://schemas.microsoft.com/office/drawing/2014/main" id="{7F4B2699-989D-484C-AA18-3DA9378A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录音来源、设备和处理也影响听感。</a:t>
            </a:r>
          </a:p>
        </p:txBody>
      </p:sp>
    </p:spTree>
    <p:extLst>
      <p:ext uri="{BB962C8B-B14F-4D97-AF65-F5344CB8AC3E}">
        <p14:creationId xmlns:p14="http://schemas.microsoft.com/office/powerpoint/2010/main" val="86636576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45D5E6A3-EE71-4D9E-B8C2-B7DFB383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8D20B6A-76BC-4306-BEE7-1B5E8C34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640781A-E002-4E29-A6AD-3742D5A4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采样时刻不变，怎样减小量化误差？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045341E4-635C-4D5D-9F00-37B38993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同一批样本，幅度范围固定。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FCEEF074-6EBB-4624-9709-80F94FEE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2bit与4bit量化，哪一种近似更细？</a:t>
            </a:r>
          </a:p>
        </p:txBody>
      </p:sp>
    </p:spTree>
    <p:extLst>
      <p:ext uri="{BB962C8B-B14F-4D97-AF65-F5344CB8AC3E}">
        <p14:creationId xmlns:p14="http://schemas.microsoft.com/office/powerpoint/2010/main" val="20757892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7" name="top-rail">
            <a:extLst xmlns:a="http://schemas.openxmlformats.org/drawingml/2006/main">
              <a:ext uri="{FF2B5EF4-FFF2-40B4-BE49-F238E27FC236}">
                <a16:creationId xmlns:a16="http://schemas.microsoft.com/office/drawing/2014/main" id="{45D5E6A3-EE71-4D9E-B8C2-B7DFB383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8D20B6A-76BC-4306-BEE7-1B5E8C34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640781A-E002-4E29-A6AD-3742D5A4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采样时刻不变，怎样减小量化误差？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045341E4-635C-4D5D-9F00-37B38993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同一批样本，幅度范围固定。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FCEEF074-6EBB-4624-9709-80F94FEE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2bit与4bit量化，哪一种近似更细？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9E177A7-50F7-401A-83FC-28827129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 bit：4级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5DE1A3E1-0D14-4563-91AA-F68B356F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reference-wave">
            <a:extLst xmlns:a="http://schemas.openxmlformats.org/drawingml/2006/main">
              <a:ext uri="{FF2B5EF4-FFF2-40B4-BE49-F238E27FC236}">
                <a16:creationId xmlns:a16="http://schemas.microsoft.com/office/drawing/2014/main" id="{919D9948-8346-48F2-905F-90C8E6B0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9595"/>
            <a:ext cx="4191000" cy="1010311"/>
          </a:xfrm>
          <a:custGeom xmlns:a="http://schemas.openxmlformats.org/drawingml/2006/main">
            <a:pathLst>
              <a:path w="4191000" h="1010311">
                <a:moveTo>
                  <a:pt x="0" y="355857"/>
                </a:moveTo>
                <a:lnTo>
                  <a:pt x="17462" y="330802"/>
                </a:lnTo>
                <a:lnTo>
                  <a:pt x="34925" y="306225"/>
                </a:lnTo>
                <a:lnTo>
                  <a:pt x="52388" y="282193"/>
                </a:lnTo>
                <a:lnTo>
                  <a:pt x="69850" y="258772"/>
                </a:lnTo>
                <a:lnTo>
                  <a:pt x="87312" y="236027"/>
                </a:lnTo>
                <a:lnTo>
                  <a:pt x="104775" y="214019"/>
                </a:lnTo>
                <a:lnTo>
                  <a:pt x="122238" y="192810"/>
                </a:lnTo>
                <a:lnTo>
                  <a:pt x="139700" y="172456"/>
                </a:lnTo>
                <a:lnTo>
                  <a:pt x="157163" y="153015"/>
                </a:lnTo>
                <a:lnTo>
                  <a:pt x="174625" y="134538"/>
                </a:lnTo>
                <a:lnTo>
                  <a:pt x="192087" y="117078"/>
                </a:lnTo>
                <a:lnTo>
                  <a:pt x="209550" y="100681"/>
                </a:lnTo>
                <a:lnTo>
                  <a:pt x="227013" y="85392"/>
                </a:lnTo>
                <a:lnTo>
                  <a:pt x="244475" y="71255"/>
                </a:lnTo>
                <a:lnTo>
                  <a:pt x="261938" y="58306"/>
                </a:lnTo>
                <a:lnTo>
                  <a:pt x="279400" y="46582"/>
                </a:lnTo>
                <a:lnTo>
                  <a:pt x="296862" y="36116"/>
                </a:lnTo>
                <a:lnTo>
                  <a:pt x="314325" y="26934"/>
                </a:lnTo>
                <a:lnTo>
                  <a:pt x="331788" y="19064"/>
                </a:lnTo>
                <a:lnTo>
                  <a:pt x="349250" y="12526"/>
                </a:lnTo>
                <a:lnTo>
                  <a:pt x="366713" y="7338"/>
                </a:lnTo>
                <a:lnTo>
                  <a:pt x="384175" y="3515"/>
                </a:lnTo>
                <a:lnTo>
                  <a:pt x="401637" y="1067"/>
                </a:lnTo>
                <a:lnTo>
                  <a:pt x="419100" y="0"/>
                </a:lnTo>
                <a:lnTo>
                  <a:pt x="436563" y="318"/>
                </a:lnTo>
                <a:lnTo>
                  <a:pt x="454025" y="2020"/>
                </a:lnTo>
                <a:lnTo>
                  <a:pt x="471488" y="5100"/>
                </a:lnTo>
                <a:lnTo>
                  <a:pt x="488950" y="9552"/>
                </a:lnTo>
                <a:lnTo>
                  <a:pt x="506412" y="15361"/>
                </a:lnTo>
                <a:lnTo>
                  <a:pt x="523875" y="22514"/>
                </a:lnTo>
                <a:lnTo>
                  <a:pt x="541338" y="30989"/>
                </a:lnTo>
                <a:lnTo>
                  <a:pt x="558800" y="40764"/>
                </a:lnTo>
                <a:lnTo>
                  <a:pt x="576263" y="51811"/>
                </a:lnTo>
                <a:lnTo>
                  <a:pt x="593725" y="64101"/>
                </a:lnTo>
                <a:lnTo>
                  <a:pt x="611188" y="77601"/>
                </a:lnTo>
                <a:lnTo>
                  <a:pt x="628650" y="92272"/>
                </a:lnTo>
                <a:lnTo>
                  <a:pt x="646112" y="108074"/>
                </a:lnTo>
                <a:lnTo>
                  <a:pt x="663575" y="124965"/>
                </a:lnTo>
                <a:lnTo>
                  <a:pt x="681038" y="142899"/>
                </a:lnTo>
                <a:lnTo>
                  <a:pt x="698500" y="161825"/>
                </a:lnTo>
                <a:lnTo>
                  <a:pt x="715963" y="181692"/>
                </a:lnTo>
                <a:lnTo>
                  <a:pt x="733425" y="202446"/>
                </a:lnTo>
                <a:lnTo>
                  <a:pt x="750887" y="224029"/>
                </a:lnTo>
                <a:lnTo>
                  <a:pt x="768350" y="246383"/>
                </a:lnTo>
                <a:lnTo>
                  <a:pt x="785813" y="269446"/>
                </a:lnTo>
                <a:lnTo>
                  <a:pt x="803275" y="293155"/>
                </a:lnTo>
                <a:lnTo>
                  <a:pt x="820738" y="317446"/>
                </a:lnTo>
                <a:lnTo>
                  <a:pt x="838200" y="342251"/>
                </a:lnTo>
                <a:lnTo>
                  <a:pt x="855662" y="367502"/>
                </a:lnTo>
                <a:lnTo>
                  <a:pt x="873125" y="393131"/>
                </a:lnTo>
                <a:lnTo>
                  <a:pt x="890588" y="419067"/>
                </a:lnTo>
                <a:lnTo>
                  <a:pt x="908050" y="445238"/>
                </a:lnTo>
                <a:lnTo>
                  <a:pt x="925513" y="471574"/>
                </a:lnTo>
                <a:lnTo>
                  <a:pt x="942975" y="498002"/>
                </a:lnTo>
                <a:lnTo>
                  <a:pt x="960437" y="524450"/>
                </a:lnTo>
                <a:lnTo>
                  <a:pt x="977900" y="550845"/>
                </a:lnTo>
                <a:lnTo>
                  <a:pt x="995363" y="577114"/>
                </a:lnTo>
                <a:lnTo>
                  <a:pt x="1012825" y="603186"/>
                </a:lnTo>
                <a:lnTo>
                  <a:pt x="1030288" y="628990"/>
                </a:lnTo>
                <a:lnTo>
                  <a:pt x="1047750" y="654454"/>
                </a:lnTo>
                <a:lnTo>
                  <a:pt x="1065212" y="679509"/>
                </a:lnTo>
                <a:lnTo>
                  <a:pt x="1082675" y="704086"/>
                </a:lnTo>
                <a:lnTo>
                  <a:pt x="1100138" y="728118"/>
                </a:lnTo>
                <a:lnTo>
                  <a:pt x="1117600" y="751538"/>
                </a:lnTo>
                <a:lnTo>
                  <a:pt x="1135063" y="774284"/>
                </a:lnTo>
                <a:lnTo>
                  <a:pt x="1152525" y="796291"/>
                </a:lnTo>
                <a:lnTo>
                  <a:pt x="1169987" y="817501"/>
                </a:lnTo>
                <a:lnTo>
                  <a:pt x="1187450" y="837854"/>
                </a:lnTo>
                <a:lnTo>
                  <a:pt x="1204913" y="857296"/>
                </a:lnTo>
                <a:lnTo>
                  <a:pt x="1222375" y="875773"/>
                </a:lnTo>
                <a:lnTo>
                  <a:pt x="1239838" y="893233"/>
                </a:lnTo>
                <a:lnTo>
                  <a:pt x="1257300" y="909630"/>
                </a:lnTo>
                <a:lnTo>
                  <a:pt x="1274763" y="924918"/>
                </a:lnTo>
                <a:lnTo>
                  <a:pt x="1292225" y="939056"/>
                </a:lnTo>
                <a:lnTo>
                  <a:pt x="1309688" y="952005"/>
                </a:lnTo>
                <a:lnTo>
                  <a:pt x="1327150" y="963728"/>
                </a:lnTo>
                <a:lnTo>
                  <a:pt x="1344612" y="974195"/>
                </a:lnTo>
                <a:lnTo>
                  <a:pt x="1362075" y="983376"/>
                </a:lnTo>
                <a:lnTo>
                  <a:pt x="1379538" y="991247"/>
                </a:lnTo>
                <a:lnTo>
                  <a:pt x="1397000" y="997785"/>
                </a:lnTo>
                <a:lnTo>
                  <a:pt x="1414463" y="1002972"/>
                </a:lnTo>
                <a:lnTo>
                  <a:pt x="1431925" y="1006796"/>
                </a:lnTo>
                <a:lnTo>
                  <a:pt x="1449387" y="1009244"/>
                </a:lnTo>
                <a:lnTo>
                  <a:pt x="1466850" y="1010311"/>
                </a:lnTo>
                <a:lnTo>
                  <a:pt x="1484313" y="1009993"/>
                </a:lnTo>
                <a:lnTo>
                  <a:pt x="1501775" y="1008291"/>
                </a:lnTo>
                <a:lnTo>
                  <a:pt x="1519238" y="1005210"/>
                </a:lnTo>
                <a:lnTo>
                  <a:pt x="1536700" y="1000759"/>
                </a:lnTo>
                <a:lnTo>
                  <a:pt x="1554162" y="994949"/>
                </a:lnTo>
                <a:lnTo>
                  <a:pt x="1571625" y="987797"/>
                </a:lnTo>
                <a:lnTo>
                  <a:pt x="1589088" y="979322"/>
                </a:lnTo>
                <a:lnTo>
                  <a:pt x="1606550" y="969547"/>
                </a:lnTo>
                <a:lnTo>
                  <a:pt x="1624013" y="958500"/>
                </a:lnTo>
                <a:lnTo>
                  <a:pt x="1641475" y="946209"/>
                </a:lnTo>
                <a:lnTo>
                  <a:pt x="1658937" y="932710"/>
                </a:lnTo>
                <a:lnTo>
                  <a:pt x="1676400" y="918039"/>
                </a:lnTo>
                <a:lnTo>
                  <a:pt x="1693863" y="902236"/>
                </a:lnTo>
                <a:lnTo>
                  <a:pt x="1711325" y="885345"/>
                </a:lnTo>
                <a:lnTo>
                  <a:pt x="1728788" y="867412"/>
                </a:lnTo>
                <a:lnTo>
                  <a:pt x="1746250" y="848486"/>
                </a:lnTo>
                <a:lnTo>
                  <a:pt x="1763712" y="828619"/>
                </a:lnTo>
                <a:lnTo>
                  <a:pt x="1781175" y="807865"/>
                </a:lnTo>
                <a:lnTo>
                  <a:pt x="1798638" y="786282"/>
                </a:lnTo>
                <a:lnTo>
                  <a:pt x="1816100" y="763928"/>
                </a:lnTo>
                <a:lnTo>
                  <a:pt x="1833563" y="740865"/>
                </a:lnTo>
                <a:lnTo>
                  <a:pt x="1851025" y="717155"/>
                </a:lnTo>
                <a:lnTo>
                  <a:pt x="1868487" y="692865"/>
                </a:lnTo>
                <a:lnTo>
                  <a:pt x="1885950" y="668060"/>
                </a:lnTo>
                <a:lnTo>
                  <a:pt x="1903413" y="642809"/>
                </a:lnTo>
                <a:lnTo>
                  <a:pt x="1920875" y="617180"/>
                </a:lnTo>
                <a:lnTo>
                  <a:pt x="1938338" y="591244"/>
                </a:lnTo>
                <a:lnTo>
                  <a:pt x="1955800" y="565072"/>
                </a:lnTo>
                <a:lnTo>
                  <a:pt x="1973262" y="538736"/>
                </a:lnTo>
                <a:lnTo>
                  <a:pt x="1990725" y="512308"/>
                </a:lnTo>
                <a:lnTo>
                  <a:pt x="2008188" y="485861"/>
                </a:lnTo>
                <a:lnTo>
                  <a:pt x="2025650" y="459466"/>
                </a:lnTo>
                <a:lnTo>
                  <a:pt x="2043113" y="433197"/>
                </a:lnTo>
                <a:lnTo>
                  <a:pt x="2060575" y="407124"/>
                </a:lnTo>
                <a:lnTo>
                  <a:pt x="2078037" y="381321"/>
                </a:lnTo>
                <a:lnTo>
                  <a:pt x="2095500" y="355857"/>
                </a:lnTo>
                <a:lnTo>
                  <a:pt x="2112963" y="330802"/>
                </a:lnTo>
                <a:lnTo>
                  <a:pt x="2130425" y="306225"/>
                </a:lnTo>
                <a:lnTo>
                  <a:pt x="2147888" y="282193"/>
                </a:lnTo>
                <a:lnTo>
                  <a:pt x="2165350" y="258772"/>
                </a:lnTo>
                <a:lnTo>
                  <a:pt x="2182812" y="236027"/>
                </a:lnTo>
                <a:lnTo>
                  <a:pt x="2200275" y="214019"/>
                </a:lnTo>
                <a:lnTo>
                  <a:pt x="2217738" y="192810"/>
                </a:lnTo>
                <a:lnTo>
                  <a:pt x="2235200" y="172456"/>
                </a:lnTo>
                <a:lnTo>
                  <a:pt x="2252663" y="153015"/>
                </a:lnTo>
                <a:lnTo>
                  <a:pt x="2270125" y="134538"/>
                </a:lnTo>
                <a:lnTo>
                  <a:pt x="2287587" y="117078"/>
                </a:lnTo>
                <a:lnTo>
                  <a:pt x="2305050" y="100681"/>
                </a:lnTo>
                <a:lnTo>
                  <a:pt x="2322513" y="85392"/>
                </a:lnTo>
                <a:lnTo>
                  <a:pt x="2339975" y="71255"/>
                </a:lnTo>
                <a:lnTo>
                  <a:pt x="2357438" y="58306"/>
                </a:lnTo>
                <a:lnTo>
                  <a:pt x="2374900" y="46582"/>
                </a:lnTo>
                <a:lnTo>
                  <a:pt x="2392362" y="36116"/>
                </a:lnTo>
                <a:lnTo>
                  <a:pt x="2409825" y="26934"/>
                </a:lnTo>
                <a:lnTo>
                  <a:pt x="2427288" y="19064"/>
                </a:lnTo>
                <a:lnTo>
                  <a:pt x="2444750" y="12526"/>
                </a:lnTo>
                <a:lnTo>
                  <a:pt x="2462213" y="7338"/>
                </a:lnTo>
                <a:lnTo>
                  <a:pt x="2479675" y="3515"/>
                </a:lnTo>
                <a:lnTo>
                  <a:pt x="2497138" y="1067"/>
                </a:lnTo>
                <a:lnTo>
                  <a:pt x="2514600" y="0"/>
                </a:lnTo>
                <a:lnTo>
                  <a:pt x="2532063" y="318"/>
                </a:lnTo>
                <a:lnTo>
                  <a:pt x="2549525" y="2020"/>
                </a:lnTo>
                <a:lnTo>
                  <a:pt x="2566988" y="5100"/>
                </a:lnTo>
                <a:lnTo>
                  <a:pt x="2584450" y="9552"/>
                </a:lnTo>
                <a:lnTo>
                  <a:pt x="2601913" y="15361"/>
                </a:lnTo>
                <a:lnTo>
                  <a:pt x="2619375" y="22514"/>
                </a:lnTo>
                <a:lnTo>
                  <a:pt x="2636838" y="30989"/>
                </a:lnTo>
                <a:lnTo>
                  <a:pt x="2654300" y="40764"/>
                </a:lnTo>
                <a:lnTo>
                  <a:pt x="2671763" y="51811"/>
                </a:lnTo>
                <a:lnTo>
                  <a:pt x="2689225" y="64101"/>
                </a:lnTo>
                <a:lnTo>
                  <a:pt x="2706688" y="77601"/>
                </a:lnTo>
                <a:lnTo>
                  <a:pt x="2724150" y="92272"/>
                </a:lnTo>
                <a:lnTo>
                  <a:pt x="2741613" y="108074"/>
                </a:lnTo>
                <a:lnTo>
                  <a:pt x="2759075" y="124965"/>
                </a:lnTo>
                <a:lnTo>
                  <a:pt x="2776538" y="142899"/>
                </a:lnTo>
                <a:lnTo>
                  <a:pt x="2794000" y="161825"/>
                </a:lnTo>
                <a:lnTo>
                  <a:pt x="2811463" y="181692"/>
                </a:lnTo>
                <a:lnTo>
                  <a:pt x="2828925" y="202446"/>
                </a:lnTo>
                <a:lnTo>
                  <a:pt x="2846388" y="224029"/>
                </a:lnTo>
                <a:lnTo>
                  <a:pt x="2863850" y="246383"/>
                </a:lnTo>
                <a:lnTo>
                  <a:pt x="2881313" y="269446"/>
                </a:lnTo>
                <a:lnTo>
                  <a:pt x="2898775" y="293155"/>
                </a:lnTo>
                <a:lnTo>
                  <a:pt x="2916238" y="317446"/>
                </a:lnTo>
                <a:lnTo>
                  <a:pt x="2933700" y="342251"/>
                </a:lnTo>
                <a:lnTo>
                  <a:pt x="2951163" y="367502"/>
                </a:lnTo>
                <a:lnTo>
                  <a:pt x="2968625" y="393131"/>
                </a:lnTo>
                <a:lnTo>
                  <a:pt x="2986088" y="419067"/>
                </a:lnTo>
                <a:lnTo>
                  <a:pt x="3003550" y="445238"/>
                </a:lnTo>
                <a:lnTo>
                  <a:pt x="3021013" y="471574"/>
                </a:lnTo>
                <a:lnTo>
                  <a:pt x="3038475" y="498002"/>
                </a:lnTo>
                <a:lnTo>
                  <a:pt x="3055938" y="524450"/>
                </a:lnTo>
                <a:lnTo>
                  <a:pt x="3073400" y="550845"/>
                </a:lnTo>
                <a:lnTo>
                  <a:pt x="3090863" y="577114"/>
                </a:lnTo>
                <a:lnTo>
                  <a:pt x="3108325" y="603186"/>
                </a:lnTo>
                <a:lnTo>
                  <a:pt x="3125788" y="628990"/>
                </a:lnTo>
                <a:lnTo>
                  <a:pt x="3143250" y="654454"/>
                </a:lnTo>
                <a:lnTo>
                  <a:pt x="3160713" y="679509"/>
                </a:lnTo>
                <a:lnTo>
                  <a:pt x="3178175" y="704086"/>
                </a:lnTo>
                <a:lnTo>
                  <a:pt x="3195638" y="728118"/>
                </a:lnTo>
                <a:lnTo>
                  <a:pt x="3213100" y="751538"/>
                </a:lnTo>
                <a:lnTo>
                  <a:pt x="3230563" y="774284"/>
                </a:lnTo>
                <a:lnTo>
                  <a:pt x="3248025" y="796291"/>
                </a:lnTo>
                <a:lnTo>
                  <a:pt x="3265488" y="817501"/>
                </a:lnTo>
                <a:lnTo>
                  <a:pt x="3282950" y="837854"/>
                </a:lnTo>
                <a:lnTo>
                  <a:pt x="3300413" y="857296"/>
                </a:lnTo>
                <a:lnTo>
                  <a:pt x="3317875" y="875773"/>
                </a:lnTo>
                <a:lnTo>
                  <a:pt x="3335338" y="893233"/>
                </a:lnTo>
                <a:lnTo>
                  <a:pt x="3352800" y="909630"/>
                </a:lnTo>
                <a:lnTo>
                  <a:pt x="3370263" y="924918"/>
                </a:lnTo>
                <a:lnTo>
                  <a:pt x="3387725" y="939056"/>
                </a:lnTo>
                <a:lnTo>
                  <a:pt x="3405188" y="952005"/>
                </a:lnTo>
                <a:lnTo>
                  <a:pt x="3422650" y="963728"/>
                </a:lnTo>
                <a:lnTo>
                  <a:pt x="3440113" y="974195"/>
                </a:lnTo>
                <a:lnTo>
                  <a:pt x="3457575" y="983376"/>
                </a:lnTo>
                <a:lnTo>
                  <a:pt x="3475038" y="991247"/>
                </a:lnTo>
                <a:lnTo>
                  <a:pt x="3492500" y="997785"/>
                </a:lnTo>
                <a:lnTo>
                  <a:pt x="3509963" y="1002972"/>
                </a:lnTo>
                <a:lnTo>
                  <a:pt x="3527425" y="1006796"/>
                </a:lnTo>
                <a:lnTo>
                  <a:pt x="3544888" y="1009244"/>
                </a:lnTo>
                <a:lnTo>
                  <a:pt x="3562350" y="1010311"/>
                </a:lnTo>
                <a:lnTo>
                  <a:pt x="3579813" y="1009993"/>
                </a:lnTo>
                <a:lnTo>
                  <a:pt x="3597275" y="1008291"/>
                </a:lnTo>
                <a:lnTo>
                  <a:pt x="3614738" y="1005210"/>
                </a:lnTo>
                <a:lnTo>
                  <a:pt x="3632200" y="1000759"/>
                </a:lnTo>
                <a:lnTo>
                  <a:pt x="3649663" y="994949"/>
                </a:lnTo>
                <a:lnTo>
                  <a:pt x="3667125" y="987797"/>
                </a:lnTo>
                <a:lnTo>
                  <a:pt x="3684588" y="979322"/>
                </a:lnTo>
                <a:lnTo>
                  <a:pt x="3702050" y="969547"/>
                </a:lnTo>
                <a:lnTo>
                  <a:pt x="3719513" y="958500"/>
                </a:lnTo>
                <a:lnTo>
                  <a:pt x="3736975" y="946209"/>
                </a:lnTo>
                <a:lnTo>
                  <a:pt x="3754438" y="932710"/>
                </a:lnTo>
                <a:lnTo>
                  <a:pt x="3771900" y="918039"/>
                </a:lnTo>
                <a:lnTo>
                  <a:pt x="3789362" y="902236"/>
                </a:lnTo>
                <a:lnTo>
                  <a:pt x="3806825" y="885345"/>
                </a:lnTo>
                <a:lnTo>
                  <a:pt x="3824288" y="867412"/>
                </a:lnTo>
                <a:lnTo>
                  <a:pt x="3841750" y="848486"/>
                </a:lnTo>
                <a:lnTo>
                  <a:pt x="3859213" y="828619"/>
                </a:lnTo>
                <a:lnTo>
                  <a:pt x="3876675" y="807865"/>
                </a:lnTo>
                <a:lnTo>
                  <a:pt x="3894137" y="786282"/>
                </a:lnTo>
                <a:lnTo>
                  <a:pt x="3911600" y="763928"/>
                </a:lnTo>
                <a:lnTo>
                  <a:pt x="3929063" y="740865"/>
                </a:lnTo>
                <a:lnTo>
                  <a:pt x="3946525" y="717155"/>
                </a:lnTo>
                <a:lnTo>
                  <a:pt x="3963988" y="692865"/>
                </a:lnTo>
                <a:lnTo>
                  <a:pt x="3981450" y="668060"/>
                </a:lnTo>
                <a:lnTo>
                  <a:pt x="3998912" y="642809"/>
                </a:lnTo>
                <a:lnTo>
                  <a:pt x="4016375" y="617180"/>
                </a:lnTo>
                <a:lnTo>
                  <a:pt x="4033838" y="591244"/>
                </a:lnTo>
                <a:lnTo>
                  <a:pt x="4051300" y="565072"/>
                </a:lnTo>
                <a:lnTo>
                  <a:pt x="4068763" y="538736"/>
                </a:lnTo>
                <a:lnTo>
                  <a:pt x="4086225" y="512308"/>
                </a:lnTo>
                <a:lnTo>
                  <a:pt x="4103687" y="485861"/>
                </a:lnTo>
                <a:lnTo>
                  <a:pt x="4121150" y="459466"/>
                </a:lnTo>
                <a:lnTo>
                  <a:pt x="4138613" y="433197"/>
                </a:lnTo>
                <a:lnTo>
                  <a:pt x="4156075" y="407124"/>
                </a:lnTo>
                <a:lnTo>
                  <a:pt x="4173538" y="381321"/>
                </a:lnTo>
                <a:lnTo>
                  <a:pt x="4191000" y="35585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37373"/>
            </a:solidFill>
          </a:ln>
        </p:spPr>
      </p:sp>
      <p:sp>
        <p:nvSpPr>
          <p:cNvPr id="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764F314-18F8-4D51-B480-1E32448E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9013"/>
            <a:ext cx="9525" cy="36439"/>
          </a:xfrm>
          <a:custGeom xmlns:a="http://schemas.openxmlformats.org/drawingml/2006/main">
            <a:pathLst>
              <a:path w="9525" h="36439">
                <a:moveTo>
                  <a:pt x="0" y="3643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0" name="sample">
            <a:extLst xmlns:a="http://schemas.openxmlformats.org/drawingml/2006/main">
              <a:ext uri="{FF2B5EF4-FFF2-40B4-BE49-F238E27FC236}">
                <a16:creationId xmlns:a16="http://schemas.microsoft.com/office/drawing/2014/main" id="{DBDC20A1-94E4-4AD7-BC49-76ECB1DC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93A63F3-B97E-4AD2-866B-91F81DB9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313" y="3445622"/>
            <a:ext cx="9525" cy="83391"/>
          </a:xfrm>
          <a:custGeom xmlns:a="http://schemas.openxmlformats.org/drawingml/2006/main">
            <a:pathLst>
              <a:path w="9525" h="83391">
                <a:moveTo>
                  <a:pt x="0" y="0"/>
                </a:moveTo>
                <a:lnTo>
                  <a:pt x="0" y="833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2" name="sample">
            <a:extLst xmlns:a="http://schemas.openxmlformats.org/drawingml/2006/main">
              <a:ext uri="{FF2B5EF4-FFF2-40B4-BE49-F238E27FC236}">
                <a16:creationId xmlns:a16="http://schemas.microsoft.com/office/drawing/2014/main" id="{4F5A9FB5-C422-4E81-A131-8A62CB36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213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A6E308A-22F8-4A3C-BCC0-C917F85B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" y="3344133"/>
            <a:ext cx="9525" cy="184880"/>
          </a:xfrm>
          <a:custGeom xmlns:a="http://schemas.openxmlformats.org/drawingml/2006/main">
            <a:pathLst>
              <a:path w="9525" h="184880">
                <a:moveTo>
                  <a:pt x="0" y="0"/>
                </a:moveTo>
                <a:lnTo>
                  <a:pt x="0" y="18488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4" name="sample">
            <a:extLst xmlns:a="http://schemas.openxmlformats.org/drawingml/2006/main">
              <a:ext uri="{FF2B5EF4-FFF2-40B4-BE49-F238E27FC236}">
                <a16:creationId xmlns:a16="http://schemas.microsoft.com/office/drawing/2014/main" id="{4D94AE07-CECA-4429-B134-466DC214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525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70AF3E9-0592-4AB0-BC30-4E157438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8" y="3157538"/>
            <a:ext cx="9525" cy="110363"/>
          </a:xfrm>
          <a:custGeom xmlns:a="http://schemas.openxmlformats.org/drawingml/2006/main">
            <a:pathLst>
              <a:path w="9525" h="110363">
                <a:moveTo>
                  <a:pt x="0" y="11036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6" name="sample">
            <a:extLst xmlns:a="http://schemas.openxmlformats.org/drawingml/2006/main">
              <a:ext uri="{FF2B5EF4-FFF2-40B4-BE49-F238E27FC236}">
                <a16:creationId xmlns:a16="http://schemas.microsoft.com/office/drawing/2014/main" id="{08857021-2673-4224-98DC-BF989AFF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8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4710045-8E26-499E-9D22-DCA1237D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250" y="3157538"/>
            <a:ext cx="9525" cy="64583"/>
          </a:xfrm>
          <a:custGeom xmlns:a="http://schemas.openxmlformats.org/drawingml/2006/main">
            <a:pathLst>
              <a:path w="9525" h="64583">
                <a:moveTo>
                  <a:pt x="0" y="6458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8" name="sample">
            <a:extLst xmlns:a="http://schemas.openxmlformats.org/drawingml/2006/main">
              <a:ext uri="{FF2B5EF4-FFF2-40B4-BE49-F238E27FC236}">
                <a16:creationId xmlns:a16="http://schemas.microsoft.com/office/drawing/2014/main" id="{91162D97-DC27-4581-9E99-1F7F6B7F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150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CA5822E-AFC7-44A0-9C41-D29F2B29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563" y="3157538"/>
            <a:ext cx="9525" cy="52375"/>
          </a:xfrm>
          <a:custGeom xmlns:a="http://schemas.openxmlformats.org/drawingml/2006/main">
            <a:pathLst>
              <a:path w="9525" h="52375">
                <a:moveTo>
                  <a:pt x="0" y="523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20" name="sample">
            <a:extLst xmlns:a="http://schemas.openxmlformats.org/drawingml/2006/main">
              <a:ext uri="{FF2B5EF4-FFF2-40B4-BE49-F238E27FC236}">
                <a16:creationId xmlns:a16="http://schemas.microsoft.com/office/drawing/2014/main" id="{6E6165FB-2FDB-48CB-A4CE-F1FA4503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463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041036D-FC6B-4238-913B-6B981092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157538"/>
            <a:ext cx="9525" cy="74571"/>
          </a:xfrm>
          <a:custGeom xmlns:a="http://schemas.openxmlformats.org/drawingml/2006/main">
            <a:pathLst>
              <a:path w="9525" h="74571">
                <a:moveTo>
                  <a:pt x="0" y="7457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22" name="sample">
            <a:extLst xmlns:a="http://schemas.openxmlformats.org/drawingml/2006/main">
              <a:ext uri="{FF2B5EF4-FFF2-40B4-BE49-F238E27FC236}">
                <a16:creationId xmlns:a16="http://schemas.microsoft.com/office/drawing/2014/main" id="{FA504BD6-A008-49F6-A379-D38F7995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E28AF16-158C-41FF-A982-71B868DB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4188" y="3157538"/>
            <a:ext cx="9525" cy="129658"/>
          </a:xfrm>
          <a:custGeom xmlns:a="http://schemas.openxmlformats.org/drawingml/2006/main">
            <a:pathLst>
              <a:path w="9525" h="129658">
                <a:moveTo>
                  <a:pt x="0" y="1296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24" name="sample">
            <a:extLst xmlns:a="http://schemas.openxmlformats.org/drawingml/2006/main">
              <a:ext uri="{FF2B5EF4-FFF2-40B4-BE49-F238E27FC236}">
                <a16:creationId xmlns:a16="http://schemas.microsoft.com/office/drawing/2014/main" id="{108292D5-DC09-42EF-82F0-3E44D46E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088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E91EFEC-02F4-4225-AFED-813704AE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3371419"/>
            <a:ext cx="9525" cy="157593"/>
          </a:xfrm>
          <a:custGeom xmlns:a="http://schemas.openxmlformats.org/drawingml/2006/main">
            <a:pathLst>
              <a:path w="9525" h="157593">
                <a:moveTo>
                  <a:pt x="0" y="0"/>
                </a:moveTo>
                <a:lnTo>
                  <a:pt x="0" y="15759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26" name="sample">
            <a:extLst xmlns:a="http://schemas.openxmlformats.org/drawingml/2006/main">
              <a:ext uri="{FF2B5EF4-FFF2-40B4-BE49-F238E27FC236}">
                <a16:creationId xmlns:a16="http://schemas.microsoft.com/office/drawing/2014/main" id="{CB383145-861D-4709-9898-E67EA2F9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400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E8DE6C33-A8E4-443F-B4BC-C106BFDD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813" y="3479041"/>
            <a:ext cx="9525" cy="49972"/>
          </a:xfrm>
          <a:custGeom xmlns:a="http://schemas.openxmlformats.org/drawingml/2006/main">
            <a:pathLst>
              <a:path w="9525" h="49972">
                <a:moveTo>
                  <a:pt x="0" y="0"/>
                </a:moveTo>
                <a:lnTo>
                  <a:pt x="0" y="4997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28" name="sample">
            <a:extLst xmlns:a="http://schemas.openxmlformats.org/drawingml/2006/main">
              <a:ext uri="{FF2B5EF4-FFF2-40B4-BE49-F238E27FC236}">
                <a16:creationId xmlns:a16="http://schemas.microsoft.com/office/drawing/2014/main" id="{1B7B8525-31D1-4587-9794-6FB87227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713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2EFAEB7-ABCF-40DD-92D1-1006825D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125" y="3529013"/>
            <a:ext cx="9525" cy="73713"/>
          </a:xfrm>
          <a:custGeom xmlns:a="http://schemas.openxmlformats.org/drawingml/2006/main">
            <a:pathLst>
              <a:path w="9525" h="73713">
                <a:moveTo>
                  <a:pt x="0" y="737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30" name="sample">
            <a:extLst xmlns:a="http://schemas.openxmlformats.org/drawingml/2006/main">
              <a:ext uri="{FF2B5EF4-FFF2-40B4-BE49-F238E27FC236}">
                <a16:creationId xmlns:a16="http://schemas.microsoft.com/office/drawing/2014/main" id="{DD8BE69F-EA61-46C5-B9AF-985531D1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025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EB1E9EB-1296-44BA-8152-283406AF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438" y="3734044"/>
            <a:ext cx="9525" cy="166443"/>
          </a:xfrm>
          <a:custGeom xmlns:a="http://schemas.openxmlformats.org/drawingml/2006/main">
            <a:pathLst>
              <a:path w="9525" h="166443">
                <a:moveTo>
                  <a:pt x="0" y="0"/>
                </a:moveTo>
                <a:lnTo>
                  <a:pt x="0" y="16644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32" name="sample">
            <a:extLst xmlns:a="http://schemas.openxmlformats.org/drawingml/2006/main">
              <a:ext uri="{FF2B5EF4-FFF2-40B4-BE49-F238E27FC236}">
                <a16:creationId xmlns:a16="http://schemas.microsoft.com/office/drawing/2014/main" id="{57F7EB80-0960-44B0-89B2-93D99041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337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BBD3160-234E-45BC-B96A-2B1D0DAF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64049"/>
            <a:ext cx="9525" cy="36439"/>
          </a:xfrm>
          <a:custGeom xmlns:a="http://schemas.openxmlformats.org/drawingml/2006/main">
            <a:pathLst>
              <a:path w="9525" h="36439">
                <a:moveTo>
                  <a:pt x="0" y="0"/>
                </a:moveTo>
                <a:lnTo>
                  <a:pt x="0" y="3643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34" name="sample">
            <a:extLst xmlns:a="http://schemas.openxmlformats.org/drawingml/2006/main">
              <a:ext uri="{FF2B5EF4-FFF2-40B4-BE49-F238E27FC236}">
                <a16:creationId xmlns:a16="http://schemas.microsoft.com/office/drawing/2014/main" id="{3104CC8C-3154-4DB1-94A7-8747135F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5C20A96-5783-4501-B7BB-F522C25E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063" y="3900488"/>
            <a:ext cx="9525" cy="83391"/>
          </a:xfrm>
          <a:custGeom xmlns:a="http://schemas.openxmlformats.org/drawingml/2006/main">
            <a:pathLst>
              <a:path w="9525" h="83391">
                <a:moveTo>
                  <a:pt x="0" y="833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36" name="sample">
            <a:extLst xmlns:a="http://schemas.openxmlformats.org/drawingml/2006/main">
              <a:ext uri="{FF2B5EF4-FFF2-40B4-BE49-F238E27FC236}">
                <a16:creationId xmlns:a16="http://schemas.microsoft.com/office/drawing/2014/main" id="{705D145E-4710-4515-AB32-BF8B063C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9963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1EEC078-9AB0-4F48-A2B2-DCDD9D78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375" y="3900488"/>
            <a:ext cx="9525" cy="184880"/>
          </a:xfrm>
          <a:custGeom xmlns:a="http://schemas.openxmlformats.org/drawingml/2006/main">
            <a:pathLst>
              <a:path w="9525" h="184880">
                <a:moveTo>
                  <a:pt x="0" y="1848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38" name="sample">
            <a:extLst xmlns:a="http://schemas.openxmlformats.org/drawingml/2006/main">
              <a:ext uri="{FF2B5EF4-FFF2-40B4-BE49-F238E27FC236}">
                <a16:creationId xmlns:a16="http://schemas.microsoft.com/office/drawing/2014/main" id="{14A68B6E-F0EB-4C9E-AA5F-FF0ECD28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275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2FAA42B-CEC0-4413-B142-3D630198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8" y="4161599"/>
            <a:ext cx="9525" cy="110363"/>
          </a:xfrm>
          <a:custGeom xmlns:a="http://schemas.openxmlformats.org/drawingml/2006/main">
            <a:pathLst>
              <a:path w="9525" h="110363">
                <a:moveTo>
                  <a:pt x="0" y="0"/>
                </a:moveTo>
                <a:lnTo>
                  <a:pt x="0" y="1103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40" name="sample">
            <a:extLst xmlns:a="http://schemas.openxmlformats.org/drawingml/2006/main">
              <a:ext uri="{FF2B5EF4-FFF2-40B4-BE49-F238E27FC236}">
                <a16:creationId xmlns:a16="http://schemas.microsoft.com/office/drawing/2014/main" id="{FC1CA2CB-A932-4DDA-A52C-91D8F7ED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588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E479591B-AD17-47CD-AD09-FE3297A1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4207379"/>
            <a:ext cx="9525" cy="64583"/>
          </a:xfrm>
          <a:custGeom xmlns:a="http://schemas.openxmlformats.org/drawingml/2006/main">
            <a:pathLst>
              <a:path w="9525" h="64583">
                <a:moveTo>
                  <a:pt x="0" y="0"/>
                </a:moveTo>
                <a:lnTo>
                  <a:pt x="0" y="6458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42" name="sample">
            <a:extLst xmlns:a="http://schemas.openxmlformats.org/drawingml/2006/main">
              <a:ext uri="{FF2B5EF4-FFF2-40B4-BE49-F238E27FC236}">
                <a16:creationId xmlns:a16="http://schemas.microsoft.com/office/drawing/2014/main" id="{EC69BDF1-E23B-4894-A40F-A52573E5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900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E3008C8-BB56-426D-B2CD-A79AD0B6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313" y="4219587"/>
            <a:ext cx="9525" cy="52375"/>
          </a:xfrm>
          <a:custGeom xmlns:a="http://schemas.openxmlformats.org/drawingml/2006/main">
            <a:pathLst>
              <a:path w="9525" h="52375">
                <a:moveTo>
                  <a:pt x="0" y="0"/>
                </a:moveTo>
                <a:lnTo>
                  <a:pt x="0" y="52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44" name="sample">
            <a:extLst xmlns:a="http://schemas.openxmlformats.org/drawingml/2006/main">
              <a:ext uri="{FF2B5EF4-FFF2-40B4-BE49-F238E27FC236}">
                <a16:creationId xmlns:a16="http://schemas.microsoft.com/office/drawing/2014/main" id="{BA702DD4-414B-4F30-81C0-F199D1EC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9213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3029459-B8ED-48E7-9A6C-4EDF5252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197392"/>
            <a:ext cx="9525" cy="74571"/>
          </a:xfrm>
          <a:custGeom xmlns:a="http://schemas.openxmlformats.org/drawingml/2006/main">
            <a:pathLst>
              <a:path w="9525" h="74571">
                <a:moveTo>
                  <a:pt x="0" y="0"/>
                </a:moveTo>
                <a:lnTo>
                  <a:pt x="0" y="7457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46" name="sample">
            <a:extLst xmlns:a="http://schemas.openxmlformats.org/drawingml/2006/main">
              <a:ext uri="{FF2B5EF4-FFF2-40B4-BE49-F238E27FC236}">
                <a16:creationId xmlns:a16="http://schemas.microsoft.com/office/drawing/2014/main" id="{4637476D-87E1-4731-924E-E0399507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BE97C08-91D3-4C54-B403-399A34D1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1937" y="4142305"/>
            <a:ext cx="9525" cy="129658"/>
          </a:xfrm>
          <a:custGeom xmlns:a="http://schemas.openxmlformats.org/drawingml/2006/main">
            <a:pathLst>
              <a:path w="9525" h="129658">
                <a:moveTo>
                  <a:pt x="0" y="0"/>
                </a:moveTo>
                <a:lnTo>
                  <a:pt x="0" y="129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48" name="sample">
            <a:extLst xmlns:a="http://schemas.openxmlformats.org/drawingml/2006/main">
              <a:ext uri="{FF2B5EF4-FFF2-40B4-BE49-F238E27FC236}">
                <a16:creationId xmlns:a16="http://schemas.microsoft.com/office/drawing/2014/main" id="{B1F2AC43-1843-4CCD-9C42-D94A2692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3837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EC9DF6D2-F4CD-4700-A48E-C54AF43A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3900488"/>
            <a:ext cx="9525" cy="157593"/>
          </a:xfrm>
          <a:custGeom xmlns:a="http://schemas.openxmlformats.org/drawingml/2006/main">
            <a:pathLst>
              <a:path w="9525" h="157593">
                <a:moveTo>
                  <a:pt x="0" y="1575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50" name="sample">
            <a:extLst xmlns:a="http://schemas.openxmlformats.org/drawingml/2006/main">
              <a:ext uri="{FF2B5EF4-FFF2-40B4-BE49-F238E27FC236}">
                <a16:creationId xmlns:a16="http://schemas.microsoft.com/office/drawing/2014/main" id="{E68C4133-61F9-4003-BB78-6713774F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1150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628B398-A487-4E1A-8182-412FC8E5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3900488"/>
            <a:ext cx="9525" cy="49972"/>
          </a:xfrm>
          <a:custGeom xmlns:a="http://schemas.openxmlformats.org/drawingml/2006/main">
            <a:pathLst>
              <a:path w="9525" h="49972">
                <a:moveTo>
                  <a:pt x="0" y="499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52" name="sample">
            <a:extLst xmlns:a="http://schemas.openxmlformats.org/drawingml/2006/main">
              <a:ext uri="{FF2B5EF4-FFF2-40B4-BE49-F238E27FC236}">
                <a16:creationId xmlns:a16="http://schemas.microsoft.com/office/drawing/2014/main" id="{946FB59A-C5A2-4815-A938-E7559F9B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463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C19690D-A7CA-4D46-A2DD-C6F44299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875" y="3826774"/>
            <a:ext cx="9525" cy="73713"/>
          </a:xfrm>
          <a:custGeom xmlns:a="http://schemas.openxmlformats.org/drawingml/2006/main">
            <a:pathLst>
              <a:path w="9525" h="73713">
                <a:moveTo>
                  <a:pt x="0" y="0"/>
                </a:moveTo>
                <a:lnTo>
                  <a:pt x="0" y="7371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54" name="sample">
            <a:extLst xmlns:a="http://schemas.openxmlformats.org/drawingml/2006/main">
              <a:ext uri="{FF2B5EF4-FFF2-40B4-BE49-F238E27FC236}">
                <a16:creationId xmlns:a16="http://schemas.microsoft.com/office/drawing/2014/main" id="{204629E6-77B9-4DD0-AD15-23ABBF80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775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8D58F48-5C46-4658-B395-B05C22E8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188" y="3529013"/>
            <a:ext cx="9525" cy="166443"/>
          </a:xfrm>
          <a:custGeom xmlns:a="http://schemas.openxmlformats.org/drawingml/2006/main">
            <a:pathLst>
              <a:path w="9525" h="166443">
                <a:moveTo>
                  <a:pt x="0" y="1664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56" name="sample">
            <a:extLst xmlns:a="http://schemas.openxmlformats.org/drawingml/2006/main">
              <a:ext uri="{FF2B5EF4-FFF2-40B4-BE49-F238E27FC236}">
                <a16:creationId xmlns:a16="http://schemas.microsoft.com/office/drawing/2014/main" id="{12E7CE24-9231-4C62-AD3B-5C3F697A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3088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D4CA3EA-8253-44EF-817F-494560CE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29013"/>
            <a:ext cx="9525" cy="36439"/>
          </a:xfrm>
          <a:custGeom xmlns:a="http://schemas.openxmlformats.org/drawingml/2006/main">
            <a:pathLst>
              <a:path w="9525" h="36439">
                <a:moveTo>
                  <a:pt x="0" y="3643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58" name="sample">
            <a:extLst xmlns:a="http://schemas.openxmlformats.org/drawingml/2006/main">
              <a:ext uri="{FF2B5EF4-FFF2-40B4-BE49-F238E27FC236}">
                <a16:creationId xmlns:a16="http://schemas.microsoft.com/office/drawing/2014/main" id="{DE21AE0D-03F0-4679-82F7-A9D22519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E852C178-5711-4854-BA0C-74891692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812" y="3445622"/>
            <a:ext cx="9525" cy="83391"/>
          </a:xfrm>
          <a:custGeom xmlns:a="http://schemas.openxmlformats.org/drawingml/2006/main">
            <a:pathLst>
              <a:path w="9525" h="83391">
                <a:moveTo>
                  <a:pt x="0" y="0"/>
                </a:moveTo>
                <a:lnTo>
                  <a:pt x="0" y="833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60" name="sample">
            <a:extLst xmlns:a="http://schemas.openxmlformats.org/drawingml/2006/main">
              <a:ext uri="{FF2B5EF4-FFF2-40B4-BE49-F238E27FC236}">
                <a16:creationId xmlns:a16="http://schemas.microsoft.com/office/drawing/2014/main" id="{23135EA9-283F-4715-94F5-5089EE67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7712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C7D45A6-9690-4890-AE2F-C202C92A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125" y="3344133"/>
            <a:ext cx="9525" cy="184880"/>
          </a:xfrm>
          <a:custGeom xmlns:a="http://schemas.openxmlformats.org/drawingml/2006/main">
            <a:pathLst>
              <a:path w="9525" h="184880">
                <a:moveTo>
                  <a:pt x="0" y="0"/>
                </a:moveTo>
                <a:lnTo>
                  <a:pt x="0" y="18488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62" name="sample">
            <a:extLst xmlns:a="http://schemas.openxmlformats.org/drawingml/2006/main">
              <a:ext uri="{FF2B5EF4-FFF2-40B4-BE49-F238E27FC236}">
                <a16:creationId xmlns:a16="http://schemas.microsoft.com/office/drawing/2014/main" id="{9E396630-F557-4488-802E-C586C90B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025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0ACFB03-ED67-42C7-A72C-72F54CAD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157538"/>
            <a:ext cx="9525" cy="110363"/>
          </a:xfrm>
          <a:custGeom xmlns:a="http://schemas.openxmlformats.org/drawingml/2006/main">
            <a:pathLst>
              <a:path w="9525" h="110363">
                <a:moveTo>
                  <a:pt x="0" y="11036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64" name="sample">
            <a:extLst xmlns:a="http://schemas.openxmlformats.org/drawingml/2006/main">
              <a:ext uri="{FF2B5EF4-FFF2-40B4-BE49-F238E27FC236}">
                <a16:creationId xmlns:a16="http://schemas.microsoft.com/office/drawing/2014/main" id="{7E2090F9-BBFD-47A2-8441-070EF9CF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D7240A6-3998-4DBE-A6B0-EF282219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750" y="3157538"/>
            <a:ext cx="9525" cy="64583"/>
          </a:xfrm>
          <a:custGeom xmlns:a="http://schemas.openxmlformats.org/drawingml/2006/main">
            <a:pathLst>
              <a:path w="9525" h="64583">
                <a:moveTo>
                  <a:pt x="0" y="6458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66" name="sample">
            <a:extLst xmlns:a="http://schemas.openxmlformats.org/drawingml/2006/main">
              <a:ext uri="{FF2B5EF4-FFF2-40B4-BE49-F238E27FC236}">
                <a16:creationId xmlns:a16="http://schemas.microsoft.com/office/drawing/2014/main" id="{3FD6CE62-CABE-42DD-BA01-256550A6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650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936932B-307C-490B-A6DE-57ABA05E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063" y="3157538"/>
            <a:ext cx="9525" cy="52375"/>
          </a:xfrm>
          <a:custGeom xmlns:a="http://schemas.openxmlformats.org/drawingml/2006/main">
            <a:pathLst>
              <a:path w="9525" h="52375">
                <a:moveTo>
                  <a:pt x="0" y="523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68" name="sample">
            <a:extLst xmlns:a="http://schemas.openxmlformats.org/drawingml/2006/main">
              <a:ext uri="{FF2B5EF4-FFF2-40B4-BE49-F238E27FC236}">
                <a16:creationId xmlns:a16="http://schemas.microsoft.com/office/drawing/2014/main" id="{FBCC7FDE-6475-4B9F-A47A-D21D2530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963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BC6CE7B-93EF-4355-8728-B86B1525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57538"/>
            <a:ext cx="9525" cy="74571"/>
          </a:xfrm>
          <a:custGeom xmlns:a="http://schemas.openxmlformats.org/drawingml/2006/main">
            <a:pathLst>
              <a:path w="9525" h="74571">
                <a:moveTo>
                  <a:pt x="0" y="7457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70" name="sample">
            <a:extLst xmlns:a="http://schemas.openxmlformats.org/drawingml/2006/main">
              <a:ext uri="{FF2B5EF4-FFF2-40B4-BE49-F238E27FC236}">
                <a16:creationId xmlns:a16="http://schemas.microsoft.com/office/drawing/2014/main" id="{76A639CF-F3E8-4F2E-95F5-ACB205A3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AA22F34-2114-47EF-903C-ABB20F63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688" y="3157538"/>
            <a:ext cx="9525" cy="129658"/>
          </a:xfrm>
          <a:custGeom xmlns:a="http://schemas.openxmlformats.org/drawingml/2006/main">
            <a:pathLst>
              <a:path w="9525" h="129658">
                <a:moveTo>
                  <a:pt x="0" y="1296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72" name="sample">
            <a:extLst xmlns:a="http://schemas.openxmlformats.org/drawingml/2006/main">
              <a:ext uri="{FF2B5EF4-FFF2-40B4-BE49-F238E27FC236}">
                <a16:creationId xmlns:a16="http://schemas.microsoft.com/office/drawing/2014/main" id="{17E3E40D-4A28-47DD-AE01-19AA2317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588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91CCED5-E6F0-42E0-867A-27102AFF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3371419"/>
            <a:ext cx="9525" cy="157593"/>
          </a:xfrm>
          <a:custGeom xmlns:a="http://schemas.openxmlformats.org/drawingml/2006/main">
            <a:pathLst>
              <a:path w="9525" h="157593">
                <a:moveTo>
                  <a:pt x="0" y="0"/>
                </a:moveTo>
                <a:lnTo>
                  <a:pt x="0" y="15759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74" name="sample">
            <a:extLst xmlns:a="http://schemas.openxmlformats.org/drawingml/2006/main">
              <a:ext uri="{FF2B5EF4-FFF2-40B4-BE49-F238E27FC236}">
                <a16:creationId xmlns:a16="http://schemas.microsoft.com/office/drawing/2014/main" id="{89FD737A-3B85-4CDC-A458-C47E3A4E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900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54ACDD5-C410-4CE5-872C-21DD9E91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313" y="3479041"/>
            <a:ext cx="9525" cy="49972"/>
          </a:xfrm>
          <a:custGeom xmlns:a="http://schemas.openxmlformats.org/drawingml/2006/main">
            <a:pathLst>
              <a:path w="9525" h="49972">
                <a:moveTo>
                  <a:pt x="0" y="0"/>
                </a:moveTo>
                <a:lnTo>
                  <a:pt x="0" y="4997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76" name="sample">
            <a:extLst xmlns:a="http://schemas.openxmlformats.org/drawingml/2006/main">
              <a:ext uri="{FF2B5EF4-FFF2-40B4-BE49-F238E27FC236}">
                <a16:creationId xmlns:a16="http://schemas.microsoft.com/office/drawing/2014/main" id="{F97BBA2A-E357-4C6E-B007-ED1970AE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213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46177B4-12D7-4823-8EAE-E597A963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25" y="3529013"/>
            <a:ext cx="9525" cy="73713"/>
          </a:xfrm>
          <a:custGeom xmlns:a="http://schemas.openxmlformats.org/drawingml/2006/main">
            <a:pathLst>
              <a:path w="9525" h="73713">
                <a:moveTo>
                  <a:pt x="0" y="737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78" name="sample">
            <a:extLst xmlns:a="http://schemas.openxmlformats.org/drawingml/2006/main">
              <a:ext uri="{FF2B5EF4-FFF2-40B4-BE49-F238E27FC236}">
                <a16:creationId xmlns:a16="http://schemas.microsoft.com/office/drawing/2014/main" id="{CF8902C3-DA68-4B12-B301-973D586B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525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93B335A-7192-46FC-B72C-4E6995FE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938" y="3734044"/>
            <a:ext cx="9525" cy="166443"/>
          </a:xfrm>
          <a:custGeom xmlns:a="http://schemas.openxmlformats.org/drawingml/2006/main">
            <a:pathLst>
              <a:path w="9525" h="166443">
                <a:moveTo>
                  <a:pt x="0" y="0"/>
                </a:moveTo>
                <a:lnTo>
                  <a:pt x="0" y="16644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80" name="sample">
            <a:extLst xmlns:a="http://schemas.openxmlformats.org/drawingml/2006/main">
              <a:ext uri="{FF2B5EF4-FFF2-40B4-BE49-F238E27FC236}">
                <a16:creationId xmlns:a16="http://schemas.microsoft.com/office/drawing/2014/main" id="{59AA6FB2-7992-4960-8928-8501FFFC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838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0E8B144-A5A6-430A-AA75-6CFE26E1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64049"/>
            <a:ext cx="9525" cy="36439"/>
          </a:xfrm>
          <a:custGeom xmlns:a="http://schemas.openxmlformats.org/drawingml/2006/main">
            <a:pathLst>
              <a:path w="9525" h="36439">
                <a:moveTo>
                  <a:pt x="0" y="0"/>
                </a:moveTo>
                <a:lnTo>
                  <a:pt x="0" y="3643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82" name="sample">
            <a:extLst xmlns:a="http://schemas.openxmlformats.org/drawingml/2006/main">
              <a:ext uri="{FF2B5EF4-FFF2-40B4-BE49-F238E27FC236}">
                <a16:creationId xmlns:a16="http://schemas.microsoft.com/office/drawing/2014/main" id="{C08C006E-E60B-400C-B1C5-0E9BF112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5B765BA-2E98-45A8-B3F5-49CEBA71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563" y="3900488"/>
            <a:ext cx="9525" cy="83391"/>
          </a:xfrm>
          <a:custGeom xmlns:a="http://schemas.openxmlformats.org/drawingml/2006/main">
            <a:pathLst>
              <a:path w="9525" h="83391">
                <a:moveTo>
                  <a:pt x="0" y="833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84" name="sample">
            <a:extLst xmlns:a="http://schemas.openxmlformats.org/drawingml/2006/main">
              <a:ext uri="{FF2B5EF4-FFF2-40B4-BE49-F238E27FC236}">
                <a16:creationId xmlns:a16="http://schemas.microsoft.com/office/drawing/2014/main" id="{CF2A4C76-8558-471F-AED3-CFBAC881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463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906C452-479F-4191-81F6-7D52CA8E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3900488"/>
            <a:ext cx="9525" cy="184880"/>
          </a:xfrm>
          <a:custGeom xmlns:a="http://schemas.openxmlformats.org/drawingml/2006/main">
            <a:pathLst>
              <a:path w="9525" h="184880">
                <a:moveTo>
                  <a:pt x="0" y="1848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86" name="sample">
            <a:extLst xmlns:a="http://schemas.openxmlformats.org/drawingml/2006/main">
              <a:ext uri="{FF2B5EF4-FFF2-40B4-BE49-F238E27FC236}">
                <a16:creationId xmlns:a16="http://schemas.microsoft.com/office/drawing/2014/main" id="{285AFA80-8C30-4969-9126-C3E972E0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775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FFFF7B4-5AFA-4FFB-B3CB-F302AFC4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188" y="4161599"/>
            <a:ext cx="9525" cy="110363"/>
          </a:xfrm>
          <a:custGeom xmlns:a="http://schemas.openxmlformats.org/drawingml/2006/main">
            <a:pathLst>
              <a:path w="9525" h="110363">
                <a:moveTo>
                  <a:pt x="0" y="0"/>
                </a:moveTo>
                <a:lnTo>
                  <a:pt x="0" y="1103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88" name="sample">
            <a:extLst xmlns:a="http://schemas.openxmlformats.org/drawingml/2006/main">
              <a:ext uri="{FF2B5EF4-FFF2-40B4-BE49-F238E27FC236}">
                <a16:creationId xmlns:a16="http://schemas.microsoft.com/office/drawing/2014/main" id="{E6D0AE4F-D9F9-4147-A186-50741A4C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8E2410A-8EE3-4D7A-A12F-531D4D40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207379"/>
            <a:ext cx="9525" cy="64583"/>
          </a:xfrm>
          <a:custGeom xmlns:a="http://schemas.openxmlformats.org/drawingml/2006/main">
            <a:pathLst>
              <a:path w="9525" h="64583">
                <a:moveTo>
                  <a:pt x="0" y="0"/>
                </a:moveTo>
                <a:lnTo>
                  <a:pt x="0" y="6458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90" name="sample">
            <a:extLst xmlns:a="http://schemas.openxmlformats.org/drawingml/2006/main">
              <a:ext uri="{FF2B5EF4-FFF2-40B4-BE49-F238E27FC236}">
                <a16:creationId xmlns:a16="http://schemas.microsoft.com/office/drawing/2014/main" id="{48768F0B-FD25-4D5A-BD38-BD139476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2F0E748-9D02-4F06-ACA5-BE659593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813" y="4219587"/>
            <a:ext cx="9525" cy="52375"/>
          </a:xfrm>
          <a:custGeom xmlns:a="http://schemas.openxmlformats.org/drawingml/2006/main">
            <a:pathLst>
              <a:path w="9525" h="52375">
                <a:moveTo>
                  <a:pt x="0" y="0"/>
                </a:moveTo>
                <a:lnTo>
                  <a:pt x="0" y="52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92" name="sample">
            <a:extLst xmlns:a="http://schemas.openxmlformats.org/drawingml/2006/main">
              <a:ext uri="{FF2B5EF4-FFF2-40B4-BE49-F238E27FC236}">
                <a16:creationId xmlns:a16="http://schemas.microsoft.com/office/drawing/2014/main" id="{85B08DBD-8DD7-4CDC-AB07-378FD005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713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BC7B629-D31B-4603-BDB0-50124D75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197392"/>
            <a:ext cx="9525" cy="74571"/>
          </a:xfrm>
          <a:custGeom xmlns:a="http://schemas.openxmlformats.org/drawingml/2006/main">
            <a:pathLst>
              <a:path w="9525" h="74571">
                <a:moveTo>
                  <a:pt x="0" y="0"/>
                </a:moveTo>
                <a:lnTo>
                  <a:pt x="0" y="7457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94" name="sample">
            <a:extLst xmlns:a="http://schemas.openxmlformats.org/drawingml/2006/main">
              <a:ext uri="{FF2B5EF4-FFF2-40B4-BE49-F238E27FC236}">
                <a16:creationId xmlns:a16="http://schemas.microsoft.com/office/drawing/2014/main" id="{5061134F-086B-47AD-8929-76D75D1F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4359FEE-65CE-4384-9CE5-D1B61311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438" y="4142305"/>
            <a:ext cx="9525" cy="129658"/>
          </a:xfrm>
          <a:custGeom xmlns:a="http://schemas.openxmlformats.org/drawingml/2006/main">
            <a:pathLst>
              <a:path w="9525" h="129658">
                <a:moveTo>
                  <a:pt x="0" y="0"/>
                </a:moveTo>
                <a:lnTo>
                  <a:pt x="0" y="129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96" name="sample">
            <a:extLst xmlns:a="http://schemas.openxmlformats.org/drawingml/2006/main">
              <a:ext uri="{FF2B5EF4-FFF2-40B4-BE49-F238E27FC236}">
                <a16:creationId xmlns:a16="http://schemas.microsoft.com/office/drawing/2014/main" id="{2DEECB52-893A-45F1-8994-7FA7C83A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338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B70C155-89FA-4909-8BA5-96C603C9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3900488"/>
            <a:ext cx="9525" cy="157593"/>
          </a:xfrm>
          <a:custGeom xmlns:a="http://schemas.openxmlformats.org/drawingml/2006/main">
            <a:pathLst>
              <a:path w="9525" h="157593">
                <a:moveTo>
                  <a:pt x="0" y="1575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98" name="sample">
            <a:extLst xmlns:a="http://schemas.openxmlformats.org/drawingml/2006/main">
              <a:ext uri="{FF2B5EF4-FFF2-40B4-BE49-F238E27FC236}">
                <a16:creationId xmlns:a16="http://schemas.microsoft.com/office/drawing/2014/main" id="{2C1E8CA4-6D28-4A6D-B11A-92256F82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650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38EFD6C-69F1-44F3-8460-B23F558E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900488"/>
            <a:ext cx="9525" cy="49972"/>
          </a:xfrm>
          <a:custGeom xmlns:a="http://schemas.openxmlformats.org/drawingml/2006/main">
            <a:pathLst>
              <a:path w="9525" h="49972">
                <a:moveTo>
                  <a:pt x="0" y="499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00" name="sample">
            <a:extLst xmlns:a="http://schemas.openxmlformats.org/drawingml/2006/main">
              <a:ext uri="{FF2B5EF4-FFF2-40B4-BE49-F238E27FC236}">
                <a16:creationId xmlns:a16="http://schemas.microsoft.com/office/drawing/2014/main" id="{FA79927F-3C42-4C74-8B89-834A6850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963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64CCB66-9A57-4603-AE56-FBE6B95A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375" y="3826774"/>
            <a:ext cx="9525" cy="73713"/>
          </a:xfrm>
          <a:custGeom xmlns:a="http://schemas.openxmlformats.org/drawingml/2006/main">
            <a:pathLst>
              <a:path w="9525" h="73713">
                <a:moveTo>
                  <a:pt x="0" y="0"/>
                </a:moveTo>
                <a:lnTo>
                  <a:pt x="0" y="7371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02" name="sample">
            <a:extLst xmlns:a="http://schemas.openxmlformats.org/drawingml/2006/main">
              <a:ext uri="{FF2B5EF4-FFF2-40B4-BE49-F238E27FC236}">
                <a16:creationId xmlns:a16="http://schemas.microsoft.com/office/drawing/2014/main" id="{86D1793B-2531-4663-BEB3-08001771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1275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C15EF7A-6987-4EF3-9D76-BDEAB69D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687" y="3529013"/>
            <a:ext cx="9525" cy="166443"/>
          </a:xfrm>
          <a:custGeom xmlns:a="http://schemas.openxmlformats.org/drawingml/2006/main">
            <a:pathLst>
              <a:path w="9525" h="166443">
                <a:moveTo>
                  <a:pt x="0" y="1664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04" name="sample">
            <a:extLst xmlns:a="http://schemas.openxmlformats.org/drawingml/2006/main">
              <a:ext uri="{FF2B5EF4-FFF2-40B4-BE49-F238E27FC236}">
                <a16:creationId xmlns:a16="http://schemas.microsoft.com/office/drawing/2014/main" id="{B5852086-EC47-485C-B73E-CD7051B6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587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5" name="text">
            <a:extLst xmlns:a="http://schemas.openxmlformats.org/drawingml/2006/main">
              <a:ext uri="{FF2B5EF4-FFF2-40B4-BE49-F238E27FC236}">
                <a16:creationId xmlns:a16="http://schemas.microsoft.com/office/drawing/2014/main" id="{CFB1F755-4CCB-4A6D-8E9F-B0E2331A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B5CE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0">
                <a:solidFill>
                  <a:srgbClr val="15B5CE"/>
                </a:solidFill>
                <a:latin typeface="Alibaba PuHuiTi 3.0 115 Black"/>
                <a:ea typeface="Alibaba PuHuiTi 3.0 115 Black"/>
                <a:cs typeface="Alibaba PuHuiTi 3.0 115 Black"/>
              </a:rPr>
              <a:t>4 bit：16级</a:t>
            </a:r>
          </a:p>
        </p:txBody>
      </p:sp>
      <p:sp>
        <p:nvSpPr>
          <p:cNvPr id="106" name="line">
            <a:extLst xmlns:a="http://schemas.openxmlformats.org/drawingml/2006/main">
              <a:ext uri="{FF2B5EF4-FFF2-40B4-BE49-F238E27FC236}">
                <a16:creationId xmlns:a16="http://schemas.microsoft.com/office/drawing/2014/main" id="{17452294-9F82-4ACA-845D-51A06FBC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07" name="reference-wave">
            <a:extLst xmlns:a="http://schemas.openxmlformats.org/drawingml/2006/main">
              <a:ext uri="{FF2B5EF4-FFF2-40B4-BE49-F238E27FC236}">
                <a16:creationId xmlns:a16="http://schemas.microsoft.com/office/drawing/2014/main" id="{4ED3CEDF-33BE-452B-9E24-D0A4C91C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09595"/>
            <a:ext cx="4191000" cy="1010311"/>
          </a:xfrm>
          <a:custGeom xmlns:a="http://schemas.openxmlformats.org/drawingml/2006/main">
            <a:pathLst>
              <a:path w="4191000" h="1010311">
                <a:moveTo>
                  <a:pt x="0" y="355857"/>
                </a:moveTo>
                <a:lnTo>
                  <a:pt x="17463" y="330802"/>
                </a:lnTo>
                <a:lnTo>
                  <a:pt x="34925" y="306225"/>
                </a:lnTo>
                <a:lnTo>
                  <a:pt x="52388" y="282193"/>
                </a:lnTo>
                <a:lnTo>
                  <a:pt x="69850" y="258772"/>
                </a:lnTo>
                <a:lnTo>
                  <a:pt x="87312" y="236027"/>
                </a:lnTo>
                <a:lnTo>
                  <a:pt x="104775" y="214019"/>
                </a:lnTo>
                <a:lnTo>
                  <a:pt x="122238" y="192810"/>
                </a:lnTo>
                <a:lnTo>
                  <a:pt x="139700" y="172456"/>
                </a:lnTo>
                <a:lnTo>
                  <a:pt x="157163" y="153015"/>
                </a:lnTo>
                <a:lnTo>
                  <a:pt x="174625" y="134538"/>
                </a:lnTo>
                <a:lnTo>
                  <a:pt x="192087" y="117078"/>
                </a:lnTo>
                <a:lnTo>
                  <a:pt x="209550" y="100681"/>
                </a:lnTo>
                <a:lnTo>
                  <a:pt x="227013" y="85392"/>
                </a:lnTo>
                <a:lnTo>
                  <a:pt x="244475" y="71255"/>
                </a:lnTo>
                <a:lnTo>
                  <a:pt x="261938" y="58306"/>
                </a:lnTo>
                <a:lnTo>
                  <a:pt x="279400" y="46582"/>
                </a:lnTo>
                <a:lnTo>
                  <a:pt x="296862" y="36116"/>
                </a:lnTo>
                <a:lnTo>
                  <a:pt x="314325" y="26934"/>
                </a:lnTo>
                <a:lnTo>
                  <a:pt x="331788" y="19064"/>
                </a:lnTo>
                <a:lnTo>
                  <a:pt x="349250" y="12526"/>
                </a:lnTo>
                <a:lnTo>
                  <a:pt x="366713" y="7338"/>
                </a:lnTo>
                <a:lnTo>
                  <a:pt x="384175" y="3515"/>
                </a:lnTo>
                <a:lnTo>
                  <a:pt x="401637" y="1067"/>
                </a:lnTo>
                <a:lnTo>
                  <a:pt x="419100" y="0"/>
                </a:lnTo>
                <a:lnTo>
                  <a:pt x="436563" y="318"/>
                </a:lnTo>
                <a:lnTo>
                  <a:pt x="454025" y="2020"/>
                </a:lnTo>
                <a:lnTo>
                  <a:pt x="471488" y="5100"/>
                </a:lnTo>
                <a:lnTo>
                  <a:pt x="488950" y="9552"/>
                </a:lnTo>
                <a:lnTo>
                  <a:pt x="506412" y="15361"/>
                </a:lnTo>
                <a:lnTo>
                  <a:pt x="523875" y="22514"/>
                </a:lnTo>
                <a:lnTo>
                  <a:pt x="541338" y="30989"/>
                </a:lnTo>
                <a:lnTo>
                  <a:pt x="558800" y="40764"/>
                </a:lnTo>
                <a:lnTo>
                  <a:pt x="576263" y="51811"/>
                </a:lnTo>
                <a:lnTo>
                  <a:pt x="593725" y="64101"/>
                </a:lnTo>
                <a:lnTo>
                  <a:pt x="611187" y="77601"/>
                </a:lnTo>
                <a:lnTo>
                  <a:pt x="628650" y="92272"/>
                </a:lnTo>
                <a:lnTo>
                  <a:pt x="646113" y="108074"/>
                </a:lnTo>
                <a:lnTo>
                  <a:pt x="663575" y="124965"/>
                </a:lnTo>
                <a:lnTo>
                  <a:pt x="681038" y="142899"/>
                </a:lnTo>
                <a:lnTo>
                  <a:pt x="698500" y="161825"/>
                </a:lnTo>
                <a:lnTo>
                  <a:pt x="715962" y="181692"/>
                </a:lnTo>
                <a:lnTo>
                  <a:pt x="733425" y="202446"/>
                </a:lnTo>
                <a:lnTo>
                  <a:pt x="750888" y="224029"/>
                </a:lnTo>
                <a:lnTo>
                  <a:pt x="768350" y="246383"/>
                </a:lnTo>
                <a:lnTo>
                  <a:pt x="785813" y="269446"/>
                </a:lnTo>
                <a:lnTo>
                  <a:pt x="803275" y="293155"/>
                </a:lnTo>
                <a:lnTo>
                  <a:pt x="820737" y="317446"/>
                </a:lnTo>
                <a:lnTo>
                  <a:pt x="838200" y="342251"/>
                </a:lnTo>
                <a:lnTo>
                  <a:pt x="855663" y="367502"/>
                </a:lnTo>
                <a:lnTo>
                  <a:pt x="873125" y="393131"/>
                </a:lnTo>
                <a:lnTo>
                  <a:pt x="890588" y="419067"/>
                </a:lnTo>
                <a:lnTo>
                  <a:pt x="908050" y="445238"/>
                </a:lnTo>
                <a:lnTo>
                  <a:pt x="925512" y="471574"/>
                </a:lnTo>
                <a:lnTo>
                  <a:pt x="942975" y="498002"/>
                </a:lnTo>
                <a:lnTo>
                  <a:pt x="960438" y="524450"/>
                </a:lnTo>
                <a:lnTo>
                  <a:pt x="977900" y="550845"/>
                </a:lnTo>
                <a:lnTo>
                  <a:pt x="995363" y="577114"/>
                </a:lnTo>
                <a:lnTo>
                  <a:pt x="1012825" y="603186"/>
                </a:lnTo>
                <a:lnTo>
                  <a:pt x="1030287" y="628990"/>
                </a:lnTo>
                <a:lnTo>
                  <a:pt x="1047750" y="654454"/>
                </a:lnTo>
                <a:lnTo>
                  <a:pt x="1065213" y="679509"/>
                </a:lnTo>
                <a:lnTo>
                  <a:pt x="1082675" y="704086"/>
                </a:lnTo>
                <a:lnTo>
                  <a:pt x="1100138" y="728118"/>
                </a:lnTo>
                <a:lnTo>
                  <a:pt x="1117600" y="751538"/>
                </a:lnTo>
                <a:lnTo>
                  <a:pt x="1135062" y="774284"/>
                </a:lnTo>
                <a:lnTo>
                  <a:pt x="1152525" y="796291"/>
                </a:lnTo>
                <a:lnTo>
                  <a:pt x="1169988" y="817501"/>
                </a:lnTo>
                <a:lnTo>
                  <a:pt x="1187450" y="837854"/>
                </a:lnTo>
                <a:lnTo>
                  <a:pt x="1204913" y="857296"/>
                </a:lnTo>
                <a:lnTo>
                  <a:pt x="1222375" y="875773"/>
                </a:lnTo>
                <a:lnTo>
                  <a:pt x="1239837" y="893233"/>
                </a:lnTo>
                <a:lnTo>
                  <a:pt x="1257300" y="909630"/>
                </a:lnTo>
                <a:lnTo>
                  <a:pt x="1274763" y="924918"/>
                </a:lnTo>
                <a:lnTo>
                  <a:pt x="1292225" y="939056"/>
                </a:lnTo>
                <a:lnTo>
                  <a:pt x="1309688" y="952005"/>
                </a:lnTo>
                <a:lnTo>
                  <a:pt x="1327150" y="963728"/>
                </a:lnTo>
                <a:lnTo>
                  <a:pt x="1344612" y="974195"/>
                </a:lnTo>
                <a:lnTo>
                  <a:pt x="1362075" y="983376"/>
                </a:lnTo>
                <a:lnTo>
                  <a:pt x="1379538" y="991247"/>
                </a:lnTo>
                <a:lnTo>
                  <a:pt x="1397000" y="997785"/>
                </a:lnTo>
                <a:lnTo>
                  <a:pt x="1414463" y="1002972"/>
                </a:lnTo>
                <a:lnTo>
                  <a:pt x="1431925" y="1006796"/>
                </a:lnTo>
                <a:lnTo>
                  <a:pt x="1449387" y="1009244"/>
                </a:lnTo>
                <a:lnTo>
                  <a:pt x="1466850" y="1010311"/>
                </a:lnTo>
                <a:lnTo>
                  <a:pt x="1484313" y="1009993"/>
                </a:lnTo>
                <a:lnTo>
                  <a:pt x="1501775" y="1008291"/>
                </a:lnTo>
                <a:lnTo>
                  <a:pt x="1519238" y="1005210"/>
                </a:lnTo>
                <a:lnTo>
                  <a:pt x="1536700" y="1000759"/>
                </a:lnTo>
                <a:lnTo>
                  <a:pt x="1554162" y="994949"/>
                </a:lnTo>
                <a:lnTo>
                  <a:pt x="1571625" y="987797"/>
                </a:lnTo>
                <a:lnTo>
                  <a:pt x="1589088" y="979322"/>
                </a:lnTo>
                <a:lnTo>
                  <a:pt x="1606550" y="969547"/>
                </a:lnTo>
                <a:lnTo>
                  <a:pt x="1624013" y="958500"/>
                </a:lnTo>
                <a:lnTo>
                  <a:pt x="1641475" y="946209"/>
                </a:lnTo>
                <a:lnTo>
                  <a:pt x="1658937" y="932710"/>
                </a:lnTo>
                <a:lnTo>
                  <a:pt x="1676400" y="918039"/>
                </a:lnTo>
                <a:lnTo>
                  <a:pt x="1693863" y="902236"/>
                </a:lnTo>
                <a:lnTo>
                  <a:pt x="1711325" y="885345"/>
                </a:lnTo>
                <a:lnTo>
                  <a:pt x="1728788" y="867412"/>
                </a:lnTo>
                <a:lnTo>
                  <a:pt x="1746250" y="848486"/>
                </a:lnTo>
                <a:lnTo>
                  <a:pt x="1763712" y="828619"/>
                </a:lnTo>
                <a:lnTo>
                  <a:pt x="1781175" y="807865"/>
                </a:lnTo>
                <a:lnTo>
                  <a:pt x="1798638" y="786282"/>
                </a:lnTo>
                <a:lnTo>
                  <a:pt x="1816100" y="763928"/>
                </a:lnTo>
                <a:lnTo>
                  <a:pt x="1833563" y="740865"/>
                </a:lnTo>
                <a:lnTo>
                  <a:pt x="1851025" y="717155"/>
                </a:lnTo>
                <a:lnTo>
                  <a:pt x="1868487" y="692865"/>
                </a:lnTo>
                <a:lnTo>
                  <a:pt x="1885950" y="668060"/>
                </a:lnTo>
                <a:lnTo>
                  <a:pt x="1903413" y="642809"/>
                </a:lnTo>
                <a:lnTo>
                  <a:pt x="1920875" y="617180"/>
                </a:lnTo>
                <a:lnTo>
                  <a:pt x="1938338" y="591244"/>
                </a:lnTo>
                <a:lnTo>
                  <a:pt x="1955800" y="565072"/>
                </a:lnTo>
                <a:lnTo>
                  <a:pt x="1973262" y="538736"/>
                </a:lnTo>
                <a:lnTo>
                  <a:pt x="1990725" y="512308"/>
                </a:lnTo>
                <a:lnTo>
                  <a:pt x="2008188" y="485861"/>
                </a:lnTo>
                <a:lnTo>
                  <a:pt x="2025650" y="459466"/>
                </a:lnTo>
                <a:lnTo>
                  <a:pt x="2043113" y="433197"/>
                </a:lnTo>
                <a:lnTo>
                  <a:pt x="2060575" y="407124"/>
                </a:lnTo>
                <a:lnTo>
                  <a:pt x="2078037" y="381321"/>
                </a:lnTo>
                <a:lnTo>
                  <a:pt x="2095500" y="355857"/>
                </a:lnTo>
                <a:lnTo>
                  <a:pt x="2112963" y="330802"/>
                </a:lnTo>
                <a:lnTo>
                  <a:pt x="2130425" y="306225"/>
                </a:lnTo>
                <a:lnTo>
                  <a:pt x="2147888" y="282193"/>
                </a:lnTo>
                <a:lnTo>
                  <a:pt x="2165350" y="258772"/>
                </a:lnTo>
                <a:lnTo>
                  <a:pt x="2182812" y="236027"/>
                </a:lnTo>
                <a:lnTo>
                  <a:pt x="2200275" y="214019"/>
                </a:lnTo>
                <a:lnTo>
                  <a:pt x="2217738" y="192810"/>
                </a:lnTo>
                <a:lnTo>
                  <a:pt x="2235200" y="172456"/>
                </a:lnTo>
                <a:lnTo>
                  <a:pt x="2252663" y="153015"/>
                </a:lnTo>
                <a:lnTo>
                  <a:pt x="2270125" y="134538"/>
                </a:lnTo>
                <a:lnTo>
                  <a:pt x="2287587" y="117078"/>
                </a:lnTo>
                <a:lnTo>
                  <a:pt x="2305050" y="100681"/>
                </a:lnTo>
                <a:lnTo>
                  <a:pt x="2322513" y="85392"/>
                </a:lnTo>
                <a:lnTo>
                  <a:pt x="2339975" y="71255"/>
                </a:lnTo>
                <a:lnTo>
                  <a:pt x="2357438" y="58306"/>
                </a:lnTo>
                <a:lnTo>
                  <a:pt x="2374900" y="46582"/>
                </a:lnTo>
                <a:lnTo>
                  <a:pt x="2392362" y="36116"/>
                </a:lnTo>
                <a:lnTo>
                  <a:pt x="2409825" y="26934"/>
                </a:lnTo>
                <a:lnTo>
                  <a:pt x="2427288" y="19064"/>
                </a:lnTo>
                <a:lnTo>
                  <a:pt x="2444750" y="12526"/>
                </a:lnTo>
                <a:lnTo>
                  <a:pt x="2462213" y="7338"/>
                </a:lnTo>
                <a:lnTo>
                  <a:pt x="2479675" y="3515"/>
                </a:lnTo>
                <a:lnTo>
                  <a:pt x="2497138" y="1067"/>
                </a:lnTo>
                <a:lnTo>
                  <a:pt x="2514600" y="0"/>
                </a:lnTo>
                <a:lnTo>
                  <a:pt x="2532062" y="318"/>
                </a:lnTo>
                <a:lnTo>
                  <a:pt x="2549525" y="2020"/>
                </a:lnTo>
                <a:lnTo>
                  <a:pt x="2566988" y="5100"/>
                </a:lnTo>
                <a:lnTo>
                  <a:pt x="2584450" y="9552"/>
                </a:lnTo>
                <a:lnTo>
                  <a:pt x="2601913" y="15361"/>
                </a:lnTo>
                <a:lnTo>
                  <a:pt x="2619375" y="22514"/>
                </a:lnTo>
                <a:lnTo>
                  <a:pt x="2636837" y="30989"/>
                </a:lnTo>
                <a:lnTo>
                  <a:pt x="2654300" y="40764"/>
                </a:lnTo>
                <a:lnTo>
                  <a:pt x="2671763" y="51811"/>
                </a:lnTo>
                <a:lnTo>
                  <a:pt x="2689225" y="64101"/>
                </a:lnTo>
                <a:lnTo>
                  <a:pt x="2706688" y="77601"/>
                </a:lnTo>
                <a:lnTo>
                  <a:pt x="2724150" y="92272"/>
                </a:lnTo>
                <a:lnTo>
                  <a:pt x="2741612" y="108074"/>
                </a:lnTo>
                <a:lnTo>
                  <a:pt x="2759075" y="124965"/>
                </a:lnTo>
                <a:lnTo>
                  <a:pt x="2776538" y="142899"/>
                </a:lnTo>
                <a:lnTo>
                  <a:pt x="2794000" y="161825"/>
                </a:lnTo>
                <a:lnTo>
                  <a:pt x="2811463" y="181692"/>
                </a:lnTo>
                <a:lnTo>
                  <a:pt x="2828925" y="202446"/>
                </a:lnTo>
                <a:lnTo>
                  <a:pt x="2846387" y="224029"/>
                </a:lnTo>
                <a:lnTo>
                  <a:pt x="2863850" y="246383"/>
                </a:lnTo>
                <a:lnTo>
                  <a:pt x="2881313" y="269446"/>
                </a:lnTo>
                <a:lnTo>
                  <a:pt x="2898775" y="293155"/>
                </a:lnTo>
                <a:lnTo>
                  <a:pt x="2916238" y="317446"/>
                </a:lnTo>
                <a:lnTo>
                  <a:pt x="2933700" y="342251"/>
                </a:lnTo>
                <a:lnTo>
                  <a:pt x="2951162" y="367502"/>
                </a:lnTo>
                <a:lnTo>
                  <a:pt x="2968625" y="393131"/>
                </a:lnTo>
                <a:lnTo>
                  <a:pt x="2986088" y="419067"/>
                </a:lnTo>
                <a:lnTo>
                  <a:pt x="3003550" y="445238"/>
                </a:lnTo>
                <a:lnTo>
                  <a:pt x="3021013" y="471574"/>
                </a:lnTo>
                <a:lnTo>
                  <a:pt x="3038475" y="498002"/>
                </a:lnTo>
                <a:lnTo>
                  <a:pt x="3055937" y="524450"/>
                </a:lnTo>
                <a:lnTo>
                  <a:pt x="3073400" y="550845"/>
                </a:lnTo>
                <a:lnTo>
                  <a:pt x="3090863" y="577114"/>
                </a:lnTo>
                <a:lnTo>
                  <a:pt x="3108325" y="603186"/>
                </a:lnTo>
                <a:lnTo>
                  <a:pt x="3125788" y="628990"/>
                </a:lnTo>
                <a:lnTo>
                  <a:pt x="3143250" y="654454"/>
                </a:lnTo>
                <a:lnTo>
                  <a:pt x="3160712" y="679509"/>
                </a:lnTo>
                <a:lnTo>
                  <a:pt x="3178175" y="704086"/>
                </a:lnTo>
                <a:lnTo>
                  <a:pt x="3195638" y="728118"/>
                </a:lnTo>
                <a:lnTo>
                  <a:pt x="3213100" y="751538"/>
                </a:lnTo>
                <a:lnTo>
                  <a:pt x="3230563" y="774284"/>
                </a:lnTo>
                <a:lnTo>
                  <a:pt x="3248025" y="796291"/>
                </a:lnTo>
                <a:lnTo>
                  <a:pt x="3265487" y="817501"/>
                </a:lnTo>
                <a:lnTo>
                  <a:pt x="3282950" y="837854"/>
                </a:lnTo>
                <a:lnTo>
                  <a:pt x="3300413" y="857296"/>
                </a:lnTo>
                <a:lnTo>
                  <a:pt x="3317875" y="875773"/>
                </a:lnTo>
                <a:lnTo>
                  <a:pt x="3335338" y="893233"/>
                </a:lnTo>
                <a:lnTo>
                  <a:pt x="3352800" y="909630"/>
                </a:lnTo>
                <a:lnTo>
                  <a:pt x="3370262" y="924918"/>
                </a:lnTo>
                <a:lnTo>
                  <a:pt x="3387725" y="939056"/>
                </a:lnTo>
                <a:lnTo>
                  <a:pt x="3405188" y="952005"/>
                </a:lnTo>
                <a:lnTo>
                  <a:pt x="3422650" y="963728"/>
                </a:lnTo>
                <a:lnTo>
                  <a:pt x="3440113" y="974195"/>
                </a:lnTo>
                <a:lnTo>
                  <a:pt x="3457575" y="983376"/>
                </a:lnTo>
                <a:lnTo>
                  <a:pt x="3475037" y="991247"/>
                </a:lnTo>
                <a:lnTo>
                  <a:pt x="3492500" y="997785"/>
                </a:lnTo>
                <a:lnTo>
                  <a:pt x="3509963" y="1002972"/>
                </a:lnTo>
                <a:lnTo>
                  <a:pt x="3527425" y="1006796"/>
                </a:lnTo>
                <a:lnTo>
                  <a:pt x="3544888" y="1009244"/>
                </a:lnTo>
                <a:lnTo>
                  <a:pt x="3562350" y="1010311"/>
                </a:lnTo>
                <a:lnTo>
                  <a:pt x="3579812" y="1009993"/>
                </a:lnTo>
                <a:lnTo>
                  <a:pt x="3597275" y="1008291"/>
                </a:lnTo>
                <a:lnTo>
                  <a:pt x="3614738" y="1005210"/>
                </a:lnTo>
                <a:lnTo>
                  <a:pt x="3632200" y="1000759"/>
                </a:lnTo>
                <a:lnTo>
                  <a:pt x="3649663" y="994949"/>
                </a:lnTo>
                <a:lnTo>
                  <a:pt x="3667125" y="987797"/>
                </a:lnTo>
                <a:lnTo>
                  <a:pt x="3684587" y="979322"/>
                </a:lnTo>
                <a:lnTo>
                  <a:pt x="3702050" y="969547"/>
                </a:lnTo>
                <a:lnTo>
                  <a:pt x="3719513" y="958500"/>
                </a:lnTo>
                <a:lnTo>
                  <a:pt x="3736975" y="946209"/>
                </a:lnTo>
                <a:lnTo>
                  <a:pt x="3754438" y="932710"/>
                </a:lnTo>
                <a:lnTo>
                  <a:pt x="3771900" y="918039"/>
                </a:lnTo>
                <a:lnTo>
                  <a:pt x="3789362" y="902236"/>
                </a:lnTo>
                <a:lnTo>
                  <a:pt x="3806825" y="885345"/>
                </a:lnTo>
                <a:lnTo>
                  <a:pt x="3824288" y="867412"/>
                </a:lnTo>
                <a:lnTo>
                  <a:pt x="3841750" y="848486"/>
                </a:lnTo>
                <a:lnTo>
                  <a:pt x="3859213" y="828619"/>
                </a:lnTo>
                <a:lnTo>
                  <a:pt x="3876675" y="807865"/>
                </a:lnTo>
                <a:lnTo>
                  <a:pt x="3894137" y="786282"/>
                </a:lnTo>
                <a:lnTo>
                  <a:pt x="3911600" y="763928"/>
                </a:lnTo>
                <a:lnTo>
                  <a:pt x="3929063" y="740865"/>
                </a:lnTo>
                <a:lnTo>
                  <a:pt x="3946525" y="717155"/>
                </a:lnTo>
                <a:lnTo>
                  <a:pt x="3963988" y="692865"/>
                </a:lnTo>
                <a:lnTo>
                  <a:pt x="3981450" y="668060"/>
                </a:lnTo>
                <a:lnTo>
                  <a:pt x="3998912" y="642809"/>
                </a:lnTo>
                <a:lnTo>
                  <a:pt x="4016375" y="617180"/>
                </a:lnTo>
                <a:lnTo>
                  <a:pt x="4033838" y="591244"/>
                </a:lnTo>
                <a:lnTo>
                  <a:pt x="4051300" y="565072"/>
                </a:lnTo>
                <a:lnTo>
                  <a:pt x="4068763" y="538736"/>
                </a:lnTo>
                <a:lnTo>
                  <a:pt x="4086225" y="512308"/>
                </a:lnTo>
                <a:lnTo>
                  <a:pt x="4103687" y="485861"/>
                </a:lnTo>
                <a:lnTo>
                  <a:pt x="4121150" y="459466"/>
                </a:lnTo>
                <a:lnTo>
                  <a:pt x="4138613" y="433197"/>
                </a:lnTo>
                <a:lnTo>
                  <a:pt x="4156075" y="407124"/>
                </a:lnTo>
                <a:lnTo>
                  <a:pt x="4173538" y="381321"/>
                </a:lnTo>
                <a:lnTo>
                  <a:pt x="4191000" y="35585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37373"/>
            </a:solidFill>
          </a:ln>
        </p:spPr>
      </p:sp>
      <p:sp>
        <p:nvSpPr>
          <p:cNvPr id="10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487BA92-1DBF-4C9A-A3C9-D4C3DFFC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5451"/>
            <a:ext cx="9525" cy="9995"/>
          </a:xfrm>
          <a:custGeom xmlns:a="http://schemas.openxmlformats.org/drawingml/2006/main">
            <a:pathLst>
              <a:path w="9525" h="9995">
                <a:moveTo>
                  <a:pt x="0" y="0"/>
                </a:moveTo>
                <a:lnTo>
                  <a:pt x="0" y="999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09" name="sample">
            <a:extLst xmlns:a="http://schemas.openxmlformats.org/drawingml/2006/main">
              <a:ext uri="{FF2B5EF4-FFF2-40B4-BE49-F238E27FC236}">
                <a16:creationId xmlns:a16="http://schemas.microsoft.com/office/drawing/2014/main" id="{342211B4-E4B5-41C3-9A0F-3CD4D938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3734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8C88FE8-D5F7-46B5-BA72-EF64F6A0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563" y="3445622"/>
            <a:ext cx="9525" cy="36956"/>
          </a:xfrm>
          <a:custGeom xmlns:a="http://schemas.openxmlformats.org/drawingml/2006/main">
            <a:pathLst>
              <a:path w="9525" h="36956">
                <a:moveTo>
                  <a:pt x="0" y="0"/>
                </a:moveTo>
                <a:lnTo>
                  <a:pt x="0" y="3695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11" name="sample">
            <a:extLst xmlns:a="http://schemas.openxmlformats.org/drawingml/2006/main">
              <a:ext uri="{FF2B5EF4-FFF2-40B4-BE49-F238E27FC236}">
                <a16:creationId xmlns:a16="http://schemas.microsoft.com/office/drawing/2014/main" id="{BE17B7F1-9A36-400A-B678-077F3689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463" y="344447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E9B0F8D-5616-458B-94DF-A2D5FD72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875" y="3344133"/>
            <a:ext cx="9525" cy="45577"/>
          </a:xfrm>
          <a:custGeom xmlns:a="http://schemas.openxmlformats.org/drawingml/2006/main">
            <a:pathLst>
              <a:path w="9525" h="45577">
                <a:moveTo>
                  <a:pt x="0" y="0"/>
                </a:moveTo>
                <a:lnTo>
                  <a:pt x="0" y="4557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13" name="sample">
            <a:extLst xmlns:a="http://schemas.openxmlformats.org/drawingml/2006/main">
              <a:ext uri="{FF2B5EF4-FFF2-40B4-BE49-F238E27FC236}">
                <a16:creationId xmlns:a16="http://schemas.microsoft.com/office/drawing/2014/main" id="{2DCBF5D6-8819-4A8D-BE44-10F2D59A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775" y="335160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0642A56-1083-461B-87EF-30910903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4188" y="3267901"/>
            <a:ext cx="9525" cy="28940"/>
          </a:xfrm>
          <a:custGeom xmlns:a="http://schemas.openxmlformats.org/drawingml/2006/main">
            <a:pathLst>
              <a:path w="9525" h="28940">
                <a:moveTo>
                  <a:pt x="0" y="0"/>
                </a:moveTo>
                <a:lnTo>
                  <a:pt x="0" y="289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15" name="sample">
            <a:extLst xmlns:a="http://schemas.openxmlformats.org/drawingml/2006/main">
              <a:ext uri="{FF2B5EF4-FFF2-40B4-BE49-F238E27FC236}">
                <a16:creationId xmlns:a16="http://schemas.microsoft.com/office/drawing/2014/main" id="{1887F320-00EA-4B25-B48F-5ABDEE11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088" y="325874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2C68D7A-65ED-4DBA-968C-B9C8B422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1500" y="3203972"/>
            <a:ext cx="9525" cy="18149"/>
          </a:xfrm>
          <a:custGeom xmlns:a="http://schemas.openxmlformats.org/drawingml/2006/main">
            <a:pathLst>
              <a:path w="9525" h="18149">
                <a:moveTo>
                  <a:pt x="0" y="1814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17" name="sample">
            <a:extLst xmlns:a="http://schemas.openxmlformats.org/drawingml/2006/main">
              <a:ext uri="{FF2B5EF4-FFF2-40B4-BE49-F238E27FC236}">
                <a16:creationId xmlns:a16="http://schemas.microsoft.com/office/drawing/2014/main" id="{95C577B2-B8DD-469C-A939-F75B22B6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400" y="31658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ED2328B-8054-442E-B158-673A23B2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813" y="3203972"/>
            <a:ext cx="9525" cy="9525"/>
          </a:xfrm>
          <a:custGeom xmlns:a="http://schemas.openxmlformats.org/drawingml/2006/main">
            <a:pathLst>
              <a:path w="9525" h="9525">
                <a:moveTo>
                  <a:pt x="0" y="59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19" name="sample">
            <a:extLst xmlns:a="http://schemas.openxmlformats.org/drawingml/2006/main">
              <a:ext uri="{FF2B5EF4-FFF2-40B4-BE49-F238E27FC236}">
                <a16:creationId xmlns:a16="http://schemas.microsoft.com/office/drawing/2014/main" id="{9856DAF1-4E6E-4E7D-B0AC-7386EA43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0713" y="31658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ACB6F93-A9FE-42DA-BE4F-AE70906B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03972"/>
            <a:ext cx="9525" cy="28136"/>
          </a:xfrm>
          <a:custGeom xmlns:a="http://schemas.openxmlformats.org/drawingml/2006/main">
            <a:pathLst>
              <a:path w="9525" h="28136">
                <a:moveTo>
                  <a:pt x="0" y="2813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21" name="sample">
            <a:extLst xmlns:a="http://schemas.openxmlformats.org/drawingml/2006/main">
              <a:ext uri="{FF2B5EF4-FFF2-40B4-BE49-F238E27FC236}">
                <a16:creationId xmlns:a16="http://schemas.microsoft.com/office/drawing/2014/main" id="{935D88C3-7FC9-4637-90ED-D0C5E439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1658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5F66393-A42B-4302-A7E3-09F4D4F2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438" y="3287195"/>
            <a:ext cx="9525" cy="9645"/>
          </a:xfrm>
          <a:custGeom xmlns:a="http://schemas.openxmlformats.org/drawingml/2006/main">
            <a:pathLst>
              <a:path w="9525" h="9645">
                <a:moveTo>
                  <a:pt x="0" y="0"/>
                </a:moveTo>
                <a:lnTo>
                  <a:pt x="0" y="964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23" name="sample">
            <a:extLst xmlns:a="http://schemas.openxmlformats.org/drawingml/2006/main">
              <a:ext uri="{FF2B5EF4-FFF2-40B4-BE49-F238E27FC236}">
                <a16:creationId xmlns:a16="http://schemas.microsoft.com/office/drawing/2014/main" id="{96213FDE-0FAB-475C-A841-D96FA949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5338" y="325874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B15C5D9-CF17-450F-9A6C-2AE2CA53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750" y="3371419"/>
            <a:ext cx="9525" cy="18290"/>
          </a:xfrm>
          <a:custGeom xmlns:a="http://schemas.openxmlformats.org/drawingml/2006/main">
            <a:pathLst>
              <a:path w="9525" h="18290">
                <a:moveTo>
                  <a:pt x="0" y="0"/>
                </a:moveTo>
                <a:lnTo>
                  <a:pt x="0" y="1829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25" name="sample">
            <a:extLst xmlns:a="http://schemas.openxmlformats.org/drawingml/2006/main">
              <a:ext uri="{FF2B5EF4-FFF2-40B4-BE49-F238E27FC236}">
                <a16:creationId xmlns:a16="http://schemas.microsoft.com/office/drawing/2014/main" id="{6DB21AB6-B913-4A8B-B4D6-73B05670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650" y="335160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E6D954D-4CB8-46FE-A547-C5B6F270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3479041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353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27" name="sample">
            <a:extLst xmlns:a="http://schemas.openxmlformats.org/drawingml/2006/main">
              <a:ext uri="{FF2B5EF4-FFF2-40B4-BE49-F238E27FC236}">
                <a16:creationId xmlns:a16="http://schemas.microsoft.com/office/drawing/2014/main" id="{1FFEA1FF-3F4F-446B-B46C-9C254131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963" y="344447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E43968C4-783B-4BE6-AC38-E421CB8D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375" y="3575447"/>
            <a:ext cx="9525" cy="27279"/>
          </a:xfrm>
          <a:custGeom xmlns:a="http://schemas.openxmlformats.org/drawingml/2006/main">
            <a:pathLst>
              <a:path w="9525" h="27279">
                <a:moveTo>
                  <a:pt x="0" y="27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29" name="sample">
            <a:extLst xmlns:a="http://schemas.openxmlformats.org/drawingml/2006/main">
              <a:ext uri="{FF2B5EF4-FFF2-40B4-BE49-F238E27FC236}">
                <a16:creationId xmlns:a16="http://schemas.microsoft.com/office/drawing/2014/main" id="{B73379F8-2730-4B67-A625-D462D82D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7275" y="353734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BD12184-788B-48CE-A49C-C8093BFF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688" y="3734044"/>
            <a:ext cx="9525" cy="27140"/>
          </a:xfrm>
          <a:custGeom xmlns:a="http://schemas.openxmlformats.org/drawingml/2006/main">
            <a:pathLst>
              <a:path w="9525" h="27140">
                <a:moveTo>
                  <a:pt x="0" y="0"/>
                </a:moveTo>
                <a:lnTo>
                  <a:pt x="0" y="27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31" name="sample">
            <a:extLst xmlns:a="http://schemas.openxmlformats.org/drawingml/2006/main">
              <a:ext uri="{FF2B5EF4-FFF2-40B4-BE49-F238E27FC236}">
                <a16:creationId xmlns:a16="http://schemas.microsoft.com/office/drawing/2014/main" id="{64F8DEBB-2F1A-43D2-9E8C-98E076A6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588" y="372308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DEFE733-8DE2-4B7A-B4A9-CFDF6F45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54053"/>
            <a:ext cx="9525" cy="9995"/>
          </a:xfrm>
          <a:custGeom xmlns:a="http://schemas.openxmlformats.org/drawingml/2006/main">
            <a:pathLst>
              <a:path w="9525" h="9995">
                <a:moveTo>
                  <a:pt x="0" y="99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33" name="sample">
            <a:extLst xmlns:a="http://schemas.openxmlformats.org/drawingml/2006/main">
              <a:ext uri="{FF2B5EF4-FFF2-40B4-BE49-F238E27FC236}">
                <a16:creationId xmlns:a16="http://schemas.microsoft.com/office/drawing/2014/main" id="{4AA60A84-0FCA-4BA4-A939-ADAB09B7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1595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E2C89DFA-90E8-46A6-8A1D-5F44A879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313" y="3946922"/>
            <a:ext cx="9525" cy="36956"/>
          </a:xfrm>
          <a:custGeom xmlns:a="http://schemas.openxmlformats.org/drawingml/2006/main">
            <a:pathLst>
              <a:path w="9525" h="36956">
                <a:moveTo>
                  <a:pt x="0" y="369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35" name="sample">
            <a:extLst xmlns:a="http://schemas.openxmlformats.org/drawingml/2006/main">
              <a:ext uri="{FF2B5EF4-FFF2-40B4-BE49-F238E27FC236}">
                <a16:creationId xmlns:a16="http://schemas.microsoft.com/office/drawing/2014/main" id="{B578D5B4-E1DF-4A94-96C6-075F8331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213" y="390882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E979F77-42BB-4A6B-9718-054286B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4039791"/>
            <a:ext cx="9525" cy="45577"/>
          </a:xfrm>
          <a:custGeom xmlns:a="http://schemas.openxmlformats.org/drawingml/2006/main">
            <a:pathLst>
              <a:path w="9525" h="45577">
                <a:moveTo>
                  <a:pt x="0" y="455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37" name="sample">
            <a:extLst xmlns:a="http://schemas.openxmlformats.org/drawingml/2006/main">
              <a:ext uri="{FF2B5EF4-FFF2-40B4-BE49-F238E27FC236}">
                <a16:creationId xmlns:a16="http://schemas.microsoft.com/office/drawing/2014/main" id="{C0B4F191-2D4F-4806-931D-4A3ABEBC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6525" y="400169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8C58A5F-0DBA-4A5D-A0DF-FB3591F8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4132659"/>
            <a:ext cx="9525" cy="28940"/>
          </a:xfrm>
          <a:custGeom xmlns:a="http://schemas.openxmlformats.org/drawingml/2006/main">
            <a:pathLst>
              <a:path w="9525" h="28940">
                <a:moveTo>
                  <a:pt x="0" y="289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39" name="sample">
            <a:extLst xmlns:a="http://schemas.openxmlformats.org/drawingml/2006/main">
              <a:ext uri="{FF2B5EF4-FFF2-40B4-BE49-F238E27FC236}">
                <a16:creationId xmlns:a16="http://schemas.microsoft.com/office/drawing/2014/main" id="{5E82DF2A-D0F4-46F3-A76E-8EE47A88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838" y="409455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602DAB5-7979-49F8-9F70-93F3AFA3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250" y="4207379"/>
            <a:ext cx="9525" cy="18149"/>
          </a:xfrm>
          <a:custGeom xmlns:a="http://schemas.openxmlformats.org/drawingml/2006/main">
            <a:pathLst>
              <a:path w="9525" h="18149">
                <a:moveTo>
                  <a:pt x="0" y="0"/>
                </a:moveTo>
                <a:lnTo>
                  <a:pt x="0" y="1814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41" name="sample">
            <a:extLst xmlns:a="http://schemas.openxmlformats.org/drawingml/2006/main">
              <a:ext uri="{FF2B5EF4-FFF2-40B4-BE49-F238E27FC236}">
                <a16:creationId xmlns:a16="http://schemas.microsoft.com/office/drawing/2014/main" id="{10853F0B-8669-4A66-967B-234F06A5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41874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3AE19D1-FFCA-4909-B5D6-DCB91ACA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6563" y="4219587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594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43" name="sample">
            <a:extLst xmlns:a="http://schemas.openxmlformats.org/drawingml/2006/main">
              <a:ext uri="{FF2B5EF4-FFF2-40B4-BE49-F238E27FC236}">
                <a16:creationId xmlns:a16="http://schemas.microsoft.com/office/drawing/2014/main" id="{B6F260D7-078A-4E72-9CA0-1312E189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8463" y="41874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DCDAC69-EEEA-4024-BD0A-CBF693E7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97392"/>
            <a:ext cx="9525" cy="28136"/>
          </a:xfrm>
          <a:custGeom xmlns:a="http://schemas.openxmlformats.org/drawingml/2006/main">
            <a:pathLst>
              <a:path w="9525" h="28136">
                <a:moveTo>
                  <a:pt x="0" y="0"/>
                </a:moveTo>
                <a:lnTo>
                  <a:pt x="0" y="2813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45" name="sample">
            <a:extLst xmlns:a="http://schemas.openxmlformats.org/drawingml/2006/main">
              <a:ext uri="{FF2B5EF4-FFF2-40B4-BE49-F238E27FC236}">
                <a16:creationId xmlns:a16="http://schemas.microsoft.com/office/drawing/2014/main" id="{CEC9EDF3-717C-49EE-A23F-FA00A9B6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1874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E93DC94-38B7-47B1-8277-19EBA6FE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188" y="4132659"/>
            <a:ext cx="9525" cy="9645"/>
          </a:xfrm>
          <a:custGeom xmlns:a="http://schemas.openxmlformats.org/drawingml/2006/main">
            <a:pathLst>
              <a:path w="9525" h="9645">
                <a:moveTo>
                  <a:pt x="0" y="96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47" name="sample">
            <a:extLst xmlns:a="http://schemas.openxmlformats.org/drawingml/2006/main">
              <a:ext uri="{FF2B5EF4-FFF2-40B4-BE49-F238E27FC236}">
                <a16:creationId xmlns:a16="http://schemas.microsoft.com/office/drawing/2014/main" id="{518D98F2-B097-48A4-8FCE-21746772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88" y="409455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970338B-DE24-4401-9896-AA33BA2F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4039791"/>
            <a:ext cx="9525" cy="18290"/>
          </a:xfrm>
          <a:custGeom xmlns:a="http://schemas.openxmlformats.org/drawingml/2006/main">
            <a:pathLst>
              <a:path w="9525" h="18290">
                <a:moveTo>
                  <a:pt x="0" y="18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49" name="sample">
            <a:extLst xmlns:a="http://schemas.openxmlformats.org/drawingml/2006/main">
              <a:ext uri="{FF2B5EF4-FFF2-40B4-BE49-F238E27FC236}">
                <a16:creationId xmlns:a16="http://schemas.microsoft.com/office/drawing/2014/main" id="{2F75F98D-D6FE-463A-A4BA-25E11E1B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400169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E04B744-680F-4540-A9EE-DC91EBC1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3946922"/>
            <a:ext cx="9525" cy="9525"/>
          </a:xfrm>
          <a:custGeom xmlns:a="http://schemas.openxmlformats.org/drawingml/2006/main">
            <a:pathLst>
              <a:path w="9525" h="9525">
                <a:moveTo>
                  <a:pt x="0" y="35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51" name="sample">
            <a:extLst xmlns:a="http://schemas.openxmlformats.org/drawingml/2006/main">
              <a:ext uri="{FF2B5EF4-FFF2-40B4-BE49-F238E27FC236}">
                <a16:creationId xmlns:a16="http://schemas.microsoft.com/office/drawing/2014/main" id="{7016BD2F-B827-4214-B751-600F9F87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713" y="390882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4D4031F-84F1-460C-BBEC-38340C1B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125" y="3826774"/>
            <a:ext cx="9525" cy="27279"/>
          </a:xfrm>
          <a:custGeom xmlns:a="http://schemas.openxmlformats.org/drawingml/2006/main">
            <a:pathLst>
              <a:path w="9525" h="27279">
                <a:moveTo>
                  <a:pt x="0" y="0"/>
                </a:moveTo>
                <a:lnTo>
                  <a:pt x="0" y="2727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53" name="sample">
            <a:extLst xmlns:a="http://schemas.openxmlformats.org/drawingml/2006/main">
              <a:ext uri="{FF2B5EF4-FFF2-40B4-BE49-F238E27FC236}">
                <a16:creationId xmlns:a16="http://schemas.microsoft.com/office/drawing/2014/main" id="{749F6117-A587-4A68-BBC0-40DF8559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1595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C2A00A7-2962-465C-8E8E-BA8B1582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438" y="3668316"/>
            <a:ext cx="9525" cy="27140"/>
          </a:xfrm>
          <a:custGeom xmlns:a="http://schemas.openxmlformats.org/drawingml/2006/main">
            <a:pathLst>
              <a:path w="9525" h="27140">
                <a:moveTo>
                  <a:pt x="0" y="27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55" name="sample">
            <a:extLst xmlns:a="http://schemas.openxmlformats.org/drawingml/2006/main">
              <a:ext uri="{FF2B5EF4-FFF2-40B4-BE49-F238E27FC236}">
                <a16:creationId xmlns:a16="http://schemas.microsoft.com/office/drawing/2014/main" id="{3C394D72-E4F2-46BE-B633-9F733B39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2338" y="363021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E07C259F-6ED7-435C-8BA6-50EA4356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5451"/>
            <a:ext cx="9525" cy="9995"/>
          </a:xfrm>
          <a:custGeom xmlns:a="http://schemas.openxmlformats.org/drawingml/2006/main">
            <a:pathLst>
              <a:path w="9525" h="9995">
                <a:moveTo>
                  <a:pt x="0" y="0"/>
                </a:moveTo>
                <a:lnTo>
                  <a:pt x="0" y="999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57" name="sample">
            <a:extLst xmlns:a="http://schemas.openxmlformats.org/drawingml/2006/main">
              <a:ext uri="{FF2B5EF4-FFF2-40B4-BE49-F238E27FC236}">
                <a16:creationId xmlns:a16="http://schemas.microsoft.com/office/drawing/2014/main" id="{3C59D94A-B0B6-4939-84BD-55095B38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3734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1125E56-A670-4303-B781-6DB2FD73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5063" y="3445622"/>
            <a:ext cx="9525" cy="36956"/>
          </a:xfrm>
          <a:custGeom xmlns:a="http://schemas.openxmlformats.org/drawingml/2006/main">
            <a:pathLst>
              <a:path w="9525" h="36956">
                <a:moveTo>
                  <a:pt x="0" y="0"/>
                </a:moveTo>
                <a:lnTo>
                  <a:pt x="0" y="3695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59" name="sample">
            <a:extLst xmlns:a="http://schemas.openxmlformats.org/drawingml/2006/main">
              <a:ext uri="{FF2B5EF4-FFF2-40B4-BE49-F238E27FC236}">
                <a16:creationId xmlns:a16="http://schemas.microsoft.com/office/drawing/2014/main" id="{F12EA155-9F62-479F-9B83-C07AA25D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6963" y="344447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EE0F22D-1A02-455E-ACA4-731F5732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375" y="3344133"/>
            <a:ext cx="9525" cy="45577"/>
          </a:xfrm>
          <a:custGeom xmlns:a="http://schemas.openxmlformats.org/drawingml/2006/main">
            <a:pathLst>
              <a:path w="9525" h="45577">
                <a:moveTo>
                  <a:pt x="0" y="0"/>
                </a:moveTo>
                <a:lnTo>
                  <a:pt x="0" y="4557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61" name="sample">
            <a:extLst xmlns:a="http://schemas.openxmlformats.org/drawingml/2006/main">
              <a:ext uri="{FF2B5EF4-FFF2-40B4-BE49-F238E27FC236}">
                <a16:creationId xmlns:a16="http://schemas.microsoft.com/office/drawing/2014/main" id="{CC6A18F8-C42A-4124-B32D-9473F142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275" y="335160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99ADF9B-7CA4-400D-BA62-03E1F759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3267901"/>
            <a:ext cx="9525" cy="28940"/>
          </a:xfrm>
          <a:custGeom xmlns:a="http://schemas.openxmlformats.org/drawingml/2006/main">
            <a:pathLst>
              <a:path w="9525" h="28940">
                <a:moveTo>
                  <a:pt x="0" y="0"/>
                </a:moveTo>
                <a:lnTo>
                  <a:pt x="0" y="289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63" name="sample">
            <a:extLst xmlns:a="http://schemas.openxmlformats.org/drawingml/2006/main">
              <a:ext uri="{FF2B5EF4-FFF2-40B4-BE49-F238E27FC236}">
                <a16:creationId xmlns:a16="http://schemas.microsoft.com/office/drawing/2014/main" id="{8CA7E60B-F995-4FC6-92F9-5A702D39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588" y="325874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4444642-3587-4AA6-B10D-CEE51698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3203972"/>
            <a:ext cx="9525" cy="18149"/>
          </a:xfrm>
          <a:custGeom xmlns:a="http://schemas.openxmlformats.org/drawingml/2006/main">
            <a:pathLst>
              <a:path w="9525" h="18149">
                <a:moveTo>
                  <a:pt x="0" y="1814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65" name="sample">
            <a:extLst xmlns:a="http://schemas.openxmlformats.org/drawingml/2006/main">
              <a:ext uri="{FF2B5EF4-FFF2-40B4-BE49-F238E27FC236}">
                <a16:creationId xmlns:a16="http://schemas.microsoft.com/office/drawing/2014/main" id="{DE0B657D-D816-4F24-91AD-4316AED5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900" y="31658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1638A21-A371-4C05-B620-162A9890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4313" y="3203972"/>
            <a:ext cx="9525" cy="9525"/>
          </a:xfrm>
          <a:custGeom xmlns:a="http://schemas.openxmlformats.org/drawingml/2006/main">
            <a:pathLst>
              <a:path w="9525" h="9525">
                <a:moveTo>
                  <a:pt x="0" y="59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67" name="sample">
            <a:extLst xmlns:a="http://schemas.openxmlformats.org/drawingml/2006/main">
              <a:ext uri="{FF2B5EF4-FFF2-40B4-BE49-F238E27FC236}">
                <a16:creationId xmlns:a16="http://schemas.microsoft.com/office/drawing/2014/main" id="{C28D864B-216B-4432-8047-1C4E89F4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6213" y="31658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4BF99FE-5D9F-4F29-B09F-B3B43152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03972"/>
            <a:ext cx="9525" cy="28136"/>
          </a:xfrm>
          <a:custGeom xmlns:a="http://schemas.openxmlformats.org/drawingml/2006/main">
            <a:pathLst>
              <a:path w="9525" h="28136">
                <a:moveTo>
                  <a:pt x="0" y="2813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69" name="sample">
            <a:extLst xmlns:a="http://schemas.openxmlformats.org/drawingml/2006/main">
              <a:ext uri="{FF2B5EF4-FFF2-40B4-BE49-F238E27FC236}">
                <a16:creationId xmlns:a16="http://schemas.microsoft.com/office/drawing/2014/main" id="{26EB294F-DD56-4CD2-B690-BB3625CB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658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D664D5B-D78D-496F-9588-123A1C13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8938" y="3287195"/>
            <a:ext cx="9525" cy="9645"/>
          </a:xfrm>
          <a:custGeom xmlns:a="http://schemas.openxmlformats.org/drawingml/2006/main">
            <a:pathLst>
              <a:path w="9525" h="9645">
                <a:moveTo>
                  <a:pt x="0" y="0"/>
                </a:moveTo>
                <a:lnTo>
                  <a:pt x="0" y="964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71" name="sample">
            <a:extLst xmlns:a="http://schemas.openxmlformats.org/drawingml/2006/main">
              <a:ext uri="{FF2B5EF4-FFF2-40B4-BE49-F238E27FC236}">
                <a16:creationId xmlns:a16="http://schemas.microsoft.com/office/drawing/2014/main" id="{71F4DC42-7C12-4DF7-865E-3E0A5F76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0838" y="325874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078FBC0-340A-4422-8819-D6386AAE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250" y="3371419"/>
            <a:ext cx="9525" cy="18290"/>
          </a:xfrm>
          <a:custGeom xmlns:a="http://schemas.openxmlformats.org/drawingml/2006/main">
            <a:pathLst>
              <a:path w="9525" h="18290">
                <a:moveTo>
                  <a:pt x="0" y="0"/>
                </a:moveTo>
                <a:lnTo>
                  <a:pt x="0" y="1829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73" name="sample">
            <a:extLst xmlns:a="http://schemas.openxmlformats.org/drawingml/2006/main">
              <a:ext uri="{FF2B5EF4-FFF2-40B4-BE49-F238E27FC236}">
                <a16:creationId xmlns:a16="http://schemas.microsoft.com/office/drawing/2014/main" id="{C8D1D180-C2D8-4228-83D4-F0A7A4F9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8150" y="335160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2CB184F-5A98-49A6-AA3C-FB3C925E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3563" y="3479041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353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75" name="sample">
            <a:extLst xmlns:a="http://schemas.openxmlformats.org/drawingml/2006/main">
              <a:ext uri="{FF2B5EF4-FFF2-40B4-BE49-F238E27FC236}">
                <a16:creationId xmlns:a16="http://schemas.microsoft.com/office/drawing/2014/main" id="{D1883512-E2EF-4001-9725-4D254611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463" y="344447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7AC888A-FC60-48E6-A754-D66E76C7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875" y="3575447"/>
            <a:ext cx="9525" cy="27279"/>
          </a:xfrm>
          <a:custGeom xmlns:a="http://schemas.openxmlformats.org/drawingml/2006/main">
            <a:pathLst>
              <a:path w="9525" h="27279">
                <a:moveTo>
                  <a:pt x="0" y="27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77" name="sample">
            <a:extLst xmlns:a="http://schemas.openxmlformats.org/drawingml/2006/main">
              <a:ext uri="{FF2B5EF4-FFF2-40B4-BE49-F238E27FC236}">
                <a16:creationId xmlns:a16="http://schemas.microsoft.com/office/drawing/2014/main" id="{A6E868C5-E7F4-4D27-B1AE-F0719576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2775" y="353734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C58B2BF-4249-4C3D-BC33-29149CCB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188" y="3734044"/>
            <a:ext cx="9525" cy="27140"/>
          </a:xfrm>
          <a:custGeom xmlns:a="http://schemas.openxmlformats.org/drawingml/2006/main">
            <a:pathLst>
              <a:path w="9525" h="27140">
                <a:moveTo>
                  <a:pt x="0" y="0"/>
                </a:moveTo>
                <a:lnTo>
                  <a:pt x="0" y="27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79" name="sample">
            <a:extLst xmlns:a="http://schemas.openxmlformats.org/drawingml/2006/main">
              <a:ext uri="{FF2B5EF4-FFF2-40B4-BE49-F238E27FC236}">
                <a16:creationId xmlns:a16="http://schemas.microsoft.com/office/drawing/2014/main" id="{0B76EE8C-7432-4C55-A308-2CB57DB5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088" y="372308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A00EB76-19C1-4F3E-8356-9A9D67B6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54053"/>
            <a:ext cx="9525" cy="9995"/>
          </a:xfrm>
          <a:custGeom xmlns:a="http://schemas.openxmlformats.org/drawingml/2006/main">
            <a:pathLst>
              <a:path w="9525" h="9995">
                <a:moveTo>
                  <a:pt x="0" y="99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81" name="sample">
            <a:extLst xmlns:a="http://schemas.openxmlformats.org/drawingml/2006/main">
              <a:ext uri="{FF2B5EF4-FFF2-40B4-BE49-F238E27FC236}">
                <a16:creationId xmlns:a16="http://schemas.microsoft.com/office/drawing/2014/main" id="{7DBDDB98-0AD7-400C-8D4A-A37CA49A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1595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4EC7DCF-F2E1-4F45-9522-35A8463A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813" y="3946922"/>
            <a:ext cx="9525" cy="36956"/>
          </a:xfrm>
          <a:custGeom xmlns:a="http://schemas.openxmlformats.org/drawingml/2006/main">
            <a:pathLst>
              <a:path w="9525" h="36956">
                <a:moveTo>
                  <a:pt x="0" y="369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83" name="sample">
            <a:extLst xmlns:a="http://schemas.openxmlformats.org/drawingml/2006/main">
              <a:ext uri="{FF2B5EF4-FFF2-40B4-BE49-F238E27FC236}">
                <a16:creationId xmlns:a16="http://schemas.microsoft.com/office/drawing/2014/main" id="{FF33D34E-E7AF-4A10-BF0C-EC4F36AE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713" y="390882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3501328-FF4C-4F8C-8DB0-CFE35176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125" y="4039791"/>
            <a:ext cx="9525" cy="45577"/>
          </a:xfrm>
          <a:custGeom xmlns:a="http://schemas.openxmlformats.org/drawingml/2006/main">
            <a:pathLst>
              <a:path w="9525" h="45577">
                <a:moveTo>
                  <a:pt x="0" y="455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85" name="sample">
            <a:extLst xmlns:a="http://schemas.openxmlformats.org/drawingml/2006/main">
              <a:ext uri="{FF2B5EF4-FFF2-40B4-BE49-F238E27FC236}">
                <a16:creationId xmlns:a16="http://schemas.microsoft.com/office/drawing/2014/main" id="{1851649A-5FD9-486F-B6BF-41E126AA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025" y="400169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7C0C1A7-0100-4CDB-826E-296F3B18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4132659"/>
            <a:ext cx="9525" cy="28940"/>
          </a:xfrm>
          <a:custGeom xmlns:a="http://schemas.openxmlformats.org/drawingml/2006/main">
            <a:pathLst>
              <a:path w="9525" h="28940">
                <a:moveTo>
                  <a:pt x="0" y="289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87" name="sample">
            <a:extLst xmlns:a="http://schemas.openxmlformats.org/drawingml/2006/main">
              <a:ext uri="{FF2B5EF4-FFF2-40B4-BE49-F238E27FC236}">
                <a16:creationId xmlns:a16="http://schemas.microsoft.com/office/drawing/2014/main" id="{25A8628F-2FA0-4F49-B90D-4C2C4717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338" y="409455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A33C7A4-DA85-4B22-B7AB-E271AF51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4750" y="4207379"/>
            <a:ext cx="9525" cy="18149"/>
          </a:xfrm>
          <a:custGeom xmlns:a="http://schemas.openxmlformats.org/drawingml/2006/main">
            <a:pathLst>
              <a:path w="9525" h="18149">
                <a:moveTo>
                  <a:pt x="0" y="0"/>
                </a:moveTo>
                <a:lnTo>
                  <a:pt x="0" y="1814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89" name="sample">
            <a:extLst xmlns:a="http://schemas.openxmlformats.org/drawingml/2006/main">
              <a:ext uri="{FF2B5EF4-FFF2-40B4-BE49-F238E27FC236}">
                <a16:creationId xmlns:a16="http://schemas.microsoft.com/office/drawing/2014/main" id="{5B23EBEF-3685-4918-A057-264340B0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41874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DFF85D6-22BF-440B-BCF5-2BEE0886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063" y="4219587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594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91" name="sample">
            <a:extLst xmlns:a="http://schemas.openxmlformats.org/drawingml/2006/main">
              <a:ext uri="{FF2B5EF4-FFF2-40B4-BE49-F238E27FC236}">
                <a16:creationId xmlns:a16="http://schemas.microsoft.com/office/drawing/2014/main" id="{DC9AC244-32E8-4858-8A6B-9B498632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963" y="41874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7AA036F-B529-454B-AB22-8B2BC100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97392"/>
            <a:ext cx="9525" cy="28136"/>
          </a:xfrm>
          <a:custGeom xmlns:a="http://schemas.openxmlformats.org/drawingml/2006/main">
            <a:pathLst>
              <a:path w="9525" h="28136">
                <a:moveTo>
                  <a:pt x="0" y="0"/>
                </a:moveTo>
                <a:lnTo>
                  <a:pt x="0" y="2813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93" name="sample">
            <a:extLst xmlns:a="http://schemas.openxmlformats.org/drawingml/2006/main">
              <a:ext uri="{FF2B5EF4-FFF2-40B4-BE49-F238E27FC236}">
                <a16:creationId xmlns:a16="http://schemas.microsoft.com/office/drawing/2014/main" id="{02AC3ECA-D46C-46DE-8DB6-CA116385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41874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C4DD6B2-9580-44C3-BA70-22100377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688" y="4132659"/>
            <a:ext cx="9525" cy="9645"/>
          </a:xfrm>
          <a:custGeom xmlns:a="http://schemas.openxmlformats.org/drawingml/2006/main">
            <a:pathLst>
              <a:path w="9525" h="9645">
                <a:moveTo>
                  <a:pt x="0" y="96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95" name="sample">
            <a:extLst xmlns:a="http://schemas.openxmlformats.org/drawingml/2006/main">
              <a:ext uri="{FF2B5EF4-FFF2-40B4-BE49-F238E27FC236}">
                <a16:creationId xmlns:a16="http://schemas.microsoft.com/office/drawing/2014/main" id="{4C0F7CDB-E41D-4E34-88A2-F0A16865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588" y="409455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18416BF-317D-44A6-A5C6-697DBBF8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4039791"/>
            <a:ext cx="9525" cy="18290"/>
          </a:xfrm>
          <a:custGeom xmlns:a="http://schemas.openxmlformats.org/drawingml/2006/main">
            <a:pathLst>
              <a:path w="9525" h="18290">
                <a:moveTo>
                  <a:pt x="0" y="18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97" name="sample">
            <a:extLst xmlns:a="http://schemas.openxmlformats.org/drawingml/2006/main">
              <a:ext uri="{FF2B5EF4-FFF2-40B4-BE49-F238E27FC236}">
                <a16:creationId xmlns:a16="http://schemas.microsoft.com/office/drawing/2014/main" id="{4B0B9A47-8F2D-4436-BFFB-B9EF648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5900" y="400169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C017092-4AA7-4E48-B5B2-754F3653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1313" y="3946922"/>
            <a:ext cx="9525" cy="9525"/>
          </a:xfrm>
          <a:custGeom xmlns:a="http://schemas.openxmlformats.org/drawingml/2006/main">
            <a:pathLst>
              <a:path w="9525" h="9525">
                <a:moveTo>
                  <a:pt x="0" y="35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99" name="sample">
            <a:extLst xmlns:a="http://schemas.openxmlformats.org/drawingml/2006/main">
              <a:ext uri="{FF2B5EF4-FFF2-40B4-BE49-F238E27FC236}">
                <a16:creationId xmlns:a16="http://schemas.microsoft.com/office/drawing/2014/main" id="{2EC86E9A-A422-4509-900C-4BE217D2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213" y="390882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08BFA08-5640-4B93-B18C-D7EE7C75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625" y="3826774"/>
            <a:ext cx="9525" cy="27279"/>
          </a:xfrm>
          <a:custGeom xmlns:a="http://schemas.openxmlformats.org/drawingml/2006/main">
            <a:pathLst>
              <a:path w="9525" h="27279">
                <a:moveTo>
                  <a:pt x="0" y="0"/>
                </a:moveTo>
                <a:lnTo>
                  <a:pt x="0" y="2727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201" name="sample">
            <a:extLst xmlns:a="http://schemas.openxmlformats.org/drawingml/2006/main">
              <a:ext uri="{FF2B5EF4-FFF2-40B4-BE49-F238E27FC236}">
                <a16:creationId xmlns:a16="http://schemas.microsoft.com/office/drawing/2014/main" id="{4BC51A3D-4E58-4C03-84B4-8362127D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0525" y="381595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3202E6D-C581-4C20-AEC7-75C3DC89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938" y="3668316"/>
            <a:ext cx="9525" cy="27140"/>
          </a:xfrm>
          <a:custGeom xmlns:a="http://schemas.openxmlformats.org/drawingml/2006/main">
            <a:pathLst>
              <a:path w="9525" h="27140">
                <a:moveTo>
                  <a:pt x="0" y="27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203" name="sample">
            <a:extLst xmlns:a="http://schemas.openxmlformats.org/drawingml/2006/main">
              <a:ext uri="{FF2B5EF4-FFF2-40B4-BE49-F238E27FC236}">
                <a16:creationId xmlns:a16="http://schemas.microsoft.com/office/drawing/2014/main" id="{148B2A19-4AD9-4282-AB14-41BF4A3D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838" y="363021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4" name="text">
            <a:extLst xmlns:a="http://schemas.openxmlformats.org/drawingml/2006/main">
              <a:ext uri="{FF2B5EF4-FFF2-40B4-BE49-F238E27FC236}">
                <a16:creationId xmlns:a16="http://schemas.microsoft.com/office/drawing/2014/main" id="{A32AE876-180D-42D1-B875-D3561DF9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同一时刻、同一幅度范围；红色线段表示近似误差</a:t>
            </a:r>
          </a:p>
        </p:txBody>
      </p:sp>
      <p:sp>
        <p:nvSpPr>
          <p:cNvPr id="205" name="text">
            <a:extLst xmlns:a="http://schemas.openxmlformats.org/drawingml/2006/main">
              <a:ext uri="{FF2B5EF4-FFF2-40B4-BE49-F238E27FC236}">
                <a16:creationId xmlns:a16="http://schemas.microsoft.com/office/drawing/2014/main" id="{915769B9-BF7E-4AC8-999E-77C54B06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等级更密，量化步长更小。</a:t>
            </a:r>
          </a:p>
        </p:txBody>
      </p:sp>
      <p:sp>
        <p:nvSpPr>
          <p:cNvPr id="206" name="text">
            <a:extLst xmlns:a="http://schemas.openxmlformats.org/drawingml/2006/main">
              <a:ext uri="{FF2B5EF4-FFF2-40B4-BE49-F238E27FC236}">
                <a16:creationId xmlns:a16="http://schemas.microsoft.com/office/drawing/2014/main" id="{A0DF9098-2085-48FA-9055-941C8EBC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同一范围内，量化误差上界减小。</a:t>
            </a:r>
          </a:p>
        </p:txBody>
      </p:sp>
    </p:spTree>
    <p:extLst>
      <p:ext uri="{BB962C8B-B14F-4D97-AF65-F5344CB8AC3E}">
        <p14:creationId xmlns:p14="http://schemas.microsoft.com/office/powerpoint/2010/main" val="207578924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39BAFFFC-5C27-4185-9A95-7D7BDAF1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209F706-592B-4A83-85A8-0808DA4C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DC18260-92D1-46D1-9BB3-D51448B8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量化位数加倍，等级也只加倍吗？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8F67B3AD-22D7-4E98-A331-3645E551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2bit、4bit、8bit各有多少个码字？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158D8A0B-3E41-4485-A815-9AFF9C46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16bit最多能区分多少个等级？</a:t>
            </a:r>
          </a:p>
        </p:txBody>
      </p:sp>
    </p:spTree>
    <p:extLst>
      <p:ext uri="{BB962C8B-B14F-4D97-AF65-F5344CB8AC3E}">
        <p14:creationId xmlns:p14="http://schemas.microsoft.com/office/powerpoint/2010/main" val="38037318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39BAFFFC-5C27-4185-9A95-7D7BDAF1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209F706-592B-4A83-85A8-0808DA4C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DC18260-92D1-46D1-9BB3-D51448B8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量化位数加倍，等级也只加倍吗？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8F67B3AD-22D7-4E98-A331-3645E551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2bit、4bit、8bit各有多少个码字？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158D8A0B-3E41-4485-A815-9AFF9C46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16bit最多能区分多少个等级？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BB160D21-3272-48CC-8CE0-0ED9C1D1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473907A7-60C8-4CDA-BA70-23AFDF58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2² = 4；2⁴ = 16；2⁸ = 256。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D56FE7CF-3769-487F-BDC0-91696C97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2¹⁶ = 65,536。</a:t>
            </a:r>
          </a:p>
        </p:txBody>
      </p:sp>
      <p:sp>
        <p:nvSpPr>
          <p:cNvPr id="9" name="answer-2">
            <a:extLst xmlns:a="http://schemas.openxmlformats.org/drawingml/2006/main">
              <a:ext uri="{FF2B5EF4-FFF2-40B4-BE49-F238E27FC236}">
                <a16:creationId xmlns:a16="http://schemas.microsoft.com/office/drawing/2014/main" id="{FCE6146E-462F-4D01-B1D9-742F497E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n bit最多表示2ⁿ个等级。</a:t>
            </a:r>
          </a:p>
        </p:txBody>
      </p:sp>
    </p:spTree>
    <p:extLst>
      <p:ext uri="{BB962C8B-B14F-4D97-AF65-F5344CB8AC3E}">
        <p14:creationId xmlns:p14="http://schemas.microsoft.com/office/powerpoint/2010/main" val="38037318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6C50019A-DD19-4111-BCB6-B3E6F139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DA65A43-00A5-4278-BD8C-40B995F4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7A084D1-BD7B-45B0-8DA4-27B889FA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三步分别改变了什么？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D90315AF-D32B-44A3-8930-14E5CBAB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采样、量化、编码，分别回答哪一个问题？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4C0D3156-9AE4-40C4-B44A-1CA38581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什么时候读？幅度分多细？怎样写码字？</a:t>
            </a:r>
          </a:p>
        </p:txBody>
      </p:sp>
    </p:spTree>
    <p:extLst>
      <p:ext uri="{BB962C8B-B14F-4D97-AF65-F5344CB8AC3E}">
        <p14:creationId xmlns:p14="http://schemas.microsoft.com/office/powerpoint/2010/main" val="14845332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6C50019A-DD19-4111-BCB6-B3E6F139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DA65A43-00A5-4278-BD8C-40B995F4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7A084D1-BD7B-45B0-8DA4-27B889FA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三步分别改变了什么？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D90315AF-D32B-44A3-8930-14E5CBAB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采样、量化、编码，分别回答哪一个问题？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4C0D3156-9AE4-40C4-B44A-1CA38581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什么时候读？幅度分多细？怎样写码字？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2DAF9833-C8B4-49DF-AB30-9F509181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A499CCDE-3F0E-4DD3-B223-D26AE300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采样：在离散时刻取得样本。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40E6B259-A647-4DB4-A15B-36C4A45C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量化：把幅度近似到有限等级。</a:t>
            </a:r>
          </a:p>
        </p:txBody>
      </p:sp>
      <p:sp>
        <p:nvSpPr>
          <p:cNvPr id="9" name="answer-2">
            <a:extLst xmlns:a="http://schemas.openxmlformats.org/drawingml/2006/main">
              <a:ext uri="{FF2B5EF4-FFF2-40B4-BE49-F238E27FC236}">
                <a16:creationId xmlns:a16="http://schemas.microsoft.com/office/drawing/2014/main" id="{558A192C-654D-49AB-BD8C-E1DD14F2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编码：按规则写成二进制码字。</a:t>
            </a:r>
          </a:p>
        </p:txBody>
      </p:sp>
    </p:spTree>
    <p:extLst>
      <p:ext uri="{BB962C8B-B14F-4D97-AF65-F5344CB8AC3E}">
        <p14:creationId xmlns:p14="http://schemas.microsoft.com/office/powerpoint/2010/main" val="14845332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ail">
            <a:extLst xmlns:a="http://schemas.openxmlformats.org/drawingml/2006/main">
              <a:ext uri="{FF2B5EF4-FFF2-40B4-BE49-F238E27FC236}">
                <a16:creationId xmlns:a16="http://schemas.microsoft.com/office/drawing/2014/main" id="{E5A0B7D4-EF1A-4DDA-9C75-97C89CF6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809555B-FBD8-4F51-BD9A-13ECA6B0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34521BF-AAE5-4D59-BA2C-DAC8D0F0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左右两路声音，怎样记录？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698386C3-5082-426E-92AD-B9389B12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同采样率、同位数、同样6秒。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FC60AA50-05B0-471D-8236-74EF4DCA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单声道1路，双声道2路；样本数据量怎样变？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551884A-8B34-4F38-A7A6-E6199A81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L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30326E5-E90C-46A1-8665-32ACD182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0EECD91A-CDBF-4E47-BCD7-FA762183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52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1A3E979F-3012-4F42-9007-57267AE4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14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BFF8655-593D-4CD8-A8DE-F2B61EB3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098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时刻1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8F0C60E2-FCD1-4B6E-A77B-983BA42E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52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E1AE8C73-20C0-49CF-B6F4-D0643C01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14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67A1C3E-17E1-4D4B-B7A0-41DFEC6D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98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时刻2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3147D1F5-BA24-41C4-89DD-E9C7AC8B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52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4E296E4C-7494-4854-9833-F7839F04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0146531-193D-4CAD-8D95-63608F9D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时刻3</a:t>
            </a:r>
          </a:p>
        </p:txBody>
      </p:sp>
    </p:spTree>
    <p:extLst>
      <p:ext uri="{BB962C8B-B14F-4D97-AF65-F5344CB8AC3E}">
        <p14:creationId xmlns:p14="http://schemas.microsoft.com/office/powerpoint/2010/main" val="10944132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rail">
            <a:extLst xmlns:a="http://schemas.openxmlformats.org/drawingml/2006/main">
              <a:ext uri="{FF2B5EF4-FFF2-40B4-BE49-F238E27FC236}">
                <a16:creationId xmlns:a16="http://schemas.microsoft.com/office/drawing/2014/main" id="{E5A0B7D4-EF1A-4DDA-9C75-97C89CF6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809555B-FBD8-4F51-BD9A-13ECA6B0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34521BF-AAE5-4D59-BA2C-DAC8D0F0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左右两路声音，怎样记录？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698386C3-5082-426E-92AD-B9389B12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同采样率、同位数、同样6秒。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FC60AA50-05B0-471D-8236-74EF4DCA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单声道1路，双声道2路；样本数据量怎样变？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551884A-8B34-4F38-A7A6-E6199A81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L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30326E5-E90C-46A1-8665-32ACD182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0EECD91A-CDBF-4E47-BCD7-FA762183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52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1A3E979F-3012-4F42-9007-57267AE4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14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BFF8655-593D-4CD8-A8DE-F2B61EB3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098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时刻1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8F0C60E2-FCD1-4B6E-A77B-983BA42E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52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E1AE8C73-20C0-49CF-B6F4-D0643C01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14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67A1C3E-17E1-4D4B-B7A0-41DFEC6D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98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时刻2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3147D1F5-BA24-41C4-89DD-E9C7AC8B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52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4E296E4C-7494-4854-9833-F7839F04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0146531-193D-4CAD-8D95-63608F9D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时刻3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B5A71D7-0C42-41DB-B48C-61C748D4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41947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L1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A817503-560C-4FAE-A9A8-1D76BD90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18147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15B5C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15B5CE"/>
                </a:solidFill>
                <a:latin typeface="Alibaba PuHuiTi 3.0 55 Regular"/>
                <a:ea typeface="Alibaba PuHuiTi 3.0 55 Regular"/>
                <a:cs typeface="Alibaba PuHuiTi 3.0 55 Regular"/>
              </a:rPr>
              <a:t>R1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476FCD2-3E85-4808-BF7C-EF6845A4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41947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L2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E21C0B2-804B-46A7-A06F-27E94556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8147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15B5C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15B5CE"/>
                </a:solidFill>
                <a:latin typeface="Alibaba PuHuiTi 3.0 55 Regular"/>
                <a:ea typeface="Alibaba PuHuiTi 3.0 55 Regular"/>
                <a:cs typeface="Alibaba PuHuiTi 3.0 55 Regular"/>
              </a:rPr>
              <a:t>R2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2B8510F-339F-4E87-82E0-B999856C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1947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L3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DF86B73-04F7-4402-B93B-A025322E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8147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15B5C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15B5CE"/>
                </a:solidFill>
                <a:latin typeface="Alibaba PuHuiTi 3.0 55 Regular"/>
                <a:ea typeface="Alibaba PuHuiTi 3.0 55 Regular"/>
                <a:cs typeface="Alibaba PuHuiTi 3.0 55 Regular"/>
              </a:rPr>
              <a:t>R3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9F8A80F-90E7-4EAA-83CD-B0E95850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双声道记录左、右各1个样本。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6E14013-FEF8-48B9-8AD5-32C0F73F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同参数同长度：双声道样本数据量为2倍。</a:t>
            </a:r>
          </a:p>
        </p:txBody>
      </p:sp>
    </p:spTree>
    <p:extLst>
      <p:ext uri="{BB962C8B-B14F-4D97-AF65-F5344CB8AC3E}">
        <p14:creationId xmlns:p14="http://schemas.microsoft.com/office/powerpoint/2010/main" val="10944132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D75717ED-AD4F-4990-8EAD-F8CDB460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EB7AD95-FFF9-4A90-B336-A702A31C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456230C-8241-473A-9FE7-767F81D7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未压缩PCM WAV保存了什么？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38EC56A7-5690-43B5-A24A-1B494833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要让别人读懂并播放这些样本，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5B65C7EE-26DF-4A0E-8B22-3A8DE447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文件除了样本，还需要记录什么？</a:t>
            </a:r>
          </a:p>
        </p:txBody>
      </p:sp>
    </p:spTree>
    <p:extLst>
      <p:ext uri="{BB962C8B-B14F-4D97-AF65-F5344CB8AC3E}">
        <p14:creationId xmlns:p14="http://schemas.microsoft.com/office/powerpoint/2010/main" val="160148009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D75717ED-AD4F-4990-8EAD-F8CDB460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EB7AD95-FFF9-4A90-B336-A702A31C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456230C-8241-473A-9FE7-767F81D7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未压缩PCM WAV保存了什么？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38EC56A7-5690-43B5-A24A-1B494833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要让别人读懂并播放这些样本，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5B65C7EE-26DF-4A0E-8B22-3A8DE447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文件除了样本，还需要记录什么？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C8A45B59-E5F8-47D5-9B4A-AF6307C0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DE1D2859-3D4C-4A64-B5C7-0E8A912D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格式参数：采样率、位数、声道等。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1205D7E1-20C8-44D4-AC15-5964C90F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样本数据：按约定排列的PCM数值。</a:t>
            </a:r>
          </a:p>
        </p:txBody>
      </p:sp>
      <p:sp>
        <p:nvSpPr>
          <p:cNvPr id="9" name="answer-2">
            <a:extLst xmlns:a="http://schemas.openxmlformats.org/drawingml/2006/main">
              <a:ext uri="{FF2B5EF4-FFF2-40B4-BE49-F238E27FC236}">
                <a16:creationId xmlns:a16="http://schemas.microsoft.com/office/drawing/2014/main" id="{3ED9FE71-111A-46F7-8DE8-F06F41DF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本课WAV以未压缩整数PCM保存样本。</a:t>
            </a:r>
          </a:p>
        </p:txBody>
      </p:sp>
    </p:spTree>
    <p:extLst>
      <p:ext uri="{BB962C8B-B14F-4D97-AF65-F5344CB8AC3E}">
        <p14:creationId xmlns:p14="http://schemas.microsoft.com/office/powerpoint/2010/main" val="160148009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834B29EA-BDC7-4523-A639-D88BDC9C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6156B2D-BBB8-4C78-901C-D439F1ED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A56FBA8-17F7-4DB6-8AF5-8E5B189A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怎样从样本数推导数据量？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44DE6D54-5D22-4491-B8AD-502BEC64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每秒每声道fs个样本，录音t秒。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31D1302E-5C82-4958-9F78-AC8EE1B7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每样本n bit，共C个声道。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4E7B1737-284F-4D4A-BF9D-C1C3A6AA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先数样本，再换算成B。</a:t>
            </a:r>
          </a:p>
        </p:txBody>
      </p:sp>
    </p:spTree>
    <p:extLst>
      <p:ext uri="{BB962C8B-B14F-4D97-AF65-F5344CB8AC3E}">
        <p14:creationId xmlns:p14="http://schemas.microsoft.com/office/powerpoint/2010/main" val="35501595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834B29EA-BDC7-4523-A639-D88BDC9C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6156B2D-BBB8-4C78-901C-D439F1ED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A56FBA8-17F7-4DB6-8AF5-8E5B189A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怎样从样本数推导数据量？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44DE6D54-5D22-4491-B8AD-502BEC64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每秒每声道fs个样本，录音t秒。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31D1302E-5C82-4958-9F78-AC8EE1B7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每样本n bit，共C个声道。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4E7B1737-284F-4D4A-BF9D-C1C3A6AA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先数样本，再换算成B。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8C4347F7-A86B-486B-A181-6559A986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answer-0">
            <a:extLst xmlns:a="http://schemas.openxmlformats.org/drawingml/2006/main">
              <a:ext uri="{FF2B5EF4-FFF2-40B4-BE49-F238E27FC236}">
                <a16:creationId xmlns:a16="http://schemas.microsoft.com/office/drawing/2014/main" id="{FF3833AD-E1DB-4852-810F-565B2F56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样本总数 = fs × t × C。</a:t>
            </a:r>
          </a:p>
        </p:txBody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4F96DE4A-F639-4D58-A7C4-A2D636C4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样本数据量（B）= fs × t × n × C ÷ 8。</a:t>
            </a:r>
          </a:p>
        </p:txBody>
      </p:sp>
      <p:sp>
        <p:nvSpPr>
          <p:cNvPr id="10" name="answer-2">
            <a:extLst xmlns:a="http://schemas.openxmlformats.org/drawingml/2006/main">
              <a:ext uri="{FF2B5EF4-FFF2-40B4-BE49-F238E27FC236}">
                <a16:creationId xmlns:a16="http://schemas.microsoft.com/office/drawing/2014/main" id="{600F236C-0A39-4449-9CEA-31828A20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采样率用Hz；时长用秒；n为实际存储位数。</a:t>
            </a:r>
          </a:p>
        </p:txBody>
      </p:sp>
    </p:spTree>
    <p:extLst>
      <p:ext uri="{BB962C8B-B14F-4D97-AF65-F5344CB8AC3E}">
        <p14:creationId xmlns:p14="http://schemas.microsoft.com/office/powerpoint/2010/main" val="35501595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BAEBBC08-CD4A-48E3-BB91-B87C1757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A3A33D0-5421-44F7-8FFE-4DE21417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0CAF316-FE8B-4D84-AE9F-7F27D4EC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一分钟双声道PCM有多大？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8DBDA1CB-6A09-407A-AF5C-623EEBF3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44.1kHz、16bit、双声道，录音1分钟。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168BC7C1-95DF-406E-94C5-FDF0B154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求未压缩PCM样本数据量，以B和MiB表示。</a:t>
            </a:r>
          </a:p>
        </p:txBody>
      </p:sp>
    </p:spTree>
    <p:extLst>
      <p:ext uri="{BB962C8B-B14F-4D97-AF65-F5344CB8AC3E}">
        <p14:creationId xmlns:p14="http://schemas.microsoft.com/office/powerpoint/2010/main" val="184963590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BAEBBC08-CD4A-48E3-BB91-B87C1757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A3A33D0-5421-44F7-8FFE-4DE21417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0CAF316-FE8B-4D84-AE9F-7F27D4EC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一分钟双声道PCM有多大？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8DBDA1CB-6A09-407A-AF5C-623EEBF3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44.1kHz、16bit、双声道，录音1分钟。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168BC7C1-95DF-406E-94C5-FDF0B154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求未压缩PCM样本数据量，以B和MiB表示。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893BA3A6-40E5-4492-B6EC-070FC9A7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D156626D-CF3D-4795-98C6-F42D7D87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44,100 × 60 × 16 × 2 ÷ 8 = 10,584,000 B。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80791528-F485-43E9-9232-2417F4C3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10,584,000 ÷ 1,048,576 ≈ 10.09 MiB。</a:t>
            </a:r>
          </a:p>
        </p:txBody>
      </p:sp>
      <p:sp>
        <p:nvSpPr>
          <p:cNvPr id="9" name="answer-2">
            <a:extLst xmlns:a="http://schemas.openxmlformats.org/drawingml/2006/main">
              <a:ext uri="{FF2B5EF4-FFF2-40B4-BE49-F238E27FC236}">
                <a16:creationId xmlns:a16="http://schemas.microsoft.com/office/drawing/2014/main" id="{749618AA-562A-416A-9225-1D08AC37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同参数改单声道，样本数据量减半。</a:t>
            </a:r>
          </a:p>
        </p:txBody>
      </p:sp>
    </p:spTree>
    <p:extLst>
      <p:ext uri="{BB962C8B-B14F-4D97-AF65-F5344CB8AC3E}">
        <p14:creationId xmlns:p14="http://schemas.microsoft.com/office/powerpoint/2010/main" val="184963590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C6706EC2-6595-4C48-A8E2-52BDD4C0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83A0AA4-6D66-4A3E-852E-E5E24025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5E91201-44D1-44EE-82B2-36BC96B1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算出32000B，文件一定也是32000B吗？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4183610E-6B33-42AA-B7EC-8066ADDF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实际样例：8kHz、2秒、16bit、单声道PCM WAV。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E9C5B392-DDC5-4649-9E3B-FCE7B03B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公式得到32,000B。完整文件会一样大吗？</a:t>
            </a:r>
          </a:p>
        </p:txBody>
      </p:sp>
    </p:spTree>
    <p:extLst>
      <p:ext uri="{BB962C8B-B14F-4D97-AF65-F5344CB8AC3E}">
        <p14:creationId xmlns:p14="http://schemas.microsoft.com/office/powerpoint/2010/main" val="155705377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C6706EC2-6595-4C48-A8E2-52BDD4C0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83A0AA4-6D66-4A3E-852E-E5E24025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5E91201-44D1-44EE-82B2-36BC96B1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算出32000B，文件一定也是32000B吗？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4183610E-6B33-42AA-B7EC-8066ADDF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实际样例：8kHz、2秒、16bit、单声道PCM WAV。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E9C5B392-DDC5-4649-9E3B-FCE7B03B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公式得到32,000B。完整文件会一样大吗？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29DE69F3-E94A-4415-B000-F74AB8C5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EACE261E-34EA-45E0-8968-00B9DF29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读取样本：16,000个；样本数据32,000B。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A9091F55-3156-4B07-AEF2-F1BDCA79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本课文件：32,044B，另有44B结构信息。</a:t>
            </a:r>
          </a:p>
        </p:txBody>
      </p:sp>
      <p:sp>
        <p:nvSpPr>
          <p:cNvPr id="9" name="answer-2">
            <a:extLst xmlns:a="http://schemas.openxmlformats.org/drawingml/2006/main">
              <a:ext uri="{FF2B5EF4-FFF2-40B4-BE49-F238E27FC236}">
                <a16:creationId xmlns:a16="http://schemas.microsoft.com/office/drawing/2014/main" id="{17D51C21-0D50-4795-9F83-A609272F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公式计算样本数据量，不是完整文件大小。</a:t>
            </a:r>
          </a:p>
        </p:txBody>
      </p:sp>
    </p:spTree>
    <p:extLst>
      <p:ext uri="{BB962C8B-B14F-4D97-AF65-F5344CB8AC3E}">
        <p14:creationId xmlns:p14="http://schemas.microsoft.com/office/powerpoint/2010/main" val="155705377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27E8003A-75EA-4875-B042-C8630C75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A162C7E-4E5C-4BF5-A326-6ED0A2A9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879B597-AC97-4AAA-9806-E6F4E2B3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只有64KiB，哪种方案满足要求？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0BA4FA42-C564-439E-9BAD-0B1B31A2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记录2秒；至少保留6kHz；存储16bit；单声道。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58F271EB-C243-47E4-A68E-AED274DD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样本数据上限64KiB。候选：8k、16k、24kHz。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B4C13972-96FC-45AC-BC34-230A4803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每种方案都满足两个条件吗？</a:t>
            </a:r>
          </a:p>
        </p:txBody>
      </p:sp>
    </p:spTree>
    <p:extLst>
      <p:ext uri="{BB962C8B-B14F-4D97-AF65-F5344CB8AC3E}">
        <p14:creationId xmlns:p14="http://schemas.microsoft.com/office/powerpoint/2010/main" val="161743069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27E8003A-75EA-4875-B042-C8630C75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A162C7E-4E5C-4BF5-A326-6ED0A2A9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879B597-AC97-4AAA-9806-E6F4E2B3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只有64KiB，哪种方案满足要求？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0BA4FA42-C564-439E-9BAD-0B1B31A2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记录2秒；至少保留6kHz；存储16bit；单声道。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58F271EB-C243-47E4-A68E-AED274DD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样本数据上限64KiB。候选：8k、16k、24kHz。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B4C13972-96FC-45AC-BC34-230A4803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每种方案都满足两个条件吗？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8426B7F2-AE9F-42EE-A07C-1AB0D049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answer-0">
            <a:extLst xmlns:a="http://schemas.openxmlformats.org/drawingml/2006/main">
              <a:ext uri="{FF2B5EF4-FFF2-40B4-BE49-F238E27FC236}">
                <a16:creationId xmlns:a16="http://schemas.microsoft.com/office/drawing/2014/main" id="{3CDA9C9B-37DB-41A3-BF6E-7916A1B1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8kHz：32,000B，容量够；频率条件不满足。</a:t>
            </a:r>
          </a:p>
        </p:txBody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23C76AA0-B055-424E-BF46-7DDEB952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16kHz：64,000B，两项满足。</a:t>
            </a:r>
          </a:p>
        </p:txBody>
      </p:sp>
      <p:sp>
        <p:nvSpPr>
          <p:cNvPr id="10" name="answer-2">
            <a:extLst xmlns:a="http://schemas.openxmlformats.org/drawingml/2006/main">
              <a:ext uri="{FF2B5EF4-FFF2-40B4-BE49-F238E27FC236}">
                <a16:creationId xmlns:a16="http://schemas.microsoft.com/office/drawing/2014/main" id="{A4154A11-8FA6-43C1-BCF4-97DBCF44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24kHz：96,000B，超出65,536B。</a:t>
            </a:r>
          </a:p>
        </p:txBody>
      </p:sp>
    </p:spTree>
    <p:extLst>
      <p:ext uri="{BB962C8B-B14F-4D97-AF65-F5344CB8AC3E}">
        <p14:creationId xmlns:p14="http://schemas.microsoft.com/office/powerpoint/2010/main" val="161743069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B64DCA36-FBDB-48F0-97A2-CC2F6335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464E47C-B6DB-4A88-AADE-F71EBD57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3892117-4E6E-4753-9DDB-C80BBF82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哪些说法需要修改？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DED80FA3-93A5-4D5B-B6CA-A47AE6CC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8kHz采样，声音自身频率就是8kHz。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798DF114-62BA-46F3-A097-0BE93B37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② 16bit量化只有16个等级。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79363118-127B-4CC9-906D-EC6F3AB5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③ 所有WAV都未压缩，公式算出完整文件大小。</a:t>
            </a:r>
          </a:p>
        </p:txBody>
      </p:sp>
    </p:spTree>
    <p:extLst>
      <p:ext uri="{BB962C8B-B14F-4D97-AF65-F5344CB8AC3E}">
        <p14:creationId xmlns:p14="http://schemas.microsoft.com/office/powerpoint/2010/main" val="213198016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B64DCA36-FBDB-48F0-97A2-CC2F6335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464E47C-B6DB-4A88-AADE-F71EBD57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3892117-4E6E-4753-9DDB-C80BBF82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哪些说法需要修改？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DED80FA3-93A5-4D5B-B6CA-A47AE6CC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8kHz采样，声音自身频率就是8kHz。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798DF114-62BA-46F3-A097-0BE93B37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② 16bit量化只有16个等级。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79363118-127B-4CC9-906D-EC6F3AB5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③ 所有WAV都未压缩，公式算出完整文件大小。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3418B0F5-BB96-400A-8F76-12DCFE0E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answer-0">
            <a:extLst xmlns:a="http://schemas.openxmlformats.org/drawingml/2006/main">
              <a:ext uri="{FF2B5EF4-FFF2-40B4-BE49-F238E27FC236}">
                <a16:creationId xmlns:a16="http://schemas.microsoft.com/office/drawing/2014/main" id="{2A87888F-DD45-422F-9777-264410ED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① 采样率数记录次数；声音频率数振动次数。</a:t>
            </a:r>
          </a:p>
        </p:txBody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E8C0456D-7F0A-4B6D-9366-F9F98AAF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② 16bit最多表示65,536个等级。</a:t>
            </a:r>
          </a:p>
        </p:txBody>
      </p:sp>
      <p:sp>
        <p:nvSpPr>
          <p:cNvPr id="10" name="answer-2">
            <a:extLst xmlns:a="http://schemas.openxmlformats.org/drawingml/2006/main">
              <a:ext uri="{FF2B5EF4-FFF2-40B4-BE49-F238E27FC236}">
                <a16:creationId xmlns:a16="http://schemas.microsoft.com/office/drawing/2014/main" id="{5875A059-901F-442A-91DC-30A4EED6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③ WAV不一定未压缩；公式只计样本数据。</a:t>
            </a:r>
          </a:p>
        </p:txBody>
      </p:sp>
    </p:spTree>
    <p:extLst>
      <p:ext uri="{BB962C8B-B14F-4D97-AF65-F5344CB8AC3E}">
        <p14:creationId xmlns:p14="http://schemas.microsoft.com/office/powerpoint/2010/main" val="213198016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FF6CA737-7302-46B6-B00C-EFD52663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DF2AAF0-F1A5-44B3-AAE3-D20AD9AB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FDD4F83-E525-4572-99A0-319689E4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课后练习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4208FAF-FDA3-4067-90CA-7FB73DF5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 22.05kHz、16bit、单声道，10秒有多少B样本数据？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933C25F-EE43-417F-A5A2-3120382E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2. 4bit改为8bit，等级数变成原来的几倍？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5E682BD-42F5-4F01-B2BB-4D8BE623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3. 8kHz录音转为48kHz，能恢复未记录的6kHz吗？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2AD10F7-B40D-41D9-BFFF-18120483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计算写出单位；解释写出条件。</a:t>
            </a:r>
          </a:p>
        </p:txBody>
      </p:sp>
    </p:spTree>
    <p:extLst>
      <p:ext uri="{BB962C8B-B14F-4D97-AF65-F5344CB8AC3E}">
        <p14:creationId xmlns:p14="http://schemas.microsoft.com/office/powerpoint/2010/main" val="13544390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2026-09-30T14:23:36.9510000Z</dcterms:created>
  <dcterms:modified xsi:type="dcterms:W3CDTF">2026-09-30T14:23:36.9510000Z</dcterms:modified>
</coreProperties>
</file>