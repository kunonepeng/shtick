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70863c9acc4be4" /><Relationship Type="http://schemas.openxmlformats.org/officeDocument/2006/relationships/extended-properties" Target="/docProps/app.xml" Id="R50d5832416024532" /><Relationship Type="http://schemas.openxmlformats.org/officeDocument/2006/relationships/officeDocument" Target="/ppt/presentation.xml" Id="R3219b0fc3c6f43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06722ea93e4089"/>
  </p:sldMasterIdLst>
  <p:notesMasterIdLst>
    <p:notesMasterId xmlns:r="http://schemas.openxmlformats.org/officeDocument/2006/relationships" r:id="R53260d9da49f458f"/>
  </p:notesMasterIdLst>
  <p:sldIdLst>
    <p:sldId xmlns:r="http://schemas.openxmlformats.org/officeDocument/2006/relationships" id="256" r:id="R251399887aed4fc3"/>
    <p:sldId xmlns:r="http://schemas.openxmlformats.org/officeDocument/2006/relationships" id="257" r:id="Rf50d7ed4957449f6"/>
    <p:sldId xmlns:r="http://schemas.openxmlformats.org/officeDocument/2006/relationships" id="258" r:id="Ra6943dbe2875456f"/>
    <p:sldId xmlns:r="http://schemas.openxmlformats.org/officeDocument/2006/relationships" id="259" r:id="R4f25cd9d9dd24925"/>
    <p:sldId xmlns:r="http://schemas.openxmlformats.org/officeDocument/2006/relationships" id="260" r:id="R99607bc5354447ca"/>
    <p:sldId xmlns:r="http://schemas.openxmlformats.org/officeDocument/2006/relationships" id="261" r:id="R4f80e5f0953b4013"/>
    <p:sldId xmlns:r="http://schemas.openxmlformats.org/officeDocument/2006/relationships" id="262" r:id="R5e2631a8b73a483c"/>
    <p:sldId xmlns:r="http://schemas.openxmlformats.org/officeDocument/2006/relationships" id="263" r:id="Rdda825a36d514686"/>
    <p:sldId xmlns:r="http://schemas.openxmlformats.org/officeDocument/2006/relationships" id="264" r:id="Rb6cfde40ec5042d0"/>
    <p:sldId xmlns:r="http://schemas.openxmlformats.org/officeDocument/2006/relationships" id="265" r:id="Rf7ad8ebc32334512"/>
    <p:sldId xmlns:r="http://schemas.openxmlformats.org/officeDocument/2006/relationships" id="266" r:id="Re4ec0ca73ec541a7"/>
    <p:sldId xmlns:r="http://schemas.openxmlformats.org/officeDocument/2006/relationships" id="267" r:id="Rf94edac2a2934be7"/>
    <p:sldId xmlns:r="http://schemas.openxmlformats.org/officeDocument/2006/relationships" id="268" r:id="R8bdc53fc334046c5"/>
    <p:sldId xmlns:r="http://schemas.openxmlformats.org/officeDocument/2006/relationships" id="269" r:id="R3e20c3c603554f5c"/>
    <p:sldId xmlns:r="http://schemas.openxmlformats.org/officeDocument/2006/relationships" id="270" r:id="R9cc5d1d5c26e47cc"/>
    <p:sldId xmlns:r="http://schemas.openxmlformats.org/officeDocument/2006/relationships" id="271" r:id="Re70ce362dc7849a5"/>
    <p:sldId xmlns:r="http://schemas.openxmlformats.org/officeDocument/2006/relationships" id="272" r:id="Rb9d220f4b0164abd"/>
    <p:sldId xmlns:r="http://schemas.openxmlformats.org/officeDocument/2006/relationships" id="273" r:id="R26706630f91048c8"/>
    <p:sldId xmlns:r="http://schemas.openxmlformats.org/officeDocument/2006/relationships" id="274" r:id="Re391796968d14cdc"/>
    <p:sldId xmlns:r="http://schemas.openxmlformats.org/officeDocument/2006/relationships" id="275" r:id="R2af7c123800c4be6"/>
    <p:sldId xmlns:r="http://schemas.openxmlformats.org/officeDocument/2006/relationships" id="276" r:id="R79b80e5dcdae46e4"/>
    <p:sldId xmlns:r="http://schemas.openxmlformats.org/officeDocument/2006/relationships" id="277" r:id="R946f249d6da6458c"/>
    <p:sldId xmlns:r="http://schemas.openxmlformats.org/officeDocument/2006/relationships" id="278" r:id="R9c9daf19f4a9485a"/>
    <p:sldId xmlns:r="http://schemas.openxmlformats.org/officeDocument/2006/relationships" id="279" r:id="R08d64a78aacb468c"/>
    <p:sldId xmlns:r="http://schemas.openxmlformats.org/officeDocument/2006/relationships" id="280" r:id="R01109d44a25b49e9"/>
    <p:sldId xmlns:r="http://schemas.openxmlformats.org/officeDocument/2006/relationships" id="281" r:id="R4f7bbf2db6674fe1"/>
    <p:sldId xmlns:r="http://schemas.openxmlformats.org/officeDocument/2006/relationships" id="282" r:id="R3c80fa74c8414cb4"/>
    <p:sldId xmlns:r="http://schemas.openxmlformats.org/officeDocument/2006/relationships" id="283" r:id="R2df4391e97a54034"/>
    <p:sldId xmlns:r="http://schemas.openxmlformats.org/officeDocument/2006/relationships" id="284" r:id="R2154096705444cdf"/>
    <p:sldId xmlns:r="http://schemas.openxmlformats.org/officeDocument/2006/relationships" id="285" r:id="R174702d3834644d2"/>
    <p:sldId xmlns:r="http://schemas.openxmlformats.org/officeDocument/2006/relationships" id="286" r:id="Ra14fe47c3230498b"/>
    <p:sldId xmlns:r="http://schemas.openxmlformats.org/officeDocument/2006/relationships" id="287" r:id="R83d1486c6220416a"/>
    <p:sldId xmlns:r="http://schemas.openxmlformats.org/officeDocument/2006/relationships" id="288" r:id="Ra0776e70c4924900"/>
    <p:sldId xmlns:r="http://schemas.openxmlformats.org/officeDocument/2006/relationships" id="289" r:id="R6da25daaafff4e95"/>
    <p:sldId xmlns:r="http://schemas.openxmlformats.org/officeDocument/2006/relationships" id="290" r:id="R7be8dc05c6bf4760"/>
    <p:sldId xmlns:r="http://schemas.openxmlformats.org/officeDocument/2006/relationships" id="291" r:id="R742212b45b44461e"/>
    <p:sldId xmlns:r="http://schemas.openxmlformats.org/officeDocument/2006/relationships" id="292" r:id="R77ae74e36809434b"/>
    <p:sldId xmlns:r="http://schemas.openxmlformats.org/officeDocument/2006/relationships" id="293" r:id="R7ef801be6fd9445c"/>
    <p:sldId xmlns:r="http://schemas.openxmlformats.org/officeDocument/2006/relationships" id="294" r:id="Ra5797eeb5b57404b"/>
    <p:sldId xmlns:r="http://schemas.openxmlformats.org/officeDocument/2006/relationships" id="295" r:id="Ra95d4aef8b6f4d41"/>
    <p:sldId xmlns:r="http://schemas.openxmlformats.org/officeDocument/2006/relationships" id="296" r:id="Rd8e87ba52d7d4d90"/>
    <p:sldId xmlns:r="http://schemas.openxmlformats.org/officeDocument/2006/relationships" id="297" r:id="R4451a9857f574b31"/>
    <p:sldId xmlns:r="http://schemas.openxmlformats.org/officeDocument/2006/relationships" id="298" r:id="R68337ef58efc408b"/>
    <p:sldId xmlns:r="http://schemas.openxmlformats.org/officeDocument/2006/relationships" id="299" r:id="R6462a301bc284066"/>
    <p:sldId xmlns:r="http://schemas.openxmlformats.org/officeDocument/2006/relationships" id="300" r:id="Re2a5e8ca4f9346e5"/>
    <p:sldId xmlns:r="http://schemas.openxmlformats.org/officeDocument/2006/relationships" id="301" r:id="Rd9141cad171c4ce3"/>
    <p:sldId xmlns:r="http://schemas.openxmlformats.org/officeDocument/2006/relationships" id="302" r:id="R4752592d82e84f8d"/>
    <p:sldId xmlns:r="http://schemas.openxmlformats.org/officeDocument/2006/relationships" id="303" r:id="Rf9d8d0e74d5f4c8f"/>
    <p:sldId xmlns:r="http://schemas.openxmlformats.org/officeDocument/2006/relationships" id="304" r:id="R3f551003deed46cb"/>
    <p:sldId xmlns:r="http://schemas.openxmlformats.org/officeDocument/2006/relationships" id="305" r:id="Rb4113437cc4f4adb"/>
    <p:sldId xmlns:r="http://schemas.openxmlformats.org/officeDocument/2006/relationships" id="306" r:id="R59ff068d9b7a4135"/>
    <p:sldId xmlns:r="http://schemas.openxmlformats.org/officeDocument/2006/relationships" id="307" r:id="Ra748b60fe5c44425"/>
    <p:sldId xmlns:r="http://schemas.openxmlformats.org/officeDocument/2006/relationships" id="308" r:id="R5b783f093be749da"/>
    <p:sldId xmlns:r="http://schemas.openxmlformats.org/officeDocument/2006/relationships" id="309" r:id="R7e2678fd92eb487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cec3645c814e23" /><Relationship Type="http://schemas.openxmlformats.org/officeDocument/2006/relationships/slideMaster" Target="/ppt/slideMasters/slideMaster1.xml" Id="Ra306722ea93e4089" /><Relationship Type="http://schemas.openxmlformats.org/officeDocument/2006/relationships/notesMaster" Target="/ppt/notesMasters/notesMaster1.xml" Id="R53260d9da49f458f" /><Relationship Type="http://schemas.openxmlformats.org/officeDocument/2006/relationships/presProps" Target="/ppt/presProps.xml" Id="Rda4a6c2f886c4bab" /><Relationship Type="http://schemas.openxmlformats.org/officeDocument/2006/relationships/tableStyles" Target="/ppt/tableStyles.xml" Id="R75ae752a2d3f4ac0" /><Relationship Type="http://schemas.openxmlformats.org/officeDocument/2006/relationships/slide" Target="/ppt/slides/slide1.xml" Id="R251399887aed4fc3" /><Relationship Type="http://schemas.openxmlformats.org/officeDocument/2006/relationships/slide" Target="/ppt/slides/slide2.xml" Id="Rf50d7ed4957449f6" /><Relationship Type="http://schemas.openxmlformats.org/officeDocument/2006/relationships/slide" Target="/ppt/slides/slide3.xml" Id="Ra6943dbe2875456f" /><Relationship Type="http://schemas.openxmlformats.org/officeDocument/2006/relationships/slide" Target="/ppt/slides/slide4.xml" Id="R4f25cd9d9dd24925" /><Relationship Type="http://schemas.openxmlformats.org/officeDocument/2006/relationships/slide" Target="/ppt/slides/slide5.xml" Id="R99607bc5354447ca" /><Relationship Type="http://schemas.openxmlformats.org/officeDocument/2006/relationships/slide" Target="/ppt/slides/slide6.xml" Id="R4f80e5f0953b4013" /><Relationship Type="http://schemas.openxmlformats.org/officeDocument/2006/relationships/slide" Target="/ppt/slides/slide7.xml" Id="R5e2631a8b73a483c" /><Relationship Type="http://schemas.openxmlformats.org/officeDocument/2006/relationships/slide" Target="/ppt/slides/slide8.xml" Id="Rdda825a36d514686" /><Relationship Type="http://schemas.openxmlformats.org/officeDocument/2006/relationships/slide" Target="/ppt/slides/slide9.xml" Id="Rb6cfde40ec5042d0" /><Relationship Type="http://schemas.openxmlformats.org/officeDocument/2006/relationships/slide" Target="/ppt/slides/slide10.xml" Id="Rf7ad8ebc32334512" /><Relationship Type="http://schemas.openxmlformats.org/officeDocument/2006/relationships/slide" Target="/ppt/slides/slide11.xml" Id="Re4ec0ca73ec541a7" /><Relationship Type="http://schemas.openxmlformats.org/officeDocument/2006/relationships/slide" Target="/ppt/slides/slide12.xml" Id="Rf94edac2a2934be7" /><Relationship Type="http://schemas.openxmlformats.org/officeDocument/2006/relationships/slide" Target="/ppt/slides/slide13.xml" Id="R8bdc53fc334046c5" /><Relationship Type="http://schemas.openxmlformats.org/officeDocument/2006/relationships/slide" Target="/ppt/slides/slide14.xml" Id="R3e20c3c603554f5c" /><Relationship Type="http://schemas.openxmlformats.org/officeDocument/2006/relationships/slide" Target="/ppt/slides/slide15.xml" Id="R9cc5d1d5c26e47cc" /><Relationship Type="http://schemas.openxmlformats.org/officeDocument/2006/relationships/slide" Target="/ppt/slides/slide16.xml" Id="Re70ce362dc7849a5" /><Relationship Type="http://schemas.openxmlformats.org/officeDocument/2006/relationships/slide" Target="/ppt/slides/slide17.xml" Id="Rb9d220f4b0164abd" /><Relationship Type="http://schemas.openxmlformats.org/officeDocument/2006/relationships/slide" Target="/ppt/slides/slide18.xml" Id="R26706630f91048c8" /><Relationship Type="http://schemas.openxmlformats.org/officeDocument/2006/relationships/slide" Target="/ppt/slides/slide19.xml" Id="Re391796968d14cdc" /><Relationship Type="http://schemas.openxmlformats.org/officeDocument/2006/relationships/slide" Target="/ppt/slides/slide20.xml" Id="R2af7c123800c4be6" /><Relationship Type="http://schemas.openxmlformats.org/officeDocument/2006/relationships/slide" Target="/ppt/slides/slide21.xml" Id="R79b80e5dcdae46e4" /><Relationship Type="http://schemas.openxmlformats.org/officeDocument/2006/relationships/slide" Target="/ppt/slides/slide22.xml" Id="R946f249d6da6458c" /><Relationship Type="http://schemas.openxmlformats.org/officeDocument/2006/relationships/slide" Target="/ppt/slides/slide23.xml" Id="R9c9daf19f4a9485a" /><Relationship Type="http://schemas.openxmlformats.org/officeDocument/2006/relationships/slide" Target="/ppt/slides/slide24.xml" Id="R08d64a78aacb468c" /><Relationship Type="http://schemas.openxmlformats.org/officeDocument/2006/relationships/slide" Target="/ppt/slides/slide25.xml" Id="R01109d44a25b49e9" /><Relationship Type="http://schemas.openxmlformats.org/officeDocument/2006/relationships/slide" Target="/ppt/slides/slide26.xml" Id="R4f7bbf2db6674fe1" /><Relationship Type="http://schemas.openxmlformats.org/officeDocument/2006/relationships/slide" Target="/ppt/slides/slide27.xml" Id="R3c80fa74c8414cb4" /><Relationship Type="http://schemas.openxmlformats.org/officeDocument/2006/relationships/slide" Target="/ppt/slides/slide28.xml" Id="R2df4391e97a54034" /><Relationship Type="http://schemas.openxmlformats.org/officeDocument/2006/relationships/slide" Target="/ppt/slides/slide29.xml" Id="R2154096705444cdf" /><Relationship Type="http://schemas.openxmlformats.org/officeDocument/2006/relationships/slide" Target="/ppt/slides/slide30.xml" Id="R174702d3834644d2" /><Relationship Type="http://schemas.openxmlformats.org/officeDocument/2006/relationships/slide" Target="/ppt/slides/slide31.xml" Id="Ra14fe47c3230498b" /><Relationship Type="http://schemas.openxmlformats.org/officeDocument/2006/relationships/slide" Target="/ppt/slides/slide32.xml" Id="R83d1486c6220416a" /><Relationship Type="http://schemas.openxmlformats.org/officeDocument/2006/relationships/slide" Target="/ppt/slides/slide33.xml" Id="Ra0776e70c4924900" /><Relationship Type="http://schemas.openxmlformats.org/officeDocument/2006/relationships/slide" Target="/ppt/slides/slide34.xml" Id="R6da25daaafff4e95" /><Relationship Type="http://schemas.openxmlformats.org/officeDocument/2006/relationships/slide" Target="/ppt/slides/slide35.xml" Id="R7be8dc05c6bf4760" /><Relationship Type="http://schemas.openxmlformats.org/officeDocument/2006/relationships/slide" Target="/ppt/slides/slide36.xml" Id="R742212b45b44461e" /><Relationship Type="http://schemas.openxmlformats.org/officeDocument/2006/relationships/slide" Target="/ppt/slides/slide37.xml" Id="R77ae74e36809434b" /><Relationship Type="http://schemas.openxmlformats.org/officeDocument/2006/relationships/slide" Target="/ppt/slides/slide38.xml" Id="R7ef801be6fd9445c" /><Relationship Type="http://schemas.openxmlformats.org/officeDocument/2006/relationships/slide" Target="/ppt/slides/slide39.xml" Id="Ra5797eeb5b57404b" /><Relationship Type="http://schemas.openxmlformats.org/officeDocument/2006/relationships/slide" Target="/ppt/slides/slide40.xml" Id="Ra95d4aef8b6f4d41" /><Relationship Type="http://schemas.openxmlformats.org/officeDocument/2006/relationships/slide" Target="/ppt/slides/slide41.xml" Id="Rd8e87ba52d7d4d90" /><Relationship Type="http://schemas.openxmlformats.org/officeDocument/2006/relationships/slide" Target="/ppt/slides/slide42.xml" Id="R4451a9857f574b31" /><Relationship Type="http://schemas.openxmlformats.org/officeDocument/2006/relationships/slide" Target="/ppt/slides/slide43.xml" Id="R68337ef58efc408b" /><Relationship Type="http://schemas.openxmlformats.org/officeDocument/2006/relationships/slide" Target="/ppt/slides/slide44.xml" Id="R6462a301bc284066" /><Relationship Type="http://schemas.openxmlformats.org/officeDocument/2006/relationships/slide" Target="/ppt/slides/slide45.xml" Id="Re2a5e8ca4f9346e5" /><Relationship Type="http://schemas.openxmlformats.org/officeDocument/2006/relationships/slide" Target="/ppt/slides/slide46.xml" Id="Rd9141cad171c4ce3" /><Relationship Type="http://schemas.openxmlformats.org/officeDocument/2006/relationships/slide" Target="/ppt/slides/slide47.xml" Id="R4752592d82e84f8d" /><Relationship Type="http://schemas.openxmlformats.org/officeDocument/2006/relationships/slide" Target="/ppt/slides/slide48.xml" Id="Rf9d8d0e74d5f4c8f" /><Relationship Type="http://schemas.openxmlformats.org/officeDocument/2006/relationships/slide" Target="/ppt/slides/slide49.xml" Id="R3f551003deed46cb" /><Relationship Type="http://schemas.openxmlformats.org/officeDocument/2006/relationships/slide" Target="/ppt/slides/slide50.xml" Id="Rb4113437cc4f4adb" /><Relationship Type="http://schemas.openxmlformats.org/officeDocument/2006/relationships/slide" Target="/ppt/slides/slide51.xml" Id="R59ff068d9b7a4135" /><Relationship Type="http://schemas.openxmlformats.org/officeDocument/2006/relationships/slide" Target="/ppt/slides/slide52.xml" Id="Ra748b60fe5c44425" /><Relationship Type="http://schemas.openxmlformats.org/officeDocument/2006/relationships/slide" Target="/ppt/slides/slide53.xml" Id="R5b783f093be749da" /><Relationship Type="http://schemas.openxmlformats.org/officeDocument/2006/relationships/slide" Target="/ppt/slides/slide54.xml" Id="R7e2678fd92eb48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4a40acaf79742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3bb4c8239e4b98" /><Relationship Type="http://schemas.openxmlformats.org/officeDocument/2006/relationships/notesMaster" Target="/ppt/notesMasters/notesMaster1.xml" Id="R139ea3c32f924f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dbb837f4774f16" /><Relationship Type="http://schemas.openxmlformats.org/officeDocument/2006/relationships/notesMaster" Target="/ppt/notesMasters/notesMaster1.xml" Id="R77b9e9aaffdb49d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b8084044624bd8" /><Relationship Type="http://schemas.openxmlformats.org/officeDocument/2006/relationships/notesMaster" Target="/ppt/notesMasters/notesMaster1.xml" Id="Re86cad9cbd2c42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ba86e6be12b4346" /><Relationship Type="http://schemas.openxmlformats.org/officeDocument/2006/relationships/notesMaster" Target="/ppt/notesMasters/notesMaster1.xml" Id="Rb2ef28030b5e41e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a311861a1f4c5a" /><Relationship Type="http://schemas.openxmlformats.org/officeDocument/2006/relationships/notesMaster" Target="/ppt/notesMasters/notesMaster1.xml" Id="R6c06008c2ad449e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b8cfdc0559d4d9d" /><Relationship Type="http://schemas.openxmlformats.org/officeDocument/2006/relationships/notesMaster" Target="/ppt/notesMasters/notesMaster1.xml" Id="R0ee9b9034e92446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203d91740aa4e2b" /><Relationship Type="http://schemas.openxmlformats.org/officeDocument/2006/relationships/notesMaster" Target="/ppt/notesMasters/notesMaster1.xml" Id="R501bdf14cfe14cf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3f339a1d2a34069" /><Relationship Type="http://schemas.openxmlformats.org/officeDocument/2006/relationships/notesMaster" Target="/ppt/notesMasters/notesMaster1.xml" Id="Rc395be4c962a4ec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bd39a2f1641440d" /><Relationship Type="http://schemas.openxmlformats.org/officeDocument/2006/relationships/notesMaster" Target="/ppt/notesMasters/notesMaster1.xml" Id="R0c805c69fc094b8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7274dc2f84645c5" /><Relationship Type="http://schemas.openxmlformats.org/officeDocument/2006/relationships/notesMaster" Target="/ppt/notesMasters/notesMaster1.xml" Id="R0536811d53aa487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dcee7d419404679" /><Relationship Type="http://schemas.openxmlformats.org/officeDocument/2006/relationships/notesMaster" Target="/ppt/notesMasters/notesMaster1.xml" Id="Rbca354dfda164a4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f24599422bc44ce" /><Relationship Type="http://schemas.openxmlformats.org/officeDocument/2006/relationships/notesMaster" Target="/ppt/notesMasters/notesMaster1.xml" Id="R3d94843c06bc404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99f71151e7f47b5" /><Relationship Type="http://schemas.openxmlformats.org/officeDocument/2006/relationships/notesMaster" Target="/ppt/notesMasters/notesMaster1.xml" Id="R201dba65195941e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cf4ce2245404131" /><Relationship Type="http://schemas.openxmlformats.org/officeDocument/2006/relationships/notesMaster" Target="/ppt/notesMasters/notesMaster1.xml" Id="R4d13476098104a1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b598d89d95d445a" /><Relationship Type="http://schemas.openxmlformats.org/officeDocument/2006/relationships/notesMaster" Target="/ppt/notesMasters/notesMaster1.xml" Id="R6c5a30d72b15480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8bc3e24c4ba4009" /><Relationship Type="http://schemas.openxmlformats.org/officeDocument/2006/relationships/notesMaster" Target="/ppt/notesMasters/notesMaster1.xml" Id="Rfd2839d2b6444a9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e90a7c90d6b446a" /><Relationship Type="http://schemas.openxmlformats.org/officeDocument/2006/relationships/notesMaster" Target="/ppt/notesMasters/notesMaster1.xml" Id="Rfbe67067515c462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845e34a16c44bf6" /><Relationship Type="http://schemas.openxmlformats.org/officeDocument/2006/relationships/notesMaster" Target="/ppt/notesMasters/notesMaster1.xml" Id="R355862de40134db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550fb0a1f974703" /><Relationship Type="http://schemas.openxmlformats.org/officeDocument/2006/relationships/notesMaster" Target="/ppt/notesMasters/notesMaster1.xml" Id="R91b1a35cca76421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855c5fc57254ae4" /><Relationship Type="http://schemas.openxmlformats.org/officeDocument/2006/relationships/notesMaster" Target="/ppt/notesMasters/notesMaster1.xml" Id="Rf8db81e2f2b84cf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a6aeb3fb1894923" /><Relationship Type="http://schemas.openxmlformats.org/officeDocument/2006/relationships/notesMaster" Target="/ppt/notesMasters/notesMaster1.xml" Id="Rd306e18a127e4d6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b6b7085eeec4c74" /><Relationship Type="http://schemas.openxmlformats.org/officeDocument/2006/relationships/notesMaster" Target="/ppt/notesMasters/notesMaster1.xml" Id="R32705248a35a438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a661094c9064d0a" /><Relationship Type="http://schemas.openxmlformats.org/officeDocument/2006/relationships/notesMaster" Target="/ppt/notesMasters/notesMaster1.xml" Id="R710dfe92df124f4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d65a346488f48ed" /><Relationship Type="http://schemas.openxmlformats.org/officeDocument/2006/relationships/notesMaster" Target="/ppt/notesMasters/notesMaster1.xml" Id="R1ab3b36170514d9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bf6ad206bdf4ae7" /><Relationship Type="http://schemas.openxmlformats.org/officeDocument/2006/relationships/notesMaster" Target="/ppt/notesMasters/notesMaster1.xml" Id="R134fff1381a044b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29cddf0d8dc469b" /><Relationship Type="http://schemas.openxmlformats.org/officeDocument/2006/relationships/notesMaster" Target="/ppt/notesMasters/notesMaster1.xml" Id="Re5bfd516a3d147e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1e37533b02f40c1" /><Relationship Type="http://schemas.openxmlformats.org/officeDocument/2006/relationships/notesMaster" Target="/ppt/notesMasters/notesMaster1.xml" Id="R662e3712ff67436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c2ea8ad0e32452d" /><Relationship Type="http://schemas.openxmlformats.org/officeDocument/2006/relationships/notesMaster" Target="/ppt/notesMasters/notesMaster1.xml" Id="Rc99558f566bd455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e767bd077bc48db" /><Relationship Type="http://schemas.openxmlformats.org/officeDocument/2006/relationships/notesMaster" Target="/ppt/notesMasters/notesMaster1.xml" Id="R4f6ee5ae0b6246a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3d26986a9b843a8" /><Relationship Type="http://schemas.openxmlformats.org/officeDocument/2006/relationships/notesMaster" Target="/ppt/notesMasters/notesMaster1.xml" Id="R73683b99be33496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678da9aeeb14615" /><Relationship Type="http://schemas.openxmlformats.org/officeDocument/2006/relationships/notesMaster" Target="/ppt/notesMasters/notesMaster1.xml" Id="Rfbf8396080924f7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32363b6303f419c" /><Relationship Type="http://schemas.openxmlformats.org/officeDocument/2006/relationships/notesMaster" Target="/ppt/notesMasters/notesMaster1.xml" Id="Ra2614b1097aa493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9eef9b25089d4afb" /><Relationship Type="http://schemas.openxmlformats.org/officeDocument/2006/relationships/notesMaster" Target="/ppt/notesMasters/notesMaster1.xml" Id="Rca39e9a2f9dd4d4c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fea4e764135c40fc" /><Relationship Type="http://schemas.openxmlformats.org/officeDocument/2006/relationships/notesMaster" Target="/ppt/notesMasters/notesMaster1.xml" Id="Rcff70001fac34ec3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acd8474010144cd" /><Relationship Type="http://schemas.openxmlformats.org/officeDocument/2006/relationships/notesMaster" Target="/ppt/notesMasters/notesMaster1.xml" Id="Rdf7aa0c226de4cfa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f5627cf0362f41d4" /><Relationship Type="http://schemas.openxmlformats.org/officeDocument/2006/relationships/notesMaster" Target="/ppt/notesMasters/notesMaster1.xml" Id="Rf4e1d344b3b14ba0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bcc36d56f4a642a6" /><Relationship Type="http://schemas.openxmlformats.org/officeDocument/2006/relationships/notesMaster" Target="/ppt/notesMasters/notesMaster1.xml" Id="R5ecec98e04984a76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0f833b5e287e477f" /><Relationship Type="http://schemas.openxmlformats.org/officeDocument/2006/relationships/notesMaster" Target="/ppt/notesMasters/notesMaster1.xml" Id="R5952cb34dabe4f7c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da2e85f821f0497f" /><Relationship Type="http://schemas.openxmlformats.org/officeDocument/2006/relationships/notesMaster" Target="/ppt/notesMasters/notesMaster1.xml" Id="R903a590608d146ac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2b80114d96214425" /><Relationship Type="http://schemas.openxmlformats.org/officeDocument/2006/relationships/notesMaster" Target="/ppt/notesMasters/notesMaster1.xml" Id="R8aeff3284ffd4969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04ba3be21eb345ef" /><Relationship Type="http://schemas.openxmlformats.org/officeDocument/2006/relationships/notesMaster" Target="/ppt/notesMasters/notesMaster1.xml" Id="R1ec7d2661a254eb8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06acbd940b884ede" /><Relationship Type="http://schemas.openxmlformats.org/officeDocument/2006/relationships/notesMaster" Target="/ppt/notesMasters/notesMaster1.xml" Id="Re50091ea34ed4e1a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9b55668af78a4ac6" /><Relationship Type="http://schemas.openxmlformats.org/officeDocument/2006/relationships/notesMaster" Target="/ppt/notesMasters/notesMaster1.xml" Id="Rc02edd663bd24816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115c1ee1ad2e4a6a" /><Relationship Type="http://schemas.openxmlformats.org/officeDocument/2006/relationships/notesMaster" Target="/ppt/notesMasters/notesMaster1.xml" Id="R9d812885533842ec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c40a36bad37a4a0f" /><Relationship Type="http://schemas.openxmlformats.org/officeDocument/2006/relationships/notesMaster" Target="/ppt/notesMasters/notesMaster1.xml" Id="R9b7efb2cdcdd4453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3e09434a54e2481d" /><Relationship Type="http://schemas.openxmlformats.org/officeDocument/2006/relationships/notesMaster" Target="/ppt/notesMasters/notesMaster1.xml" Id="R04a1a87604a8460f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3955747821564db5" /><Relationship Type="http://schemas.openxmlformats.org/officeDocument/2006/relationships/notesMaster" Target="/ppt/notesMasters/notesMaster1.xml" Id="Rd6b058ebcdf54345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5771c5486d94437d" /><Relationship Type="http://schemas.openxmlformats.org/officeDocument/2006/relationships/notesMaster" Target="/ppt/notesMasters/notesMaster1.xml" Id="R5df27a5c35d7447a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fe57a0a65eaa4bf0" /><Relationship Type="http://schemas.openxmlformats.org/officeDocument/2006/relationships/notesMaster" Target="/ppt/notesMasters/notesMaster1.xml" Id="Re7fe76ee5fe44cef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6192254c87d8476e" /><Relationship Type="http://schemas.openxmlformats.org/officeDocument/2006/relationships/notesMaster" Target="/ppt/notesMasters/notesMaster1.xml" Id="R03983ee10aca4056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51b21e9eb228471c" /><Relationship Type="http://schemas.openxmlformats.org/officeDocument/2006/relationships/notesMaster" Target="/ppt/notesMasters/notesMaster1.xml" Id="Rdb3daab617384c01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2ddb32a2501a41c9" /><Relationship Type="http://schemas.openxmlformats.org/officeDocument/2006/relationships/notesMaster" Target="/ppt/notesMasters/notesMaster1.xml" Id="R6230c37f4f4a46d6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b17e92fdbabb4f91" /><Relationship Type="http://schemas.openxmlformats.org/officeDocument/2006/relationships/notesMaster" Target="/ppt/notesMasters/notesMaster1.xml" Id="Re7186945c48f4cec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0ded9a19b327434e" /><Relationship Type="http://schemas.openxmlformats.org/officeDocument/2006/relationships/notesMaster" Target="/ppt/notesMasters/notesMaster1.xml" Id="R38c41351e4dd4f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[问题] 声音的数字化</a:t>
            </a:r>
          </a:p>
          <a:p xmlns:a="http://schemas.openxmlformats.org/drawingml/2006/main">
            <a:r>
              <a:t>[内部编号] opening</a:t>
            </a:r>
          </a:p>
          <a:p xmlns:a="http://schemas.openxmlformats.org/drawingml/2006/main">
            <a:r>
              <a:t>[阶段] 开场</a:t>
            </a:r>
          </a:p>
          <a:p xmlns:a="http://schemas.openxmlformats.org/drawingml/2006/main">
            <a:r>
              <a:t>[教师逐字稿]</a:t>
            </a:r>
          </a:p>
          <a:p xmlns:a="http://schemas.openxmlformats.org/drawingml/2006/main">
            <a:r>
              <a:t>先看同一段声音的两份文件，提出可检验的猜测。接着沿同一波形追踪采样、量化和码字，再数这些记录占多少字节。学生纸笔作答，教师操作课件。</a:t>
            </a:r>
          </a:p>
          <a:p xmlns:a="http://schemas.openxmlformats.org/drawingml/2006/main">
            <a:r>
              <a:t>[课堂条件与时间]</a:t>
            </a:r>
          </a:p>
          <a:p xmlns:a="http://schemas.openxmlformats.org/drawingml/2006/main">
            <a:r>
              <a:t>先修：二进制、bit/byte、简单坐标图；45分钟，教师示范、学生纸笔。建议：开场与波形4分钟；采样及T1 6分钟；量化及T2 8分钟；编码及T3 6分钟；格式比较2分钟；PCM计数、双声道、文件与开场闭环10分钟；采样限制及T4 7分钟；独立退出2分钟。主要阶段50页；附录为可选，不计入45分钟。思考、同桌核对与总结包含在预算内，实际课堂节奏未验证。第24分钟进入编码，第32分钟进入实际PCM计数，第39分钟完成开场闭环，第43分钟独立退出。若超时，跳过裸采样混叠的深入讨论与全部附录，使用带限条件完成频率判断；不取消树总结、开场闭环和独立退出。PPTX静态图即可完成必要推理；音频播放可选，失败30秒切换图示。</a:t>
            </a:r>
          </a:p>
          <a:p xmlns:a="http://schemas.openxmlformats.org/drawingml/2006/main">
            <a:r>
              <a:t>[版本与来源]</a:t>
            </a:r>
          </a:p>
          <a:p xmlns:a="http://schemas.openxmlformats.org/drawingml/2006/main">
            <a:r>
              <a:t>本版是用户指定v2的独立课堂修订，保持原版与v2不变。具体图示依据用户接受的审阅建议及相邻课程的技术边界；相邻course-design.qmd和正式v4课堂包没有重写，也不把本版静默提升为其正式版本。</a:t>
            </a:r>
          </a:p>
          <a:p xmlns:a="http://schemas.openxmlformats.org/drawingml/2006/main">
            <a:r>
              <a:t>[可观察目标]</a:t>
            </a:r>
          </a:p>
          <a:p xmlns:a="http://schemas.openxmlformats.org/drawingml/2006/main">
            <a:r>
              <a:t>学生能标时间/幅度轴，数半开区间中的采样时刻，按规则选量化代表值并计算误差，互读等长码字，说明每个PCM因子的计数对象，区别样本数据/完整文件与声音频率/采样率。退出题独立检验声道和编码边界。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[问题] 同一段声音，为什么文件大小不同？</a:t>
            </a:r>
          </a:p>
          <a:p xmlns:a="http://schemas.openxmlformats.org/drawingml/2006/main">
            <a:r>
              <a:t>[内部编号] Q1</a:t>
            </a:r>
          </a:p>
          <a:p xmlns:a="http://schemas.openxmlformats.org/drawingml/2006/main">
            <a:r>
              <a:t>[阶段] 提问</a:t>
            </a:r>
          </a:p>
          <a:p xmlns:a="http://schemas.openxmlformats.org/drawingml/2006/main">
            <a:r>
              <a:t>[教师逐字稿]</a:t>
            </a:r>
          </a:p>
          <a:p xmlns:a="http://schemas.openxmlformats.org/drawingml/2006/main">
            <a:r>
              <a:t>A、B都六秒，都是未压缩PCM WAV。请独立写一个猜测和理由，再与同桌交换。我保留两条猜测，现在不公布记录参数。</a:t>
            </a:r>
          </a:p>
          <a:p xmlns:a="http://schemas.openxmlformats.org/drawingml/2006/main">
            <a:r>
              <a:t>[活动]</a:t>
            </a:r>
          </a:p>
          <a:p xmlns:a="http://schemas.openxmlformats.org/drawingml/2006/main">
            <a:r>
              <a:t>个人20秒，同桌10秒，保留两条可检验猜测。可选试听固定音量、匿名A/B；听不出差异不影响推理。两份是同一已解码音乐片段的重处理，不是首次ADC录音；来源AAC已有的信息损失不能恢复。</a:t>
            </a:r>
          </a:p>
          <a:p xmlns:a="http://schemas.openxmlformats.org/drawingml/2006/main">
            <a:r>
              <a:t>[来源]</a:t>
            </a:r>
          </a:p>
          <a:p xmlns:a="http://schemas.openxmlformats.org/drawingml/2006/main"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[问题] 同一段声音，为什么文件大小不同？</a:t>
            </a:r>
          </a:p>
          <a:p xmlns:a="http://schemas.openxmlformats.org/drawingml/2006/main">
            <a:r>
              <a:t>[内部编号] Q1</a:t>
            </a:r>
          </a:p>
          <a:p xmlns:a="http://schemas.openxmlformats.org/drawingml/2006/main">
            <a:r>
              <a:t>[阶段] 阶段回应</a:t>
            </a:r>
          </a:p>
          <a:p xmlns:a="http://schemas.openxmlformats.org/drawingml/2006/main">
            <a:r>
              <a:t>[教师逐字稿]</a:t>
            </a:r>
          </a:p>
          <a:p xmlns:a="http://schemas.openxmlformats.org/drawingml/2006/main">
            <a:r>
              <a:t>可以确认：时长相同、都未压缩，数据量仍然不同。先保留猜测，接下来找出电脑记录了哪些数据，再用实际参数核对。</a:t>
            </a:r>
          </a:p>
          <a:p xmlns:a="http://schemas.openxmlformats.org/drawingml/2006/main">
            <a:r>
              <a:t>[保留答案]</a:t>
            </a:r>
          </a:p>
          <a:p xmlns:a="http://schemas.openxmlformats.org/drawingml/2006/main">
            <a:r>
              <a:t>不在本页说出A/B采样率或PCM公式。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[问题] 这条波形的横轴和纵轴分别表示什么？</a:t>
            </a:r>
          </a:p>
          <a:p xmlns:a="http://schemas.openxmlformats.org/drawingml/2006/main">
            <a:r>
              <a:t>[内部编号] Q2</a:t>
            </a:r>
          </a:p>
          <a:p xmlns:a="http://schemas.openxmlformats.org/drawingml/2006/main">
            <a:r>
              <a:t>[阶段] 提问</a:t>
            </a:r>
          </a:p>
          <a:p xmlns:a="http://schemas.openxmlformats.org/drawingml/2006/main">
            <a:r>
              <a:t>[教师逐字稿]</a:t>
            </a:r>
          </a:p>
          <a:p xmlns:a="http://schemas.openxmlformats.org/drawingml/2006/main">
            <a:r>
              <a:t>曲线在记录哪种变化？请指出横轴、纵轴，找一个零线下方的时刻。是同一位置的不同时刻，还是不同位置？先说理由。</a:t>
            </a:r>
          </a:p>
          <a:p xmlns:a="http://schemas.openxmlformats.org/drawingml/2006/main">
            <a:r>
              <a:t>[技术注解]</a:t>
            </a:r>
          </a:p>
          <a:p xmlns:a="http://schemas.openxmlformats.org/drawingml/2006/main">
            <a:r>
              <a:t>归一化幅度数学示意：十个控制点为 −0.38、0.12、0.86、0.91、0.62、0.08、−0.38、−0.46、−0.71、−0.13；时刻 k/2，k=0…9。曲线按 Catmull-Rom 插值，5s处补0.12，只供观察，不是实测录音。采样比较均使用[0,5)区间，不重复计右端点。图中连线不是实际扬声器输出。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[问题] 这条波形的横轴和纵轴分别表示什么？</a:t>
            </a:r>
          </a:p>
          <a:p xmlns:a="http://schemas.openxmlformats.org/drawingml/2006/main">
            <a:r>
              <a:t>[内部编号] Q2</a:t>
            </a:r>
          </a:p>
          <a:p xmlns:a="http://schemas.openxmlformats.org/drawingml/2006/main">
            <a:r>
              <a:t>[阶段] 揭示</a:t>
            </a:r>
          </a:p>
          <a:p xmlns:a="http://schemas.openxmlformats.org/drawingml/2006/main">
            <a:r>
              <a:t>[教师逐字稿]</a:t>
            </a:r>
          </a:p>
          <a:p xmlns:a="http://schemas.openxmlformats.org/drawingml/2006/main">
            <a:r>
              <a:t>横轴是时间，纵轴是信号幅度。取教室中同一个位置，声压随时间变化，麦克风将它转成电信号，再画出时间波形。曲线不是空气在空间中走过的路线；负值是相对基准的负偏差，不是负音量。</a:t>
            </a:r>
          </a:p>
          <a:p xmlns:a="http://schemas.openxmlformats.org/drawingml/2006/main">
            <a:r>
              <a:t>[技术注解]</a:t>
            </a:r>
          </a:p>
          <a:p xmlns:a="http://schemas.openxmlformats.org/drawingml/2006/main">
            <a:r>
              <a:t>归一化幅度数学示意：十个控制点为 −0.38、0.12、0.86、0.91、0.62、0.08、−0.38、−0.46、−0.71、−0.13；时刻 k/2，k=0…9。曲线按 Catmull-Rom 插值，5s处补0.12，只供观察，不是实测录音。采样比较均使用[0,5)区间，不重复计右端点。图中连线不是实际扬声器输出。</a:t>
            </a:r>
          </a:p>
          <a:p xmlns:a="http://schemas.openxmlformats.org/drawingml/2006/main">
            <a:r>
              <a:t>[图示目的]</a:t>
            </a:r>
          </a:p>
          <a:p xmlns:a="http://schemas.openxmlformats.org/drawingml/2006/main">
            <a:r>
              <a:t>下面链条是因果示意，不是实测设备界面；固定位置与时间变化明确区分。</a:t>
            </a:r>
          </a:p>
          <a:p xmlns:a="http://schemas.openxmlformats.org/drawingml/2006/main">
            <a:r>
              <a:t>[来源]</a:t>
            </a:r>
          </a:p>
          <a:p xmlns:a="http://schemas.openxmlformats.org/drawingml/2006/main">
            <a:r>
              <a:t>PhET team, teaching with simulations, Sound example, p6. https://phet.colorado.edu/publications/physics%20teacher_finalwithpicts.pdf ; retrieved 2026-10-13. The diagram here is a native teaching schematic, not a simulation screenshot.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[问题] 5秒内每秒取1次，怎样安排采样时刻？</a:t>
            </a:r>
          </a:p>
          <a:p xmlns:a="http://schemas.openxmlformats.org/drawingml/2006/main">
            <a:r>
              <a:t>[内部编号] Q3</a:t>
            </a:r>
          </a:p>
          <a:p xmlns:a="http://schemas.openxmlformats.org/drawingml/2006/main">
            <a:r>
              <a:t>[阶段] 提问</a:t>
            </a:r>
          </a:p>
          <a:p xmlns:a="http://schemas.openxmlformats.org/drawingml/2006/main">
            <a:r>
              <a:t>[教师逐字稿]</a:t>
            </a:r>
          </a:p>
          <a:p xmlns:a="http://schemas.openxmlformats.org/drawingml/2006/main">
            <a:r>
              <a:t>从零秒开始，每秒取一次，记录区间不包括五秒端点。请先写出取值时刻，再圈出曲线上对应的位置，思考十五秒。</a:t>
            </a:r>
          </a:p>
          <a:p xmlns:a="http://schemas.openxmlformats.org/drawingml/2006/main">
            <a:r>
              <a:t>[技术注解]</a:t>
            </a:r>
          </a:p>
          <a:p xmlns:a="http://schemas.openxmlformats.org/drawingml/2006/main">
            <a:r>
              <a:t>归一化幅度数学示意：十个控制点为 −0.38、0.12、0.86、0.91、0.62、0.08、−0.38、−0.46、−0.71、−0.13；时刻 k/2，k=0…9。曲线按 Catmull-Rom 插值，5s处补0.12，只供观察，不是实测录音。采样比较均使用[0,5)区间，不重复计右端点。图中连线不是实际扬声器输出。</a:t>
            </a:r>
          </a:p>
          <a:p xmlns:a="http://schemas.openxmlformats.org/drawingml/2006/main">
            <a:r>
              <a:t>[预期反应]</a:t>
            </a:r>
          </a:p>
          <a:p xmlns:a="http://schemas.openxmlformats.org/drawingml/2006/main">
            <a:r>
              <a:t>可能重复计入5s，先让学生说明时间区间。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[问题] 5秒内每秒取1次，怎样安排采样时刻？</a:t>
            </a:r>
          </a:p>
          <a:p xmlns:a="http://schemas.openxmlformats.org/drawingml/2006/main">
            <a:r>
              <a:t>[内部编号] Q3</a:t>
            </a:r>
          </a:p>
          <a:p xmlns:a="http://schemas.openxmlformats.org/drawingml/2006/main">
            <a:r>
              <a:t>[阶段] 揭示</a:t>
            </a:r>
          </a:p>
          <a:p xmlns:a="http://schemas.openxmlformats.org/drawingml/2006/main">
            <a:r>
              <a:t>[教师逐字稿]</a:t>
            </a:r>
          </a:p>
          <a:p xmlns:a="http://schemas.openxmlformats.org/drawingml/2006/main">
            <a:r>
              <a:t>零、一、二、三、四秒，共五个样本。采样是在指定时刻读取幅度，使时间记录离散；这时还没有把幅度限制到有限等级。</a:t>
            </a:r>
          </a:p>
          <a:p xmlns:a="http://schemas.openxmlformats.org/drawingml/2006/main">
            <a:r>
              <a:t>[技术注解]</a:t>
            </a:r>
          </a:p>
          <a:p xmlns:a="http://schemas.openxmlformats.org/drawingml/2006/main">
            <a:r>
              <a:t>归一化幅度数学示意：十个控制点为 −0.38、0.12、0.86、0.91、0.62、0.08、−0.38、−0.46、−0.71、−0.13；时刻 k/2，k=0…9。曲线按 Catmull-Rom 插值，5s处补0.12，只供观察，不是实测录音。采样比较均使用[0,5)区间，不重复计右端点。图中连线不是实际扬声器输出。</a:t>
            </a:r>
          </a:p>
          <a:p xmlns:a="http://schemas.openxmlformats.org/drawingml/2006/main">
            <a:r>
              <a:t>[来源]</a:t>
            </a:r>
          </a:p>
          <a:p xmlns:a="http://schemas.openxmlformats.org/drawingml/2006/main">
            <a:r>
              <a:t>Xiph.Org, Digital Show &amp; Tell, Stairsteps. https://wiki.xiph.org/Videos/Digital_Show_and_Tell ; retrieved 2026-10-13. Discrete samples are distinguished from reconstruction and sample-and-hold.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[问题] 采样率加倍，改变了什么？</a:t>
            </a:r>
          </a:p>
          <a:p xmlns:a="http://schemas.openxmlformats.org/drawingml/2006/main">
            <a:r>
              <a:t>[内部编号] Q4</a:t>
            </a:r>
          </a:p>
          <a:p xmlns:a="http://schemas.openxmlformats.org/drawingml/2006/main">
            <a:r>
              <a:t>[阶段] 提问</a:t>
            </a:r>
          </a:p>
          <a:p xmlns:a="http://schemas.openxmlformats.org/drawingml/2006/main">
            <a:r>
              <a:t>[教师逐字稿]</a:t>
            </a:r>
          </a:p>
          <a:p xmlns:a="http://schemas.openxmlformats.org/drawingml/2006/main">
            <a:r>
              <a:t>同一五秒波形，右端点不计。先数两个图的样本，再说哪些条件不变、哪个参数改变。不先评价听感。</a:t>
            </a:r>
          </a:p>
          <a:p xmlns:a="http://schemas.openxmlformats.org/drawingml/2006/main">
            <a:r>
              <a:t>[技术注解]</a:t>
            </a:r>
          </a:p>
          <a:p xmlns:a="http://schemas.openxmlformats.org/drawingml/2006/main">
            <a:r>
              <a:t>归一化幅度数学示意：十个控制点为 −0.38、0.12、0.86、0.91、0.62、0.08、−0.38、−0.46、−0.71、−0.13；时刻 k/2，k=0…9。曲线按 Catmull-Rom 插值，5s处补0.12，只供观察，不是实测录音。采样比较均使用[0,5)区间，不重复计右端点。图中连线不是实际扬声器输出。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[问题] 采样率加倍，改变了什么？</a:t>
            </a:r>
          </a:p>
          <a:p xmlns:a="http://schemas.openxmlformats.org/drawingml/2006/main">
            <a:r>
              <a:t>[内部编号] Q4</a:t>
            </a:r>
          </a:p>
          <a:p xmlns:a="http://schemas.openxmlformats.org/drawingml/2006/main">
            <a:r>
              <a:t>[阶段] 揭示</a:t>
            </a:r>
          </a:p>
          <a:p xmlns:a="http://schemas.openxmlformats.org/drawingml/2006/main">
            <a:r>
              <a:t>[教师逐字稿]</a:t>
            </a:r>
          </a:p>
          <a:p xmlns:a="http://schemas.openxmlformats.org/drawingml/2006/main">
            <a:r>
              <a:t>左边五个，右边十个。采样率数的是每秒每声道的样本数。相同时长下采样率加倍，样本数加倍；图只证明记录更密，不证明听感必然更好。</a:t>
            </a:r>
          </a:p>
          <a:p xmlns:a="http://schemas.openxmlformats.org/drawingml/2006/main">
            <a:r>
              <a:t>[边界]</a:t>
            </a:r>
          </a:p>
          <a:p xmlns:a="http://schemas.openxmlformats.org/drawingml/2006/main">
            <a:r>
              <a:t>1/2Hz为慢速计数模型，不是可用的音乐录音参数。实际声音频率与采样率必须分开；后面用纯音诊断。</a:t>
            </a:r>
          </a:p>
          <a:p xmlns:a="http://schemas.openxmlformats.org/drawingml/2006/main">
            <a:r>
              <a:t>[来源]</a:t>
            </a:r>
          </a:p>
          <a:p xmlns:a="http://schemas.openxmlformats.org/drawingml/2006/main">
            <a:r>
              <a:t>Analog Devices, MT-002, What the Nyquist Criterion Means to Your Sampled Data System Design. https://www.analog.com/media/en/training-seminars/tutorials/MT-002.pdf ; retrieved 2026-10-12.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[问题] 采样率与时长，怎样决定记录数量？</a:t>
            </a:r>
          </a:p>
          <a:p xmlns:a="http://schemas.openxmlformats.org/drawingml/2006/main">
            <a:r>
              <a:t>[内部编号] T1</a:t>
            </a:r>
          </a:p>
          <a:p xmlns:a="http://schemas.openxmlformats.org/drawingml/2006/main">
            <a:r>
              <a:t>[阶段] 学生总结</a:t>
            </a:r>
          </a:p>
          <a:p xmlns:a="http://schemas.openxmlformats.org/drawingml/2006/main">
            <a:r>
              <a:t>[教师逐字稿]</a:t>
            </a:r>
          </a:p>
          <a:p xmlns:a="http://schemas.openxmlformats.org/drawingml/2006/main">
            <a:r>
              <a:t>先用零到四秒和左右点数，总结每秒取多少次、取几秒，怎样得到每声道样本数。收两条带图上证据的回答，再更新树。</a:t>
            </a:r>
          </a:p>
          <a:p xmlns:a="http://schemas.openxmlformats.org/drawingml/2006/main">
            <a:r>
              <a:t>[课堂操作]</a:t>
            </a:r>
          </a:p>
          <a:p xmlns:a="http://schemas.openxmlformats.org/drawingml/2006/main">
            <a:r>
              <a:t>先收学生总结及图上证据，再翻到树揭示。未来节点和关系不出现；已建立的节点、关系和几何在后续阶段不变。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[问题] 采样率与时长，怎样决定记录数量？</a:t>
            </a:r>
          </a:p>
          <a:p xmlns:a="http://schemas.openxmlformats.org/drawingml/2006/main">
            <a:r>
              <a:t>[内部编号] T1</a:t>
            </a:r>
          </a:p>
          <a:p xmlns:a="http://schemas.openxmlformats.org/drawingml/2006/main">
            <a:r>
              <a:t>[阶段] 树揭示</a:t>
            </a:r>
          </a:p>
          <a:p xmlns:a="http://schemas.openxmlformats.org/drawingml/2006/main">
            <a:r>
              <a:t>[教师逐字稿]</a:t>
            </a:r>
          </a:p>
          <a:p xmlns:a="http://schemas.openxmlformats.org/drawingml/2006/main">
            <a:r>
              <a:t>采样在指定时刻取幅度；采样率乘时长，得到每声道的样本数。右边箭头写的是这条计数关系，不是声音传播方向。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[问题] 按4个等级，给这些幅度找代表值</a:t>
            </a:r>
          </a:p>
          <a:p xmlns:a="http://schemas.openxmlformats.org/drawingml/2006/main">
            <a:r>
              <a:t>[内部编号] Q5</a:t>
            </a:r>
          </a:p>
          <a:p xmlns:a="http://schemas.openxmlformats.org/drawingml/2006/main">
            <a:r>
              <a:t>[阶段] 提问</a:t>
            </a:r>
          </a:p>
          <a:p xmlns:a="http://schemas.openxmlformats.org/drawingml/2006/main">
            <a:r>
              <a:t>[教师逐字稿]</a:t>
            </a:r>
          </a:p>
          <a:p xmlns:a="http://schemas.openxmlformats.org/drawingml/2006/main">
            <a:r>
              <a:t>按左表的规则归档，用每档中点代表幅度。独立填四个代表值，四十秒后同桌核对理由，暂时不写二进制。</a:t>
            </a:r>
          </a:p>
          <a:p xmlns:a="http://schemas.openxmlformats.org/drawingml/2006/main">
            <a:r>
              <a:t>[技术注解]</a:t>
            </a:r>
          </a:p>
          <a:p xmlns:a="http://schemas.openxmlformats.org/drawingml/2006/main">
            <a:r>
              <a:t>模型范围[-1,1)，均匀分成2ⁿ档，使用每档中点作代表值。边界归入上档，越界截到端档。等级编号与代表幅度不同；无符号编号不等于真实16bit有符号PCM字节。量化误差为输入与代表值的绝对差。固定范围且未削波时，误差上界为步长的一半；不同位数的每个样本不一定都严格改善。</a:t>
            </a:r>
          </a:p>
          <a:p xmlns:a="http://schemas.openxmlformats.org/drawingml/2006/main">
            <a:r>
              <a:t>[来源]</a:t>
            </a:r>
          </a:p>
          <a:p xmlns:a="http://schemas.openxmlformats.org/drawingml/2006/main">
            <a:r>
              <a:t>Analog Devices, MT-001, Quantization Noise Model, p1. https://www.analog.com/media/en/training-seminars/tutorials/MT-001.pdf ; retrieved 2026-10-12.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[问题] 按4个等级，给这些幅度找代表值</a:t>
            </a:r>
          </a:p>
          <a:p xmlns:a="http://schemas.openxmlformats.org/drawingml/2006/main">
            <a:r>
              <a:t>[内部编号] Q5</a:t>
            </a:r>
          </a:p>
          <a:p xmlns:a="http://schemas.openxmlformats.org/drawingml/2006/main">
            <a:r>
              <a:t>[阶段] 揭示</a:t>
            </a:r>
          </a:p>
          <a:p xmlns:a="http://schemas.openxmlformats.org/drawingml/2006/main">
            <a:r>
              <a:t>[教师逐字稿]</a:t>
            </a:r>
          </a:p>
          <a:p xmlns:a="http://schemas.openxmlformats.org/drawingml/2006/main">
            <a:r>
              <a:t>四个代表值依次为负零点二五、零点二五、零点七五、负零点七五。量化将幅度近似为有限等级；代表幅度和等级编号不同。保留你改过的记录，接下来比较近似值与原值。</a:t>
            </a:r>
          </a:p>
          <a:p xmlns:a="http://schemas.openxmlformats.org/drawingml/2006/main">
            <a:r>
              <a:t>[技术注解]</a:t>
            </a:r>
          </a:p>
          <a:p xmlns:a="http://schemas.openxmlformats.org/drawingml/2006/main">
            <a:r>
              <a:t>模型范围[-1,1)，均匀分成2ⁿ档，使用每档中点作代表值。边界归入上档，越界截到端档。等级编号与代表幅度不同；无符号编号不等于真实16bit有符号PCM字节。量化误差为输入与代表值的绝对差。固定范围且未削波时，误差上界为步长的一半；不同位数的每个样本不一定都严格改善。</a:t>
            </a:r>
          </a:p>
          <a:p xmlns:a="http://schemas.openxmlformats.org/drawingml/2006/main">
            <a:r>
              <a:t>[来源]</a:t>
            </a:r>
          </a:p>
          <a:p xmlns:a="http://schemas.openxmlformats.org/drawingml/2006/main">
            <a:r>
              <a:t>Analog Devices, MT-001, Quantization Noise Model, p1. https://www.analog.com/media/en/training-seminars/tutorials/MT-001.pdf ; retrieved 2026-10-12.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[问题] 只增加等级数，哪些量没变？</a:t>
            </a:r>
          </a:p>
          <a:p xmlns:a="http://schemas.openxmlformats.org/drawingml/2006/main">
            <a:r>
              <a:t>[内部编号] Q6</a:t>
            </a:r>
          </a:p>
          <a:p xmlns:a="http://schemas.openxmlformats.org/drawingml/2006/main">
            <a:r>
              <a:t>[阶段] 提问</a:t>
            </a:r>
          </a:p>
          <a:p xmlns:a="http://schemas.openxmlformats.org/drawingml/2006/main">
            <a:r>
              <a:t>[教师逐字稿]</a:t>
            </a:r>
          </a:p>
          <a:p xmlns:a="http://schemas.openxmlformats.org/drawingml/2006/main">
            <a:r>
              <a:t>两边十个时刻、输入与范围相同。黑色空心点为输入，紫色方点为保存的代表值。先找不变的条件，再观察相邻等级间隔。</a:t>
            </a:r>
          </a:p>
          <a:p xmlns:a="http://schemas.openxmlformats.org/drawingml/2006/main">
            <a:r>
              <a:t>[技术注解]</a:t>
            </a:r>
          </a:p>
          <a:p xmlns:a="http://schemas.openxmlformats.org/drawingml/2006/main">
            <a:r>
              <a:t>模型范围[-1,1)，均匀分成2ⁿ档，使用每档中点作代表值。边界归入上档，越界截到端档。等级编号与代表幅度不同；无符号编号不等于真实16bit有符号PCM字节。量化误差为输入与代表值的绝对差。固定范围且未削波时，误差上界为步长的一半；不同位数的每个样本不一定都严格改善。</a:t>
            </a:r>
          </a:p>
          <a:p xmlns:a="http://schemas.openxmlformats.org/drawingml/2006/main">
            <a:r>
              <a:t>[技术注解]</a:t>
            </a:r>
          </a:p>
          <a:p xmlns:a="http://schemas.openxmlformats.org/drawingml/2006/main">
            <a:r>
              <a:t>归一化幅度数学示意：十个控制点为 −0.38、0.12、0.86、0.91、0.62、0.08、−0.38、−0.46、−0.71、−0.13；时刻 k/2，k=0…9。曲线按 Catmull-Rom 插值，5s处补0.12，只供观察，不是实测录音。采样比较均使用[0,5)区间，不重复计右端点。图中连线不是实际扬声器输出。</a:t>
            </a:r>
          </a:p>
          <a:p xmlns:a="http://schemas.openxmlformats.org/drawingml/2006/main">
            <a:r>
              <a:t>[来源]</a:t>
            </a:r>
          </a:p>
          <a:p xmlns:a="http://schemas.openxmlformats.org/drawingml/2006/main">
            <a:r>
              <a:t>Analog Devices, MT-001, Quantization Noise Model, p1. https://www.analog.com/media/en/training-seminars/tutorials/MT-001.pdf ; retrieved 2026-10-12.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[问题] 只增加等级数，哪些量没变？</a:t>
            </a:r>
          </a:p>
          <a:p xmlns:a="http://schemas.openxmlformats.org/drawingml/2006/main">
            <a:r>
              <a:t>[内部编号] Q6</a:t>
            </a:r>
          </a:p>
          <a:p xmlns:a="http://schemas.openxmlformats.org/drawingml/2006/main">
            <a:r>
              <a:t>[阶段] 揭示</a:t>
            </a:r>
          </a:p>
          <a:p xmlns:a="http://schemas.openxmlformats.org/drawingml/2006/main">
            <a:r>
              <a:t>[教师逐字稿]</a:t>
            </a:r>
          </a:p>
          <a:p xmlns:a="http://schemas.openxmlformats.org/drawingml/2006/main">
            <a:r>
              <a:t>没有多取时刻，也没有改变输入。范围固定，四档步长零点五，八档零点二五。右边两个点太接近，下一页把同一个样本放大，用数值核对误差。</a:t>
            </a:r>
          </a:p>
          <a:p xmlns:a="http://schemas.openxmlformats.org/drawingml/2006/main">
            <a:r>
              <a:t>[技术注解]</a:t>
            </a:r>
          </a:p>
          <a:p xmlns:a="http://schemas.openxmlformats.org/drawingml/2006/main">
            <a:r>
              <a:t>模型范围[-1,1)，均匀分成2ⁿ档，使用每档中点作代表值。边界归入上档，越界截到端档。等级编号与代表幅度不同；无符号编号不等于真实16bit有符号PCM字节。量化误差为输入与代表值的绝对差。固定范围且未削波时，误差上界为步长的一半；不同位数的每个样本不一定都严格改善。</a:t>
            </a:r>
          </a:p>
          <a:p xmlns:a="http://schemas.openxmlformats.org/drawingml/2006/main">
            <a:r>
              <a:t>[来源]</a:t>
            </a:r>
          </a:p>
          <a:p xmlns:a="http://schemas.openxmlformats.org/drawingml/2006/main">
            <a:r>
              <a:t>Analog Devices, MT-001, Quantization Noise Model, p1. https://www.analog.com/media/en/training-seminars/tutorials/MT-001.pdf ; retrieved 2026-10-12.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[问题] 同一个幅度，两次量化的误差各是多少？</a:t>
            </a:r>
          </a:p>
          <a:p xmlns:a="http://schemas.openxmlformats.org/drawingml/2006/main">
            <a:r>
              <a:t>[内部编号] Q7</a:t>
            </a:r>
          </a:p>
          <a:p xmlns:a="http://schemas.openxmlformats.org/drawingml/2006/main">
            <a:r>
              <a:t>[阶段] 提问</a:t>
            </a:r>
          </a:p>
          <a:p xmlns:a="http://schemas.openxmlformats.org/drawingml/2006/main">
            <a:r>
              <a:t>[教师逐字稿]</a:t>
            </a:r>
          </a:p>
          <a:p xmlns:a="http://schemas.openxmlformats.org/drawingml/2006/main">
            <a:r>
              <a:t>图上还是三秒处输入负零点三八的样本，现在只放大幅度方向。两个尺子范围相同，请算输入与代表值的绝对差，独立二十秒。</a:t>
            </a:r>
          </a:p>
          <a:p xmlns:a="http://schemas.openxmlformats.org/drawingml/2006/main">
            <a:r>
              <a:t>[技术注解]</a:t>
            </a:r>
          </a:p>
          <a:p xmlns:a="http://schemas.openxmlformats.org/drawingml/2006/main">
            <a:r>
              <a:t>模型范围[-1,1)，均匀分成2ⁿ档，使用每档中点作代表值。边界归入上档，越界截到端档。等级编号与代表幅度不同；无符号编号不等于真实16bit有符号PCM字节。量化误差为输入与代表值的绝对差。固定范围且未削波时，误差上界为步长的一半；不同位数的每个样本不一定都严格改善。</a:t>
            </a:r>
          </a:p>
          <a:p xmlns:a="http://schemas.openxmlformats.org/drawingml/2006/main">
            <a:r>
              <a:t>[图示]</a:t>
            </a:r>
          </a:p>
          <a:p xmlns:a="http://schemas.openxmlformats.org/drawingml/2006/main">
            <a:r>
              <a:t>两幅横轴都表示幅度，不表示时间；以同一比例放大局部范围[-0.5,-0.2]。点的竖直位置只用于放置标记。</a:t>
            </a:r>
          </a:p>
          <a:p xmlns:a="http://schemas.openxmlformats.org/drawingml/2006/main">
            <a:r>
              <a:t>[来源]</a:t>
            </a:r>
          </a:p>
          <a:p xmlns:a="http://schemas.openxmlformats.org/drawingml/2006/main">
            <a:r>
              <a:t>Analog Devices, MT-001, Quantization Noise Model, p1. https://www.analog.com/media/en/training-seminars/tutorials/MT-001.pdf ; retrieved 2026-10-12.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[问题] 同一个幅度，两次量化的误差各是多少？</a:t>
            </a:r>
          </a:p>
          <a:p xmlns:a="http://schemas.openxmlformats.org/drawingml/2006/main">
            <a:r>
              <a:t>[内部编号] Q7</a:t>
            </a:r>
          </a:p>
          <a:p xmlns:a="http://schemas.openxmlformats.org/drawingml/2006/main">
            <a:r>
              <a:t>[阶段] 揭示</a:t>
            </a:r>
          </a:p>
          <a:p xmlns:a="http://schemas.openxmlformats.org/drawingml/2006/main">
            <a:r>
              <a:t>[教师逐字稿]</a:t>
            </a:r>
          </a:p>
          <a:p xmlns:a="http://schemas.openxmlformats.org/drawingml/2006/main">
            <a:r>
              <a:t>左边绝对差零点一三，右边零点零零五。这一个样本八档更接近输入。固定范围、均匀分级、无过载时，步长减小，误差上界减小；并不保证每一点都严格改善。附录留有可核对反例。</a:t>
            </a:r>
          </a:p>
          <a:p xmlns:a="http://schemas.openxmlformats.org/drawingml/2006/main">
            <a:r>
              <a:t>[技术注解]</a:t>
            </a:r>
          </a:p>
          <a:p xmlns:a="http://schemas.openxmlformats.org/drawingml/2006/main">
            <a:r>
              <a:t>模型范围[-1,1)，均匀分成2ⁿ档，使用每档中点作代表值。边界归入上档，越界截到端档。等级编号与代表幅度不同；无符号编号不等于真实16bit有符号PCM字节。量化误差为输入与代表值的绝对差。固定范围且未削波时，误差上界为步长的一半；不同位数的每个样本不一定都严格改善。</a:t>
            </a:r>
          </a:p>
          <a:p xmlns:a="http://schemas.openxmlformats.org/drawingml/2006/main">
            <a:r>
              <a:t>[来源]</a:t>
            </a:r>
          </a:p>
          <a:p xmlns:a="http://schemas.openxmlformats.org/drawingml/2006/main">
            <a:r>
              <a:t>Analog Devices, MT-001, Quantization Noise Model, p1. https://www.analog.com/media/en/training-seminars/tutorials/MT-001.pdf ; retrieved 2026-10-12.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[问题] 量化增加了哪些幅度选择？</a:t>
            </a:r>
          </a:p>
          <a:p xmlns:a="http://schemas.openxmlformats.org/drawingml/2006/main">
            <a:r>
              <a:t>[内部编号] T2</a:t>
            </a:r>
          </a:p>
          <a:p xmlns:a="http://schemas.openxmlformats.org/drawingml/2006/main">
            <a:r>
              <a:t>[阶段] 学生总结</a:t>
            </a:r>
          </a:p>
          <a:p xmlns:a="http://schemas.openxmlformats.org/drawingml/2006/main">
            <a:r>
              <a:t>[教师逐字稿]</a:t>
            </a:r>
          </a:p>
          <a:p xmlns:a="http://schemas.openxmlformats.org/drawingml/2006/main">
            <a:r>
              <a:t>请用归档表、双图和局部误差说明量化改变哪一维；为什么固定范围时等级数决定步长？先收解释和证据，再更新树。</a:t>
            </a:r>
          </a:p>
          <a:p xmlns:a="http://schemas.openxmlformats.org/drawingml/2006/main">
            <a:r>
              <a:t>[课堂操作]</a:t>
            </a:r>
          </a:p>
          <a:p xmlns:a="http://schemas.openxmlformats.org/drawingml/2006/main">
            <a:r>
              <a:t>先收学生总结及图上证据，再翻到树揭示。未来节点和关系不出现；已建立的节点、关系和几何在后续阶段不变。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[问题] 量化增加了哪些幅度选择？</a:t>
            </a:r>
          </a:p>
          <a:p xmlns:a="http://schemas.openxmlformats.org/drawingml/2006/main">
            <a:r>
              <a:t>[内部编号] T2</a:t>
            </a:r>
          </a:p>
          <a:p xmlns:a="http://schemas.openxmlformats.org/drawingml/2006/main">
            <a:r>
              <a:t>[阶段] 树揭示</a:t>
            </a:r>
          </a:p>
          <a:p xmlns:a="http://schemas.openxmlformats.org/drawingml/2006/main">
            <a:r>
              <a:t>[教师逐字稿]</a:t>
            </a:r>
          </a:p>
          <a:p xmlns:a="http://schemas.openxmlformats.org/drawingml/2006/main">
            <a:r>
              <a:t>新增幅度的有限等级和等级数与步长的关系。采样分支保持不变；一个处理时刻，另一个处理幅度。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[问题] 4级和8级，分别至少需要几bit？</a:t>
            </a:r>
          </a:p>
          <a:p xmlns:a="http://schemas.openxmlformats.org/drawingml/2006/main">
            <a:r>
              <a:t>[内部编号] Q8</a:t>
            </a:r>
          </a:p>
          <a:p xmlns:a="http://schemas.openxmlformats.org/drawingml/2006/main">
            <a:r>
              <a:t>[阶段] 提问</a:t>
            </a:r>
          </a:p>
          <a:p xmlns:a="http://schemas.openxmlformats.org/drawingml/2006/main">
            <a:r>
              <a:t>[教师逐字稿]</a:t>
            </a:r>
          </a:p>
          <a:p xmlns:a="http://schemas.openxmlformats.org/drawingml/2006/main">
            <a:r>
              <a:t>每个编号都用同样长的码字。左边零到三，右边零到七，至少需要几位才能区分？先独立写理由，二十秒后交流。</a:t>
            </a:r>
          </a:p>
          <a:p xmlns:a="http://schemas.openxmlformats.org/drawingml/2006/main">
            <a:r>
              <a:t>[阶段控制]</a:t>
            </a:r>
          </a:p>
          <a:p xmlns:a="http://schemas.openxmlformats.org/drawingml/2006/main">
            <a:r>
              <a:t>题目仅列必要编号，不显示二进制码字和答案位数。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[问题] 4级和8级，分别至少需要几bit？</a:t>
            </a:r>
          </a:p>
          <a:p xmlns:a="http://schemas.openxmlformats.org/drawingml/2006/main">
            <a:r>
              <a:t>[内部编号] Q8</a:t>
            </a:r>
          </a:p>
          <a:p xmlns:a="http://schemas.openxmlformats.org/drawingml/2006/main">
            <a:r>
              <a:t>[阶段] 揭示一</a:t>
            </a:r>
          </a:p>
          <a:p xmlns:a="http://schemas.openxmlformats.org/drawingml/2006/main">
            <a:r>
              <a:t>[教师逐字稿]</a:t>
            </a:r>
          </a:p>
          <a:p xmlns:a="http://schemas.openxmlformats.org/drawingml/2006/main">
            <a:r>
              <a:t>一位只有两个码字，二位有四个。四档需要二位，零也写零零。八档请同学继续解释，下一页再核对。</a:t>
            </a:r>
          </a:p>
          <a:p xmlns:a="http://schemas.openxmlformats.org/drawingml/2006/main">
            <a:r>
              <a:t>[保留]</a:t>
            </a:r>
          </a:p>
          <a:p xmlns:a="http://schemas.openxmlformats.org/drawingml/2006/main">
            <a:r>
              <a:t>本页只揭示四档。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[问题] 4级和8级，分别至少需要几bit？</a:t>
            </a:r>
          </a:p>
          <a:p xmlns:a="http://schemas.openxmlformats.org/drawingml/2006/main">
            <a:r>
              <a:t>[内部编号] Q8</a:t>
            </a:r>
          </a:p>
          <a:p xmlns:a="http://schemas.openxmlformats.org/drawingml/2006/main">
            <a:r>
              <a:t>[阶段] 揭示二</a:t>
            </a:r>
          </a:p>
          <a:p xmlns:a="http://schemas.openxmlformats.org/drawingml/2006/main">
            <a:r>
              <a:t>[教师逐字稿]</a:t>
            </a:r>
          </a:p>
          <a:p xmlns:a="http://schemas.openxmlformats.org/drawingml/2006/main">
            <a:r>
              <a:t>三位提供八种等长码字，覆盖八档。一般n位有二的n次方种码字。这里表示的是等级编号，不把幅度纵轴换成二进制；真实文件还要看实际存储宽度。</a:t>
            </a:r>
          </a:p>
          <a:p xmlns:a="http://schemas.openxmlformats.org/drawingml/2006/main">
            <a:r>
              <a:t>[扩展]</a:t>
            </a:r>
          </a:p>
          <a:p xmlns:a="http://schemas.openxmlformats.org/drawingml/2006/main">
            <a:r>
              <a:t>非2的幂的等级数，最少等长位数为ceil(log2 L)。主线只用4/8。</a:t>
            </a:r>
          </a:p>
          <a:p xmlns:a="http://schemas.openxmlformats.org/drawingml/2006/main">
            <a:r>
              <a:t>[来源]</a:t>
            </a:r>
          </a:p>
          <a:p xmlns:a="http://schemas.openxmlformats.org/drawingml/2006/main">
            <a:r>
              <a:t>Analog Devices, MT-001, Quantization Noise Model, p1. https://www.analog.com/media/en/training-seminars/tutorials/MT-001.pdf ; retrieved 2026-10-12.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[问题] 这十个等级，怎样写成等长码字？</a:t>
            </a:r>
          </a:p>
          <a:p xmlns:a="http://schemas.openxmlformats.org/drawingml/2006/main">
            <a:r>
              <a:t>[内部编号] Q9</a:t>
            </a:r>
          </a:p>
          <a:p xmlns:a="http://schemas.openxmlformats.org/drawingml/2006/main">
            <a:r>
              <a:t>[阶段] 提问</a:t>
            </a:r>
          </a:p>
          <a:p xmlns:a="http://schemas.openxmlformats.org/drawingml/2006/main">
            <a:r>
              <a:t>[教师逐字稿]</a:t>
            </a:r>
          </a:p>
          <a:p xmlns:a="http://schemas.openxmlformats.org/drawingml/2006/main">
            <a:r>
              <a:t>回到同一条波形的八级量化结果。点旁是等级编号，下方每个空组都留三位。写出十个码字，再与同桌互读，看能否读回编号。前导零不能省。</a:t>
            </a:r>
          </a:p>
          <a:p xmlns:a="http://schemas.openxmlformats.org/drawingml/2006/main">
            <a:r>
              <a:t>[技术注解]</a:t>
            </a:r>
          </a:p>
          <a:p xmlns:a="http://schemas.openxmlformats.org/drawingml/2006/main">
            <a:r>
              <a:t>模型范围[-1,1)，均匀分成2ⁿ档，使用每档中点作代表值。边界归入上档，越界截到端档。等级编号与代表幅度不同；无符号编号不等于真实16bit有符号PCM字节。量化误差为输入与代表值的绝对差。固定范围且未削波时，误差上界为步长的一半；不同位数的每个样本不一定都严格改善。</a:t>
            </a:r>
          </a:p>
          <a:p xmlns:a="http://schemas.openxmlformats.org/drawingml/2006/main">
            <a:r>
              <a:t>[技术注解]</a:t>
            </a:r>
          </a:p>
          <a:p xmlns:a="http://schemas.openxmlformats.org/drawingml/2006/main">
            <a:r>
              <a:t>归一化幅度数学示意：十个控制点为 −0.38、0.12、0.86、0.91、0.62、0.08、−0.38、−0.46、−0.71、−0.13；时刻 k/2，k=0…9。曲线按 Catmull-Rom 插值，5s处补0.12，只供观察，不是实测录音。采样比较均使用[0,5)区间，不重复计右端点。图中连线不是实际扬声器输出。</a:t>
            </a:r>
          </a:p>
          <a:p xmlns:a="http://schemas.openxmlformats.org/drawingml/2006/main">
            <a:r>
              <a:t>[活动]</a:t>
            </a:r>
          </a:p>
          <a:p xmlns:a="http://schemas.openxmlformats.org/drawingml/2006/main">
            <a:r>
              <a:t>独立20秒，同桌互读前五个或后五个。码字下方的时间顺序与波形采样点对应。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[问题] 这十个等级，怎样写成等长码字？</a:t>
            </a:r>
          </a:p>
          <a:p xmlns:a="http://schemas.openxmlformats.org/drawingml/2006/main">
            <a:r>
              <a:t>[内部编号] Q9</a:t>
            </a:r>
          </a:p>
          <a:p xmlns:a="http://schemas.openxmlformats.org/drawingml/2006/main">
            <a:r>
              <a:t>[阶段] 揭示</a:t>
            </a:r>
          </a:p>
          <a:p xmlns:a="http://schemas.openxmlformats.org/drawingml/2006/main">
            <a:r>
              <a:t>[教师逐字稿]</a:t>
            </a:r>
          </a:p>
          <a:p xmlns:a="http://schemas.openxmlformats.org/drawingml/2006/main">
            <a:r>
              <a:t>下方每组三位对应上方一个采样时刻。依次为零一零、一零零、一一一、一一一、一一零、一零零、零一零、零一零、零零一、零一一。最后编号三就是零一一。编码按约定表示等级，这里没有压缩。</a:t>
            </a:r>
          </a:p>
          <a:p xmlns:a="http://schemas.openxmlformats.org/drawingml/2006/main">
            <a:r>
              <a:t>[完整序列]</a:t>
            </a:r>
          </a:p>
          <a:p xmlns:a="http://schemas.openxmlformats.org/drawingml/2006/main">
            <a:r>
              <a:t>2,4,7,7,6,4,2,2,1,3 → 010,100,111,111,110,100,010,010,001,011。共30bit教学码字，不意味着实际WAV按3bit打包。真实PCM后面使用16bit存储宽度。</a:t>
            </a:r>
          </a:p>
          <a:p xmlns:a="http://schemas.openxmlformats.org/drawingml/2006/main">
            <a:r>
              <a:t>[技术注解]</a:t>
            </a:r>
          </a:p>
          <a:p xmlns:a="http://schemas.openxmlformats.org/drawingml/2006/main">
            <a:r>
              <a:t>模型范围[-1,1)，均匀分成2ⁿ档，使用每档中点作代表值。边界归入上档，越界截到端档。等级编号与代表幅度不同；无符号编号不等于真实16bit有符号PCM字节。量化误差为输入与代表值的绝对差。固定范围且未削波时，误差上界为步长的一半；不同位数的每个样本不一定都严格改善。</a:t>
            </a:r>
          </a:p>
          <a:p xmlns:a="http://schemas.openxmlformats.org/drawingml/2006/main">
            <a:r>
              <a:t>[来源]</a:t>
            </a:r>
          </a:p>
          <a:p xmlns:a="http://schemas.openxmlformats.org/drawingml/2006/main">
            <a:r>
              <a:t>Khan Academy, Converting analog data to binary. https://www.khanacademy.org/computing/computers-and-internet/xcae6f4a7ff015e7d:digital-information/xcae6f4a7ff015e7d:representing-analog-data-in-binary/a/converting-analog-data-to-binary ; retrieved 2026-10-13. Visual sequencing adapted; all values independently calculated.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[问题] 时刻、幅度和码字，各解决什么问题？</a:t>
            </a:r>
          </a:p>
          <a:p xmlns:a="http://schemas.openxmlformats.org/drawingml/2006/main">
            <a:r>
              <a:t>[内部编号] T3</a:t>
            </a:r>
          </a:p>
          <a:p xmlns:a="http://schemas.openxmlformats.org/drawingml/2006/main">
            <a:r>
              <a:t>[阶段] 学生总结</a:t>
            </a:r>
          </a:p>
          <a:p xmlns:a="http://schemas.openxmlformats.org/drawingml/2006/main">
            <a:r>
              <a:t>[教师逐字稿]</a:t>
            </a:r>
          </a:p>
          <a:p xmlns:a="http://schemas.openxmlformats.org/drawingml/2006/main">
            <a:r>
              <a:t>请沿旧分支回看：时刻怎样选，幅度怎样近似？再用码字互读说明编码增加了什么约定。收集总结后更新树。</a:t>
            </a:r>
          </a:p>
          <a:p xmlns:a="http://schemas.openxmlformats.org/drawingml/2006/main">
            <a:r>
              <a:t>[课堂操作]</a:t>
            </a:r>
          </a:p>
          <a:p xmlns:a="http://schemas.openxmlformats.org/drawingml/2006/main">
            <a:r>
              <a:t>先收学生总结及图上证据，再翻到树揭示。未来节点和关系不出现；已建立的节点、关系和几何在后续阶段不变。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[问题] 时刻、幅度和码字，各解决什么问题？</a:t>
            </a:r>
          </a:p>
          <a:p xmlns:a="http://schemas.openxmlformats.org/drawingml/2006/main">
            <a:r>
              <a:t>[内部编号] T3</a:t>
            </a:r>
          </a:p>
          <a:p xmlns:a="http://schemas.openxmlformats.org/drawingml/2006/main">
            <a:r>
              <a:t>[阶段] 树揭示</a:t>
            </a:r>
          </a:p>
          <a:p xmlns:a="http://schemas.openxmlformats.org/drawingml/2006/main">
            <a:r>
              <a:t>[教师逐字稿]</a:t>
            </a:r>
          </a:p>
          <a:p xmlns:a="http://schemas.openxmlformats.org/drawingml/2006/main">
            <a:r>
              <a:t>新增等级编号到等长码字的表示约定。采样与量化分支保留；编码不自动等于压缩。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[问题] 这些名称在录音流程的哪一层？</a:t>
            </a:r>
          </a:p>
          <a:p xmlns:a="http://schemas.openxmlformats.org/drawingml/2006/main">
            <a:r>
              <a:t>[内部编号] Q10</a:t>
            </a:r>
          </a:p>
          <a:p xmlns:a="http://schemas.openxmlformats.org/drawingml/2006/main">
            <a:r>
              <a:t>[阶段] 提问</a:t>
            </a:r>
          </a:p>
          <a:p xmlns:a="http://schemas.openxmlformats.org/drawingml/2006/main">
            <a:r>
              <a:t>[教师逐字稿]</a:t>
            </a:r>
          </a:p>
          <a:p xmlns:a="http://schemas.openxmlformats.org/drawingml/2006/main">
            <a:r>
              <a:t>WAV、PCM、MP3、WMA、MIDI对应的层次相同吗？上面从录音样本出发，下面从演奏事件出发。先把名称放进适合的位置，说出理由。</a:t>
            </a:r>
          </a:p>
          <a:p xmlns:a="http://schemas.openxmlformats.org/drawingml/2006/main">
            <a:r>
              <a:t>[学生起点]</a:t>
            </a:r>
          </a:p>
          <a:p xmlns:a="http://schemas.openxmlformats.org/drawingml/2006/main">
            <a:r>
              <a:t>已经建立样本与码字。路径展示必要内容类别，空位留给学生判断；避免把文件扩展名直接当编码方法。</a:t>
            </a:r>
          </a:p>
          <a:p xmlns:a="http://schemas.openxmlformats.org/drawingml/2006/main">
            <a:r>
              <a:t>[来源]</a:t>
            </a:r>
          </a:p>
          <a:p xmlns:a="http://schemas.openxmlformats.org/drawingml/2006/main">
            <a:r>
              <a:t>Microsoft, WAVEFORMATEX: nChannels, nSamplesPerSec, nBlockAlign, wBitsPerSample. https://learn.microsoft.com/en-us/windows/win32/api/mmeapi/ns-mmeapi-waveformatex ; retrieved 2026-10-12.</a:t>
            </a:r>
          </a:p>
          <a:p xmlns:a="http://schemas.openxmlformats.org/drawingml/2006/main">
            <a:r>
              <a:t>The MIDI Association, About MIDI, Part 1: Overview. https://midi.org/about-midi-part-1overview ; retrieved 2026-10-12.</a:t>
            </a:r>
          </a:p>
          <a:p xmlns:a="http://schemas.openxmlformats.org/drawingml/2006/main">
            <a:r>
              <a:t>Microsoft, Windows Media Codecs: Standard, Professional and Lossless. https://learn.microsoft.com/en-us/windows/win32/medfound/windows-media-codecs ; retrieved 2026-10-12.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[问题] 这些名称在录音流程的哪一层？</a:t>
            </a:r>
          </a:p>
          <a:p xmlns:a="http://schemas.openxmlformats.org/drawingml/2006/main">
            <a:r>
              <a:t>[内部编号] Q10</a:t>
            </a:r>
          </a:p>
          <a:p xmlns:a="http://schemas.openxmlformats.org/drawingml/2006/main">
            <a:r>
              <a:t>[阶段] 揭示</a:t>
            </a:r>
          </a:p>
          <a:p xmlns:a="http://schemas.openxmlformats.org/drawingml/2006/main">
            <a:r>
              <a:t>[教师逐字稿]</a:t>
            </a:r>
          </a:p>
          <a:p xmlns:a="http://schemas.openxmlformats.org/drawingml/2006/main">
            <a:r>
              <a:t>PCM表示样本，MP3是有损音频编码，WMA是编码家族。WAV是文件包装容器，本课里面保存PCM，也可装其他编码。MIDI保存演奏指令，由合成器产生声音，并不保存这次录音的样本波形。</a:t>
            </a:r>
          </a:p>
          <a:p xmlns:a="http://schemas.openxmlformats.org/drawingml/2006/main">
            <a:r>
              <a:t>[图示边界]</a:t>
            </a:r>
          </a:p>
          <a:p xmlns:a="http://schemas.openxmlformats.org/drawingml/2006/main">
            <a:r>
              <a:t>上方箭头表示数据层次。MP3/WMA列为编码选择示例，不声称本课把它们实际封装进WAV。容器与编码不是两个连续音频变换。WMA不同成员可能有损或无损。</a:t>
            </a:r>
          </a:p>
          <a:p xmlns:a="http://schemas.openxmlformats.org/drawingml/2006/main">
            <a:r>
              <a:t>[来源]</a:t>
            </a:r>
          </a:p>
          <a:p xmlns:a="http://schemas.openxmlformats.org/drawingml/2006/main">
            <a:r>
              <a:t>Microsoft, WAVEFORMATEX: nChannels, nSamplesPerSec, nBlockAlign, wBitsPerSample. https://learn.microsoft.com/en-us/windows/win32/api/mmeapi/ns-mmeapi-waveformatex ; retrieved 2026-10-12.</a:t>
            </a:r>
          </a:p>
          <a:p xmlns:a="http://schemas.openxmlformats.org/drawingml/2006/main">
            <a:r>
              <a:t>The MIDI Association, About MIDI, Part 1: Overview. https://midi.org/about-midi-part-1overview ; retrieved 2026-10-12.</a:t>
            </a:r>
          </a:p>
          <a:p xmlns:a="http://schemas.openxmlformats.org/drawingml/2006/main">
            <a:r>
              <a:t>Microsoft, Windows Media Codecs: Standard, Professional and Lossless. https://learn.microsoft.com/en-us/windows/win32/medfound/windows-media-codecs ; retrieved 2026-10-12.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[问题] MP3一定压缩到原来的1/10吗？</a:t>
            </a:r>
          </a:p>
          <a:p xmlns:a="http://schemas.openxmlformats.org/drawingml/2006/main">
            <a:r>
              <a:t>[内部编号] Q11</a:t>
            </a:r>
          </a:p>
          <a:p xmlns:a="http://schemas.openxmlformats.org/drawingml/2006/main">
            <a:r>
              <a:t>[阶段] 提问</a:t>
            </a:r>
          </a:p>
          <a:p xmlns:a="http://schemas.openxmlformats.org/drawingml/2006/main">
            <a:r>
              <a:t>[教师逐字稿]</a:t>
            </a:r>
          </a:p>
          <a:p xmlns:a="http://schemas.openxmlformats.org/drawingml/2006/main">
            <a:r>
              <a:t>相同时长，只比较数据，不计文件结构开销。已知PCM每秒位数和本例MP3固定码率，请算比例。如果改变码率，比例会保持不变吗？</a:t>
            </a:r>
          </a:p>
          <a:p xmlns:a="http://schemas.openxmlformats.org/drawingml/2006/main">
            <a:r>
              <a:t>[条件]</a:t>
            </a:r>
          </a:p>
          <a:p xmlns:a="http://schemas.openxmlformats.org/drawingml/2006/main">
            <a:r>
              <a:t>PCM 44.1kHz、16bit、双声道：1411200bit/s；MP3固定128000bit/s。比较估计数据码率，不承诺实际完整文件比值或听感。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[问题] MP3一定压缩到原来的1/10吗？</a:t>
            </a:r>
          </a:p>
          <a:p xmlns:a="http://schemas.openxmlformats.org/drawingml/2006/main">
            <a:r>
              <a:t>[内部编号] Q11</a:t>
            </a:r>
          </a:p>
          <a:p xmlns:a="http://schemas.openxmlformats.org/drawingml/2006/main">
            <a:r>
              <a:t>[阶段] 揭示</a:t>
            </a:r>
          </a:p>
          <a:p xmlns:a="http://schemas.openxmlformats.org/drawingml/2006/main">
            <a:r>
              <a:t>[教师逐字稿]</a:t>
            </a:r>
          </a:p>
          <a:p xmlns:a="http://schemas.openxmlformats.org/drawingml/2006/main">
            <a:r>
              <a:t>相同时长约去，比例约百分之九点一。两条数据条按码率比例绘制，能看到本例为什么接近十分之一，但这个比例随参数与码率改变。</a:t>
            </a:r>
          </a:p>
          <a:p xmlns:a="http://schemas.openxmlformats.org/drawingml/2006/main">
            <a:r>
              <a:t>[计算]</a:t>
            </a:r>
          </a:p>
          <a:p xmlns:a="http://schemas.openxmlformats.org/drawingml/2006/main">
            <a:r>
              <a:t>128000/1411200=0.0907029478，四舍五入9.1%。此图不表达听感质量。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[问题] 这8个样本一共占多少byte？</a:t>
            </a:r>
          </a:p>
          <a:p xmlns:a="http://schemas.openxmlformats.org/drawingml/2006/main">
            <a:r>
              <a:t>[内部编号] Q12-A</a:t>
            </a:r>
          </a:p>
          <a:p xmlns:a="http://schemas.openxmlformats.org/drawingml/2006/main">
            <a:r>
              <a:t>[阶段] 提问</a:t>
            </a:r>
          </a:p>
          <a:p xmlns:a="http://schemas.openxmlformats.org/drawingml/2006/main">
            <a:r>
              <a:t>[教师逐字稿]</a:t>
            </a:r>
          </a:p>
          <a:p xmlns:a="http://schemas.openxmlformats.org/drawingml/2006/main">
            <a:r>
              <a:t>先用可以画全的计数模型：每秒四次、两秒、单声道、每个样本十六bit。上面按时间排了八个样本；下面展开其中一个，每格一bit。请数一个样本多少byte，再数整段。</a:t>
            </a:r>
          </a:p>
          <a:p xmlns:a="http://schemas.openxmlformats.org/drawingml/2006/main">
            <a:r>
              <a:t>[时间与模型]</a:t>
            </a:r>
          </a:p>
          <a:p xmlns:a="http://schemas.openxmlformats.org/drawingml/2006/main">
            <a:r>
              <a:t>4Hz只用于画全计数，不能据此推断真实音乐听感。样本时刻k/4，k=0…7，记录[0,2)。所有样本实际存16bit，内容是否相同不改变固定宽度。</a:t>
            </a:r>
          </a:p>
          <a:p xmlns:a="http://schemas.openxmlformats.org/drawingml/2006/main">
            <a:r>
              <a:t>[来源]</a:t>
            </a:r>
          </a:p>
          <a:p xmlns:a="http://schemas.openxmlformats.org/drawingml/2006/main"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[问题] 这8个样本一共占多少byte？</a:t>
            </a:r>
          </a:p>
          <a:p xmlns:a="http://schemas.openxmlformats.org/drawingml/2006/main">
            <a:r>
              <a:t>[内部编号] Q12-A</a:t>
            </a:r>
          </a:p>
          <a:p xmlns:a="http://schemas.openxmlformats.org/drawingml/2006/main">
            <a:r>
              <a:t>[阶段] 揭示</a:t>
            </a:r>
          </a:p>
          <a:p xmlns:a="http://schemas.openxmlformats.org/drawingml/2006/main">
            <a:r>
              <a:t>[教师逐字稿]</a:t>
            </a:r>
          </a:p>
          <a:p xmlns:a="http://schemas.openxmlformats.org/drawingml/2006/main">
            <a:r>
              <a:t>十六格每八格组成一个byte，所以一个样本两byte。两秒八个样本，一共十六byte。先数对象，再写式子；换成八千Hz时仍是这套结构，只是每秒样本更多。</a:t>
            </a:r>
          </a:p>
          <a:p xmlns:a="http://schemas.openxmlformats.org/drawingml/2006/main">
            <a:r>
              <a:t>[学生证据]</a:t>
            </a:r>
          </a:p>
          <a:p xmlns:a="http://schemas.openxmlformats.org/drawingml/2006/main">
            <a:r>
              <a:t>纸上圈两个8bit组，写8×2B=16B。</a:t>
            </a:r>
          </a:p>
          <a:p xmlns:a="http://schemas.openxmlformats.org/drawingml/2006/main">
            <a:r>
              <a:t>[来源]</a:t>
            </a:r>
          </a:p>
          <a:p xmlns:a="http://schemas.openxmlformats.org/drawingml/2006/main"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[问题] 2秒单声道PCM，需要多少样本数据？</a:t>
            </a:r>
          </a:p>
          <a:p xmlns:a="http://schemas.openxmlformats.org/drawingml/2006/main">
            <a:r>
              <a:t>[内部编号] Q12</a:t>
            </a:r>
          </a:p>
          <a:p xmlns:a="http://schemas.openxmlformats.org/drawingml/2006/main">
            <a:r>
              <a:t>[阶段] 提问</a:t>
            </a:r>
          </a:p>
          <a:p xmlns:a="http://schemas.openxmlformats.org/drawingml/2006/main">
            <a:r>
              <a:t>[教师逐字稿]</a:t>
            </a:r>
          </a:p>
          <a:p xmlns:a="http://schemas.openxmlformats.org/drawingml/2006/main">
            <a:r>
              <a:t>现在每秒每声道八千个样本，记录两秒，每个实际保存十六bit。图只画部分样本。请独立写出样本数、每样本byte数和总byte数，三十秒后核对。</a:t>
            </a:r>
          </a:p>
          <a:p xmlns:a="http://schemas.openxmlformats.org/drawingml/2006/main">
            <a:r>
              <a:t>[计数对象]</a:t>
            </a:r>
          </a:p>
          <a:p xmlns:a="http://schemas.openxmlformats.org/drawingml/2006/main">
            <a:r>
              <a:t>单声道每个时刻一个值；fs×t=整数帧数，本例16000帧；真实文件采用16bit，不把之前3bit等级模型当存储宽度。N、每帧宽度、总量依次揭示。</a:t>
            </a:r>
          </a:p>
          <a:p xmlns:a="http://schemas.openxmlformats.org/drawingml/2006/main">
            <a:r>
              <a:t>[来源]</a:t>
            </a:r>
          </a:p>
          <a:p xmlns:a="http://schemas.openxmlformats.org/drawingml/2006/main"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[问题] 2秒单声道PCM，需要多少样本数据？</a:t>
            </a:r>
          </a:p>
          <a:p xmlns:a="http://schemas.openxmlformats.org/drawingml/2006/main">
            <a:r>
              <a:t>[内部编号] Q12</a:t>
            </a:r>
          </a:p>
          <a:p xmlns:a="http://schemas.openxmlformats.org/drawingml/2006/main">
            <a:r>
              <a:t>[阶段] 样本数揭示</a:t>
            </a:r>
          </a:p>
          <a:p xmlns:a="http://schemas.openxmlformats.org/drawingml/2006/main">
            <a:r>
              <a:t>[教师逐字稿]</a:t>
            </a:r>
          </a:p>
          <a:p xmlns:a="http://schemas.openxmlformats.org/drawingml/2006/main">
            <a:r>
              <a:t>先数记录：一秒八千个，两秒一万六千个。这一步数的是样本，先不直接把它当byte。</a:t>
            </a:r>
          </a:p>
          <a:p xmlns:a="http://schemas.openxmlformats.org/drawingml/2006/main">
            <a:r>
              <a:t>[阶段控制]</a:t>
            </a:r>
          </a:p>
          <a:p xmlns:a="http://schemas.openxmlformats.org/drawingml/2006/main">
            <a:r>
              <a:t>只核对总样本数，保留总byte数。</a:t>
            </a:r>
          </a:p>
          <a:p xmlns:a="http://schemas.openxmlformats.org/drawingml/2006/main">
            <a:r>
              <a:t>[来源]</a:t>
            </a:r>
          </a:p>
          <a:p xmlns:a="http://schemas.openxmlformats.org/drawingml/2006/main"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[问题] 2秒单声道PCM，需要多少样本数据？</a:t>
            </a:r>
          </a:p>
          <a:p xmlns:a="http://schemas.openxmlformats.org/drawingml/2006/main">
            <a:r>
              <a:t>[内部编号] Q12</a:t>
            </a:r>
          </a:p>
          <a:p xmlns:a="http://schemas.openxmlformats.org/drawingml/2006/main">
            <a:r>
              <a:t>[阶段] 存储宽度揭示</a:t>
            </a:r>
          </a:p>
          <a:p xmlns:a="http://schemas.openxmlformats.org/drawingml/2006/main">
            <a:r>
              <a:t>[教师逐字稿]</a:t>
            </a:r>
          </a:p>
          <a:p xmlns:a="http://schemas.openxmlformats.org/drawingml/2006/main">
            <a:r>
              <a:t>每个样本十六bit，就是两个byte。现在把一万六千个样本，每个占两个byte相乘。请先写你的结果，下一页才核对。</a:t>
            </a:r>
          </a:p>
          <a:p xmlns:a="http://schemas.openxmlformats.org/drawingml/2006/main">
            <a:r>
              <a:t>[阶段控制]</a:t>
            </a:r>
          </a:p>
          <a:p xmlns:a="http://schemas.openxmlformats.org/drawingml/2006/main">
            <a:r>
              <a:t>单声道一帧一个样本，2B/帧。不给完整文件大小。</a:t>
            </a:r>
          </a:p>
          <a:p xmlns:a="http://schemas.openxmlformats.org/drawingml/2006/main">
            <a:r>
              <a:t>[来源]</a:t>
            </a:r>
          </a:p>
          <a:p xmlns:a="http://schemas.openxmlformats.org/drawingml/2006/main"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[问题] 2秒单声道PCM，需要多少样本数据？</a:t>
            </a:r>
          </a:p>
          <a:p xmlns:a="http://schemas.openxmlformats.org/drawingml/2006/main">
            <a:r>
              <a:t>[内部编号] Q12</a:t>
            </a:r>
          </a:p>
          <a:p xmlns:a="http://schemas.openxmlformats.org/drawingml/2006/main">
            <a:r>
              <a:t>[阶段] 总量揭示</a:t>
            </a:r>
          </a:p>
          <a:p xmlns:a="http://schemas.openxmlformats.org/drawingml/2006/main">
            <a:r>
              <a:t>[教师逐字稿]</a:t>
            </a:r>
          </a:p>
          <a:p xmlns:a="http://schemas.openxmlformats.org/drawingml/2006/main">
            <a:r>
              <a:t>一万六千个样本乘每个两byte，三万二千byte。也可以一秒八千乘两，得到一万六千byte每秒，再乘两秒。两条计数路径的单位都能对消。</a:t>
            </a:r>
          </a:p>
          <a:p xmlns:a="http://schemas.openxmlformats.org/drawingml/2006/main">
            <a:r>
              <a:t>[独立核对]</a:t>
            </a:r>
          </a:p>
          <a:p xmlns:a="http://schemas.openxmlformats.org/drawingml/2006/main">
            <a:r>
              <a:t>16000×2B=32000B；8000samples/s×2B/sample=16000B/s，再×2s。公式只计固定宽度未压缩PCM样本数据。</a:t>
            </a:r>
          </a:p>
          <a:p xmlns:a="http://schemas.openxmlformats.org/drawingml/2006/main">
            <a:r>
              <a:t>[来源]</a:t>
            </a:r>
          </a:p>
          <a:p xmlns:a="http://schemas.openxmlformats.org/drawingml/2006/main"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[问题] 增加右声道，哪些记录多了一份？</a:t>
            </a:r>
          </a:p>
          <a:p xmlns:a="http://schemas.openxmlformats.org/drawingml/2006/main">
            <a:r>
              <a:t>[内部编号] Q12-B</a:t>
            </a:r>
          </a:p>
          <a:p xmlns:a="http://schemas.openxmlformats.org/drawingml/2006/main">
            <a:r>
              <a:t>[阶段] 提问</a:t>
            </a:r>
          </a:p>
          <a:p xmlns:a="http://schemas.openxmlformats.org/drawingml/2006/main">
            <a:r>
              <a:t>[教师逐字稿]</a:t>
            </a:r>
          </a:p>
          <a:p xmlns:a="http://schemas.openxmlformats.org/drawingml/2006/main">
            <a:r>
              <a:t>保持八千Hz、两秒和十六bit。现在每个时刻同时保存左、右两个值。单声道刚才三万二千byte；双声道样本数据是多少？指出图上对应的新增记录，二十秒独立列式。</a:t>
            </a:r>
          </a:p>
          <a:p xmlns:a="http://schemas.openxmlformats.org/drawingml/2006/main">
            <a:r>
              <a:t>[给定]</a:t>
            </a:r>
          </a:p>
          <a:p xmlns:a="http://schemas.openxmlformats.org/drawingml/2006/main">
            <a:r>
              <a:t>每声道参数一致，时间对齐，固定宽度整数PCM。双声道数据量翻倍，不代表响度或音质翻倍。</a:t>
            </a:r>
          </a:p>
          <a:p xmlns:a="http://schemas.openxmlformats.org/drawingml/2006/main">
            <a:r>
              <a:t>[来源]</a:t>
            </a:r>
          </a:p>
          <a:p xmlns:a="http://schemas.openxmlformats.org/drawingml/2006/main"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[问题] 增加右声道，哪些记录多了一份？</a:t>
            </a:r>
          </a:p>
          <a:p xmlns:a="http://schemas.openxmlformats.org/drawingml/2006/main">
            <a:r>
              <a:t>[内部编号] Q12-B</a:t>
            </a:r>
          </a:p>
          <a:p xmlns:a="http://schemas.openxmlformats.org/drawingml/2006/main">
            <a:r>
              <a:t>[阶段] 揭示</a:t>
            </a:r>
          </a:p>
          <a:p xmlns:a="http://schemas.openxmlformats.org/drawingml/2006/main">
            <a:r>
              <a:t>[教师逐字稿]</a:t>
            </a:r>
          </a:p>
          <a:p xmlns:a="http://schemas.openxmlformats.org/drawingml/2006/main">
            <a:r>
              <a:t>每个时刻左两byte、右两byte，一帧四byte。一万六千帧乘四byte，六万四千byte。样本总数也可按一万六千乘二声道计。增加的是同一时刻另一声道的值，不是录制时间翻倍。</a:t>
            </a:r>
          </a:p>
          <a:p xmlns:a="http://schemas.openxmlformats.org/drawingml/2006/main">
            <a:r>
              <a:t>[术语]</a:t>
            </a:r>
          </a:p>
          <a:p xmlns:a="http://schemas.openxmlformats.org/drawingml/2006/main">
            <a:r>
              <a:t>frame是一时刻所有声道样本的组合。本课先用“同一时刻”说明，再引入帧，不要求学生额外背术语。</a:t>
            </a:r>
          </a:p>
          <a:p xmlns:a="http://schemas.openxmlformats.org/drawingml/2006/main">
            <a:r>
              <a:t>[来源]</a:t>
            </a:r>
          </a:p>
          <a:p xmlns:a="http://schemas.openxmlformats.org/drawingml/2006/main"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[问题] 算出32,000 B，完整文件一定同样大吗？</a:t>
            </a:r>
          </a:p>
          <a:p xmlns:a="http://schemas.openxmlformats.org/drawingml/2006/main">
            <a:r>
              <a:t>[内部编号] Q13</a:t>
            </a:r>
          </a:p>
          <a:p xmlns:a="http://schemas.openxmlformats.org/drawingml/2006/main">
            <a:r>
              <a:t>[阶段] 提问</a:t>
            </a:r>
          </a:p>
          <a:p xmlns:a="http://schemas.openxmlformats.org/drawingml/2006/main">
            <a:r>
              <a:t>[教师逐字稿]</a:t>
            </a:r>
          </a:p>
          <a:p xmlns:a="http://schemas.openxmlformats.org/drawingml/2006/main">
            <a:r>
              <a:t>刚才只数样本，别人播放还需要读取格式信息。图把这个简单WAV的结构分开，先猜完整大小会不会相同，再说明多了什么。</a:t>
            </a:r>
          </a:p>
          <a:p xmlns:a="http://schemas.openxmlformats.org/drawingml/2006/main">
            <a:r>
              <a:t>[题目控制]</a:t>
            </a:r>
          </a:p>
          <a:p xmlns:a="http://schemas.openxmlformats.org/drawingml/2006/main">
            <a:r>
              <a:t>结构名是必要背景，具体结构大小和完整大小待核对后揭示。不是所有WAV都使用本例布局。</a:t>
            </a:r>
          </a:p>
          <a:p xmlns:a="http://schemas.openxmlformats.org/drawingml/2006/main">
            <a:r>
              <a:t>[来源]</a:t>
            </a:r>
          </a:p>
          <a:p xmlns:a="http://schemas.openxmlformats.org/drawingml/2006/main"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[问题] 算出32,000 B，完整文件一定同样大吗？</a:t>
            </a:r>
          </a:p>
          <a:p xmlns:a="http://schemas.openxmlformats.org/drawingml/2006/main">
            <a:r>
              <a:t>[内部编号] Q13</a:t>
            </a:r>
          </a:p>
          <a:p xmlns:a="http://schemas.openxmlformats.org/drawingml/2006/main">
            <a:r>
              <a:t>[阶段] 文件证据</a:t>
            </a:r>
          </a:p>
          <a:p xmlns:a="http://schemas.openxmlformats.org/drawingml/2006/main">
            <a:r>
              <a:t>[教师逐字稿]</a:t>
            </a:r>
          </a:p>
          <a:p xmlns:a="http://schemas.openxmlformats.org/drawingml/2006/main">
            <a:r>
              <a:t>本例RIFF结构十二byte，fmt结构二十四byte，data块头八byte，共四十四byte。样本三万二千byte，加起来三万二千零四十四。只是这个简单文件的结构，不推广到所有WAV。</a:t>
            </a:r>
          </a:p>
          <a:p xmlns:a="http://schemas.openxmlformats.org/drawingml/2006/main">
            <a:r>
              <a:t>[真实证据]</a:t>
            </a:r>
          </a:p>
          <a:p xmlns:a="http://schemas.openxmlformats.org/drawingml/2006/main">
            <a:r>
              <a:t>assets/audio/size-check-8000-2s-16-mono.wav：16000帧，2B/帧，PCM样本32000B；RIFF 12B、fmt chunk24B、data header8B、数据32000B，总32044B。结构采用字节读取独立核对。其他WAV可能有额外chunk、填充或不同格式。</a:t>
            </a:r>
          </a:p>
          <a:p xmlns:a="http://schemas.openxmlformats.org/drawingml/2006/main">
            <a:r>
              <a:t>[来源]</a:t>
            </a:r>
          </a:p>
          <a:p xmlns:a="http://schemas.openxmlformats.org/drawingml/2006/main"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[问题] 用样本数解释开场A、B的大小差异</a:t>
            </a:r>
          </a:p>
          <a:p xmlns:a="http://schemas.openxmlformats.org/drawingml/2006/main">
            <a:r>
              <a:t>[内部编号] Q1-return</a:t>
            </a:r>
          </a:p>
          <a:p xmlns:a="http://schemas.openxmlformats.org/drawingml/2006/main">
            <a:r>
              <a:t>[阶段] 提问</a:t>
            </a:r>
          </a:p>
          <a:p xmlns:a="http://schemas.openxmlformats.org/drawingml/2006/main">
            <a:r>
              <a:t>[教师逐字稿]</a:t>
            </a:r>
          </a:p>
          <a:p xmlns:a="http://schemas.openxmlformats.org/drawingml/2006/main">
            <a:r>
              <a:t>回到开场猜测。两份六秒、十六bit、单声道，只有采样率不同。分别数样本，算样本数据，再检查能否解释开场完整大小。</a:t>
            </a:r>
          </a:p>
          <a:p xmlns:a="http://schemas.openxmlformats.org/drawingml/2006/main">
            <a:r>
              <a:t>[课堂闭环]</a:t>
            </a:r>
          </a:p>
          <a:p xmlns:a="http://schemas.openxmlformats.org/drawingml/2006/main">
            <a:r>
              <a:t>独立列式20秒，回看保留猜测，收一个修改或支持的理由。数据来自同一已解码音乐片段，不代表首次ADC或恢复来源AAC。</a:t>
            </a:r>
          </a:p>
          <a:p xmlns:a="http://schemas.openxmlformats.org/drawingml/2006/main">
            <a:r>
              <a:t>[来源]</a:t>
            </a:r>
          </a:p>
          <a:p xmlns:a="http://schemas.openxmlformats.org/drawingml/2006/main"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[问题] 用样本数解释开场A、B的大小差异</a:t>
            </a:r>
          </a:p>
          <a:p xmlns:a="http://schemas.openxmlformats.org/drawingml/2006/main">
            <a:r>
              <a:t>[内部编号] Q1-return</a:t>
            </a:r>
          </a:p>
          <a:p xmlns:a="http://schemas.openxmlformats.org/drawingml/2006/main">
            <a:r>
              <a:t>[阶段] 闭环揭示</a:t>
            </a:r>
          </a:p>
          <a:p xmlns:a="http://schemas.openxmlformats.org/drawingml/2006/main">
            <a:r>
              <a:t>[教师逐字稿]</a:t>
            </a:r>
          </a:p>
          <a:p xmlns:a="http://schemas.openxmlformats.org/drawingml/2006/main">
            <a:r>
              <a:t>A二十六万四千六百个样本，乘两byte为五十二万九千二百。B四万八千个样本，乘两byte为九万六千。数据条按样本数据量比例画出。各加本例四十四byte，得到开场大小。请修改原猜测，并说图上的哪条证据支持它。</a:t>
            </a:r>
          </a:p>
          <a:p xmlns:a="http://schemas.openxmlformats.org/drawingml/2006/main">
            <a:r>
              <a:t>[独立证据]</a:t>
            </a:r>
          </a:p>
          <a:p xmlns:a="http://schemas.openxmlformats.org/drawingml/2006/main">
            <a:r>
              <a:t>A=44100×6×2=529200B，B=8000×6×2=96000B；两者本例完整文件均多44B。条长比529200/96000=5.5125，完整文件比并非严格等于采样率比。</a:t>
            </a:r>
          </a:p>
          <a:p xmlns:a="http://schemas.openxmlformats.org/drawingml/2006/main">
            <a:r>
              <a:t>[来源]</a:t>
            </a:r>
          </a:p>
          <a:p xmlns:a="http://schemas.openxmlformats.org/drawingml/2006/main"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[问题] 不同波形，为什么可能留下相同样本？</a:t>
            </a:r>
          </a:p>
          <a:p xmlns:a="http://schemas.openxmlformats.org/drawingml/2006/main">
            <a:r>
              <a:t>[内部编号] Q14</a:t>
            </a:r>
          </a:p>
          <a:p xmlns:a="http://schemas.openxmlformats.org/drawingml/2006/main">
            <a:r>
              <a:t>[阶段] 提问</a:t>
            </a:r>
          </a:p>
          <a:p xmlns:a="http://schemas.openxmlformats.org/drawingml/2006/main">
            <a:r>
              <a:t>[教师逐字稿]</a:t>
            </a:r>
          </a:p>
          <a:p xmlns:a="http://schemas.openxmlformats.org/drawingml/2006/main">
            <a:r>
              <a:t>两个等幅余弦信号，一个六千Hz，一个两千Hz。相同八千Hz采样，在零点开始，观察每个紫点。两份记录能区分输入吗？先逐点比较，不先用规则替代观察。</a:t>
            </a:r>
          </a:p>
          <a:p xmlns:a="http://schemas.openxmlformats.org/drawingml/2006/main">
            <a:r>
              <a:t>[诊断模型]</a:t>
            </a:r>
          </a:p>
          <a:p xmlns:a="http://schemas.openxmlformats.org/drawingml/2006/main">
            <a:r>
              <a:t>故意不先低通，直接采样，x(t)=cos(2πft)，t=k/8000，k=0…4。观察闭区间0–0.5ms的五个点，不用它计算录音帧数。两信号起始相位相同；cos(2π6000n/8000)=cos(2π2000n/8000)，均1,0,-1,0,1。图为原生数学证据，不是实测示波器，也不是正常重采样流程。</a:t>
            </a:r>
          </a:p>
          <a:p xmlns:a="http://schemas.openxmlformats.org/drawingml/2006/main">
            <a:r>
              <a:t>[来源]</a:t>
            </a:r>
          </a:p>
          <a:p xmlns:a="http://schemas.openxmlformats.org/drawingml/2006/main">
            <a:r>
              <a:t>McClellan and Schafer, DSP First, Lecture 9, Sampling &amp; Aliasing, slides 7–9, 12 and 20–22. https://dspfirst.gatech.edu/archives/lectures/DSPFirst-L09-pp4.pdf ; retrieved 2026-10-13.</a:t>
            </a:r>
          </a:p>
          <a:p xmlns:a="http://schemas.openxmlformats.org/drawingml/2006/main">
            <a:r>
              <a:t>Analog Devices, MT-002, What the Nyquist Criterion Means to Your Sampled Data System Design. https://www.analog.com/media/en/training-seminars/tutorials/MT-002.pdf ; retrieved 2026-10-12.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[问题] 不同波形，为什么可能留下相同样本？</a:t>
            </a:r>
          </a:p>
          <a:p xmlns:a="http://schemas.openxmlformats.org/drawingml/2006/main">
            <a:r>
              <a:t>[内部编号] Q14</a:t>
            </a:r>
          </a:p>
          <a:p xmlns:a="http://schemas.openxmlformats.org/drawingml/2006/main">
            <a:r>
              <a:t>[阶段] 证据揭示</a:t>
            </a:r>
          </a:p>
          <a:p xmlns:a="http://schemas.openxmlformats.org/drawingml/2006/main">
            <a:r>
              <a:t>[教师逐字稿]</a:t>
            </a:r>
          </a:p>
          <a:p xmlns:a="http://schemas.openxmlformats.org/drawingml/2006/main">
            <a:r>
              <a:t>采样点都为一、零、负一、零、一。不同的连续波形产生相同离散记录，这叫混叠，光看这些样本不能区分原来的频率。正常录音不能照这个故意省略滤波的诊断模型操作，下一页核对频率条件。</a:t>
            </a:r>
          </a:p>
          <a:p xmlns:a="http://schemas.openxmlformats.org/drawingml/2006/main">
            <a:r>
              <a:t>[边界]</a:t>
            </a:r>
          </a:p>
          <a:p xmlns:a="http://schemas.openxmlformats.org/drawingml/2006/main">
            <a:r>
              <a:t>等幅同相余弦特例只展示混叠存在，不由五个点推导完整采样定理。相位不同要相应匹配。直接取样与先滤波必须分开。</a:t>
            </a:r>
          </a:p>
          <a:p xmlns:a="http://schemas.openxmlformats.org/drawingml/2006/main">
            <a:r>
              <a:t>[来源]</a:t>
            </a:r>
          </a:p>
          <a:p xmlns:a="http://schemas.openxmlformats.org/drawingml/2006/main">
            <a:r>
              <a:t>McClellan and Schafer, DSP First, Lecture 9, Sampling &amp; Aliasing, slides 7–9, 12 and 20–22. https://dspfirst.gatech.edu/archives/lectures/DSPFirst-L09-pp4.pdf ; retrieved 2026-10-13.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[问题] 8kHz采样能保留6kHz纯音吗？</a:t>
            </a:r>
          </a:p>
          <a:p xmlns:a="http://schemas.openxmlformats.org/drawingml/2006/main">
            <a:r>
              <a:t>[内部编号] Q14-B</a:t>
            </a:r>
          </a:p>
          <a:p xmlns:a="http://schemas.openxmlformats.org/drawingml/2006/main">
            <a:r>
              <a:t>[阶段] 提问</a:t>
            </a:r>
          </a:p>
          <a:p xmlns:a="http://schemas.openxmlformats.org/drawingml/2006/main">
            <a:r>
              <a:t>[教师逐字稿]</a:t>
            </a:r>
          </a:p>
          <a:p xmlns:a="http://schemas.openxmlformats.org/drawingml/2006/main">
            <a:r>
              <a:t>给定基带带限条件：理想采样率大于最高频率两倍。声音六千Hz、采样八千Hz，能否满足？先分别指出振动次数和记录次数。</a:t>
            </a:r>
          </a:p>
          <a:p xmlns:a="http://schemas.openxmlformats.org/drawingml/2006/main">
            <a:r>
              <a:t>[学生任务]</a:t>
            </a:r>
          </a:p>
          <a:p xmlns:a="http://schemas.openxmlformats.org/drawingml/2006/main">
            <a:r>
              <a:t>将有来源的技术规则作为条件给出，不声称从上一页五点推导定理。独立代入15秒。</a:t>
            </a:r>
          </a:p>
          <a:p xmlns:a="http://schemas.openxmlformats.org/drawingml/2006/main">
            <a:r>
              <a:t>[来源]</a:t>
            </a:r>
          </a:p>
          <a:p xmlns:a="http://schemas.openxmlformats.org/drawingml/2006/main">
            <a:r>
              <a:t>Analog Devices, MT-002, What the Nyquist Criterion Means to Your Sampled Data System Design. https://www.analog.com/media/en/training-seminars/tutorials/MT-002.pdf ; retrieved 2026-10-12.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[问题] 8kHz采样能保留6kHz纯音吗？</a:t>
            </a:r>
          </a:p>
          <a:p xmlns:a="http://schemas.openxmlformats.org/drawingml/2006/main">
            <a:r>
              <a:t>[内部编号] Q14-B</a:t>
            </a:r>
          </a:p>
          <a:p xmlns:a="http://schemas.openxmlformats.org/drawingml/2006/main">
            <a:r>
              <a:t>[阶段] 条件揭示</a:t>
            </a:r>
          </a:p>
          <a:p xmlns:a="http://schemas.openxmlformats.org/drawingml/2006/main">
            <a:r>
              <a:t>[教师逐字稿]</a:t>
            </a:r>
          </a:p>
          <a:p xmlns:a="http://schemas.openxmlformats.org/drawingml/2006/main">
            <a:r>
              <a:t>八千没有大于一万二千。用八千采样，理想边界四千Hz，六千超过它。正常流程先用低通限制输入频率，再采样；六千分量不能保留。实际滤波还要留过渡带，不说突然完美截断，也不把听不见当数学绝对零。</a:t>
            </a:r>
          </a:p>
          <a:p xmlns:a="http://schemas.openxmlformats.org/drawingml/2006/main">
            <a:r>
              <a:t>[独立计算]</a:t>
            </a:r>
          </a:p>
          <a:p xmlns:a="http://schemas.openxmlformats.org/drawingml/2006/main">
            <a:r>
              <a:t>fs=8000，要求fmax&lt;4000；6000不满足。若需保留6kHz，fs&gt;12000且采用适当滤波。前页裸采样会混叠，本页正常滤波移除越界频率；不是同一个输入输出结论。</a:t>
            </a:r>
          </a:p>
          <a:p xmlns:a="http://schemas.openxmlformats.org/drawingml/2006/main">
            <a:r>
              <a:t>[来源]</a:t>
            </a:r>
          </a:p>
          <a:p xmlns:a="http://schemas.openxmlformats.org/drawingml/2006/main">
            <a:r>
              <a:t>Analog Devices, MT-002, What the Nyquist Criterion Means to Your Sampled Data System Design. https://www.analog.com/media/en/training-seminars/tutorials/MT-002.pdf ; retrieved 2026-10-12.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[问题] 怎样把记录参数与数据量连起来？</a:t>
            </a:r>
          </a:p>
          <a:p xmlns:a="http://schemas.openxmlformats.org/drawingml/2006/main">
            <a:r>
              <a:t>[内部编号] T4</a:t>
            </a:r>
          </a:p>
          <a:p xmlns:a="http://schemas.openxmlformats.org/drawingml/2006/main">
            <a:r>
              <a:t>[阶段] 学生总结</a:t>
            </a:r>
          </a:p>
          <a:p xmlns:a="http://schemas.openxmlformats.org/drawingml/2006/main">
            <a:r>
              <a:t>[教师逐字稿]</a:t>
            </a:r>
          </a:p>
          <a:p xmlns:a="http://schemas.openxmlformats.org/drawingml/2006/main">
            <a:r>
              <a:t>用每秒点数、每个样本两个byte和双声道两行，说明总量怎样数。再区分样本数据与完整文件，先总结证据，再更新最后一条关系。</a:t>
            </a:r>
          </a:p>
          <a:p xmlns:a="http://schemas.openxmlformats.org/drawingml/2006/main">
            <a:r>
              <a:t>[课堂操作]</a:t>
            </a:r>
          </a:p>
          <a:p xmlns:a="http://schemas.openxmlformats.org/drawingml/2006/main">
            <a:r>
              <a:t>先收学生总结及图上证据，再翻到树揭示。未来节点和关系不出现；已建立的节点、关系和几何在后续阶段不变。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[问题] 怎样把记录参数与数据量连起来？</a:t>
            </a:r>
          </a:p>
          <a:p xmlns:a="http://schemas.openxmlformats.org/drawingml/2006/main">
            <a:r>
              <a:t>[内部编号] T4</a:t>
            </a:r>
          </a:p>
          <a:p xmlns:a="http://schemas.openxmlformats.org/drawingml/2006/main">
            <a:r>
              <a:t>[阶段] 树揭示</a:t>
            </a:r>
          </a:p>
          <a:p xmlns:a="http://schemas.openxmlformats.org/drawingml/2006/main">
            <a:r>
              <a:t>[教师逐字稿]</a:t>
            </a:r>
          </a:p>
          <a:p xmlns:a="http://schemas.openxmlformats.org/drawingml/2006/main">
            <a:r>
              <a:t>新增PCM计数：每声道样本数乘声道数，再乘每样本实际字节数。采样分支提供数量，存储宽度提供每份记录大小；完整文件另计结构。三条已知关系位置不变。</a:t>
            </a:r>
          </a:p>
          <a:p xmlns:a="http://schemas.openxmlformats.org/drawingml/2006/main">
            <a:r>
              <a:t>[公式边界]</a:t>
            </a:r>
          </a:p>
          <a:p xmlns:a="http://schemas.openxmlformats.org/drawingml/2006/main">
            <a:r>
              <a:t>固定宽度、未压缩PCM；实际帧数优先。本课16bit=2B；有效量化等级和实际容器宽度不同。</a:t>
            </a:r>
          </a:p>
          <a:p xmlns:a="http://schemas.openxmlformats.org/drawingml/2006/main">
            <a:r>
              <a:t>[来源]</a:t>
            </a:r>
          </a:p>
          <a:p xmlns:a="http://schemas.openxmlformats.org/drawingml/2006/main"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[问题] 独立退出题：列式，并改写一句话</a:t>
            </a:r>
          </a:p>
          <a:p xmlns:a="http://schemas.openxmlformats.org/drawingml/2006/main">
            <a:r>
              <a:t>[内部编号] Q15</a:t>
            </a:r>
          </a:p>
          <a:p xmlns:a="http://schemas.openxmlformats.org/drawingml/2006/main">
            <a:r>
              <a:t>[阶段] 独立评价</a:t>
            </a:r>
          </a:p>
          <a:p xmlns:a="http://schemas.openxmlformats.org/drawingml/2006/main">
            <a:r>
              <a:t>[教师逐字稿]</a:t>
            </a:r>
          </a:p>
          <a:p xmlns:a="http://schemas.openxmlformats.org/drawingml/2006/main">
            <a:r>
              <a:t>独立六十秒，不讨论。第一题双声道，列byte计数式，并圈出哪个因子代表同一时刻两份值。第二题改写错误说法并给本课例子。先收齐纸条，再揭示。</a:t>
            </a:r>
          </a:p>
          <a:p xmlns:a="http://schemas.openxmlformats.org/drawingml/2006/main">
            <a:r>
              <a:t>[评分，暂不朗读]</a:t>
            </a:r>
          </a:p>
          <a:p xmlns:a="http://schemas.openxmlformats.org/drawingml/2006/main">
            <a:r>
              <a:t>16kHz×2s×2声道×2B=128000B，因子与单位2分；解释声道因子1分；说明编码可以不压缩并举3bit码字例1分。漏声道回到左右两行；漏换B回到16格；把编码等同压缩回到码字互读。</a:t>
            </a:r>
          </a:p>
          <a:p xmlns:a="http://schemas.openxmlformats.org/drawingml/2006/main">
            <a:r>
              <a:t>[来源]</a:t>
            </a:r>
          </a:p>
          <a:p xmlns:a="http://schemas.openxmlformats.org/drawingml/2006/main"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[问题] 独立退出题：列式，并改写一句话</a:t>
            </a:r>
          </a:p>
          <a:p xmlns:a="http://schemas.openxmlformats.org/drawingml/2006/main">
            <a:r>
              <a:t>[内部编号] Q15</a:t>
            </a:r>
          </a:p>
          <a:p xmlns:a="http://schemas.openxmlformats.org/drawingml/2006/main">
            <a:r>
              <a:t>[阶段] 评价揭示</a:t>
            </a:r>
          </a:p>
          <a:p xmlns:a="http://schemas.openxmlformats.org/drawingml/2006/main">
            <a:r>
              <a:t>[教师逐字稿]</a:t>
            </a:r>
          </a:p>
          <a:p xmlns:a="http://schemas.openxmlformats.org/drawingml/2006/main">
            <a:r>
              <a:t>纸条已经收齐。每秒每声道一万六千，两秒、两声道、每个两byte，十二万八千byte。编码是按约定表示数据，可以不压缩；比如本课等级三写零一一。根据收来的理由，记录需要回到哪张图再解释。</a:t>
            </a:r>
          </a:p>
          <a:p xmlns:a="http://schemas.openxmlformats.org/drawingml/2006/main">
            <a:r>
              <a:t>[课堂记录]</a:t>
            </a:r>
          </a:p>
          <a:p xmlns:a="http://schemas.openxmlformats.org/drawingml/2006/main">
            <a:r>
              <a:t>记录错误类型、独立证据、实际时间。下列附录可选，超时全部不讲。</a:t>
            </a:r>
          </a:p>
          <a:p xmlns:a="http://schemas.openxmlformats.org/drawingml/2006/main">
            <a:r>
              <a:t>[来源]</a:t>
            </a:r>
          </a:p>
          <a:p xmlns:a="http://schemas.openxmlformats.org/drawingml/2006/main"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[问题] 80分和60分，为什么会同属B？</a:t>
            </a:r>
          </a:p>
          <a:p xmlns:a="http://schemas.openxmlformats.org/drawingml/2006/main">
            <a:r>
              <a:t>[内部编号] Q7-A</a:t>
            </a:r>
          </a:p>
          <a:p xmlns:a="http://schemas.openxmlformats.org/drawingml/2006/main">
            <a:r>
              <a:t>[阶段] 可选附录提问</a:t>
            </a:r>
          </a:p>
          <a:p xmlns:a="http://schemas.openxmlformats.org/drawingml/2006/main">
            <a:r>
              <a:t>[教师逐字稿]</a:t>
            </a:r>
          </a:p>
          <a:p xmlns:a="http://schemas.openxmlformats.org/drawingml/2006/main">
            <a:r>
              <a:t>主线已经结束，只有学生仍难理解有限分档时使用这个类比。按左表，两个不同分数为什么有同一等级？请先说分档规则，再解释丢掉什么信息。</a:t>
            </a:r>
          </a:p>
          <a:p xmlns:a="http://schemas.openxmlformats.org/drawingml/2006/main">
            <a:r>
              <a:t>[可选与边界]</a:t>
            </a:r>
          </a:p>
          <a:p xmlns:a="http://schemas.openxmlformats.org/drawingml/2006/main">
            <a:r>
              <a:t>非均匀成绩区间仅类比多值映射同一标签，不用于推导均匀量化误差界；不占45分钟主线预算。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[问题] 80分和60分，为什么会同属B？</a:t>
            </a:r>
          </a:p>
          <a:p xmlns:a="http://schemas.openxmlformats.org/drawingml/2006/main">
            <a:r>
              <a:t>[内部编号] Q7-A</a:t>
            </a:r>
          </a:p>
          <a:p xmlns:a="http://schemas.openxmlformats.org/drawingml/2006/main">
            <a:r>
              <a:t>[阶段] 可选附录揭示</a:t>
            </a:r>
          </a:p>
          <a:p xmlns:a="http://schemas.openxmlformats.org/drawingml/2006/main">
            <a:r>
              <a:t>[教师逐字稿]</a:t>
            </a:r>
          </a:p>
          <a:p xmlns:a="http://schemas.openxmlformats.org/drawingml/2006/main">
            <a:r>
              <a:t>两个都落在六十到八十九，都是B。只留下等级，不能恢复原来的精确分数。这个类比说明有限标签，不说明实际声音波形或均匀量化误差公式。</a:t>
            </a:r>
          </a:p>
          <a:p xmlns:a="http://schemas.openxmlformats.org/drawingml/2006/main">
            <a:r>
              <a:t>[可选]</a:t>
            </a:r>
          </a:p>
          <a:p xmlns:a="http://schemas.openxmlformats.org/drawingml/2006/main">
            <a:r>
              <a:t>不追加第五档活动，避免脱离音频主线。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[问题] 等级更多，每个样本都一定更接近吗？</a:t>
            </a:r>
          </a:p>
          <a:p xmlns:a="http://schemas.openxmlformats.org/drawingml/2006/main">
            <a:r>
              <a:t>[内部编号] Q7-B</a:t>
            </a:r>
          </a:p>
          <a:p xmlns:a="http://schemas.openxmlformats.org/drawingml/2006/main">
            <a:r>
              <a:t>[阶段] 可选附录提问</a:t>
            </a:r>
          </a:p>
          <a:p xmlns:a="http://schemas.openxmlformats.org/drawingml/2006/main">
            <a:r>
              <a:t>[教师逐字稿]</a:t>
            </a:r>
          </a:p>
          <a:p xmlns:a="http://schemas.openxmlformats.org/drawingml/2006/main">
            <a:r>
              <a:t>用同一模型中的另一个真实样本核对。输入负零点七一，四档代表负零点七五，八档代表负零点六二五。分别算误差，然后检查“每一点都更接近”是否成立。</a:t>
            </a:r>
          </a:p>
          <a:p xmlns:a="http://schemas.openxmlformats.org/drawingml/2006/main">
            <a:r>
              <a:t>[可选]</a:t>
            </a:r>
          </a:p>
          <a:p xmlns:a="http://schemas.openxmlformats.org/drawingml/2006/main">
            <a:r>
              <a:t>主线保留误差上界结论；本页只在学生把它扩大为每点必然改善时使用。固定范围[-1,1)，均匀中点量化。</a:t>
            </a:r>
          </a:p>
          <a:p xmlns:a="http://schemas.openxmlformats.org/drawingml/2006/main">
            <a:r>
              <a:t>[来源]</a:t>
            </a:r>
          </a:p>
          <a:p xmlns:a="http://schemas.openxmlformats.org/drawingml/2006/main">
            <a:r>
              <a:t>Analog Devices, MT-001, Quantization Noise Model, p1. https://www.analog.com/media/en/training-seminars/tutorials/MT-001.pdf ; retrieved 2026-10-12.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[问题] 等级更多，每个样本都一定更接近吗？</a:t>
            </a:r>
          </a:p>
          <a:p xmlns:a="http://schemas.openxmlformats.org/drawingml/2006/main">
            <a:r>
              <a:t>[内部编号] Q7-B</a:t>
            </a:r>
          </a:p>
          <a:p xmlns:a="http://schemas.openxmlformats.org/drawingml/2006/main">
            <a:r>
              <a:t>[阶段] 可选附录揭示</a:t>
            </a:r>
          </a:p>
          <a:p xmlns:a="http://schemas.openxmlformats.org/drawingml/2006/main">
            <a:r>
              <a:t>[教师逐字稿]</a:t>
            </a:r>
          </a:p>
          <a:p xmlns:a="http://schemas.openxmlformats.org/drawingml/2006/main">
            <a:r>
              <a:t>四档误差零点零四，八档零点零八五，这一点反而更远。减小的是误差上界，从零点二五到零点一二五，不是每个样本的误差。请把过强的总结改成带条件的结论。</a:t>
            </a:r>
          </a:p>
          <a:p xmlns:a="http://schemas.openxmlformats.org/drawingml/2006/main">
            <a:r>
              <a:t>[独立核对]</a:t>
            </a:r>
          </a:p>
          <a:p xmlns:a="http://schemas.openxmlformats.org/drawingml/2006/main">
            <a:r>
              <a:t>abs(-.71+.75)=.04；abs(-.71+.625)=.085。4级步长.5，半步长.25；8级步长.25，半步长.125。两者各自都不超过各自界。</a:t>
            </a:r>
          </a:p>
          <a:p xmlns:a="http://schemas.openxmlformats.org/drawingml/2006/main">
            <a:r>
              <a:t>[来源]</a:t>
            </a:r>
          </a:p>
          <a:p xmlns:a="http://schemas.openxmlformats.org/drawingml/2006/main">
            <a:r>
              <a:t>Analog Devices, MT-001, Quantization Noise Model, p1. https://www.analog.com/media/en/training-seminars/tutorials/MT-001.pdf ; retrieved 2026-10-12.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afa0b0d787404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72043d1fa2419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77f94c1902446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9e85e4b26342c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781a2304884c8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43f6ae4f384b6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9053DE2-C81D-4E83-8D54-A07FCB3775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49AE352-8FF9-4D6F-BC37-5FFFBAB24CA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4750915-6E33-480F-BC6F-7680F56493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F822E35-6252-4F5A-90B2-2067DCAC6E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2F9C22B-A4C6-412A-BED8-62B62E44E6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45D9A57-E666-4C3D-B76A-9EDD27AB12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083EB2F-0037-459B-8D26-7E8197A7F9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26C6D25-11FA-4AD0-8785-151D2EE0F59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3A7E127-4B2B-4873-A4A0-D92AF72144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1E17A37-9F75-4F25-841C-5C84DC7441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de872c66734d07" /><Relationship Type="http://schemas.openxmlformats.org/officeDocument/2006/relationships/slideLayout" Target="/ppt/slideLayouts/slideLayout1.xml" Id="R5432cff7751d4812" /><Relationship Type="http://schemas.openxmlformats.org/officeDocument/2006/relationships/slideLayout" Target="/ppt/slideLayouts/slideLayout2.xml" Id="R89dbfd6b9f82490f" /><Relationship Type="http://schemas.openxmlformats.org/officeDocument/2006/relationships/slideLayout" Target="/ppt/slideLayouts/slideLayout3.xml" Id="Re257ab9e3349474b" /><Relationship Type="http://schemas.openxmlformats.org/officeDocument/2006/relationships/slideLayout" Target="/ppt/slideLayouts/slideLayout4.xml" Id="R41bd8696f27a4871" /><Relationship Type="http://schemas.openxmlformats.org/officeDocument/2006/relationships/slideLayout" Target="/ppt/slideLayouts/slideLayout5.xml" Id="Rfcc8b892aa4c400b" /><Relationship Type="http://schemas.openxmlformats.org/officeDocument/2006/relationships/slideLayout" Target="/ppt/slideLayouts/slideLayout6.xml" Id="R4aa5892e8f1746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32cff7751d4812"/>
    <p:sldLayoutId xmlns:r="http://schemas.openxmlformats.org/officeDocument/2006/relationships" id="2147483650" r:id="R89dbfd6b9f82490f"/>
    <p:sldLayoutId xmlns:r="http://schemas.openxmlformats.org/officeDocument/2006/relationships" id="2147483651" r:id="Re257ab9e3349474b"/>
    <p:sldLayoutId xmlns:r="http://schemas.openxmlformats.org/officeDocument/2006/relationships" id="2147483652" r:id="R41bd8696f27a4871"/>
    <p:sldLayoutId xmlns:r="http://schemas.openxmlformats.org/officeDocument/2006/relationships" id="2147483653" r:id="Rfcc8b892aa4c400b"/>
    <p:sldLayoutId xmlns:r="http://schemas.openxmlformats.org/officeDocument/2006/relationships" id="2147483654" r:id="R4aa5892e8f1746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ced8bf6d7f43ff" /><Relationship Type="http://schemas.openxmlformats.org/officeDocument/2006/relationships/notesSlide" Target="/ppt/notesSlides/notesSlide1.xml" Id="Rd27569c6856b48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3aa4bfcd944a59" /><Relationship Type="http://schemas.openxmlformats.org/officeDocument/2006/relationships/notesSlide" Target="/ppt/notesSlides/notesSlide2.xml" Id="R795b49d3d0c749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df49f238244b36" /><Relationship Type="http://schemas.openxmlformats.org/officeDocument/2006/relationships/notesSlide" Target="/ppt/notesSlides/notesSlide3.xml" Id="Rc951f09fdfc547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9ac726ec304f5e" /><Relationship Type="http://schemas.openxmlformats.org/officeDocument/2006/relationships/notesSlide" Target="/ppt/notesSlides/notesSlide4.xml" Id="R73c6d192ec5646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f133bc887a49cd" /><Relationship Type="http://schemas.openxmlformats.org/officeDocument/2006/relationships/notesSlide" Target="/ppt/notesSlides/notesSlide5.xml" Id="R9ec7f90c51764ed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b696956bd94e03" /><Relationship Type="http://schemas.openxmlformats.org/officeDocument/2006/relationships/notesSlide" Target="/ppt/notesSlides/notesSlide6.xml" Id="R7d2215542976499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fd05b18c684011" /><Relationship Type="http://schemas.openxmlformats.org/officeDocument/2006/relationships/notesSlide" Target="/ppt/notesSlides/notesSlide7.xml" Id="R4e4c47fd7bde4c9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7843801ecc4a36" /><Relationship Type="http://schemas.openxmlformats.org/officeDocument/2006/relationships/notesSlide" Target="/ppt/notesSlides/notesSlide8.xml" Id="Raf2893668935451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c49ad51abd4108" /><Relationship Type="http://schemas.openxmlformats.org/officeDocument/2006/relationships/notesSlide" Target="/ppt/notesSlides/notesSlide9.xml" Id="Rc19d6e1ac0a34ed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f1209149ac4b53" /><Relationship Type="http://schemas.openxmlformats.org/officeDocument/2006/relationships/notesSlide" Target="/ppt/notesSlides/notesSlide10.xml" Id="R26a200858eb1485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be5991b5234010" /><Relationship Type="http://schemas.openxmlformats.org/officeDocument/2006/relationships/notesSlide" Target="/ppt/notesSlides/notesSlide11.xml" Id="Rd4c37aae6942442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c473fc457741a7" /><Relationship Type="http://schemas.openxmlformats.org/officeDocument/2006/relationships/notesSlide" Target="/ppt/notesSlides/notesSlide12.xml" Id="R45a16516c80e45d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7fbda39d714b14" /><Relationship Type="http://schemas.openxmlformats.org/officeDocument/2006/relationships/notesSlide" Target="/ppt/notesSlides/notesSlide13.xml" Id="R8a840323cd8d442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fea456f20c479e" /><Relationship Type="http://schemas.openxmlformats.org/officeDocument/2006/relationships/notesSlide" Target="/ppt/notesSlides/notesSlide14.xml" Id="R33d073e0cacb44d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0f2bea32be4d72" /><Relationship Type="http://schemas.openxmlformats.org/officeDocument/2006/relationships/notesSlide" Target="/ppt/notesSlides/notesSlide15.xml" Id="R419e156e7a2e484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8c5bd710bb4cca" /><Relationship Type="http://schemas.openxmlformats.org/officeDocument/2006/relationships/notesSlide" Target="/ppt/notesSlides/notesSlide16.xml" Id="Rd7f9d2f24e2b47b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5c7c77d2b14a2f" /><Relationship Type="http://schemas.openxmlformats.org/officeDocument/2006/relationships/notesSlide" Target="/ppt/notesSlides/notesSlide17.xml" Id="R27bf82f0cd1b4ca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bbf7e5e35b4964" /><Relationship Type="http://schemas.openxmlformats.org/officeDocument/2006/relationships/notesSlide" Target="/ppt/notesSlides/notesSlide18.xml" Id="R8a1034eecd2048b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7ed24ddfb741f3" /><Relationship Type="http://schemas.openxmlformats.org/officeDocument/2006/relationships/notesSlide" Target="/ppt/notesSlides/notesSlide19.xml" Id="Re83467b5f49646e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f2324f6f83417a" /><Relationship Type="http://schemas.openxmlformats.org/officeDocument/2006/relationships/notesSlide" Target="/ppt/notesSlides/notesSlide20.xml" Id="R84c75879070646c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550fd1995d411b" /><Relationship Type="http://schemas.openxmlformats.org/officeDocument/2006/relationships/notesSlide" Target="/ppt/notesSlides/notesSlide21.xml" Id="R977c3f4ae38c4d3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3f7f99af8744ad" /><Relationship Type="http://schemas.openxmlformats.org/officeDocument/2006/relationships/notesSlide" Target="/ppt/notesSlides/notesSlide22.xml" Id="Rf7cdb5c0a1a9428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909c0a5fe34719" /><Relationship Type="http://schemas.openxmlformats.org/officeDocument/2006/relationships/notesSlide" Target="/ppt/notesSlides/notesSlide23.xml" Id="R202002a9fa534cb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9cdc13c97e45b4" /><Relationship Type="http://schemas.openxmlformats.org/officeDocument/2006/relationships/notesSlide" Target="/ppt/notesSlides/notesSlide24.xml" Id="R55b3bcf494b444f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efa51a1ca649f8" /><Relationship Type="http://schemas.openxmlformats.org/officeDocument/2006/relationships/notesSlide" Target="/ppt/notesSlides/notesSlide25.xml" Id="Rf0e247b5b2684e7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e5985944384d9f" /><Relationship Type="http://schemas.openxmlformats.org/officeDocument/2006/relationships/notesSlide" Target="/ppt/notesSlides/notesSlide26.xml" Id="R84a560a9dc9948f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42bf39793d4706" /><Relationship Type="http://schemas.openxmlformats.org/officeDocument/2006/relationships/notesSlide" Target="/ppt/notesSlides/notesSlide27.xml" Id="Rcd2ac4beaec6457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2e0775df30438e" /><Relationship Type="http://schemas.openxmlformats.org/officeDocument/2006/relationships/notesSlide" Target="/ppt/notesSlides/notesSlide28.xml" Id="R825f26a7af3941e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214deb137a4801" /><Relationship Type="http://schemas.openxmlformats.org/officeDocument/2006/relationships/notesSlide" Target="/ppt/notesSlides/notesSlide29.xml" Id="R28b3adc36ea1460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1ef679c52b4b8e" /><Relationship Type="http://schemas.openxmlformats.org/officeDocument/2006/relationships/notesSlide" Target="/ppt/notesSlides/notesSlide30.xml" Id="R6ee0ba02fa764fe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39b0badbe2434d" /><Relationship Type="http://schemas.openxmlformats.org/officeDocument/2006/relationships/notesSlide" Target="/ppt/notesSlides/notesSlide31.xml" Id="R07f123de987644f8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6458e5d65e49ea" /><Relationship Type="http://schemas.openxmlformats.org/officeDocument/2006/relationships/notesSlide" Target="/ppt/notesSlides/notesSlide32.xml" Id="Rbde47393438441f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2fe189d01f4468" /><Relationship Type="http://schemas.openxmlformats.org/officeDocument/2006/relationships/notesSlide" Target="/ppt/notesSlides/notesSlide33.xml" Id="R213fd7590a294ce1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1f76d3ee504be9" /><Relationship Type="http://schemas.openxmlformats.org/officeDocument/2006/relationships/notesSlide" Target="/ppt/notesSlides/notesSlide34.xml" Id="R4a22a949146b4192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4481f69ecf4719" /><Relationship Type="http://schemas.openxmlformats.org/officeDocument/2006/relationships/notesSlide" Target="/ppt/notesSlides/notesSlide35.xml" Id="Re9e46f6ac28d4dc3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044c572e8e4000" /><Relationship Type="http://schemas.openxmlformats.org/officeDocument/2006/relationships/notesSlide" Target="/ppt/notesSlides/notesSlide36.xml" Id="Rdd2edf4754a04036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6d910558cc4950" /><Relationship Type="http://schemas.openxmlformats.org/officeDocument/2006/relationships/notesSlide" Target="/ppt/notesSlides/notesSlide37.xml" Id="R1c7c4090b09a435c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dd66231e0a4109" /><Relationship Type="http://schemas.openxmlformats.org/officeDocument/2006/relationships/notesSlide" Target="/ppt/notesSlides/notesSlide38.xml" Id="R56ab1ecc1388472f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2949459e6546a2" /><Relationship Type="http://schemas.openxmlformats.org/officeDocument/2006/relationships/notesSlide" Target="/ppt/notesSlides/notesSlide39.xml" Id="R3630e7b5eed5412d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b489e14e544259" /><Relationship Type="http://schemas.openxmlformats.org/officeDocument/2006/relationships/notesSlide" Target="/ppt/notesSlides/notesSlide40.xml" Id="R7d14f82139e1415f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8c6222855a4300" /><Relationship Type="http://schemas.openxmlformats.org/officeDocument/2006/relationships/notesSlide" Target="/ppt/notesSlides/notesSlide41.xml" Id="R08e1b8dc70b94324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5a48a53dde45c0" /><Relationship Type="http://schemas.openxmlformats.org/officeDocument/2006/relationships/notesSlide" Target="/ppt/notesSlides/notesSlide42.xml" Id="Rbeead359bfd54695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d79dee4bae4ec1" /><Relationship Type="http://schemas.openxmlformats.org/officeDocument/2006/relationships/notesSlide" Target="/ppt/notesSlides/notesSlide43.xml" Id="R81fd7d7f259a4c44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b43261310242d5" /><Relationship Type="http://schemas.openxmlformats.org/officeDocument/2006/relationships/notesSlide" Target="/ppt/notesSlides/notesSlide44.xml" Id="R4f4e28e744e44299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c95f84029c4c48" /><Relationship Type="http://schemas.openxmlformats.org/officeDocument/2006/relationships/notesSlide" Target="/ppt/notesSlides/notesSlide45.xml" Id="R891528a22f094c77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f40456a3194c2c" /><Relationship Type="http://schemas.openxmlformats.org/officeDocument/2006/relationships/notesSlide" Target="/ppt/notesSlides/notesSlide46.xml" Id="R4d0a54d49d8c4563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4f6ec5aba84e42" /><Relationship Type="http://schemas.openxmlformats.org/officeDocument/2006/relationships/notesSlide" Target="/ppt/notesSlides/notesSlide47.xml" Id="Ra7aecd840aac4531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3cde59ede04eed" /><Relationship Type="http://schemas.openxmlformats.org/officeDocument/2006/relationships/notesSlide" Target="/ppt/notesSlides/notesSlide48.xml" Id="R4f9b112858a844b8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f8f2b1be3f47a3" /><Relationship Type="http://schemas.openxmlformats.org/officeDocument/2006/relationships/notesSlide" Target="/ppt/notesSlides/notesSlide49.xml" Id="R174b6093aa784757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233291e13d401e" /><Relationship Type="http://schemas.openxmlformats.org/officeDocument/2006/relationships/notesSlide" Target="/ppt/notesSlides/notesSlide50.xml" Id="R2116bebfacd6463a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467fe4c6ce4af0" /><Relationship Type="http://schemas.openxmlformats.org/officeDocument/2006/relationships/notesSlide" Target="/ppt/notesSlides/notesSlide51.xml" Id="Rf7584021709b4eaf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8249913bef447a" /><Relationship Type="http://schemas.openxmlformats.org/officeDocument/2006/relationships/notesSlide" Target="/ppt/notesSlides/notesSlide52.xml" Id="R66081a58de7f4e19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298c07b31e4a2a" /><Relationship Type="http://schemas.openxmlformats.org/officeDocument/2006/relationships/notesSlide" Target="/ppt/notesSlides/notesSlide53.xml" Id="Rbd60ccafb5f64a55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ab4f48fbf144c7" /><Relationship Type="http://schemas.openxmlformats.org/officeDocument/2006/relationships/notesSlide" Target="/ppt/notesSlides/notesSlide54.xml" Id="R373ef88f501742c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BF1A3D61-1E03-4E95-8008-CA2F1B2D5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5F69AB13-6E24-48C3-8BC7-0C0F810A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D2B082C-E964-448E-85E1-6A7131B9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/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0E13DE6-36FD-4CBA-9D96-3A697C501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95500"/>
            <a:ext cx="914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6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6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6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声音的数字化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9A1D278A-1126-40E0-822D-A57678D0E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0045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7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37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37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采样、量化、编码与存储</a:t>
            </a:r>
          </a:p>
        </p:txBody>
      </p:sp>
    </p:spTree>
    <p:extLst>
      <p:ext uri="{BB962C8B-B14F-4D97-AF65-F5344CB8AC3E}">
        <p14:creationId xmlns:p14="http://schemas.microsoft.com/office/powerpoint/2010/main" val="17733317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7738DC20-2F0A-48F3-B284-587A521D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844EA13E-7C8A-4B5B-95CD-7D1D8F85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DF3247EE-7FE7-42E2-BE73-E0AADA9D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同一段声音，为什么文件大小不同？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647B12E-58E7-4690-A8EC-69D5D3341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同一段6秒声音；两份均为未压缩PCM WAV。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743C907-E07A-4EDC-9D67-048B6B0D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先写猜测和理由，暂不看记录参数。</a:t>
            </a:r>
          </a:p>
        </p:txBody>
      </p:sp>
      <p:graphicFrame>
        <p:nvGraphicFramePr>
          <p:cNvPr id="6" name="evidence-table">
            <a:extLst xmlns:a="http://schemas.openxmlformats.org/drawingml/2006/main">
              <a:ext uri="{FF2B5EF4-FFF2-40B4-BE49-F238E27FC236}">
                <a16:creationId xmlns:a16="http://schemas.microsoft.com/office/drawing/2014/main" id="{8FF5C745-6C7C-4C39-A645-B9FB23F9C5B9}"/>
              </a:ext>
            </a:extLst>
          </p:cNvPr>
          <p:cNvGraphicFramePr/>
          <p:nvPr/>
        </p:nvGraphicFramePr>
        <p:xfrm>
          <a:off xmlns:a="http://schemas.openxmlformats.org/drawingml/2006/main" x="2143125" y="2667000"/>
          <a:ext xmlns:a="http://schemas.openxmlformats.org/drawingml/2006/main" cx="7905750" cy="219075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000250"/>
                <a:gridCol w="5905500"/>
              </a:tblGrid>
              <a:tr h="73025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文件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完整文件大小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A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529,244 B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B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96,044 B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56004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rail">
            <a:extLst xmlns:a="http://schemas.openxmlformats.org/drawingml/2006/main">
              <a:ext uri="{FF2B5EF4-FFF2-40B4-BE49-F238E27FC236}">
                <a16:creationId xmlns:a16="http://schemas.microsoft.com/office/drawing/2014/main" id="{7738DC20-2F0A-48F3-B284-587A521D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844EA13E-7C8A-4B5B-95CD-7D1D8F85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DF3247EE-7FE7-42E2-BE73-E0AADA9D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同一段声音，为什么文件大小不同？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647B12E-58E7-4690-A8EC-69D5D3341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同一段6秒声音；两份均为未压缩PCM WAV。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743C907-E07A-4EDC-9D67-048B6B0D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先写猜测和理由，暂不看记录参数。</a:t>
            </a:r>
          </a:p>
        </p:txBody>
      </p:sp>
      <p:graphicFrame>
        <p:nvGraphicFramePr>
          <p:cNvPr id="6" name="evidence-table">
            <a:extLst xmlns:a="http://schemas.openxmlformats.org/drawingml/2006/main">
              <a:ext uri="{FF2B5EF4-FFF2-40B4-BE49-F238E27FC236}">
                <a16:creationId xmlns:a16="http://schemas.microsoft.com/office/drawing/2014/main" id="{8FF5C745-6C7C-4C39-A645-B9FB23F9C5B9}"/>
              </a:ext>
            </a:extLst>
          </p:cNvPr>
          <p:cNvGraphicFramePr/>
          <p:nvPr/>
        </p:nvGraphicFramePr>
        <p:xfrm>
          <a:off xmlns:a="http://schemas.openxmlformats.org/drawingml/2006/main" x="2143125" y="2667000"/>
          <a:ext xmlns:a="http://schemas.openxmlformats.org/drawingml/2006/main" cx="7905750" cy="219075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000250"/>
                <a:gridCol w="5905500"/>
              </a:tblGrid>
              <a:tr h="73025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文件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完整文件大小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A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529,244 B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B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96,044 B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answer-1">
            <a:extLst xmlns:a="http://schemas.openxmlformats.org/drawingml/2006/main">
              <a:ext uri="{FF2B5EF4-FFF2-40B4-BE49-F238E27FC236}">
                <a16:creationId xmlns:a16="http://schemas.microsoft.com/office/drawing/2014/main" id="{95413A1E-3D7B-4031-A0F1-C17C65F3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同样长、同为未压缩，数据量仍可不同。</a:t>
            </a:r>
          </a:p>
        </p:txBody>
      </p:sp>
      <p:sp>
        <p:nvSpPr>
          <p:cNvPr id="8" name="answer-2">
            <a:extLst xmlns:a="http://schemas.openxmlformats.org/drawingml/2006/main">
              <a:ext uri="{FF2B5EF4-FFF2-40B4-BE49-F238E27FC236}">
                <a16:creationId xmlns:a16="http://schemas.microsoft.com/office/drawing/2014/main" id="{F244F6BE-C283-469D-BD9B-E9EED499B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先找出电脑记录了什么，再核对猜测。</a:t>
            </a:r>
          </a:p>
        </p:txBody>
      </p:sp>
    </p:spTree>
    <p:extLst>
      <p:ext uri="{BB962C8B-B14F-4D97-AF65-F5344CB8AC3E}">
        <p14:creationId xmlns:p14="http://schemas.microsoft.com/office/powerpoint/2010/main" val="16156004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ail">
            <a:extLst xmlns:a="http://schemas.openxmlformats.org/drawingml/2006/main">
              <a:ext uri="{FF2B5EF4-FFF2-40B4-BE49-F238E27FC236}">
                <a16:creationId xmlns:a16="http://schemas.microsoft.com/office/drawing/2014/main" id="{2C8B5850-1ECD-4664-83F1-89D411E6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1186AA29-46D7-4F82-AF54-E1F387CB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47EC846B-D5C3-4DE9-A845-D0C151F2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这条波形的横轴和纵轴分别表示什么？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DD1505E-F0B2-4D92-9D59-AA513564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麦克风把同一位置的声压变化转换为电信号。</a:t>
            </a:r>
          </a:p>
        </p:txBody>
      </p:sp>
      <p:sp>
        <p:nvSpPr>
          <p:cNvPr id="5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5C52BE43-5D51-4739-9032-40501D59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14575"/>
            <a:ext cx="9525" cy="2143125"/>
          </a:xfrm>
          <a:custGeom xmlns:a="http://schemas.openxmlformats.org/drawingml/2006/main">
            <a:pathLst>
              <a:path w="9525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6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E9CA2949-F2B8-4962-8E9D-6D7F30485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05188"/>
            <a:ext cx="9163050" cy="9525"/>
          </a:xfrm>
          <a:custGeom xmlns:a="http://schemas.openxmlformats.org/drawingml/2006/main">
            <a:pathLst>
              <a:path w="9163050" h="9525">
                <a:moveTo>
                  <a:pt x="0" y="0"/>
                </a:moveTo>
                <a:lnTo>
                  <a:pt x="9163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7" name="time-axis">
            <a:extLst xmlns:a="http://schemas.openxmlformats.org/drawingml/2006/main">
              <a:ext uri="{FF2B5EF4-FFF2-40B4-BE49-F238E27FC236}">
                <a16:creationId xmlns:a16="http://schemas.microsoft.com/office/drawing/2014/main" id="{D2724DE4-A700-4AAC-880A-2E36CB5C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57700"/>
            <a:ext cx="9163050" cy="9525"/>
          </a:xfrm>
          <a:custGeom xmlns:a="http://schemas.openxmlformats.org/drawingml/2006/main">
            <a:pathLst>
              <a:path w="9163050" h="9525">
                <a:moveTo>
                  <a:pt x="0" y="0"/>
                </a:moveTo>
                <a:lnTo>
                  <a:pt x="9163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8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C09CE28B-DA57-4A50-9409-0C85CAC9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78301"/>
            <a:ext cx="9048750" cy="1627733"/>
          </a:xfrm>
          <a:custGeom xmlns:a="http://schemas.openxmlformats.org/drawingml/2006/main">
            <a:pathLst>
              <a:path w="9048750" h="1627733">
                <a:moveTo>
                  <a:pt x="0" y="1297885"/>
                </a:moveTo>
                <a:lnTo>
                  <a:pt x="45244" y="1284770"/>
                </a:lnTo>
                <a:lnTo>
                  <a:pt x="90488" y="1269895"/>
                </a:lnTo>
                <a:lnTo>
                  <a:pt x="135731" y="1253355"/>
                </a:lnTo>
                <a:lnTo>
                  <a:pt x="180975" y="1235245"/>
                </a:lnTo>
                <a:lnTo>
                  <a:pt x="226219" y="1215662"/>
                </a:lnTo>
                <a:lnTo>
                  <a:pt x="271463" y="1194699"/>
                </a:lnTo>
                <a:lnTo>
                  <a:pt x="316706" y="1172452"/>
                </a:lnTo>
                <a:lnTo>
                  <a:pt x="361950" y="1149017"/>
                </a:lnTo>
                <a:lnTo>
                  <a:pt x="407194" y="1124489"/>
                </a:lnTo>
                <a:lnTo>
                  <a:pt x="452438" y="1098962"/>
                </a:lnTo>
                <a:lnTo>
                  <a:pt x="497681" y="1072532"/>
                </a:lnTo>
                <a:lnTo>
                  <a:pt x="542925" y="1045294"/>
                </a:lnTo>
                <a:lnTo>
                  <a:pt x="588169" y="1017343"/>
                </a:lnTo>
                <a:lnTo>
                  <a:pt x="633413" y="988775"/>
                </a:lnTo>
                <a:lnTo>
                  <a:pt x="678656" y="959685"/>
                </a:lnTo>
                <a:lnTo>
                  <a:pt x="723900" y="930167"/>
                </a:lnTo>
                <a:lnTo>
                  <a:pt x="769144" y="900318"/>
                </a:lnTo>
                <a:lnTo>
                  <a:pt x="814388" y="870231"/>
                </a:lnTo>
                <a:lnTo>
                  <a:pt x="859631" y="840003"/>
                </a:lnTo>
                <a:lnTo>
                  <a:pt x="904875" y="809729"/>
                </a:lnTo>
                <a:lnTo>
                  <a:pt x="950119" y="778092"/>
                </a:lnTo>
                <a:lnTo>
                  <a:pt x="995363" y="743940"/>
                </a:lnTo>
                <a:lnTo>
                  <a:pt x="1040606" y="707614"/>
                </a:lnTo>
                <a:lnTo>
                  <a:pt x="1085850" y="669453"/>
                </a:lnTo>
                <a:lnTo>
                  <a:pt x="1131094" y="629798"/>
                </a:lnTo>
                <a:lnTo>
                  <a:pt x="1176338" y="588990"/>
                </a:lnTo>
                <a:lnTo>
                  <a:pt x="1221581" y="547369"/>
                </a:lnTo>
                <a:lnTo>
                  <a:pt x="1266825" y="505276"/>
                </a:lnTo>
                <a:lnTo>
                  <a:pt x="1312069" y="463051"/>
                </a:lnTo>
                <a:lnTo>
                  <a:pt x="1357313" y="421035"/>
                </a:lnTo>
                <a:lnTo>
                  <a:pt x="1402556" y="379568"/>
                </a:lnTo>
                <a:lnTo>
                  <a:pt x="1447800" y="338990"/>
                </a:lnTo>
                <a:lnTo>
                  <a:pt x="1493044" y="299643"/>
                </a:lnTo>
                <a:lnTo>
                  <a:pt x="1538288" y="261867"/>
                </a:lnTo>
                <a:lnTo>
                  <a:pt x="1583531" y="226001"/>
                </a:lnTo>
                <a:lnTo>
                  <a:pt x="1628775" y="192387"/>
                </a:lnTo>
                <a:lnTo>
                  <a:pt x="1674019" y="161366"/>
                </a:lnTo>
                <a:lnTo>
                  <a:pt x="1719263" y="133276"/>
                </a:lnTo>
                <a:lnTo>
                  <a:pt x="1764506" y="108460"/>
                </a:lnTo>
                <a:lnTo>
                  <a:pt x="1809750" y="87258"/>
                </a:lnTo>
                <a:lnTo>
                  <a:pt x="1854994" y="69224"/>
                </a:lnTo>
                <a:lnTo>
                  <a:pt x="1900238" y="53600"/>
                </a:lnTo>
                <a:lnTo>
                  <a:pt x="1945481" y="40258"/>
                </a:lnTo>
                <a:lnTo>
                  <a:pt x="1990725" y="29070"/>
                </a:lnTo>
                <a:lnTo>
                  <a:pt x="2035969" y="19908"/>
                </a:lnTo>
                <a:lnTo>
                  <a:pt x="2081213" y="12643"/>
                </a:lnTo>
                <a:lnTo>
                  <a:pt x="2126456" y="7148"/>
                </a:lnTo>
                <a:lnTo>
                  <a:pt x="2171700" y="3295"/>
                </a:lnTo>
                <a:lnTo>
                  <a:pt x="2216944" y="955"/>
                </a:lnTo>
                <a:lnTo>
                  <a:pt x="2262188" y="0"/>
                </a:lnTo>
                <a:lnTo>
                  <a:pt x="2307431" y="302"/>
                </a:lnTo>
                <a:lnTo>
                  <a:pt x="2352675" y="1733"/>
                </a:lnTo>
                <a:lnTo>
                  <a:pt x="2397919" y="4165"/>
                </a:lnTo>
                <a:lnTo>
                  <a:pt x="2443163" y="7469"/>
                </a:lnTo>
                <a:lnTo>
                  <a:pt x="2488406" y="11517"/>
                </a:lnTo>
                <a:lnTo>
                  <a:pt x="2533650" y="16182"/>
                </a:lnTo>
                <a:lnTo>
                  <a:pt x="2578894" y="21335"/>
                </a:lnTo>
                <a:lnTo>
                  <a:pt x="2624138" y="26849"/>
                </a:lnTo>
                <a:lnTo>
                  <a:pt x="2669381" y="32594"/>
                </a:lnTo>
                <a:lnTo>
                  <a:pt x="2714625" y="38442"/>
                </a:lnTo>
                <a:lnTo>
                  <a:pt x="2759869" y="44819"/>
                </a:lnTo>
                <a:lnTo>
                  <a:pt x="2805113" y="52213"/>
                </a:lnTo>
                <a:lnTo>
                  <a:pt x="2850356" y="60591"/>
                </a:lnTo>
                <a:lnTo>
                  <a:pt x="2895600" y="69919"/>
                </a:lnTo>
                <a:lnTo>
                  <a:pt x="2940844" y="80164"/>
                </a:lnTo>
                <a:lnTo>
                  <a:pt x="2986088" y="91295"/>
                </a:lnTo>
                <a:lnTo>
                  <a:pt x="3031331" y="103277"/>
                </a:lnTo>
                <a:lnTo>
                  <a:pt x="3076575" y="116079"/>
                </a:lnTo>
                <a:lnTo>
                  <a:pt x="3121819" y="129666"/>
                </a:lnTo>
                <a:lnTo>
                  <a:pt x="3167063" y="144006"/>
                </a:lnTo>
                <a:lnTo>
                  <a:pt x="3212306" y="159066"/>
                </a:lnTo>
                <a:lnTo>
                  <a:pt x="3257550" y="174814"/>
                </a:lnTo>
                <a:lnTo>
                  <a:pt x="3302794" y="191215"/>
                </a:lnTo>
                <a:lnTo>
                  <a:pt x="3348038" y="208238"/>
                </a:lnTo>
                <a:lnTo>
                  <a:pt x="3393281" y="225849"/>
                </a:lnTo>
                <a:lnTo>
                  <a:pt x="3438525" y="244015"/>
                </a:lnTo>
                <a:lnTo>
                  <a:pt x="3483769" y="262703"/>
                </a:lnTo>
                <a:lnTo>
                  <a:pt x="3529013" y="281881"/>
                </a:lnTo>
                <a:lnTo>
                  <a:pt x="3574256" y="301515"/>
                </a:lnTo>
                <a:lnTo>
                  <a:pt x="3619500" y="321573"/>
                </a:lnTo>
                <a:lnTo>
                  <a:pt x="3664744" y="342519"/>
                </a:lnTo>
                <a:lnTo>
                  <a:pt x="3709988" y="364760"/>
                </a:lnTo>
                <a:lnTo>
                  <a:pt x="3755231" y="388175"/>
                </a:lnTo>
                <a:lnTo>
                  <a:pt x="3800475" y="412643"/>
                </a:lnTo>
                <a:lnTo>
                  <a:pt x="3845719" y="438044"/>
                </a:lnTo>
                <a:lnTo>
                  <a:pt x="3890963" y="464256"/>
                </a:lnTo>
                <a:lnTo>
                  <a:pt x="3936206" y="491159"/>
                </a:lnTo>
                <a:lnTo>
                  <a:pt x="3981450" y="518632"/>
                </a:lnTo>
                <a:lnTo>
                  <a:pt x="4026694" y="546554"/>
                </a:lnTo>
                <a:lnTo>
                  <a:pt x="4071938" y="574804"/>
                </a:lnTo>
                <a:lnTo>
                  <a:pt x="4117181" y="603262"/>
                </a:lnTo>
                <a:lnTo>
                  <a:pt x="4162425" y="631806"/>
                </a:lnTo>
                <a:lnTo>
                  <a:pt x="4207669" y="660316"/>
                </a:lnTo>
                <a:lnTo>
                  <a:pt x="4252913" y="688671"/>
                </a:lnTo>
                <a:lnTo>
                  <a:pt x="4298156" y="716751"/>
                </a:lnTo>
                <a:lnTo>
                  <a:pt x="4343400" y="744433"/>
                </a:lnTo>
                <a:lnTo>
                  <a:pt x="4388644" y="771599"/>
                </a:lnTo>
                <a:lnTo>
                  <a:pt x="4433888" y="798126"/>
                </a:lnTo>
                <a:lnTo>
                  <a:pt x="4479131" y="823894"/>
                </a:lnTo>
                <a:lnTo>
                  <a:pt x="4524375" y="848782"/>
                </a:lnTo>
                <a:lnTo>
                  <a:pt x="4569619" y="873440"/>
                </a:lnTo>
                <a:lnTo>
                  <a:pt x="4614863" y="898525"/>
                </a:lnTo>
                <a:lnTo>
                  <a:pt x="4660106" y="923927"/>
                </a:lnTo>
                <a:lnTo>
                  <a:pt x="4705350" y="949537"/>
                </a:lnTo>
                <a:lnTo>
                  <a:pt x="4750594" y="975245"/>
                </a:lnTo>
                <a:lnTo>
                  <a:pt x="4795838" y="1000940"/>
                </a:lnTo>
                <a:lnTo>
                  <a:pt x="4841081" y="1026513"/>
                </a:lnTo>
                <a:lnTo>
                  <a:pt x="4886325" y="1051855"/>
                </a:lnTo>
                <a:lnTo>
                  <a:pt x="4931569" y="1076854"/>
                </a:lnTo>
                <a:lnTo>
                  <a:pt x="4976813" y="1101403"/>
                </a:lnTo>
                <a:lnTo>
                  <a:pt x="5022056" y="1125389"/>
                </a:lnTo>
                <a:lnTo>
                  <a:pt x="5067300" y="1148705"/>
                </a:lnTo>
                <a:lnTo>
                  <a:pt x="5112544" y="1171239"/>
                </a:lnTo>
                <a:lnTo>
                  <a:pt x="5157788" y="1192883"/>
                </a:lnTo>
                <a:lnTo>
                  <a:pt x="5203031" y="1213526"/>
                </a:lnTo>
                <a:lnTo>
                  <a:pt x="5248275" y="1233058"/>
                </a:lnTo>
                <a:lnTo>
                  <a:pt x="5293519" y="1251370"/>
                </a:lnTo>
                <a:lnTo>
                  <a:pt x="5338763" y="1268352"/>
                </a:lnTo>
                <a:lnTo>
                  <a:pt x="5384006" y="1283894"/>
                </a:lnTo>
                <a:lnTo>
                  <a:pt x="5429250" y="1297885"/>
                </a:lnTo>
                <a:lnTo>
                  <a:pt x="5474494" y="1309964"/>
                </a:lnTo>
                <a:lnTo>
                  <a:pt x="5519738" y="1319975"/>
                </a:lnTo>
                <a:lnTo>
                  <a:pt x="5564981" y="1328118"/>
                </a:lnTo>
                <a:lnTo>
                  <a:pt x="5610225" y="1334595"/>
                </a:lnTo>
                <a:lnTo>
                  <a:pt x="5655469" y="1339608"/>
                </a:lnTo>
                <a:lnTo>
                  <a:pt x="5700713" y="1343357"/>
                </a:lnTo>
                <a:lnTo>
                  <a:pt x="5745956" y="1346045"/>
                </a:lnTo>
                <a:lnTo>
                  <a:pt x="5791200" y="1347873"/>
                </a:lnTo>
                <a:lnTo>
                  <a:pt x="5836444" y="1349041"/>
                </a:lnTo>
                <a:lnTo>
                  <a:pt x="5881688" y="1349752"/>
                </a:lnTo>
                <a:lnTo>
                  <a:pt x="5926931" y="1350207"/>
                </a:lnTo>
                <a:lnTo>
                  <a:pt x="5972175" y="1350606"/>
                </a:lnTo>
                <a:lnTo>
                  <a:pt x="6017419" y="1351152"/>
                </a:lnTo>
                <a:lnTo>
                  <a:pt x="6062663" y="1352046"/>
                </a:lnTo>
                <a:lnTo>
                  <a:pt x="6107906" y="1353489"/>
                </a:lnTo>
                <a:lnTo>
                  <a:pt x="6153150" y="1355683"/>
                </a:lnTo>
                <a:lnTo>
                  <a:pt x="6198394" y="1358829"/>
                </a:lnTo>
                <a:lnTo>
                  <a:pt x="6243638" y="1363128"/>
                </a:lnTo>
                <a:lnTo>
                  <a:pt x="6288881" y="1368781"/>
                </a:lnTo>
                <a:lnTo>
                  <a:pt x="6334125" y="1375990"/>
                </a:lnTo>
                <a:lnTo>
                  <a:pt x="6379369" y="1385412"/>
                </a:lnTo>
                <a:lnTo>
                  <a:pt x="6424613" y="1397323"/>
                </a:lnTo>
                <a:lnTo>
                  <a:pt x="6469856" y="1411357"/>
                </a:lnTo>
                <a:lnTo>
                  <a:pt x="6515100" y="1427149"/>
                </a:lnTo>
                <a:lnTo>
                  <a:pt x="6560344" y="1444332"/>
                </a:lnTo>
                <a:lnTo>
                  <a:pt x="6605588" y="1462541"/>
                </a:lnTo>
                <a:lnTo>
                  <a:pt x="6650831" y="1481408"/>
                </a:lnTo>
                <a:lnTo>
                  <a:pt x="6696075" y="1500568"/>
                </a:lnTo>
                <a:lnTo>
                  <a:pt x="6741319" y="1519655"/>
                </a:lnTo>
                <a:lnTo>
                  <a:pt x="6786563" y="1538302"/>
                </a:lnTo>
                <a:lnTo>
                  <a:pt x="6831806" y="1556144"/>
                </a:lnTo>
                <a:lnTo>
                  <a:pt x="6877050" y="1572815"/>
                </a:lnTo>
                <a:lnTo>
                  <a:pt x="6922294" y="1587948"/>
                </a:lnTo>
                <a:lnTo>
                  <a:pt x="6967538" y="1601177"/>
                </a:lnTo>
                <a:lnTo>
                  <a:pt x="7012781" y="1612136"/>
                </a:lnTo>
                <a:lnTo>
                  <a:pt x="7058025" y="1620459"/>
                </a:lnTo>
                <a:lnTo>
                  <a:pt x="7103269" y="1625780"/>
                </a:lnTo>
                <a:lnTo>
                  <a:pt x="7148513" y="1627733"/>
                </a:lnTo>
                <a:lnTo>
                  <a:pt x="7193756" y="1625951"/>
                </a:lnTo>
                <a:lnTo>
                  <a:pt x="7239000" y="1620069"/>
                </a:lnTo>
                <a:lnTo>
                  <a:pt x="7284244" y="1609656"/>
                </a:lnTo>
                <a:lnTo>
                  <a:pt x="7329488" y="1594811"/>
                </a:lnTo>
                <a:lnTo>
                  <a:pt x="7374731" y="1575959"/>
                </a:lnTo>
                <a:lnTo>
                  <a:pt x="7419975" y="1553523"/>
                </a:lnTo>
                <a:lnTo>
                  <a:pt x="7465219" y="1527929"/>
                </a:lnTo>
                <a:lnTo>
                  <a:pt x="7510463" y="1499601"/>
                </a:lnTo>
                <a:lnTo>
                  <a:pt x="7555706" y="1468965"/>
                </a:lnTo>
                <a:lnTo>
                  <a:pt x="7600950" y="1436444"/>
                </a:lnTo>
                <a:lnTo>
                  <a:pt x="7646194" y="1402463"/>
                </a:lnTo>
                <a:lnTo>
                  <a:pt x="7691438" y="1367448"/>
                </a:lnTo>
                <a:lnTo>
                  <a:pt x="7736681" y="1331822"/>
                </a:lnTo>
                <a:lnTo>
                  <a:pt x="7781925" y="1296011"/>
                </a:lnTo>
                <a:lnTo>
                  <a:pt x="7827169" y="1260439"/>
                </a:lnTo>
                <a:lnTo>
                  <a:pt x="7872413" y="1225531"/>
                </a:lnTo>
                <a:lnTo>
                  <a:pt x="7917656" y="1191711"/>
                </a:lnTo>
                <a:lnTo>
                  <a:pt x="7962900" y="1159405"/>
                </a:lnTo>
                <a:lnTo>
                  <a:pt x="8008144" y="1129037"/>
                </a:lnTo>
                <a:lnTo>
                  <a:pt x="8053388" y="1101032"/>
                </a:lnTo>
                <a:lnTo>
                  <a:pt x="8098631" y="1075813"/>
                </a:lnTo>
                <a:lnTo>
                  <a:pt x="8143875" y="1053807"/>
                </a:lnTo>
                <a:lnTo>
                  <a:pt x="8189119" y="1034044"/>
                </a:lnTo>
                <a:lnTo>
                  <a:pt x="8234363" y="1015253"/>
                </a:lnTo>
                <a:lnTo>
                  <a:pt x="8279606" y="997403"/>
                </a:lnTo>
                <a:lnTo>
                  <a:pt x="8324850" y="980467"/>
                </a:lnTo>
                <a:lnTo>
                  <a:pt x="8370094" y="964414"/>
                </a:lnTo>
                <a:lnTo>
                  <a:pt x="8415338" y="949215"/>
                </a:lnTo>
                <a:lnTo>
                  <a:pt x="8460581" y="934841"/>
                </a:lnTo>
                <a:lnTo>
                  <a:pt x="8505825" y="921263"/>
                </a:lnTo>
                <a:lnTo>
                  <a:pt x="8551069" y="908451"/>
                </a:lnTo>
                <a:lnTo>
                  <a:pt x="8596313" y="896377"/>
                </a:lnTo>
                <a:lnTo>
                  <a:pt x="8641556" y="885010"/>
                </a:lnTo>
                <a:lnTo>
                  <a:pt x="8686800" y="874322"/>
                </a:lnTo>
                <a:lnTo>
                  <a:pt x="8732044" y="864283"/>
                </a:lnTo>
                <a:lnTo>
                  <a:pt x="8777288" y="854864"/>
                </a:lnTo>
                <a:lnTo>
                  <a:pt x="8822531" y="846036"/>
                </a:lnTo>
                <a:lnTo>
                  <a:pt x="8867775" y="837769"/>
                </a:lnTo>
                <a:lnTo>
                  <a:pt x="8913019" y="830034"/>
                </a:lnTo>
                <a:lnTo>
                  <a:pt x="8958263" y="822802"/>
                </a:lnTo>
                <a:lnTo>
                  <a:pt x="9003506" y="816043"/>
                </a:lnTo>
                <a:lnTo>
                  <a:pt x="9048750" y="809729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62626"/>
            </a:solidFill>
          </a:ln>
        </p:spPr>
      </p:sp>
      <p:sp>
        <p:nvSpPr>
          <p:cNvPr id="9" name="axis-x-placeholder">
            <a:extLst xmlns:a="http://schemas.openxmlformats.org/drawingml/2006/main">
              <a:ext uri="{FF2B5EF4-FFF2-40B4-BE49-F238E27FC236}">
                <a16:creationId xmlns:a16="http://schemas.microsoft.com/office/drawing/2014/main" id="{71EBD8AF-739D-4E4C-ABF9-B41BC486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76775"/>
            <a:ext cx="4191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横轴：________</a:t>
            </a:r>
          </a:p>
        </p:txBody>
      </p:sp>
      <p:sp>
        <p:nvSpPr>
          <p:cNvPr id="10" name="axis-y-placeholder">
            <a:extLst xmlns:a="http://schemas.openxmlformats.org/drawingml/2006/main">
              <a:ext uri="{FF2B5EF4-FFF2-40B4-BE49-F238E27FC236}">
                <a16:creationId xmlns:a16="http://schemas.microsoft.com/office/drawing/2014/main" id="{3A8E0F7C-6D87-4BFE-84F1-0A7D20EB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485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纵轴：________</a:t>
            </a:r>
          </a:p>
        </p:txBody>
      </p:sp>
    </p:spTree>
    <p:extLst>
      <p:ext uri="{BB962C8B-B14F-4D97-AF65-F5344CB8AC3E}">
        <p14:creationId xmlns:p14="http://schemas.microsoft.com/office/powerpoint/2010/main" val="3374446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rail">
            <a:extLst xmlns:a="http://schemas.openxmlformats.org/drawingml/2006/main">
              <a:ext uri="{FF2B5EF4-FFF2-40B4-BE49-F238E27FC236}">
                <a16:creationId xmlns:a16="http://schemas.microsoft.com/office/drawing/2014/main" id="{2C8B5850-1ECD-4664-83F1-89D411E6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1186AA29-46D7-4F82-AF54-E1F387CB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47EC846B-D5C3-4DE9-A845-D0C151F2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这条波形的横轴和纵轴分别表示什么？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DD1505E-F0B2-4D92-9D59-AA513564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麦克风把同一位置的声压变化转换为电信号。</a:t>
            </a:r>
          </a:p>
        </p:txBody>
      </p:sp>
      <p:sp>
        <p:nvSpPr>
          <p:cNvPr id="5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5C52BE43-5D51-4739-9032-40501D59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14575"/>
            <a:ext cx="9525" cy="2143125"/>
          </a:xfrm>
          <a:custGeom xmlns:a="http://schemas.openxmlformats.org/drawingml/2006/main">
            <a:pathLst>
              <a:path w="9525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6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E9CA2949-F2B8-4962-8E9D-6D7F30485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05188"/>
            <a:ext cx="9163050" cy="9525"/>
          </a:xfrm>
          <a:custGeom xmlns:a="http://schemas.openxmlformats.org/drawingml/2006/main">
            <a:pathLst>
              <a:path w="9163050" h="9525">
                <a:moveTo>
                  <a:pt x="0" y="0"/>
                </a:moveTo>
                <a:lnTo>
                  <a:pt x="9163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7" name="time-axis">
            <a:extLst xmlns:a="http://schemas.openxmlformats.org/drawingml/2006/main">
              <a:ext uri="{FF2B5EF4-FFF2-40B4-BE49-F238E27FC236}">
                <a16:creationId xmlns:a16="http://schemas.microsoft.com/office/drawing/2014/main" id="{D2724DE4-A700-4AAC-880A-2E36CB5C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57700"/>
            <a:ext cx="9163050" cy="9525"/>
          </a:xfrm>
          <a:custGeom xmlns:a="http://schemas.openxmlformats.org/drawingml/2006/main">
            <a:pathLst>
              <a:path w="9163050" h="9525">
                <a:moveTo>
                  <a:pt x="0" y="0"/>
                </a:moveTo>
                <a:lnTo>
                  <a:pt x="9163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8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C09CE28B-DA57-4A50-9409-0C85CAC9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78301"/>
            <a:ext cx="9048750" cy="1627733"/>
          </a:xfrm>
          <a:custGeom xmlns:a="http://schemas.openxmlformats.org/drawingml/2006/main">
            <a:pathLst>
              <a:path w="9048750" h="1627733">
                <a:moveTo>
                  <a:pt x="0" y="1297885"/>
                </a:moveTo>
                <a:lnTo>
                  <a:pt x="45244" y="1284770"/>
                </a:lnTo>
                <a:lnTo>
                  <a:pt x="90488" y="1269895"/>
                </a:lnTo>
                <a:lnTo>
                  <a:pt x="135731" y="1253355"/>
                </a:lnTo>
                <a:lnTo>
                  <a:pt x="180975" y="1235245"/>
                </a:lnTo>
                <a:lnTo>
                  <a:pt x="226219" y="1215662"/>
                </a:lnTo>
                <a:lnTo>
                  <a:pt x="271463" y="1194699"/>
                </a:lnTo>
                <a:lnTo>
                  <a:pt x="316706" y="1172452"/>
                </a:lnTo>
                <a:lnTo>
                  <a:pt x="361950" y="1149017"/>
                </a:lnTo>
                <a:lnTo>
                  <a:pt x="407194" y="1124489"/>
                </a:lnTo>
                <a:lnTo>
                  <a:pt x="452438" y="1098962"/>
                </a:lnTo>
                <a:lnTo>
                  <a:pt x="497681" y="1072532"/>
                </a:lnTo>
                <a:lnTo>
                  <a:pt x="542925" y="1045294"/>
                </a:lnTo>
                <a:lnTo>
                  <a:pt x="588169" y="1017343"/>
                </a:lnTo>
                <a:lnTo>
                  <a:pt x="633413" y="988775"/>
                </a:lnTo>
                <a:lnTo>
                  <a:pt x="678656" y="959685"/>
                </a:lnTo>
                <a:lnTo>
                  <a:pt x="723900" y="930167"/>
                </a:lnTo>
                <a:lnTo>
                  <a:pt x="769144" y="900318"/>
                </a:lnTo>
                <a:lnTo>
                  <a:pt x="814388" y="870231"/>
                </a:lnTo>
                <a:lnTo>
                  <a:pt x="859631" y="840003"/>
                </a:lnTo>
                <a:lnTo>
                  <a:pt x="904875" y="809729"/>
                </a:lnTo>
                <a:lnTo>
                  <a:pt x="950119" y="778092"/>
                </a:lnTo>
                <a:lnTo>
                  <a:pt x="995363" y="743940"/>
                </a:lnTo>
                <a:lnTo>
                  <a:pt x="1040606" y="707614"/>
                </a:lnTo>
                <a:lnTo>
                  <a:pt x="1085850" y="669453"/>
                </a:lnTo>
                <a:lnTo>
                  <a:pt x="1131094" y="629798"/>
                </a:lnTo>
                <a:lnTo>
                  <a:pt x="1176338" y="588990"/>
                </a:lnTo>
                <a:lnTo>
                  <a:pt x="1221581" y="547369"/>
                </a:lnTo>
                <a:lnTo>
                  <a:pt x="1266825" y="505276"/>
                </a:lnTo>
                <a:lnTo>
                  <a:pt x="1312069" y="463051"/>
                </a:lnTo>
                <a:lnTo>
                  <a:pt x="1357313" y="421035"/>
                </a:lnTo>
                <a:lnTo>
                  <a:pt x="1402556" y="379568"/>
                </a:lnTo>
                <a:lnTo>
                  <a:pt x="1447800" y="338990"/>
                </a:lnTo>
                <a:lnTo>
                  <a:pt x="1493044" y="299643"/>
                </a:lnTo>
                <a:lnTo>
                  <a:pt x="1538288" y="261867"/>
                </a:lnTo>
                <a:lnTo>
                  <a:pt x="1583531" y="226001"/>
                </a:lnTo>
                <a:lnTo>
                  <a:pt x="1628775" y="192387"/>
                </a:lnTo>
                <a:lnTo>
                  <a:pt x="1674019" y="161366"/>
                </a:lnTo>
                <a:lnTo>
                  <a:pt x="1719263" y="133276"/>
                </a:lnTo>
                <a:lnTo>
                  <a:pt x="1764506" y="108460"/>
                </a:lnTo>
                <a:lnTo>
                  <a:pt x="1809750" y="87258"/>
                </a:lnTo>
                <a:lnTo>
                  <a:pt x="1854994" y="69224"/>
                </a:lnTo>
                <a:lnTo>
                  <a:pt x="1900238" y="53600"/>
                </a:lnTo>
                <a:lnTo>
                  <a:pt x="1945481" y="40258"/>
                </a:lnTo>
                <a:lnTo>
                  <a:pt x="1990725" y="29070"/>
                </a:lnTo>
                <a:lnTo>
                  <a:pt x="2035969" y="19908"/>
                </a:lnTo>
                <a:lnTo>
                  <a:pt x="2081213" y="12643"/>
                </a:lnTo>
                <a:lnTo>
                  <a:pt x="2126456" y="7148"/>
                </a:lnTo>
                <a:lnTo>
                  <a:pt x="2171700" y="3295"/>
                </a:lnTo>
                <a:lnTo>
                  <a:pt x="2216944" y="955"/>
                </a:lnTo>
                <a:lnTo>
                  <a:pt x="2262188" y="0"/>
                </a:lnTo>
                <a:lnTo>
                  <a:pt x="2307431" y="302"/>
                </a:lnTo>
                <a:lnTo>
                  <a:pt x="2352675" y="1733"/>
                </a:lnTo>
                <a:lnTo>
                  <a:pt x="2397919" y="4165"/>
                </a:lnTo>
                <a:lnTo>
                  <a:pt x="2443163" y="7469"/>
                </a:lnTo>
                <a:lnTo>
                  <a:pt x="2488406" y="11517"/>
                </a:lnTo>
                <a:lnTo>
                  <a:pt x="2533650" y="16182"/>
                </a:lnTo>
                <a:lnTo>
                  <a:pt x="2578894" y="21335"/>
                </a:lnTo>
                <a:lnTo>
                  <a:pt x="2624138" y="26849"/>
                </a:lnTo>
                <a:lnTo>
                  <a:pt x="2669381" y="32594"/>
                </a:lnTo>
                <a:lnTo>
                  <a:pt x="2714625" y="38442"/>
                </a:lnTo>
                <a:lnTo>
                  <a:pt x="2759869" y="44819"/>
                </a:lnTo>
                <a:lnTo>
                  <a:pt x="2805113" y="52213"/>
                </a:lnTo>
                <a:lnTo>
                  <a:pt x="2850356" y="60591"/>
                </a:lnTo>
                <a:lnTo>
                  <a:pt x="2895600" y="69919"/>
                </a:lnTo>
                <a:lnTo>
                  <a:pt x="2940844" y="80164"/>
                </a:lnTo>
                <a:lnTo>
                  <a:pt x="2986088" y="91295"/>
                </a:lnTo>
                <a:lnTo>
                  <a:pt x="3031331" y="103277"/>
                </a:lnTo>
                <a:lnTo>
                  <a:pt x="3076575" y="116079"/>
                </a:lnTo>
                <a:lnTo>
                  <a:pt x="3121819" y="129666"/>
                </a:lnTo>
                <a:lnTo>
                  <a:pt x="3167063" y="144006"/>
                </a:lnTo>
                <a:lnTo>
                  <a:pt x="3212306" y="159066"/>
                </a:lnTo>
                <a:lnTo>
                  <a:pt x="3257550" y="174814"/>
                </a:lnTo>
                <a:lnTo>
                  <a:pt x="3302794" y="191215"/>
                </a:lnTo>
                <a:lnTo>
                  <a:pt x="3348038" y="208238"/>
                </a:lnTo>
                <a:lnTo>
                  <a:pt x="3393281" y="225849"/>
                </a:lnTo>
                <a:lnTo>
                  <a:pt x="3438525" y="244015"/>
                </a:lnTo>
                <a:lnTo>
                  <a:pt x="3483769" y="262703"/>
                </a:lnTo>
                <a:lnTo>
                  <a:pt x="3529013" y="281881"/>
                </a:lnTo>
                <a:lnTo>
                  <a:pt x="3574256" y="301515"/>
                </a:lnTo>
                <a:lnTo>
                  <a:pt x="3619500" y="321573"/>
                </a:lnTo>
                <a:lnTo>
                  <a:pt x="3664744" y="342519"/>
                </a:lnTo>
                <a:lnTo>
                  <a:pt x="3709988" y="364760"/>
                </a:lnTo>
                <a:lnTo>
                  <a:pt x="3755231" y="388175"/>
                </a:lnTo>
                <a:lnTo>
                  <a:pt x="3800475" y="412643"/>
                </a:lnTo>
                <a:lnTo>
                  <a:pt x="3845719" y="438044"/>
                </a:lnTo>
                <a:lnTo>
                  <a:pt x="3890963" y="464256"/>
                </a:lnTo>
                <a:lnTo>
                  <a:pt x="3936206" y="491159"/>
                </a:lnTo>
                <a:lnTo>
                  <a:pt x="3981450" y="518632"/>
                </a:lnTo>
                <a:lnTo>
                  <a:pt x="4026694" y="546554"/>
                </a:lnTo>
                <a:lnTo>
                  <a:pt x="4071938" y="574804"/>
                </a:lnTo>
                <a:lnTo>
                  <a:pt x="4117181" y="603262"/>
                </a:lnTo>
                <a:lnTo>
                  <a:pt x="4162425" y="631806"/>
                </a:lnTo>
                <a:lnTo>
                  <a:pt x="4207669" y="660316"/>
                </a:lnTo>
                <a:lnTo>
                  <a:pt x="4252913" y="688671"/>
                </a:lnTo>
                <a:lnTo>
                  <a:pt x="4298156" y="716751"/>
                </a:lnTo>
                <a:lnTo>
                  <a:pt x="4343400" y="744433"/>
                </a:lnTo>
                <a:lnTo>
                  <a:pt x="4388644" y="771599"/>
                </a:lnTo>
                <a:lnTo>
                  <a:pt x="4433888" y="798126"/>
                </a:lnTo>
                <a:lnTo>
                  <a:pt x="4479131" y="823894"/>
                </a:lnTo>
                <a:lnTo>
                  <a:pt x="4524375" y="848782"/>
                </a:lnTo>
                <a:lnTo>
                  <a:pt x="4569619" y="873440"/>
                </a:lnTo>
                <a:lnTo>
                  <a:pt x="4614863" y="898525"/>
                </a:lnTo>
                <a:lnTo>
                  <a:pt x="4660106" y="923927"/>
                </a:lnTo>
                <a:lnTo>
                  <a:pt x="4705350" y="949537"/>
                </a:lnTo>
                <a:lnTo>
                  <a:pt x="4750594" y="975245"/>
                </a:lnTo>
                <a:lnTo>
                  <a:pt x="4795838" y="1000940"/>
                </a:lnTo>
                <a:lnTo>
                  <a:pt x="4841081" y="1026513"/>
                </a:lnTo>
                <a:lnTo>
                  <a:pt x="4886325" y="1051855"/>
                </a:lnTo>
                <a:lnTo>
                  <a:pt x="4931569" y="1076854"/>
                </a:lnTo>
                <a:lnTo>
                  <a:pt x="4976813" y="1101403"/>
                </a:lnTo>
                <a:lnTo>
                  <a:pt x="5022056" y="1125389"/>
                </a:lnTo>
                <a:lnTo>
                  <a:pt x="5067300" y="1148705"/>
                </a:lnTo>
                <a:lnTo>
                  <a:pt x="5112544" y="1171239"/>
                </a:lnTo>
                <a:lnTo>
                  <a:pt x="5157788" y="1192883"/>
                </a:lnTo>
                <a:lnTo>
                  <a:pt x="5203031" y="1213526"/>
                </a:lnTo>
                <a:lnTo>
                  <a:pt x="5248275" y="1233058"/>
                </a:lnTo>
                <a:lnTo>
                  <a:pt x="5293519" y="1251370"/>
                </a:lnTo>
                <a:lnTo>
                  <a:pt x="5338763" y="1268352"/>
                </a:lnTo>
                <a:lnTo>
                  <a:pt x="5384006" y="1283894"/>
                </a:lnTo>
                <a:lnTo>
                  <a:pt x="5429250" y="1297885"/>
                </a:lnTo>
                <a:lnTo>
                  <a:pt x="5474494" y="1309964"/>
                </a:lnTo>
                <a:lnTo>
                  <a:pt x="5519738" y="1319975"/>
                </a:lnTo>
                <a:lnTo>
                  <a:pt x="5564981" y="1328118"/>
                </a:lnTo>
                <a:lnTo>
                  <a:pt x="5610225" y="1334595"/>
                </a:lnTo>
                <a:lnTo>
                  <a:pt x="5655469" y="1339608"/>
                </a:lnTo>
                <a:lnTo>
                  <a:pt x="5700713" y="1343357"/>
                </a:lnTo>
                <a:lnTo>
                  <a:pt x="5745956" y="1346045"/>
                </a:lnTo>
                <a:lnTo>
                  <a:pt x="5791200" y="1347873"/>
                </a:lnTo>
                <a:lnTo>
                  <a:pt x="5836444" y="1349041"/>
                </a:lnTo>
                <a:lnTo>
                  <a:pt x="5881688" y="1349752"/>
                </a:lnTo>
                <a:lnTo>
                  <a:pt x="5926931" y="1350207"/>
                </a:lnTo>
                <a:lnTo>
                  <a:pt x="5972175" y="1350606"/>
                </a:lnTo>
                <a:lnTo>
                  <a:pt x="6017419" y="1351152"/>
                </a:lnTo>
                <a:lnTo>
                  <a:pt x="6062663" y="1352046"/>
                </a:lnTo>
                <a:lnTo>
                  <a:pt x="6107906" y="1353489"/>
                </a:lnTo>
                <a:lnTo>
                  <a:pt x="6153150" y="1355683"/>
                </a:lnTo>
                <a:lnTo>
                  <a:pt x="6198394" y="1358829"/>
                </a:lnTo>
                <a:lnTo>
                  <a:pt x="6243638" y="1363128"/>
                </a:lnTo>
                <a:lnTo>
                  <a:pt x="6288881" y="1368781"/>
                </a:lnTo>
                <a:lnTo>
                  <a:pt x="6334125" y="1375990"/>
                </a:lnTo>
                <a:lnTo>
                  <a:pt x="6379369" y="1385412"/>
                </a:lnTo>
                <a:lnTo>
                  <a:pt x="6424613" y="1397323"/>
                </a:lnTo>
                <a:lnTo>
                  <a:pt x="6469856" y="1411357"/>
                </a:lnTo>
                <a:lnTo>
                  <a:pt x="6515100" y="1427149"/>
                </a:lnTo>
                <a:lnTo>
                  <a:pt x="6560344" y="1444332"/>
                </a:lnTo>
                <a:lnTo>
                  <a:pt x="6605588" y="1462541"/>
                </a:lnTo>
                <a:lnTo>
                  <a:pt x="6650831" y="1481408"/>
                </a:lnTo>
                <a:lnTo>
                  <a:pt x="6696075" y="1500568"/>
                </a:lnTo>
                <a:lnTo>
                  <a:pt x="6741319" y="1519655"/>
                </a:lnTo>
                <a:lnTo>
                  <a:pt x="6786563" y="1538302"/>
                </a:lnTo>
                <a:lnTo>
                  <a:pt x="6831806" y="1556144"/>
                </a:lnTo>
                <a:lnTo>
                  <a:pt x="6877050" y="1572815"/>
                </a:lnTo>
                <a:lnTo>
                  <a:pt x="6922294" y="1587948"/>
                </a:lnTo>
                <a:lnTo>
                  <a:pt x="6967538" y="1601177"/>
                </a:lnTo>
                <a:lnTo>
                  <a:pt x="7012781" y="1612136"/>
                </a:lnTo>
                <a:lnTo>
                  <a:pt x="7058025" y="1620459"/>
                </a:lnTo>
                <a:lnTo>
                  <a:pt x="7103269" y="1625780"/>
                </a:lnTo>
                <a:lnTo>
                  <a:pt x="7148513" y="1627733"/>
                </a:lnTo>
                <a:lnTo>
                  <a:pt x="7193756" y="1625951"/>
                </a:lnTo>
                <a:lnTo>
                  <a:pt x="7239000" y="1620069"/>
                </a:lnTo>
                <a:lnTo>
                  <a:pt x="7284244" y="1609656"/>
                </a:lnTo>
                <a:lnTo>
                  <a:pt x="7329488" y="1594811"/>
                </a:lnTo>
                <a:lnTo>
                  <a:pt x="7374731" y="1575959"/>
                </a:lnTo>
                <a:lnTo>
                  <a:pt x="7419975" y="1553523"/>
                </a:lnTo>
                <a:lnTo>
                  <a:pt x="7465219" y="1527929"/>
                </a:lnTo>
                <a:lnTo>
                  <a:pt x="7510463" y="1499601"/>
                </a:lnTo>
                <a:lnTo>
                  <a:pt x="7555706" y="1468965"/>
                </a:lnTo>
                <a:lnTo>
                  <a:pt x="7600950" y="1436444"/>
                </a:lnTo>
                <a:lnTo>
                  <a:pt x="7646194" y="1402463"/>
                </a:lnTo>
                <a:lnTo>
                  <a:pt x="7691438" y="1367448"/>
                </a:lnTo>
                <a:lnTo>
                  <a:pt x="7736681" y="1331822"/>
                </a:lnTo>
                <a:lnTo>
                  <a:pt x="7781925" y="1296011"/>
                </a:lnTo>
                <a:lnTo>
                  <a:pt x="7827169" y="1260439"/>
                </a:lnTo>
                <a:lnTo>
                  <a:pt x="7872413" y="1225531"/>
                </a:lnTo>
                <a:lnTo>
                  <a:pt x="7917656" y="1191711"/>
                </a:lnTo>
                <a:lnTo>
                  <a:pt x="7962900" y="1159405"/>
                </a:lnTo>
                <a:lnTo>
                  <a:pt x="8008144" y="1129037"/>
                </a:lnTo>
                <a:lnTo>
                  <a:pt x="8053388" y="1101032"/>
                </a:lnTo>
                <a:lnTo>
                  <a:pt x="8098631" y="1075813"/>
                </a:lnTo>
                <a:lnTo>
                  <a:pt x="8143875" y="1053807"/>
                </a:lnTo>
                <a:lnTo>
                  <a:pt x="8189119" y="1034044"/>
                </a:lnTo>
                <a:lnTo>
                  <a:pt x="8234363" y="1015253"/>
                </a:lnTo>
                <a:lnTo>
                  <a:pt x="8279606" y="997403"/>
                </a:lnTo>
                <a:lnTo>
                  <a:pt x="8324850" y="980467"/>
                </a:lnTo>
                <a:lnTo>
                  <a:pt x="8370094" y="964414"/>
                </a:lnTo>
                <a:lnTo>
                  <a:pt x="8415338" y="949215"/>
                </a:lnTo>
                <a:lnTo>
                  <a:pt x="8460581" y="934841"/>
                </a:lnTo>
                <a:lnTo>
                  <a:pt x="8505825" y="921263"/>
                </a:lnTo>
                <a:lnTo>
                  <a:pt x="8551069" y="908451"/>
                </a:lnTo>
                <a:lnTo>
                  <a:pt x="8596313" y="896377"/>
                </a:lnTo>
                <a:lnTo>
                  <a:pt x="8641556" y="885010"/>
                </a:lnTo>
                <a:lnTo>
                  <a:pt x="8686800" y="874322"/>
                </a:lnTo>
                <a:lnTo>
                  <a:pt x="8732044" y="864283"/>
                </a:lnTo>
                <a:lnTo>
                  <a:pt x="8777288" y="854864"/>
                </a:lnTo>
                <a:lnTo>
                  <a:pt x="8822531" y="846036"/>
                </a:lnTo>
                <a:lnTo>
                  <a:pt x="8867775" y="837769"/>
                </a:lnTo>
                <a:lnTo>
                  <a:pt x="8913019" y="830034"/>
                </a:lnTo>
                <a:lnTo>
                  <a:pt x="8958263" y="822802"/>
                </a:lnTo>
                <a:lnTo>
                  <a:pt x="9003506" y="816043"/>
                </a:lnTo>
                <a:lnTo>
                  <a:pt x="9048750" y="809729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62626"/>
            </a:solidFill>
          </a:ln>
        </p:spPr>
      </p:sp>
      <p:sp>
        <p:nvSpPr>
          <p:cNvPr id="9" name="axis-x-placeholder">
            <a:extLst xmlns:a="http://schemas.openxmlformats.org/drawingml/2006/main">
              <a:ext uri="{FF2B5EF4-FFF2-40B4-BE49-F238E27FC236}">
                <a16:creationId xmlns:a16="http://schemas.microsoft.com/office/drawing/2014/main" id="{71EBD8AF-739D-4E4C-ABF9-B41BC486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76775"/>
            <a:ext cx="4191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横轴：时间</a:t>
            </a:r>
          </a:p>
        </p:txBody>
      </p:sp>
      <p:sp>
        <p:nvSpPr>
          <p:cNvPr id="10" name="axis-y-placeholder">
            <a:extLst xmlns:a="http://schemas.openxmlformats.org/drawingml/2006/main">
              <a:ext uri="{FF2B5EF4-FFF2-40B4-BE49-F238E27FC236}">
                <a16:creationId xmlns:a16="http://schemas.microsoft.com/office/drawing/2014/main" id="{3A8E0F7C-6D87-4BFE-84F1-0A7D20EB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485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纵轴：信号幅度</a:t>
            </a:r>
          </a:p>
        </p:txBody>
      </p:sp>
      <p:sp>
        <p:nvSpPr>
          <p:cNvPr id="11" name="pressure-location">
            <a:extLst xmlns:a="http://schemas.openxmlformats.org/drawingml/2006/main">
              <a:ext uri="{FF2B5EF4-FFF2-40B4-BE49-F238E27FC236}">
                <a16:creationId xmlns:a16="http://schemas.microsoft.com/office/drawing/2014/main" id="{ED6F1FC4-32D5-4DCD-81E5-2A7039E1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同一位置</a:t>
            </a:r>
          </a:p>
        </p:txBody>
      </p:sp>
      <p:sp>
        <p:nvSpPr>
          <p:cNvPr id="12" name="pressure-change">
            <a:extLst xmlns:a="http://schemas.openxmlformats.org/drawingml/2006/main">
              <a:ext uri="{FF2B5EF4-FFF2-40B4-BE49-F238E27FC236}">
                <a16:creationId xmlns:a16="http://schemas.microsoft.com/office/drawing/2014/main" id="{1F975120-470B-45A0-B277-6E658EB3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声压随时间变化</a:t>
            </a:r>
          </a:p>
        </p:txBody>
      </p:sp>
      <p:sp>
        <p:nvSpPr>
          <p:cNvPr id="13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D49E3449-0F74-414B-A226-E8FEEE26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619750"/>
            <a:ext cx="4762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4" name="microphone">
            <a:extLst xmlns:a="http://schemas.openxmlformats.org/drawingml/2006/main">
              <a:ext uri="{FF2B5EF4-FFF2-40B4-BE49-F238E27FC236}">
                <a16:creationId xmlns:a16="http://schemas.microsoft.com/office/drawing/2014/main" id="{AF5DE431-4505-4043-B947-12961FD9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4292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麦克风</a:t>
            </a:r>
          </a:p>
        </p:txBody>
      </p:sp>
      <p:sp>
        <p:nvSpPr>
          <p:cNvPr id="15" name="electrical-change">
            <a:extLst xmlns:a="http://schemas.openxmlformats.org/drawingml/2006/main">
              <a:ext uri="{FF2B5EF4-FFF2-40B4-BE49-F238E27FC236}">
                <a16:creationId xmlns:a16="http://schemas.microsoft.com/office/drawing/2014/main" id="{B01BCCF6-BC96-4069-9771-45776EBC7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857875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转换为电信号</a:t>
            </a:r>
          </a:p>
        </p:txBody>
      </p:sp>
      <p:sp>
        <p:nvSpPr>
          <p:cNvPr id="16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742A5AF2-9612-4064-B408-B9F3BC4EE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619750"/>
            <a:ext cx="4762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7" name="waveform-view">
            <a:extLst xmlns:a="http://schemas.openxmlformats.org/drawingml/2006/main">
              <a:ext uri="{FF2B5EF4-FFF2-40B4-BE49-F238E27FC236}">
                <a16:creationId xmlns:a16="http://schemas.microsoft.com/office/drawing/2014/main" id="{DE431330-D560-4D71-8EBA-D93C5D2A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4292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时间波形</a:t>
            </a:r>
          </a:p>
        </p:txBody>
      </p:sp>
      <p:sp>
        <p:nvSpPr>
          <p:cNvPr id="18" name="negative-boundary">
            <a:extLst xmlns:a="http://schemas.openxmlformats.org/drawingml/2006/main">
              <a:ext uri="{FF2B5EF4-FFF2-40B4-BE49-F238E27FC236}">
                <a16:creationId xmlns:a16="http://schemas.microsoft.com/office/drawing/2014/main" id="{F8B6F13D-2D64-4C5B-87F8-5E55FC5A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85787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零线下方是负偏差</a:t>
            </a:r>
          </a:p>
        </p:txBody>
      </p:sp>
    </p:spTree>
    <p:extLst>
      <p:ext uri="{BB962C8B-B14F-4D97-AF65-F5344CB8AC3E}">
        <p14:creationId xmlns:p14="http://schemas.microsoft.com/office/powerpoint/2010/main" val="3374446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-rail">
            <a:extLst xmlns:a="http://schemas.openxmlformats.org/drawingml/2006/main">
              <a:ext uri="{FF2B5EF4-FFF2-40B4-BE49-F238E27FC236}">
                <a16:creationId xmlns:a16="http://schemas.microsoft.com/office/drawing/2014/main" id="{CCBC9460-4394-4F4C-B88B-90E769AD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B8971369-AFED-42C9-A76B-D35E84D2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0921DD1C-A19A-4D90-BDC5-5063C4CA9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5秒内每秒取1次，怎样安排采样时刻？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1339413-75A2-40DB-BEBD-802E7D0C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从0s开始；记录[0,5)，不计5s端点。</a:t>
            </a:r>
          </a:p>
        </p:txBody>
      </p:sp>
      <p:sp>
        <p:nvSpPr>
          <p:cNvPr id="5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C8E4B6EF-C0FF-430A-B96D-342E3F62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14575"/>
            <a:ext cx="9525" cy="2428875"/>
          </a:xfrm>
          <a:custGeom xmlns:a="http://schemas.openxmlformats.org/drawingml/2006/main">
            <a:pathLst>
              <a:path w="9525" h="2428875">
                <a:moveTo>
                  <a:pt x="0" y="0"/>
                </a:moveTo>
                <a:lnTo>
                  <a:pt x="0" y="24288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6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B15CD84E-9F73-4AAF-BC9B-3C8B769ED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48063"/>
            <a:ext cx="9163050" cy="9525"/>
          </a:xfrm>
          <a:custGeom xmlns:a="http://schemas.openxmlformats.org/drawingml/2006/main">
            <a:pathLst>
              <a:path w="9163050" h="9525">
                <a:moveTo>
                  <a:pt x="0" y="0"/>
                </a:moveTo>
                <a:lnTo>
                  <a:pt x="9163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7" name="time-axis">
            <a:extLst xmlns:a="http://schemas.openxmlformats.org/drawingml/2006/main">
              <a:ext uri="{FF2B5EF4-FFF2-40B4-BE49-F238E27FC236}">
                <a16:creationId xmlns:a16="http://schemas.microsoft.com/office/drawing/2014/main" id="{D2F9D0D7-E927-4223-ADAE-A111F557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43450"/>
            <a:ext cx="9163050" cy="9525"/>
          </a:xfrm>
          <a:custGeom xmlns:a="http://schemas.openxmlformats.org/drawingml/2006/main">
            <a:pathLst>
              <a:path w="9163050" h="9525">
                <a:moveTo>
                  <a:pt x="0" y="0"/>
                </a:moveTo>
                <a:lnTo>
                  <a:pt x="9163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8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011BAB54-D59E-4EDE-B4AE-742EF3186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85534"/>
            <a:ext cx="9048750" cy="1865937"/>
          </a:xfrm>
          <a:custGeom xmlns:a="http://schemas.openxmlformats.org/drawingml/2006/main">
            <a:pathLst>
              <a:path w="9048750" h="1865937">
                <a:moveTo>
                  <a:pt x="0" y="1487820"/>
                </a:moveTo>
                <a:lnTo>
                  <a:pt x="45244" y="1472785"/>
                </a:lnTo>
                <a:lnTo>
                  <a:pt x="90488" y="1455733"/>
                </a:lnTo>
                <a:lnTo>
                  <a:pt x="135731" y="1436772"/>
                </a:lnTo>
                <a:lnTo>
                  <a:pt x="180975" y="1416013"/>
                </a:lnTo>
                <a:lnTo>
                  <a:pt x="226219" y="1393563"/>
                </a:lnTo>
                <a:lnTo>
                  <a:pt x="271463" y="1369533"/>
                </a:lnTo>
                <a:lnTo>
                  <a:pt x="316706" y="1344031"/>
                </a:lnTo>
                <a:lnTo>
                  <a:pt x="361950" y="1317166"/>
                </a:lnTo>
                <a:lnTo>
                  <a:pt x="407194" y="1289048"/>
                </a:lnTo>
                <a:lnTo>
                  <a:pt x="452438" y="1259785"/>
                </a:lnTo>
                <a:lnTo>
                  <a:pt x="497681" y="1229488"/>
                </a:lnTo>
                <a:lnTo>
                  <a:pt x="542925" y="1198264"/>
                </a:lnTo>
                <a:lnTo>
                  <a:pt x="588169" y="1166223"/>
                </a:lnTo>
                <a:lnTo>
                  <a:pt x="633413" y="1133474"/>
                </a:lnTo>
                <a:lnTo>
                  <a:pt x="678656" y="1100126"/>
                </a:lnTo>
                <a:lnTo>
                  <a:pt x="723900" y="1066289"/>
                </a:lnTo>
                <a:lnTo>
                  <a:pt x="769144" y="1032071"/>
                </a:lnTo>
                <a:lnTo>
                  <a:pt x="814388" y="997582"/>
                </a:lnTo>
                <a:lnTo>
                  <a:pt x="859631" y="962931"/>
                </a:lnTo>
                <a:lnTo>
                  <a:pt x="904875" y="928226"/>
                </a:lnTo>
                <a:lnTo>
                  <a:pt x="950119" y="891960"/>
                </a:lnTo>
                <a:lnTo>
                  <a:pt x="995363" y="852810"/>
                </a:lnTo>
                <a:lnTo>
                  <a:pt x="1040606" y="811167"/>
                </a:lnTo>
                <a:lnTo>
                  <a:pt x="1085850" y="767421"/>
                </a:lnTo>
                <a:lnTo>
                  <a:pt x="1131094" y="721963"/>
                </a:lnTo>
                <a:lnTo>
                  <a:pt x="1176338" y="675183"/>
                </a:lnTo>
                <a:lnTo>
                  <a:pt x="1221581" y="627472"/>
                </a:lnTo>
                <a:lnTo>
                  <a:pt x="1266825" y="579219"/>
                </a:lnTo>
                <a:lnTo>
                  <a:pt x="1312069" y="530815"/>
                </a:lnTo>
                <a:lnTo>
                  <a:pt x="1357313" y="482650"/>
                </a:lnTo>
                <a:lnTo>
                  <a:pt x="1402556" y="435114"/>
                </a:lnTo>
                <a:lnTo>
                  <a:pt x="1447800" y="388599"/>
                </a:lnTo>
                <a:lnTo>
                  <a:pt x="1493044" y="343493"/>
                </a:lnTo>
                <a:lnTo>
                  <a:pt x="1538288" y="300188"/>
                </a:lnTo>
                <a:lnTo>
                  <a:pt x="1583531" y="259074"/>
                </a:lnTo>
                <a:lnTo>
                  <a:pt x="1628775" y="220541"/>
                </a:lnTo>
                <a:lnTo>
                  <a:pt x="1674019" y="184980"/>
                </a:lnTo>
                <a:lnTo>
                  <a:pt x="1719263" y="152780"/>
                </a:lnTo>
                <a:lnTo>
                  <a:pt x="1764506" y="124333"/>
                </a:lnTo>
                <a:lnTo>
                  <a:pt x="1809750" y="100027"/>
                </a:lnTo>
                <a:lnTo>
                  <a:pt x="1854994" y="79354"/>
                </a:lnTo>
                <a:lnTo>
                  <a:pt x="1900238" y="61443"/>
                </a:lnTo>
                <a:lnTo>
                  <a:pt x="1945481" y="46149"/>
                </a:lnTo>
                <a:lnTo>
                  <a:pt x="1990725" y="33324"/>
                </a:lnTo>
                <a:lnTo>
                  <a:pt x="2035969" y="22821"/>
                </a:lnTo>
                <a:lnTo>
                  <a:pt x="2081213" y="14493"/>
                </a:lnTo>
                <a:lnTo>
                  <a:pt x="2126456" y="8195"/>
                </a:lnTo>
                <a:lnTo>
                  <a:pt x="2171700" y="3777"/>
                </a:lnTo>
                <a:lnTo>
                  <a:pt x="2216944" y="1095"/>
                </a:lnTo>
                <a:lnTo>
                  <a:pt x="2262188" y="0"/>
                </a:lnTo>
                <a:lnTo>
                  <a:pt x="2307431" y="346"/>
                </a:lnTo>
                <a:lnTo>
                  <a:pt x="2352675" y="1987"/>
                </a:lnTo>
                <a:lnTo>
                  <a:pt x="2397919" y="4774"/>
                </a:lnTo>
                <a:lnTo>
                  <a:pt x="2443163" y="8562"/>
                </a:lnTo>
                <a:lnTo>
                  <a:pt x="2488406" y="13203"/>
                </a:lnTo>
                <a:lnTo>
                  <a:pt x="2533650" y="18551"/>
                </a:lnTo>
                <a:lnTo>
                  <a:pt x="2578894" y="24458"/>
                </a:lnTo>
                <a:lnTo>
                  <a:pt x="2624138" y="30778"/>
                </a:lnTo>
                <a:lnTo>
                  <a:pt x="2669381" y="37363"/>
                </a:lnTo>
                <a:lnTo>
                  <a:pt x="2714625" y="44068"/>
                </a:lnTo>
                <a:lnTo>
                  <a:pt x="2759869" y="51378"/>
                </a:lnTo>
                <a:lnTo>
                  <a:pt x="2805113" y="59854"/>
                </a:lnTo>
                <a:lnTo>
                  <a:pt x="2850356" y="69457"/>
                </a:lnTo>
                <a:lnTo>
                  <a:pt x="2895600" y="80151"/>
                </a:lnTo>
                <a:lnTo>
                  <a:pt x="2940844" y="91896"/>
                </a:lnTo>
                <a:lnTo>
                  <a:pt x="2986088" y="104655"/>
                </a:lnTo>
                <a:lnTo>
                  <a:pt x="3031331" y="118391"/>
                </a:lnTo>
                <a:lnTo>
                  <a:pt x="3076575" y="133066"/>
                </a:lnTo>
                <a:lnTo>
                  <a:pt x="3121819" y="148641"/>
                </a:lnTo>
                <a:lnTo>
                  <a:pt x="3167063" y="165080"/>
                </a:lnTo>
                <a:lnTo>
                  <a:pt x="3212306" y="182344"/>
                </a:lnTo>
                <a:lnTo>
                  <a:pt x="3257550" y="200396"/>
                </a:lnTo>
                <a:lnTo>
                  <a:pt x="3302794" y="219198"/>
                </a:lnTo>
                <a:lnTo>
                  <a:pt x="3348038" y="238712"/>
                </a:lnTo>
                <a:lnTo>
                  <a:pt x="3393281" y="258900"/>
                </a:lnTo>
                <a:lnTo>
                  <a:pt x="3438525" y="279724"/>
                </a:lnTo>
                <a:lnTo>
                  <a:pt x="3483769" y="301147"/>
                </a:lnTo>
                <a:lnTo>
                  <a:pt x="3529013" y="323132"/>
                </a:lnTo>
                <a:lnTo>
                  <a:pt x="3574256" y="345639"/>
                </a:lnTo>
                <a:lnTo>
                  <a:pt x="3619500" y="368632"/>
                </a:lnTo>
                <a:lnTo>
                  <a:pt x="3664744" y="392644"/>
                </a:lnTo>
                <a:lnTo>
                  <a:pt x="3709988" y="418140"/>
                </a:lnTo>
                <a:lnTo>
                  <a:pt x="3755231" y="444981"/>
                </a:lnTo>
                <a:lnTo>
                  <a:pt x="3800475" y="473030"/>
                </a:lnTo>
                <a:lnTo>
                  <a:pt x="3845719" y="502148"/>
                </a:lnTo>
                <a:lnTo>
                  <a:pt x="3890963" y="532196"/>
                </a:lnTo>
                <a:lnTo>
                  <a:pt x="3936206" y="563036"/>
                </a:lnTo>
                <a:lnTo>
                  <a:pt x="3981450" y="594529"/>
                </a:lnTo>
                <a:lnTo>
                  <a:pt x="4026694" y="626537"/>
                </a:lnTo>
                <a:lnTo>
                  <a:pt x="4071938" y="658922"/>
                </a:lnTo>
                <a:lnTo>
                  <a:pt x="4117181" y="691544"/>
                </a:lnTo>
                <a:lnTo>
                  <a:pt x="4162425" y="724265"/>
                </a:lnTo>
                <a:lnTo>
                  <a:pt x="4207669" y="756948"/>
                </a:lnTo>
                <a:lnTo>
                  <a:pt x="4252913" y="789452"/>
                </a:lnTo>
                <a:lnTo>
                  <a:pt x="4298156" y="821641"/>
                </a:lnTo>
                <a:lnTo>
                  <a:pt x="4343400" y="853375"/>
                </a:lnTo>
                <a:lnTo>
                  <a:pt x="4388644" y="884516"/>
                </a:lnTo>
                <a:lnTo>
                  <a:pt x="4433888" y="914925"/>
                </a:lnTo>
                <a:lnTo>
                  <a:pt x="4479131" y="944463"/>
                </a:lnTo>
                <a:lnTo>
                  <a:pt x="4524375" y="972994"/>
                </a:lnTo>
                <a:lnTo>
                  <a:pt x="4569619" y="1001260"/>
                </a:lnTo>
                <a:lnTo>
                  <a:pt x="4614863" y="1030016"/>
                </a:lnTo>
                <a:lnTo>
                  <a:pt x="4660106" y="1059136"/>
                </a:lnTo>
                <a:lnTo>
                  <a:pt x="4705350" y="1088494"/>
                </a:lnTo>
                <a:lnTo>
                  <a:pt x="4750594" y="1117963"/>
                </a:lnTo>
                <a:lnTo>
                  <a:pt x="4795838" y="1147419"/>
                </a:lnTo>
                <a:lnTo>
                  <a:pt x="4841081" y="1176735"/>
                </a:lnTo>
                <a:lnTo>
                  <a:pt x="4886325" y="1205785"/>
                </a:lnTo>
                <a:lnTo>
                  <a:pt x="4931569" y="1234443"/>
                </a:lnTo>
                <a:lnTo>
                  <a:pt x="4976813" y="1262583"/>
                </a:lnTo>
                <a:lnTo>
                  <a:pt x="5022056" y="1290080"/>
                </a:lnTo>
                <a:lnTo>
                  <a:pt x="5067300" y="1316808"/>
                </a:lnTo>
                <a:lnTo>
                  <a:pt x="5112544" y="1342640"/>
                </a:lnTo>
                <a:lnTo>
                  <a:pt x="5157788" y="1367451"/>
                </a:lnTo>
                <a:lnTo>
                  <a:pt x="5203031" y="1391115"/>
                </a:lnTo>
                <a:lnTo>
                  <a:pt x="5248275" y="1413506"/>
                </a:lnTo>
                <a:lnTo>
                  <a:pt x="5293519" y="1434498"/>
                </a:lnTo>
                <a:lnTo>
                  <a:pt x="5338763" y="1453964"/>
                </a:lnTo>
                <a:lnTo>
                  <a:pt x="5384006" y="1471781"/>
                </a:lnTo>
                <a:lnTo>
                  <a:pt x="5429250" y="1487820"/>
                </a:lnTo>
                <a:lnTo>
                  <a:pt x="5474494" y="1501666"/>
                </a:lnTo>
                <a:lnTo>
                  <a:pt x="5519738" y="1513142"/>
                </a:lnTo>
                <a:lnTo>
                  <a:pt x="5564981" y="1522476"/>
                </a:lnTo>
                <a:lnTo>
                  <a:pt x="5610225" y="1529901"/>
                </a:lnTo>
                <a:lnTo>
                  <a:pt x="5655469" y="1535648"/>
                </a:lnTo>
                <a:lnTo>
                  <a:pt x="5700713" y="1539946"/>
                </a:lnTo>
                <a:lnTo>
                  <a:pt x="5745956" y="1543027"/>
                </a:lnTo>
                <a:lnTo>
                  <a:pt x="5791200" y="1545122"/>
                </a:lnTo>
                <a:lnTo>
                  <a:pt x="5836444" y="1546462"/>
                </a:lnTo>
                <a:lnTo>
                  <a:pt x="5881688" y="1547277"/>
                </a:lnTo>
                <a:lnTo>
                  <a:pt x="5926931" y="1547798"/>
                </a:lnTo>
                <a:lnTo>
                  <a:pt x="5972175" y="1548256"/>
                </a:lnTo>
                <a:lnTo>
                  <a:pt x="6017419" y="1548882"/>
                </a:lnTo>
                <a:lnTo>
                  <a:pt x="6062663" y="1549907"/>
                </a:lnTo>
                <a:lnTo>
                  <a:pt x="6107906" y="1551561"/>
                </a:lnTo>
                <a:lnTo>
                  <a:pt x="6153150" y="1554076"/>
                </a:lnTo>
                <a:lnTo>
                  <a:pt x="6198394" y="1557682"/>
                </a:lnTo>
                <a:lnTo>
                  <a:pt x="6243638" y="1562610"/>
                </a:lnTo>
                <a:lnTo>
                  <a:pt x="6288881" y="1569090"/>
                </a:lnTo>
                <a:lnTo>
                  <a:pt x="6334125" y="1577355"/>
                </a:lnTo>
                <a:lnTo>
                  <a:pt x="6379369" y="1588155"/>
                </a:lnTo>
                <a:lnTo>
                  <a:pt x="6424613" y="1601809"/>
                </a:lnTo>
                <a:lnTo>
                  <a:pt x="6469856" y="1617897"/>
                </a:lnTo>
                <a:lnTo>
                  <a:pt x="6515100" y="1636000"/>
                </a:lnTo>
                <a:lnTo>
                  <a:pt x="6560344" y="1655698"/>
                </a:lnTo>
                <a:lnTo>
                  <a:pt x="6605588" y="1676571"/>
                </a:lnTo>
                <a:lnTo>
                  <a:pt x="6650831" y="1698199"/>
                </a:lnTo>
                <a:lnTo>
                  <a:pt x="6696075" y="1720163"/>
                </a:lnTo>
                <a:lnTo>
                  <a:pt x="6741319" y="1742043"/>
                </a:lnTo>
                <a:lnTo>
                  <a:pt x="6786563" y="1763420"/>
                </a:lnTo>
                <a:lnTo>
                  <a:pt x="6831806" y="1783873"/>
                </a:lnTo>
                <a:lnTo>
                  <a:pt x="6877050" y="1802983"/>
                </a:lnTo>
                <a:lnTo>
                  <a:pt x="6922294" y="1820330"/>
                </a:lnTo>
                <a:lnTo>
                  <a:pt x="6967538" y="1835495"/>
                </a:lnTo>
                <a:lnTo>
                  <a:pt x="7012781" y="1848058"/>
                </a:lnTo>
                <a:lnTo>
                  <a:pt x="7058025" y="1857599"/>
                </a:lnTo>
                <a:lnTo>
                  <a:pt x="7103269" y="1863699"/>
                </a:lnTo>
                <a:lnTo>
                  <a:pt x="7148513" y="1865937"/>
                </a:lnTo>
                <a:lnTo>
                  <a:pt x="7193756" y="1863895"/>
                </a:lnTo>
                <a:lnTo>
                  <a:pt x="7239000" y="1857152"/>
                </a:lnTo>
                <a:lnTo>
                  <a:pt x="7284244" y="1845216"/>
                </a:lnTo>
                <a:lnTo>
                  <a:pt x="7329488" y="1828198"/>
                </a:lnTo>
                <a:lnTo>
                  <a:pt x="7374731" y="1806587"/>
                </a:lnTo>
                <a:lnTo>
                  <a:pt x="7419975" y="1780868"/>
                </a:lnTo>
                <a:lnTo>
                  <a:pt x="7465219" y="1751528"/>
                </a:lnTo>
                <a:lnTo>
                  <a:pt x="7510463" y="1719055"/>
                </a:lnTo>
                <a:lnTo>
                  <a:pt x="7555706" y="1683935"/>
                </a:lnTo>
                <a:lnTo>
                  <a:pt x="7600950" y="1646655"/>
                </a:lnTo>
                <a:lnTo>
                  <a:pt x="7646194" y="1607702"/>
                </a:lnTo>
                <a:lnTo>
                  <a:pt x="7691438" y="1567562"/>
                </a:lnTo>
                <a:lnTo>
                  <a:pt x="7736681" y="1526723"/>
                </a:lnTo>
                <a:lnTo>
                  <a:pt x="7781925" y="1485671"/>
                </a:lnTo>
                <a:lnTo>
                  <a:pt x="7827169" y="1444893"/>
                </a:lnTo>
                <a:lnTo>
                  <a:pt x="7872413" y="1404877"/>
                </a:lnTo>
                <a:lnTo>
                  <a:pt x="7917656" y="1366108"/>
                </a:lnTo>
                <a:lnTo>
                  <a:pt x="7962900" y="1329074"/>
                </a:lnTo>
                <a:lnTo>
                  <a:pt x="8008144" y="1294262"/>
                </a:lnTo>
                <a:lnTo>
                  <a:pt x="8053388" y="1262158"/>
                </a:lnTo>
                <a:lnTo>
                  <a:pt x="8098631" y="1233249"/>
                </a:lnTo>
                <a:lnTo>
                  <a:pt x="8143875" y="1208023"/>
                </a:lnTo>
                <a:lnTo>
                  <a:pt x="8189119" y="1185368"/>
                </a:lnTo>
                <a:lnTo>
                  <a:pt x="8234363" y="1163826"/>
                </a:lnTo>
                <a:lnTo>
                  <a:pt x="8279606" y="1143365"/>
                </a:lnTo>
                <a:lnTo>
                  <a:pt x="8324850" y="1123950"/>
                </a:lnTo>
                <a:lnTo>
                  <a:pt x="8370094" y="1105547"/>
                </a:lnTo>
                <a:lnTo>
                  <a:pt x="8415338" y="1088124"/>
                </a:lnTo>
                <a:lnTo>
                  <a:pt x="8460581" y="1071647"/>
                </a:lnTo>
                <a:lnTo>
                  <a:pt x="8505825" y="1056082"/>
                </a:lnTo>
                <a:lnTo>
                  <a:pt x="8551069" y="1041396"/>
                </a:lnTo>
                <a:lnTo>
                  <a:pt x="8596313" y="1027554"/>
                </a:lnTo>
                <a:lnTo>
                  <a:pt x="8641556" y="1014524"/>
                </a:lnTo>
                <a:lnTo>
                  <a:pt x="8686800" y="1002272"/>
                </a:lnTo>
                <a:lnTo>
                  <a:pt x="8732044" y="990764"/>
                </a:lnTo>
                <a:lnTo>
                  <a:pt x="8777288" y="979966"/>
                </a:lnTo>
                <a:lnTo>
                  <a:pt x="8822531" y="969846"/>
                </a:lnTo>
                <a:lnTo>
                  <a:pt x="8867775" y="960369"/>
                </a:lnTo>
                <a:lnTo>
                  <a:pt x="8913019" y="951502"/>
                </a:lnTo>
                <a:lnTo>
                  <a:pt x="8958263" y="943212"/>
                </a:lnTo>
                <a:lnTo>
                  <a:pt x="9003506" y="935464"/>
                </a:lnTo>
                <a:lnTo>
                  <a:pt x="9048750" y="928226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62626"/>
            </a:solidFill>
          </a:ln>
        </p:spPr>
      </p:sp>
      <p:sp>
        <p:nvSpPr>
          <p:cNvPr id="9" name="time-label">
            <a:extLst xmlns:a="http://schemas.openxmlformats.org/drawingml/2006/main">
              <a:ext uri="{FF2B5EF4-FFF2-40B4-BE49-F238E27FC236}">
                <a16:creationId xmlns:a16="http://schemas.microsoft.com/office/drawing/2014/main" id="{50ADF1EF-E714-45F7-9204-A9E68D2B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07682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10" name="line">
            <a:extLst xmlns:a="http://schemas.openxmlformats.org/drawingml/2006/main">
              <a:ext uri="{FF2B5EF4-FFF2-40B4-BE49-F238E27FC236}">
                <a16:creationId xmlns:a16="http://schemas.microsoft.com/office/drawing/2014/main" id="{18503180-79E9-4F51-9D66-3E38443B5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1" name="time-tick">
            <a:extLst xmlns:a="http://schemas.openxmlformats.org/drawingml/2006/main">
              <a:ext uri="{FF2B5EF4-FFF2-40B4-BE49-F238E27FC236}">
                <a16:creationId xmlns:a16="http://schemas.microsoft.com/office/drawing/2014/main" id="{8B524282-D04C-4D97-B5F6-4F843E677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12" name="line">
            <a:extLst xmlns:a="http://schemas.openxmlformats.org/drawingml/2006/main">
              <a:ext uri="{FF2B5EF4-FFF2-40B4-BE49-F238E27FC236}">
                <a16:creationId xmlns:a16="http://schemas.microsoft.com/office/drawing/2014/main" id="{BE2F6E29-ABCA-409C-8AC4-FC0261DE0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3" name="time-tick">
            <a:extLst xmlns:a="http://schemas.openxmlformats.org/drawingml/2006/main">
              <a:ext uri="{FF2B5EF4-FFF2-40B4-BE49-F238E27FC236}">
                <a16:creationId xmlns:a16="http://schemas.microsoft.com/office/drawing/2014/main" id="{1C7A5279-B01B-4D25-AFA9-F7D58EF6E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14" name="line">
            <a:extLst xmlns:a="http://schemas.openxmlformats.org/drawingml/2006/main">
              <a:ext uri="{FF2B5EF4-FFF2-40B4-BE49-F238E27FC236}">
                <a16:creationId xmlns:a16="http://schemas.microsoft.com/office/drawing/2014/main" id="{66E58AA9-9D96-4C0F-8C0F-C5E096B5E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5" name="time-tick">
            <a:extLst xmlns:a="http://schemas.openxmlformats.org/drawingml/2006/main">
              <a:ext uri="{FF2B5EF4-FFF2-40B4-BE49-F238E27FC236}">
                <a16:creationId xmlns:a16="http://schemas.microsoft.com/office/drawing/2014/main" id="{07EF13C8-1918-4576-8025-C9DEFA324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16" name="line">
            <a:extLst xmlns:a="http://schemas.openxmlformats.org/drawingml/2006/main">
              <a:ext uri="{FF2B5EF4-FFF2-40B4-BE49-F238E27FC236}">
                <a16:creationId xmlns:a16="http://schemas.microsoft.com/office/drawing/2014/main" id="{E7200A54-114E-4EB2-B67A-4854B870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7" name="time-tick">
            <a:extLst xmlns:a="http://schemas.openxmlformats.org/drawingml/2006/main">
              <a:ext uri="{FF2B5EF4-FFF2-40B4-BE49-F238E27FC236}">
                <a16:creationId xmlns:a16="http://schemas.microsoft.com/office/drawing/2014/main" id="{AD7C4A7F-1072-488D-9F31-751AE76A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18" name="line">
            <a:extLst xmlns:a="http://schemas.openxmlformats.org/drawingml/2006/main">
              <a:ext uri="{FF2B5EF4-FFF2-40B4-BE49-F238E27FC236}">
                <a16:creationId xmlns:a16="http://schemas.microsoft.com/office/drawing/2014/main" id="{2F506009-0972-46AE-B815-685B9EFF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9" name="time-tick">
            <a:extLst xmlns:a="http://schemas.openxmlformats.org/drawingml/2006/main">
              <a:ext uri="{FF2B5EF4-FFF2-40B4-BE49-F238E27FC236}">
                <a16:creationId xmlns:a16="http://schemas.microsoft.com/office/drawing/2014/main" id="{2A96F5DC-79AC-4391-9CAB-BA8288D4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20" name="line">
            <a:extLst xmlns:a="http://schemas.openxmlformats.org/drawingml/2006/main">
              <a:ext uri="{FF2B5EF4-FFF2-40B4-BE49-F238E27FC236}">
                <a16:creationId xmlns:a16="http://schemas.microsoft.com/office/drawing/2014/main" id="{68F9A2B0-6EB8-4185-ACC3-E2BD7D2C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1" name="time-tick">
            <a:extLst xmlns:a="http://schemas.openxmlformats.org/drawingml/2006/main">
              <a:ext uri="{FF2B5EF4-FFF2-40B4-BE49-F238E27FC236}">
                <a16:creationId xmlns:a16="http://schemas.microsoft.com/office/drawing/2014/main" id="{490DBAB2-7E48-4918-8E75-E0C3673D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1219725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top-rail">
            <a:extLst xmlns:a="http://schemas.openxmlformats.org/drawingml/2006/main">
              <a:ext uri="{FF2B5EF4-FFF2-40B4-BE49-F238E27FC236}">
                <a16:creationId xmlns:a16="http://schemas.microsoft.com/office/drawing/2014/main" id="{CCBC9460-4394-4F4C-B88B-90E769AD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B8971369-AFED-42C9-A76B-D35E84D2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0921DD1C-A19A-4D90-BDC5-5063C4CA9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5秒内每秒取1次，怎样安排采样时刻？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1339413-75A2-40DB-BEBD-802E7D0C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从0s开始；记录[0,5)，不计5s端点。</a:t>
            </a:r>
          </a:p>
        </p:txBody>
      </p:sp>
      <p:sp>
        <p:nvSpPr>
          <p:cNvPr id="5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C8E4B6EF-C0FF-430A-B96D-342E3F62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14575"/>
            <a:ext cx="9525" cy="2428875"/>
          </a:xfrm>
          <a:custGeom xmlns:a="http://schemas.openxmlformats.org/drawingml/2006/main">
            <a:pathLst>
              <a:path w="9525" h="2428875">
                <a:moveTo>
                  <a:pt x="0" y="0"/>
                </a:moveTo>
                <a:lnTo>
                  <a:pt x="0" y="24288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6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B15CD84E-9F73-4AAF-BC9B-3C8B769ED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48063"/>
            <a:ext cx="9163050" cy="9525"/>
          </a:xfrm>
          <a:custGeom xmlns:a="http://schemas.openxmlformats.org/drawingml/2006/main">
            <a:pathLst>
              <a:path w="9163050" h="9525">
                <a:moveTo>
                  <a:pt x="0" y="0"/>
                </a:moveTo>
                <a:lnTo>
                  <a:pt x="9163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7" name="time-axis">
            <a:extLst xmlns:a="http://schemas.openxmlformats.org/drawingml/2006/main">
              <a:ext uri="{FF2B5EF4-FFF2-40B4-BE49-F238E27FC236}">
                <a16:creationId xmlns:a16="http://schemas.microsoft.com/office/drawing/2014/main" id="{D2F9D0D7-E927-4223-ADAE-A111F557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43450"/>
            <a:ext cx="9163050" cy="9525"/>
          </a:xfrm>
          <a:custGeom xmlns:a="http://schemas.openxmlformats.org/drawingml/2006/main">
            <a:pathLst>
              <a:path w="9163050" h="9525">
                <a:moveTo>
                  <a:pt x="0" y="0"/>
                </a:moveTo>
                <a:lnTo>
                  <a:pt x="9163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8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011BAB54-D59E-4EDE-B4AE-742EF3186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85534"/>
            <a:ext cx="9048750" cy="1865937"/>
          </a:xfrm>
          <a:custGeom xmlns:a="http://schemas.openxmlformats.org/drawingml/2006/main">
            <a:pathLst>
              <a:path w="9048750" h="1865937">
                <a:moveTo>
                  <a:pt x="0" y="1487820"/>
                </a:moveTo>
                <a:lnTo>
                  <a:pt x="45244" y="1472785"/>
                </a:lnTo>
                <a:lnTo>
                  <a:pt x="90488" y="1455733"/>
                </a:lnTo>
                <a:lnTo>
                  <a:pt x="135731" y="1436772"/>
                </a:lnTo>
                <a:lnTo>
                  <a:pt x="180975" y="1416013"/>
                </a:lnTo>
                <a:lnTo>
                  <a:pt x="226219" y="1393563"/>
                </a:lnTo>
                <a:lnTo>
                  <a:pt x="271463" y="1369533"/>
                </a:lnTo>
                <a:lnTo>
                  <a:pt x="316706" y="1344031"/>
                </a:lnTo>
                <a:lnTo>
                  <a:pt x="361950" y="1317166"/>
                </a:lnTo>
                <a:lnTo>
                  <a:pt x="407194" y="1289048"/>
                </a:lnTo>
                <a:lnTo>
                  <a:pt x="452438" y="1259785"/>
                </a:lnTo>
                <a:lnTo>
                  <a:pt x="497681" y="1229488"/>
                </a:lnTo>
                <a:lnTo>
                  <a:pt x="542925" y="1198264"/>
                </a:lnTo>
                <a:lnTo>
                  <a:pt x="588169" y="1166223"/>
                </a:lnTo>
                <a:lnTo>
                  <a:pt x="633413" y="1133474"/>
                </a:lnTo>
                <a:lnTo>
                  <a:pt x="678656" y="1100126"/>
                </a:lnTo>
                <a:lnTo>
                  <a:pt x="723900" y="1066289"/>
                </a:lnTo>
                <a:lnTo>
                  <a:pt x="769144" y="1032071"/>
                </a:lnTo>
                <a:lnTo>
                  <a:pt x="814388" y="997582"/>
                </a:lnTo>
                <a:lnTo>
                  <a:pt x="859631" y="962931"/>
                </a:lnTo>
                <a:lnTo>
                  <a:pt x="904875" y="928226"/>
                </a:lnTo>
                <a:lnTo>
                  <a:pt x="950119" y="891960"/>
                </a:lnTo>
                <a:lnTo>
                  <a:pt x="995363" y="852810"/>
                </a:lnTo>
                <a:lnTo>
                  <a:pt x="1040606" y="811167"/>
                </a:lnTo>
                <a:lnTo>
                  <a:pt x="1085850" y="767421"/>
                </a:lnTo>
                <a:lnTo>
                  <a:pt x="1131094" y="721963"/>
                </a:lnTo>
                <a:lnTo>
                  <a:pt x="1176338" y="675183"/>
                </a:lnTo>
                <a:lnTo>
                  <a:pt x="1221581" y="627472"/>
                </a:lnTo>
                <a:lnTo>
                  <a:pt x="1266825" y="579219"/>
                </a:lnTo>
                <a:lnTo>
                  <a:pt x="1312069" y="530815"/>
                </a:lnTo>
                <a:lnTo>
                  <a:pt x="1357313" y="482650"/>
                </a:lnTo>
                <a:lnTo>
                  <a:pt x="1402556" y="435114"/>
                </a:lnTo>
                <a:lnTo>
                  <a:pt x="1447800" y="388599"/>
                </a:lnTo>
                <a:lnTo>
                  <a:pt x="1493044" y="343493"/>
                </a:lnTo>
                <a:lnTo>
                  <a:pt x="1538288" y="300188"/>
                </a:lnTo>
                <a:lnTo>
                  <a:pt x="1583531" y="259074"/>
                </a:lnTo>
                <a:lnTo>
                  <a:pt x="1628775" y="220541"/>
                </a:lnTo>
                <a:lnTo>
                  <a:pt x="1674019" y="184980"/>
                </a:lnTo>
                <a:lnTo>
                  <a:pt x="1719263" y="152780"/>
                </a:lnTo>
                <a:lnTo>
                  <a:pt x="1764506" y="124333"/>
                </a:lnTo>
                <a:lnTo>
                  <a:pt x="1809750" y="100027"/>
                </a:lnTo>
                <a:lnTo>
                  <a:pt x="1854994" y="79354"/>
                </a:lnTo>
                <a:lnTo>
                  <a:pt x="1900238" y="61443"/>
                </a:lnTo>
                <a:lnTo>
                  <a:pt x="1945481" y="46149"/>
                </a:lnTo>
                <a:lnTo>
                  <a:pt x="1990725" y="33324"/>
                </a:lnTo>
                <a:lnTo>
                  <a:pt x="2035969" y="22821"/>
                </a:lnTo>
                <a:lnTo>
                  <a:pt x="2081213" y="14493"/>
                </a:lnTo>
                <a:lnTo>
                  <a:pt x="2126456" y="8195"/>
                </a:lnTo>
                <a:lnTo>
                  <a:pt x="2171700" y="3777"/>
                </a:lnTo>
                <a:lnTo>
                  <a:pt x="2216944" y="1095"/>
                </a:lnTo>
                <a:lnTo>
                  <a:pt x="2262188" y="0"/>
                </a:lnTo>
                <a:lnTo>
                  <a:pt x="2307431" y="346"/>
                </a:lnTo>
                <a:lnTo>
                  <a:pt x="2352675" y="1987"/>
                </a:lnTo>
                <a:lnTo>
                  <a:pt x="2397919" y="4774"/>
                </a:lnTo>
                <a:lnTo>
                  <a:pt x="2443163" y="8562"/>
                </a:lnTo>
                <a:lnTo>
                  <a:pt x="2488406" y="13203"/>
                </a:lnTo>
                <a:lnTo>
                  <a:pt x="2533650" y="18551"/>
                </a:lnTo>
                <a:lnTo>
                  <a:pt x="2578894" y="24458"/>
                </a:lnTo>
                <a:lnTo>
                  <a:pt x="2624138" y="30778"/>
                </a:lnTo>
                <a:lnTo>
                  <a:pt x="2669381" y="37363"/>
                </a:lnTo>
                <a:lnTo>
                  <a:pt x="2714625" y="44068"/>
                </a:lnTo>
                <a:lnTo>
                  <a:pt x="2759869" y="51378"/>
                </a:lnTo>
                <a:lnTo>
                  <a:pt x="2805113" y="59854"/>
                </a:lnTo>
                <a:lnTo>
                  <a:pt x="2850356" y="69457"/>
                </a:lnTo>
                <a:lnTo>
                  <a:pt x="2895600" y="80151"/>
                </a:lnTo>
                <a:lnTo>
                  <a:pt x="2940844" y="91896"/>
                </a:lnTo>
                <a:lnTo>
                  <a:pt x="2986088" y="104655"/>
                </a:lnTo>
                <a:lnTo>
                  <a:pt x="3031331" y="118391"/>
                </a:lnTo>
                <a:lnTo>
                  <a:pt x="3076575" y="133066"/>
                </a:lnTo>
                <a:lnTo>
                  <a:pt x="3121819" y="148641"/>
                </a:lnTo>
                <a:lnTo>
                  <a:pt x="3167063" y="165080"/>
                </a:lnTo>
                <a:lnTo>
                  <a:pt x="3212306" y="182344"/>
                </a:lnTo>
                <a:lnTo>
                  <a:pt x="3257550" y="200396"/>
                </a:lnTo>
                <a:lnTo>
                  <a:pt x="3302794" y="219198"/>
                </a:lnTo>
                <a:lnTo>
                  <a:pt x="3348038" y="238712"/>
                </a:lnTo>
                <a:lnTo>
                  <a:pt x="3393281" y="258900"/>
                </a:lnTo>
                <a:lnTo>
                  <a:pt x="3438525" y="279724"/>
                </a:lnTo>
                <a:lnTo>
                  <a:pt x="3483769" y="301147"/>
                </a:lnTo>
                <a:lnTo>
                  <a:pt x="3529013" y="323132"/>
                </a:lnTo>
                <a:lnTo>
                  <a:pt x="3574256" y="345639"/>
                </a:lnTo>
                <a:lnTo>
                  <a:pt x="3619500" y="368632"/>
                </a:lnTo>
                <a:lnTo>
                  <a:pt x="3664744" y="392644"/>
                </a:lnTo>
                <a:lnTo>
                  <a:pt x="3709988" y="418140"/>
                </a:lnTo>
                <a:lnTo>
                  <a:pt x="3755231" y="444981"/>
                </a:lnTo>
                <a:lnTo>
                  <a:pt x="3800475" y="473030"/>
                </a:lnTo>
                <a:lnTo>
                  <a:pt x="3845719" y="502148"/>
                </a:lnTo>
                <a:lnTo>
                  <a:pt x="3890963" y="532196"/>
                </a:lnTo>
                <a:lnTo>
                  <a:pt x="3936206" y="563036"/>
                </a:lnTo>
                <a:lnTo>
                  <a:pt x="3981450" y="594529"/>
                </a:lnTo>
                <a:lnTo>
                  <a:pt x="4026694" y="626537"/>
                </a:lnTo>
                <a:lnTo>
                  <a:pt x="4071938" y="658922"/>
                </a:lnTo>
                <a:lnTo>
                  <a:pt x="4117181" y="691544"/>
                </a:lnTo>
                <a:lnTo>
                  <a:pt x="4162425" y="724265"/>
                </a:lnTo>
                <a:lnTo>
                  <a:pt x="4207669" y="756948"/>
                </a:lnTo>
                <a:lnTo>
                  <a:pt x="4252913" y="789452"/>
                </a:lnTo>
                <a:lnTo>
                  <a:pt x="4298156" y="821641"/>
                </a:lnTo>
                <a:lnTo>
                  <a:pt x="4343400" y="853375"/>
                </a:lnTo>
                <a:lnTo>
                  <a:pt x="4388644" y="884516"/>
                </a:lnTo>
                <a:lnTo>
                  <a:pt x="4433888" y="914925"/>
                </a:lnTo>
                <a:lnTo>
                  <a:pt x="4479131" y="944463"/>
                </a:lnTo>
                <a:lnTo>
                  <a:pt x="4524375" y="972994"/>
                </a:lnTo>
                <a:lnTo>
                  <a:pt x="4569619" y="1001260"/>
                </a:lnTo>
                <a:lnTo>
                  <a:pt x="4614863" y="1030016"/>
                </a:lnTo>
                <a:lnTo>
                  <a:pt x="4660106" y="1059136"/>
                </a:lnTo>
                <a:lnTo>
                  <a:pt x="4705350" y="1088494"/>
                </a:lnTo>
                <a:lnTo>
                  <a:pt x="4750594" y="1117963"/>
                </a:lnTo>
                <a:lnTo>
                  <a:pt x="4795838" y="1147419"/>
                </a:lnTo>
                <a:lnTo>
                  <a:pt x="4841081" y="1176735"/>
                </a:lnTo>
                <a:lnTo>
                  <a:pt x="4886325" y="1205785"/>
                </a:lnTo>
                <a:lnTo>
                  <a:pt x="4931569" y="1234443"/>
                </a:lnTo>
                <a:lnTo>
                  <a:pt x="4976813" y="1262583"/>
                </a:lnTo>
                <a:lnTo>
                  <a:pt x="5022056" y="1290080"/>
                </a:lnTo>
                <a:lnTo>
                  <a:pt x="5067300" y="1316808"/>
                </a:lnTo>
                <a:lnTo>
                  <a:pt x="5112544" y="1342640"/>
                </a:lnTo>
                <a:lnTo>
                  <a:pt x="5157788" y="1367451"/>
                </a:lnTo>
                <a:lnTo>
                  <a:pt x="5203031" y="1391115"/>
                </a:lnTo>
                <a:lnTo>
                  <a:pt x="5248275" y="1413506"/>
                </a:lnTo>
                <a:lnTo>
                  <a:pt x="5293519" y="1434498"/>
                </a:lnTo>
                <a:lnTo>
                  <a:pt x="5338763" y="1453964"/>
                </a:lnTo>
                <a:lnTo>
                  <a:pt x="5384006" y="1471781"/>
                </a:lnTo>
                <a:lnTo>
                  <a:pt x="5429250" y="1487820"/>
                </a:lnTo>
                <a:lnTo>
                  <a:pt x="5474494" y="1501666"/>
                </a:lnTo>
                <a:lnTo>
                  <a:pt x="5519738" y="1513142"/>
                </a:lnTo>
                <a:lnTo>
                  <a:pt x="5564981" y="1522476"/>
                </a:lnTo>
                <a:lnTo>
                  <a:pt x="5610225" y="1529901"/>
                </a:lnTo>
                <a:lnTo>
                  <a:pt x="5655469" y="1535648"/>
                </a:lnTo>
                <a:lnTo>
                  <a:pt x="5700713" y="1539946"/>
                </a:lnTo>
                <a:lnTo>
                  <a:pt x="5745956" y="1543027"/>
                </a:lnTo>
                <a:lnTo>
                  <a:pt x="5791200" y="1545122"/>
                </a:lnTo>
                <a:lnTo>
                  <a:pt x="5836444" y="1546462"/>
                </a:lnTo>
                <a:lnTo>
                  <a:pt x="5881688" y="1547277"/>
                </a:lnTo>
                <a:lnTo>
                  <a:pt x="5926931" y="1547798"/>
                </a:lnTo>
                <a:lnTo>
                  <a:pt x="5972175" y="1548256"/>
                </a:lnTo>
                <a:lnTo>
                  <a:pt x="6017419" y="1548882"/>
                </a:lnTo>
                <a:lnTo>
                  <a:pt x="6062663" y="1549907"/>
                </a:lnTo>
                <a:lnTo>
                  <a:pt x="6107906" y="1551561"/>
                </a:lnTo>
                <a:lnTo>
                  <a:pt x="6153150" y="1554076"/>
                </a:lnTo>
                <a:lnTo>
                  <a:pt x="6198394" y="1557682"/>
                </a:lnTo>
                <a:lnTo>
                  <a:pt x="6243638" y="1562610"/>
                </a:lnTo>
                <a:lnTo>
                  <a:pt x="6288881" y="1569090"/>
                </a:lnTo>
                <a:lnTo>
                  <a:pt x="6334125" y="1577355"/>
                </a:lnTo>
                <a:lnTo>
                  <a:pt x="6379369" y="1588155"/>
                </a:lnTo>
                <a:lnTo>
                  <a:pt x="6424613" y="1601809"/>
                </a:lnTo>
                <a:lnTo>
                  <a:pt x="6469856" y="1617897"/>
                </a:lnTo>
                <a:lnTo>
                  <a:pt x="6515100" y="1636000"/>
                </a:lnTo>
                <a:lnTo>
                  <a:pt x="6560344" y="1655698"/>
                </a:lnTo>
                <a:lnTo>
                  <a:pt x="6605588" y="1676571"/>
                </a:lnTo>
                <a:lnTo>
                  <a:pt x="6650831" y="1698199"/>
                </a:lnTo>
                <a:lnTo>
                  <a:pt x="6696075" y="1720163"/>
                </a:lnTo>
                <a:lnTo>
                  <a:pt x="6741319" y="1742043"/>
                </a:lnTo>
                <a:lnTo>
                  <a:pt x="6786563" y="1763420"/>
                </a:lnTo>
                <a:lnTo>
                  <a:pt x="6831806" y="1783873"/>
                </a:lnTo>
                <a:lnTo>
                  <a:pt x="6877050" y="1802983"/>
                </a:lnTo>
                <a:lnTo>
                  <a:pt x="6922294" y="1820330"/>
                </a:lnTo>
                <a:lnTo>
                  <a:pt x="6967538" y="1835495"/>
                </a:lnTo>
                <a:lnTo>
                  <a:pt x="7012781" y="1848058"/>
                </a:lnTo>
                <a:lnTo>
                  <a:pt x="7058025" y="1857599"/>
                </a:lnTo>
                <a:lnTo>
                  <a:pt x="7103269" y="1863699"/>
                </a:lnTo>
                <a:lnTo>
                  <a:pt x="7148513" y="1865937"/>
                </a:lnTo>
                <a:lnTo>
                  <a:pt x="7193756" y="1863895"/>
                </a:lnTo>
                <a:lnTo>
                  <a:pt x="7239000" y="1857152"/>
                </a:lnTo>
                <a:lnTo>
                  <a:pt x="7284244" y="1845216"/>
                </a:lnTo>
                <a:lnTo>
                  <a:pt x="7329488" y="1828198"/>
                </a:lnTo>
                <a:lnTo>
                  <a:pt x="7374731" y="1806587"/>
                </a:lnTo>
                <a:lnTo>
                  <a:pt x="7419975" y="1780868"/>
                </a:lnTo>
                <a:lnTo>
                  <a:pt x="7465219" y="1751528"/>
                </a:lnTo>
                <a:lnTo>
                  <a:pt x="7510463" y="1719055"/>
                </a:lnTo>
                <a:lnTo>
                  <a:pt x="7555706" y="1683935"/>
                </a:lnTo>
                <a:lnTo>
                  <a:pt x="7600950" y="1646655"/>
                </a:lnTo>
                <a:lnTo>
                  <a:pt x="7646194" y="1607702"/>
                </a:lnTo>
                <a:lnTo>
                  <a:pt x="7691438" y="1567562"/>
                </a:lnTo>
                <a:lnTo>
                  <a:pt x="7736681" y="1526723"/>
                </a:lnTo>
                <a:lnTo>
                  <a:pt x="7781925" y="1485671"/>
                </a:lnTo>
                <a:lnTo>
                  <a:pt x="7827169" y="1444893"/>
                </a:lnTo>
                <a:lnTo>
                  <a:pt x="7872413" y="1404877"/>
                </a:lnTo>
                <a:lnTo>
                  <a:pt x="7917656" y="1366108"/>
                </a:lnTo>
                <a:lnTo>
                  <a:pt x="7962900" y="1329074"/>
                </a:lnTo>
                <a:lnTo>
                  <a:pt x="8008144" y="1294262"/>
                </a:lnTo>
                <a:lnTo>
                  <a:pt x="8053388" y="1262158"/>
                </a:lnTo>
                <a:lnTo>
                  <a:pt x="8098631" y="1233249"/>
                </a:lnTo>
                <a:lnTo>
                  <a:pt x="8143875" y="1208023"/>
                </a:lnTo>
                <a:lnTo>
                  <a:pt x="8189119" y="1185368"/>
                </a:lnTo>
                <a:lnTo>
                  <a:pt x="8234363" y="1163826"/>
                </a:lnTo>
                <a:lnTo>
                  <a:pt x="8279606" y="1143365"/>
                </a:lnTo>
                <a:lnTo>
                  <a:pt x="8324850" y="1123950"/>
                </a:lnTo>
                <a:lnTo>
                  <a:pt x="8370094" y="1105547"/>
                </a:lnTo>
                <a:lnTo>
                  <a:pt x="8415338" y="1088124"/>
                </a:lnTo>
                <a:lnTo>
                  <a:pt x="8460581" y="1071647"/>
                </a:lnTo>
                <a:lnTo>
                  <a:pt x="8505825" y="1056082"/>
                </a:lnTo>
                <a:lnTo>
                  <a:pt x="8551069" y="1041396"/>
                </a:lnTo>
                <a:lnTo>
                  <a:pt x="8596313" y="1027554"/>
                </a:lnTo>
                <a:lnTo>
                  <a:pt x="8641556" y="1014524"/>
                </a:lnTo>
                <a:lnTo>
                  <a:pt x="8686800" y="1002272"/>
                </a:lnTo>
                <a:lnTo>
                  <a:pt x="8732044" y="990764"/>
                </a:lnTo>
                <a:lnTo>
                  <a:pt x="8777288" y="979966"/>
                </a:lnTo>
                <a:lnTo>
                  <a:pt x="8822531" y="969846"/>
                </a:lnTo>
                <a:lnTo>
                  <a:pt x="8867775" y="960369"/>
                </a:lnTo>
                <a:lnTo>
                  <a:pt x="8913019" y="951502"/>
                </a:lnTo>
                <a:lnTo>
                  <a:pt x="8958263" y="943212"/>
                </a:lnTo>
                <a:lnTo>
                  <a:pt x="9003506" y="935464"/>
                </a:lnTo>
                <a:lnTo>
                  <a:pt x="9048750" y="928226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62626"/>
            </a:solidFill>
          </a:ln>
        </p:spPr>
      </p:sp>
      <p:sp>
        <p:nvSpPr>
          <p:cNvPr id="9" name="time-label">
            <a:extLst xmlns:a="http://schemas.openxmlformats.org/drawingml/2006/main">
              <a:ext uri="{FF2B5EF4-FFF2-40B4-BE49-F238E27FC236}">
                <a16:creationId xmlns:a16="http://schemas.microsoft.com/office/drawing/2014/main" id="{50ADF1EF-E714-45F7-9204-A9E68D2B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07682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10" name="line">
            <a:extLst xmlns:a="http://schemas.openxmlformats.org/drawingml/2006/main">
              <a:ext uri="{FF2B5EF4-FFF2-40B4-BE49-F238E27FC236}">
                <a16:creationId xmlns:a16="http://schemas.microsoft.com/office/drawing/2014/main" id="{18503180-79E9-4F51-9D66-3E38443B5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1" name="time-tick">
            <a:extLst xmlns:a="http://schemas.openxmlformats.org/drawingml/2006/main">
              <a:ext uri="{FF2B5EF4-FFF2-40B4-BE49-F238E27FC236}">
                <a16:creationId xmlns:a16="http://schemas.microsoft.com/office/drawing/2014/main" id="{8B524282-D04C-4D97-B5F6-4F843E677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12" name="line">
            <a:extLst xmlns:a="http://schemas.openxmlformats.org/drawingml/2006/main">
              <a:ext uri="{FF2B5EF4-FFF2-40B4-BE49-F238E27FC236}">
                <a16:creationId xmlns:a16="http://schemas.microsoft.com/office/drawing/2014/main" id="{BE2F6E29-ABCA-409C-8AC4-FC0261DE0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3" name="time-tick">
            <a:extLst xmlns:a="http://schemas.openxmlformats.org/drawingml/2006/main">
              <a:ext uri="{FF2B5EF4-FFF2-40B4-BE49-F238E27FC236}">
                <a16:creationId xmlns:a16="http://schemas.microsoft.com/office/drawing/2014/main" id="{1C7A5279-B01B-4D25-AFA9-F7D58EF6E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14" name="line">
            <a:extLst xmlns:a="http://schemas.openxmlformats.org/drawingml/2006/main">
              <a:ext uri="{FF2B5EF4-FFF2-40B4-BE49-F238E27FC236}">
                <a16:creationId xmlns:a16="http://schemas.microsoft.com/office/drawing/2014/main" id="{66E58AA9-9D96-4C0F-8C0F-C5E096B5E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5" name="time-tick">
            <a:extLst xmlns:a="http://schemas.openxmlformats.org/drawingml/2006/main">
              <a:ext uri="{FF2B5EF4-FFF2-40B4-BE49-F238E27FC236}">
                <a16:creationId xmlns:a16="http://schemas.microsoft.com/office/drawing/2014/main" id="{07EF13C8-1918-4576-8025-C9DEFA324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16" name="line">
            <a:extLst xmlns:a="http://schemas.openxmlformats.org/drawingml/2006/main">
              <a:ext uri="{FF2B5EF4-FFF2-40B4-BE49-F238E27FC236}">
                <a16:creationId xmlns:a16="http://schemas.microsoft.com/office/drawing/2014/main" id="{E7200A54-114E-4EB2-B67A-4854B870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7" name="time-tick">
            <a:extLst xmlns:a="http://schemas.openxmlformats.org/drawingml/2006/main">
              <a:ext uri="{FF2B5EF4-FFF2-40B4-BE49-F238E27FC236}">
                <a16:creationId xmlns:a16="http://schemas.microsoft.com/office/drawing/2014/main" id="{AD7C4A7F-1072-488D-9F31-751AE76A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18" name="line">
            <a:extLst xmlns:a="http://schemas.openxmlformats.org/drawingml/2006/main">
              <a:ext uri="{FF2B5EF4-FFF2-40B4-BE49-F238E27FC236}">
                <a16:creationId xmlns:a16="http://schemas.microsoft.com/office/drawing/2014/main" id="{2F506009-0972-46AE-B815-685B9EFF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9" name="time-tick">
            <a:extLst xmlns:a="http://schemas.openxmlformats.org/drawingml/2006/main">
              <a:ext uri="{FF2B5EF4-FFF2-40B4-BE49-F238E27FC236}">
                <a16:creationId xmlns:a16="http://schemas.microsoft.com/office/drawing/2014/main" id="{2A96F5DC-79AC-4391-9CAB-BA8288D4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20" name="line">
            <a:extLst xmlns:a="http://schemas.openxmlformats.org/drawingml/2006/main">
              <a:ext uri="{FF2B5EF4-FFF2-40B4-BE49-F238E27FC236}">
                <a16:creationId xmlns:a16="http://schemas.microsoft.com/office/drawing/2014/main" id="{68F9A2B0-6EB8-4185-ACC3-E2BD7D2C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1" name="time-tick">
            <a:extLst xmlns:a="http://schemas.openxmlformats.org/drawingml/2006/main">
              <a:ext uri="{FF2B5EF4-FFF2-40B4-BE49-F238E27FC236}">
                <a16:creationId xmlns:a16="http://schemas.microsoft.com/office/drawing/2014/main" id="{490DBAB2-7E48-4918-8E75-E0C3673D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  <p:sp>
        <p:nvSpPr>
          <p:cNvPr id="22" name="sampling-stem">
            <a:extLst xmlns:a="http://schemas.openxmlformats.org/drawingml/2006/main">
              <a:ext uri="{FF2B5EF4-FFF2-40B4-BE49-F238E27FC236}">
                <a16:creationId xmlns:a16="http://schemas.microsoft.com/office/drawing/2014/main" id="{DF4509E8-4CBA-44ED-84E8-5EE1EAB2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48063"/>
            <a:ext cx="9525" cy="425291"/>
          </a:xfrm>
          <a:custGeom xmlns:a="http://schemas.openxmlformats.org/drawingml/2006/main">
            <a:pathLst>
              <a:path w="9525" h="425291">
                <a:moveTo>
                  <a:pt x="0" y="0"/>
                </a:moveTo>
                <a:lnTo>
                  <a:pt x="0" y="42529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3" name="sample">
            <a:extLst xmlns:a="http://schemas.openxmlformats.org/drawingml/2006/main">
              <a:ext uri="{FF2B5EF4-FFF2-40B4-BE49-F238E27FC236}">
                <a16:creationId xmlns:a16="http://schemas.microsoft.com/office/drawing/2014/main" id="{A5E286F2-35D7-430A-B166-DD1F0DB0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916204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4" name="sampling-stem">
            <a:extLst xmlns:a="http://schemas.openxmlformats.org/drawingml/2006/main">
              <a:ext uri="{FF2B5EF4-FFF2-40B4-BE49-F238E27FC236}">
                <a16:creationId xmlns:a16="http://schemas.microsoft.com/office/drawing/2014/main" id="{34AA0CB7-7513-41BA-BDD4-4A02BCABB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85561"/>
            <a:ext cx="9525" cy="962501"/>
          </a:xfrm>
          <a:custGeom xmlns:a="http://schemas.openxmlformats.org/drawingml/2006/main">
            <a:pathLst>
              <a:path w="9525" h="962501">
                <a:moveTo>
                  <a:pt x="0" y="96250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5" name="sample">
            <a:extLst xmlns:a="http://schemas.openxmlformats.org/drawingml/2006/main">
              <a:ext uri="{FF2B5EF4-FFF2-40B4-BE49-F238E27FC236}">
                <a16:creationId xmlns:a16="http://schemas.microsoft.com/office/drawing/2014/main" id="{4079283C-A929-4BDB-A903-C0039A10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528411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6" name="sampling-stem">
            <a:extLst xmlns:a="http://schemas.openxmlformats.org/drawingml/2006/main">
              <a:ext uri="{FF2B5EF4-FFF2-40B4-BE49-F238E27FC236}">
                <a16:creationId xmlns:a16="http://schemas.microsoft.com/office/drawing/2014/main" id="{741DD16E-6DCE-40F0-B57D-3195A615E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54166"/>
            <a:ext cx="9525" cy="693896"/>
          </a:xfrm>
          <a:custGeom xmlns:a="http://schemas.openxmlformats.org/drawingml/2006/main">
            <a:pathLst>
              <a:path w="9525" h="693896">
                <a:moveTo>
                  <a:pt x="0" y="69389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7" name="sample">
            <a:extLst xmlns:a="http://schemas.openxmlformats.org/drawingml/2006/main">
              <a:ext uri="{FF2B5EF4-FFF2-40B4-BE49-F238E27FC236}">
                <a16:creationId xmlns:a16="http://schemas.microsoft.com/office/drawing/2014/main" id="{D651B592-A0D6-412D-B7C3-60C324A5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97016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8" name="sampling-stem">
            <a:extLst xmlns:a="http://schemas.openxmlformats.org/drawingml/2006/main">
              <a:ext uri="{FF2B5EF4-FFF2-40B4-BE49-F238E27FC236}">
                <a16:creationId xmlns:a16="http://schemas.microsoft.com/office/drawing/2014/main" id="{A7EC8661-CF45-4F81-AC69-AB8D6526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48063"/>
            <a:ext cx="9525" cy="425291"/>
          </a:xfrm>
          <a:custGeom xmlns:a="http://schemas.openxmlformats.org/drawingml/2006/main">
            <a:pathLst>
              <a:path w="9525" h="425291">
                <a:moveTo>
                  <a:pt x="0" y="0"/>
                </a:moveTo>
                <a:lnTo>
                  <a:pt x="0" y="42529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9" name="sample">
            <a:extLst xmlns:a="http://schemas.openxmlformats.org/drawingml/2006/main">
              <a:ext uri="{FF2B5EF4-FFF2-40B4-BE49-F238E27FC236}">
                <a16:creationId xmlns:a16="http://schemas.microsoft.com/office/drawing/2014/main" id="{BBDA534D-A91F-4FB4-9316-2B6CF54F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16204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30" name="sampling-stem">
            <a:extLst xmlns:a="http://schemas.openxmlformats.org/drawingml/2006/main">
              <a:ext uri="{FF2B5EF4-FFF2-40B4-BE49-F238E27FC236}">
                <a16:creationId xmlns:a16="http://schemas.microsoft.com/office/drawing/2014/main" id="{D99E27ED-E0D7-4E80-81D5-F28437620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48063"/>
            <a:ext cx="9525" cy="794623"/>
          </a:xfrm>
          <a:custGeom xmlns:a="http://schemas.openxmlformats.org/drawingml/2006/main">
            <a:pathLst>
              <a:path w="9525" h="794623">
                <a:moveTo>
                  <a:pt x="0" y="0"/>
                </a:moveTo>
                <a:lnTo>
                  <a:pt x="0" y="79462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1" name="sample">
            <a:extLst xmlns:a="http://schemas.openxmlformats.org/drawingml/2006/main">
              <a:ext uri="{FF2B5EF4-FFF2-40B4-BE49-F238E27FC236}">
                <a16:creationId xmlns:a16="http://schemas.microsoft.com/office/drawing/2014/main" id="{26EE2BE0-5ED3-4AD8-B712-17B68BE01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285536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32" name="answer-1">
            <a:extLst xmlns:a="http://schemas.openxmlformats.org/drawingml/2006/main">
              <a:ext uri="{FF2B5EF4-FFF2-40B4-BE49-F238E27FC236}">
                <a16:creationId xmlns:a16="http://schemas.microsoft.com/office/drawing/2014/main" id="{A1E3DE4A-F8E9-4ADA-B732-4591CF7ED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采样：按指定时刻读取信号幅度。</a:t>
            </a:r>
          </a:p>
        </p:txBody>
      </p:sp>
      <p:sp>
        <p:nvSpPr>
          <p:cNvPr id="33" name="answer-2">
            <a:extLst xmlns:a="http://schemas.openxmlformats.org/drawingml/2006/main">
              <a:ext uri="{FF2B5EF4-FFF2-40B4-BE49-F238E27FC236}">
                <a16:creationId xmlns:a16="http://schemas.microsoft.com/office/drawing/2014/main" id="{6681D5C5-A9EA-4940-97FE-34CADCA3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本例0、1、2、3、4s，共5个样本。</a:t>
            </a:r>
          </a:p>
        </p:txBody>
      </p:sp>
    </p:spTree>
    <p:extLst>
      <p:ext uri="{BB962C8B-B14F-4D97-AF65-F5344CB8AC3E}">
        <p14:creationId xmlns:p14="http://schemas.microsoft.com/office/powerpoint/2010/main" val="11219725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top-rail">
            <a:extLst xmlns:a="http://schemas.openxmlformats.org/drawingml/2006/main">
              <a:ext uri="{FF2B5EF4-FFF2-40B4-BE49-F238E27FC236}">
                <a16:creationId xmlns:a16="http://schemas.microsoft.com/office/drawing/2014/main" id="{EB279356-3CDF-4800-AA1F-438341F9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3CB0C6DD-E4B4-45B7-8BD7-44EB23F4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0E58DDD5-73B2-484A-9A4D-25194B88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采样率加倍，改变了什么？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AEE2FB0-0100-4006-AE67-FBF5A576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相同输入、相同时长；只改每秒取值次数。</a:t>
            </a:r>
          </a:p>
        </p:txBody>
      </p:sp>
      <p:sp>
        <p:nvSpPr>
          <p:cNvPr id="5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61355FB7-84A0-475D-9D2E-12E6DB11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57450"/>
            <a:ext cx="9525" cy="1809750"/>
          </a:xfrm>
          <a:custGeom xmlns:a="http://schemas.openxmlformats.org/drawingml/2006/main">
            <a:pathLst>
              <a:path w="9525" h="1809750">
                <a:moveTo>
                  <a:pt x="0" y="0"/>
                </a:moveTo>
                <a:lnTo>
                  <a:pt x="0" y="18097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6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E592B1FF-ED5D-4CB7-89FF-FBBBA8A1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81375"/>
            <a:ext cx="4305300" cy="9525"/>
          </a:xfrm>
          <a:custGeom xmlns:a="http://schemas.openxmlformats.org/drawingml/2006/main">
            <a:pathLst>
              <a:path w="4305300" h="9525">
                <a:moveTo>
                  <a:pt x="0" y="0"/>
                </a:moveTo>
                <a:lnTo>
                  <a:pt x="430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7" name="time-axis">
            <a:extLst xmlns:a="http://schemas.openxmlformats.org/drawingml/2006/main">
              <a:ext uri="{FF2B5EF4-FFF2-40B4-BE49-F238E27FC236}">
                <a16:creationId xmlns:a16="http://schemas.microsoft.com/office/drawing/2014/main" id="{6EFD0A98-04FE-4493-8761-088DE61B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67200"/>
            <a:ext cx="4305300" cy="9525"/>
          </a:xfrm>
          <a:custGeom xmlns:a="http://schemas.openxmlformats.org/drawingml/2006/main">
            <a:pathLst>
              <a:path w="4305300" h="9525">
                <a:moveTo>
                  <a:pt x="0" y="0"/>
                </a:moveTo>
                <a:lnTo>
                  <a:pt x="430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8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AE9B7D30-16F0-4C92-B4FE-A56DE1078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12737"/>
            <a:ext cx="4191000" cy="1349827"/>
          </a:xfrm>
          <a:custGeom xmlns:a="http://schemas.openxmlformats.org/drawingml/2006/main">
            <a:pathLst>
              <a:path w="4191000" h="1349827">
                <a:moveTo>
                  <a:pt x="0" y="1076295"/>
                </a:moveTo>
                <a:lnTo>
                  <a:pt x="20955" y="1065419"/>
                </a:lnTo>
                <a:lnTo>
                  <a:pt x="41910" y="1053083"/>
                </a:lnTo>
                <a:lnTo>
                  <a:pt x="62865" y="1039367"/>
                </a:lnTo>
                <a:lnTo>
                  <a:pt x="83820" y="1024350"/>
                </a:lnTo>
                <a:lnTo>
                  <a:pt x="104775" y="1008110"/>
                </a:lnTo>
                <a:lnTo>
                  <a:pt x="125730" y="990726"/>
                </a:lnTo>
                <a:lnTo>
                  <a:pt x="146685" y="972278"/>
                </a:lnTo>
                <a:lnTo>
                  <a:pt x="167640" y="952844"/>
                </a:lnTo>
                <a:lnTo>
                  <a:pt x="188595" y="932503"/>
                </a:lnTo>
                <a:lnTo>
                  <a:pt x="209550" y="911334"/>
                </a:lnTo>
                <a:lnTo>
                  <a:pt x="230505" y="889417"/>
                </a:lnTo>
                <a:lnTo>
                  <a:pt x="251460" y="866829"/>
                </a:lnTo>
                <a:lnTo>
                  <a:pt x="272415" y="843651"/>
                </a:lnTo>
                <a:lnTo>
                  <a:pt x="293370" y="819960"/>
                </a:lnTo>
                <a:lnTo>
                  <a:pt x="314325" y="795836"/>
                </a:lnTo>
                <a:lnTo>
                  <a:pt x="335280" y="771358"/>
                </a:lnTo>
                <a:lnTo>
                  <a:pt x="356235" y="746605"/>
                </a:lnTo>
                <a:lnTo>
                  <a:pt x="377190" y="721655"/>
                </a:lnTo>
                <a:lnTo>
                  <a:pt x="398145" y="696588"/>
                </a:lnTo>
                <a:lnTo>
                  <a:pt x="419100" y="671483"/>
                </a:lnTo>
                <a:lnTo>
                  <a:pt x="440055" y="645247"/>
                </a:lnTo>
                <a:lnTo>
                  <a:pt x="461010" y="616926"/>
                </a:lnTo>
                <a:lnTo>
                  <a:pt x="481965" y="586802"/>
                </a:lnTo>
                <a:lnTo>
                  <a:pt x="502920" y="555156"/>
                </a:lnTo>
                <a:lnTo>
                  <a:pt x="523875" y="522271"/>
                </a:lnTo>
                <a:lnTo>
                  <a:pt x="544830" y="488431"/>
                </a:lnTo>
                <a:lnTo>
                  <a:pt x="565785" y="453916"/>
                </a:lnTo>
                <a:lnTo>
                  <a:pt x="586740" y="419009"/>
                </a:lnTo>
                <a:lnTo>
                  <a:pt x="607695" y="383993"/>
                </a:lnTo>
                <a:lnTo>
                  <a:pt x="628650" y="349151"/>
                </a:lnTo>
                <a:lnTo>
                  <a:pt x="649605" y="314763"/>
                </a:lnTo>
                <a:lnTo>
                  <a:pt x="670560" y="281114"/>
                </a:lnTo>
                <a:lnTo>
                  <a:pt x="691515" y="248485"/>
                </a:lnTo>
                <a:lnTo>
                  <a:pt x="712470" y="217158"/>
                </a:lnTo>
                <a:lnTo>
                  <a:pt x="733425" y="187416"/>
                </a:lnTo>
                <a:lnTo>
                  <a:pt x="754380" y="159541"/>
                </a:lnTo>
                <a:lnTo>
                  <a:pt x="775335" y="133815"/>
                </a:lnTo>
                <a:lnTo>
                  <a:pt x="796290" y="110522"/>
                </a:lnTo>
                <a:lnTo>
                  <a:pt x="817245" y="89943"/>
                </a:lnTo>
                <a:lnTo>
                  <a:pt x="838200" y="72360"/>
                </a:lnTo>
                <a:lnTo>
                  <a:pt x="859155" y="57405"/>
                </a:lnTo>
                <a:lnTo>
                  <a:pt x="880110" y="44448"/>
                </a:lnTo>
                <a:lnTo>
                  <a:pt x="901065" y="33384"/>
                </a:lnTo>
                <a:lnTo>
                  <a:pt x="922020" y="24107"/>
                </a:lnTo>
                <a:lnTo>
                  <a:pt x="942975" y="16509"/>
                </a:lnTo>
                <a:lnTo>
                  <a:pt x="963930" y="10485"/>
                </a:lnTo>
                <a:lnTo>
                  <a:pt x="984885" y="5928"/>
                </a:lnTo>
                <a:lnTo>
                  <a:pt x="1005840" y="2732"/>
                </a:lnTo>
                <a:lnTo>
                  <a:pt x="1026795" y="792"/>
                </a:lnTo>
                <a:lnTo>
                  <a:pt x="1047750" y="0"/>
                </a:lnTo>
                <a:lnTo>
                  <a:pt x="1068705" y="250"/>
                </a:lnTo>
                <a:lnTo>
                  <a:pt x="1089660" y="1437"/>
                </a:lnTo>
                <a:lnTo>
                  <a:pt x="1110615" y="3454"/>
                </a:lnTo>
                <a:lnTo>
                  <a:pt x="1131570" y="6194"/>
                </a:lnTo>
                <a:lnTo>
                  <a:pt x="1152525" y="9551"/>
                </a:lnTo>
                <a:lnTo>
                  <a:pt x="1173480" y="13420"/>
                </a:lnTo>
                <a:lnTo>
                  <a:pt x="1194435" y="17693"/>
                </a:lnTo>
                <a:lnTo>
                  <a:pt x="1215390" y="22265"/>
                </a:lnTo>
                <a:lnTo>
                  <a:pt x="1236345" y="27029"/>
                </a:lnTo>
                <a:lnTo>
                  <a:pt x="1257300" y="31879"/>
                </a:lnTo>
                <a:lnTo>
                  <a:pt x="1278255" y="37167"/>
                </a:lnTo>
                <a:lnTo>
                  <a:pt x="1299210" y="43299"/>
                </a:lnTo>
                <a:lnTo>
                  <a:pt x="1320165" y="50246"/>
                </a:lnTo>
                <a:lnTo>
                  <a:pt x="1341120" y="57981"/>
                </a:lnTo>
                <a:lnTo>
                  <a:pt x="1362075" y="66478"/>
                </a:lnTo>
                <a:lnTo>
                  <a:pt x="1383030" y="75708"/>
                </a:lnTo>
                <a:lnTo>
                  <a:pt x="1403985" y="85645"/>
                </a:lnTo>
                <a:lnTo>
                  <a:pt x="1424940" y="96260"/>
                </a:lnTo>
                <a:lnTo>
                  <a:pt x="1445895" y="107528"/>
                </a:lnTo>
                <a:lnTo>
                  <a:pt x="1466850" y="119420"/>
                </a:lnTo>
                <a:lnTo>
                  <a:pt x="1487805" y="131909"/>
                </a:lnTo>
                <a:lnTo>
                  <a:pt x="1508760" y="144967"/>
                </a:lnTo>
                <a:lnTo>
                  <a:pt x="1529715" y="158569"/>
                </a:lnTo>
                <a:lnTo>
                  <a:pt x="1550670" y="172685"/>
                </a:lnTo>
                <a:lnTo>
                  <a:pt x="1571625" y="187289"/>
                </a:lnTo>
                <a:lnTo>
                  <a:pt x="1592580" y="202354"/>
                </a:lnTo>
                <a:lnTo>
                  <a:pt x="1613535" y="217851"/>
                </a:lnTo>
                <a:lnTo>
                  <a:pt x="1634490" y="233755"/>
                </a:lnTo>
                <a:lnTo>
                  <a:pt x="1655445" y="250037"/>
                </a:lnTo>
                <a:lnTo>
                  <a:pt x="1676400" y="266670"/>
                </a:lnTo>
                <a:lnTo>
                  <a:pt x="1697355" y="284040"/>
                </a:lnTo>
                <a:lnTo>
                  <a:pt x="1718310" y="302484"/>
                </a:lnTo>
                <a:lnTo>
                  <a:pt x="1739265" y="321901"/>
                </a:lnTo>
                <a:lnTo>
                  <a:pt x="1760220" y="342192"/>
                </a:lnTo>
                <a:lnTo>
                  <a:pt x="1781175" y="363256"/>
                </a:lnTo>
                <a:lnTo>
                  <a:pt x="1802130" y="384993"/>
                </a:lnTo>
                <a:lnTo>
                  <a:pt x="1823085" y="407303"/>
                </a:lnTo>
                <a:lnTo>
                  <a:pt x="1844040" y="430085"/>
                </a:lnTo>
                <a:lnTo>
                  <a:pt x="1864995" y="453240"/>
                </a:lnTo>
                <a:lnTo>
                  <a:pt x="1885950" y="476667"/>
                </a:lnTo>
                <a:lnTo>
                  <a:pt x="1906905" y="500266"/>
                </a:lnTo>
                <a:lnTo>
                  <a:pt x="1927860" y="523937"/>
                </a:lnTo>
                <a:lnTo>
                  <a:pt x="1948815" y="547579"/>
                </a:lnTo>
                <a:lnTo>
                  <a:pt x="1969770" y="571093"/>
                </a:lnTo>
                <a:lnTo>
                  <a:pt x="1990725" y="594379"/>
                </a:lnTo>
                <a:lnTo>
                  <a:pt x="2011680" y="617335"/>
                </a:lnTo>
                <a:lnTo>
                  <a:pt x="2032635" y="639862"/>
                </a:lnTo>
                <a:lnTo>
                  <a:pt x="2053590" y="661860"/>
                </a:lnTo>
                <a:lnTo>
                  <a:pt x="2074545" y="683229"/>
                </a:lnTo>
                <a:lnTo>
                  <a:pt x="2095500" y="703868"/>
                </a:lnTo>
                <a:lnTo>
                  <a:pt x="2116455" y="724316"/>
                </a:lnTo>
                <a:lnTo>
                  <a:pt x="2137410" y="745118"/>
                </a:lnTo>
                <a:lnTo>
                  <a:pt x="2158365" y="766184"/>
                </a:lnTo>
                <a:lnTo>
                  <a:pt x="2179320" y="787421"/>
                </a:lnTo>
                <a:lnTo>
                  <a:pt x="2200275" y="808739"/>
                </a:lnTo>
                <a:lnTo>
                  <a:pt x="2221230" y="830048"/>
                </a:lnTo>
                <a:lnTo>
                  <a:pt x="2242185" y="851255"/>
                </a:lnTo>
                <a:lnTo>
                  <a:pt x="2263140" y="872270"/>
                </a:lnTo>
                <a:lnTo>
                  <a:pt x="2284095" y="893001"/>
                </a:lnTo>
                <a:lnTo>
                  <a:pt x="2305050" y="913358"/>
                </a:lnTo>
                <a:lnTo>
                  <a:pt x="2326005" y="933250"/>
                </a:lnTo>
                <a:lnTo>
                  <a:pt x="2346960" y="952585"/>
                </a:lnTo>
                <a:lnTo>
                  <a:pt x="2367915" y="971272"/>
                </a:lnTo>
                <a:lnTo>
                  <a:pt x="2388870" y="989220"/>
                </a:lnTo>
                <a:lnTo>
                  <a:pt x="2409825" y="1006339"/>
                </a:lnTo>
                <a:lnTo>
                  <a:pt x="2430780" y="1022536"/>
                </a:lnTo>
                <a:lnTo>
                  <a:pt x="2451735" y="1037722"/>
                </a:lnTo>
                <a:lnTo>
                  <a:pt x="2472690" y="1051804"/>
                </a:lnTo>
                <a:lnTo>
                  <a:pt x="2493645" y="1064692"/>
                </a:lnTo>
                <a:lnTo>
                  <a:pt x="2514600" y="1076295"/>
                </a:lnTo>
                <a:lnTo>
                  <a:pt x="2535555" y="1086312"/>
                </a:lnTo>
                <a:lnTo>
                  <a:pt x="2556510" y="1094613"/>
                </a:lnTo>
                <a:lnTo>
                  <a:pt x="2577465" y="1101366"/>
                </a:lnTo>
                <a:lnTo>
                  <a:pt x="2598420" y="1106737"/>
                </a:lnTo>
                <a:lnTo>
                  <a:pt x="2619375" y="1110894"/>
                </a:lnTo>
                <a:lnTo>
                  <a:pt x="2640330" y="1114004"/>
                </a:lnTo>
                <a:lnTo>
                  <a:pt x="2661285" y="1116233"/>
                </a:lnTo>
                <a:lnTo>
                  <a:pt x="2682240" y="1117748"/>
                </a:lnTo>
                <a:lnTo>
                  <a:pt x="2703195" y="1118717"/>
                </a:lnTo>
                <a:lnTo>
                  <a:pt x="2724150" y="1119307"/>
                </a:lnTo>
                <a:lnTo>
                  <a:pt x="2745105" y="1119684"/>
                </a:lnTo>
                <a:lnTo>
                  <a:pt x="2766060" y="1120015"/>
                </a:lnTo>
                <a:lnTo>
                  <a:pt x="2787015" y="1120468"/>
                </a:lnTo>
                <a:lnTo>
                  <a:pt x="2807970" y="1121209"/>
                </a:lnTo>
                <a:lnTo>
                  <a:pt x="2828925" y="1122406"/>
                </a:lnTo>
                <a:lnTo>
                  <a:pt x="2849880" y="1124225"/>
                </a:lnTo>
                <a:lnTo>
                  <a:pt x="2870835" y="1126834"/>
                </a:lnTo>
                <a:lnTo>
                  <a:pt x="2891790" y="1130398"/>
                </a:lnTo>
                <a:lnTo>
                  <a:pt x="2912745" y="1135087"/>
                </a:lnTo>
                <a:lnTo>
                  <a:pt x="2933700" y="1141065"/>
                </a:lnTo>
                <a:lnTo>
                  <a:pt x="2954655" y="1148878"/>
                </a:lnTo>
                <a:lnTo>
                  <a:pt x="2975610" y="1158756"/>
                </a:lnTo>
                <a:lnTo>
                  <a:pt x="2996565" y="1170394"/>
                </a:lnTo>
                <a:lnTo>
                  <a:pt x="3017520" y="1183490"/>
                </a:lnTo>
                <a:lnTo>
                  <a:pt x="3038475" y="1197739"/>
                </a:lnTo>
                <a:lnTo>
                  <a:pt x="3059430" y="1212838"/>
                </a:lnTo>
                <a:lnTo>
                  <a:pt x="3080385" y="1228484"/>
                </a:lnTo>
                <a:lnTo>
                  <a:pt x="3101340" y="1244373"/>
                </a:lnTo>
                <a:lnTo>
                  <a:pt x="3122295" y="1260202"/>
                </a:lnTo>
                <a:lnTo>
                  <a:pt x="3143250" y="1275665"/>
                </a:lnTo>
                <a:lnTo>
                  <a:pt x="3164205" y="1290461"/>
                </a:lnTo>
                <a:lnTo>
                  <a:pt x="3185160" y="1304286"/>
                </a:lnTo>
                <a:lnTo>
                  <a:pt x="3206115" y="1316835"/>
                </a:lnTo>
                <a:lnTo>
                  <a:pt x="3227070" y="1327805"/>
                </a:lnTo>
                <a:lnTo>
                  <a:pt x="3248025" y="1336893"/>
                </a:lnTo>
                <a:lnTo>
                  <a:pt x="3268980" y="1343795"/>
                </a:lnTo>
                <a:lnTo>
                  <a:pt x="3289935" y="1348208"/>
                </a:lnTo>
                <a:lnTo>
                  <a:pt x="3310890" y="1349827"/>
                </a:lnTo>
                <a:lnTo>
                  <a:pt x="3331845" y="1348349"/>
                </a:lnTo>
                <a:lnTo>
                  <a:pt x="3352800" y="1343471"/>
                </a:lnTo>
                <a:lnTo>
                  <a:pt x="3373755" y="1334837"/>
                </a:lnTo>
                <a:lnTo>
                  <a:pt x="3394710" y="1322526"/>
                </a:lnTo>
                <a:lnTo>
                  <a:pt x="3415665" y="1306893"/>
                </a:lnTo>
                <a:lnTo>
                  <a:pt x="3436620" y="1288287"/>
                </a:lnTo>
                <a:lnTo>
                  <a:pt x="3457575" y="1267063"/>
                </a:lnTo>
                <a:lnTo>
                  <a:pt x="3478530" y="1243572"/>
                </a:lnTo>
                <a:lnTo>
                  <a:pt x="3499485" y="1218166"/>
                </a:lnTo>
                <a:lnTo>
                  <a:pt x="3520440" y="1191197"/>
                </a:lnTo>
                <a:lnTo>
                  <a:pt x="3541395" y="1163018"/>
                </a:lnTo>
                <a:lnTo>
                  <a:pt x="3562350" y="1133981"/>
                </a:lnTo>
                <a:lnTo>
                  <a:pt x="3583305" y="1104438"/>
                </a:lnTo>
                <a:lnTo>
                  <a:pt x="3604260" y="1074741"/>
                </a:lnTo>
                <a:lnTo>
                  <a:pt x="3625215" y="1045242"/>
                </a:lnTo>
                <a:lnTo>
                  <a:pt x="3646170" y="1016294"/>
                </a:lnTo>
                <a:lnTo>
                  <a:pt x="3667125" y="988249"/>
                </a:lnTo>
                <a:lnTo>
                  <a:pt x="3688080" y="961458"/>
                </a:lnTo>
                <a:lnTo>
                  <a:pt x="3709035" y="936275"/>
                </a:lnTo>
                <a:lnTo>
                  <a:pt x="3729990" y="913051"/>
                </a:lnTo>
                <a:lnTo>
                  <a:pt x="3750945" y="892138"/>
                </a:lnTo>
                <a:lnTo>
                  <a:pt x="3771900" y="873889"/>
                </a:lnTo>
                <a:lnTo>
                  <a:pt x="3792855" y="857500"/>
                </a:lnTo>
                <a:lnTo>
                  <a:pt x="3813810" y="841917"/>
                </a:lnTo>
                <a:lnTo>
                  <a:pt x="3834765" y="827115"/>
                </a:lnTo>
                <a:lnTo>
                  <a:pt x="3855720" y="813070"/>
                </a:lnTo>
                <a:lnTo>
                  <a:pt x="3876675" y="799758"/>
                </a:lnTo>
                <a:lnTo>
                  <a:pt x="3897630" y="787154"/>
                </a:lnTo>
                <a:lnTo>
                  <a:pt x="3918585" y="775234"/>
                </a:lnTo>
                <a:lnTo>
                  <a:pt x="3939540" y="763974"/>
                </a:lnTo>
                <a:lnTo>
                  <a:pt x="3960495" y="753350"/>
                </a:lnTo>
                <a:lnTo>
                  <a:pt x="3981450" y="743337"/>
                </a:lnTo>
                <a:lnTo>
                  <a:pt x="4002405" y="733911"/>
                </a:lnTo>
                <a:lnTo>
                  <a:pt x="4023360" y="725048"/>
                </a:lnTo>
                <a:lnTo>
                  <a:pt x="4044315" y="716723"/>
                </a:lnTo>
                <a:lnTo>
                  <a:pt x="4065270" y="708912"/>
                </a:lnTo>
                <a:lnTo>
                  <a:pt x="4086225" y="701591"/>
                </a:lnTo>
                <a:lnTo>
                  <a:pt x="4107180" y="694735"/>
                </a:lnTo>
                <a:lnTo>
                  <a:pt x="4128135" y="688321"/>
                </a:lnTo>
                <a:lnTo>
                  <a:pt x="4149090" y="682324"/>
                </a:lnTo>
                <a:lnTo>
                  <a:pt x="4170045" y="676719"/>
                </a:lnTo>
                <a:lnTo>
                  <a:pt x="4191000" y="671483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62626"/>
            </a:solidFill>
          </a:ln>
        </p:spPr>
      </p:sp>
      <p:sp>
        <p:nvSpPr>
          <p:cNvPr id="9" name="time-label">
            <a:extLst xmlns:a="http://schemas.openxmlformats.org/drawingml/2006/main">
              <a:ext uri="{FF2B5EF4-FFF2-40B4-BE49-F238E27FC236}">
                <a16:creationId xmlns:a16="http://schemas.microsoft.com/office/drawing/2014/main" id="{41F72EDB-A344-43F5-96F8-CA93844F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005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10" name="line">
            <a:extLst xmlns:a="http://schemas.openxmlformats.org/drawingml/2006/main">
              <a:ext uri="{FF2B5EF4-FFF2-40B4-BE49-F238E27FC236}">
                <a16:creationId xmlns:a16="http://schemas.microsoft.com/office/drawing/2014/main" id="{28B214B0-F841-4989-B228-B4EEDC754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1" name="time-tick">
            <a:extLst xmlns:a="http://schemas.openxmlformats.org/drawingml/2006/main">
              <a:ext uri="{FF2B5EF4-FFF2-40B4-BE49-F238E27FC236}">
                <a16:creationId xmlns:a16="http://schemas.microsoft.com/office/drawing/2014/main" id="{325A0A9F-3516-452F-A0A9-77649116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12" name="line">
            <a:extLst xmlns:a="http://schemas.openxmlformats.org/drawingml/2006/main">
              <a:ext uri="{FF2B5EF4-FFF2-40B4-BE49-F238E27FC236}">
                <a16:creationId xmlns:a16="http://schemas.microsoft.com/office/drawing/2014/main" id="{3E08B5C8-53AF-48A4-A90F-501F2495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3" name="time-tick">
            <a:extLst xmlns:a="http://schemas.openxmlformats.org/drawingml/2006/main">
              <a:ext uri="{FF2B5EF4-FFF2-40B4-BE49-F238E27FC236}">
                <a16:creationId xmlns:a16="http://schemas.microsoft.com/office/drawing/2014/main" id="{58B4BE64-395A-4479-9F80-0FDE9DA28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14" name="line">
            <a:extLst xmlns:a="http://schemas.openxmlformats.org/drawingml/2006/main">
              <a:ext uri="{FF2B5EF4-FFF2-40B4-BE49-F238E27FC236}">
                <a16:creationId xmlns:a16="http://schemas.microsoft.com/office/drawing/2014/main" id="{9F72F8EC-52F7-4300-B815-9D617DFB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5" name="time-tick">
            <a:extLst xmlns:a="http://schemas.openxmlformats.org/drawingml/2006/main">
              <a:ext uri="{FF2B5EF4-FFF2-40B4-BE49-F238E27FC236}">
                <a16:creationId xmlns:a16="http://schemas.microsoft.com/office/drawing/2014/main" id="{4F3C99B2-84ED-4FD4-8F5E-92B12DED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16" name="line">
            <a:extLst xmlns:a="http://schemas.openxmlformats.org/drawingml/2006/main">
              <a:ext uri="{FF2B5EF4-FFF2-40B4-BE49-F238E27FC236}">
                <a16:creationId xmlns:a16="http://schemas.microsoft.com/office/drawing/2014/main" id="{E11C0A49-8733-4144-B667-0D1FFF726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7" name="time-tick">
            <a:extLst xmlns:a="http://schemas.openxmlformats.org/drawingml/2006/main">
              <a:ext uri="{FF2B5EF4-FFF2-40B4-BE49-F238E27FC236}">
                <a16:creationId xmlns:a16="http://schemas.microsoft.com/office/drawing/2014/main" id="{D64D9283-3881-4D7A-96A5-2D6300F5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18" name="line">
            <a:extLst xmlns:a="http://schemas.openxmlformats.org/drawingml/2006/main">
              <a:ext uri="{FF2B5EF4-FFF2-40B4-BE49-F238E27FC236}">
                <a16:creationId xmlns:a16="http://schemas.microsoft.com/office/drawing/2014/main" id="{B0AAC889-914A-4E4A-A665-5BD17545D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9" name="time-tick">
            <a:extLst xmlns:a="http://schemas.openxmlformats.org/drawingml/2006/main">
              <a:ext uri="{FF2B5EF4-FFF2-40B4-BE49-F238E27FC236}">
                <a16:creationId xmlns:a16="http://schemas.microsoft.com/office/drawing/2014/main" id="{1CC132A4-34B9-4AA6-9452-CFB7B653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20" name="line">
            <a:extLst xmlns:a="http://schemas.openxmlformats.org/drawingml/2006/main">
              <a:ext uri="{FF2B5EF4-FFF2-40B4-BE49-F238E27FC236}">
                <a16:creationId xmlns:a16="http://schemas.microsoft.com/office/drawing/2014/main" id="{5104449F-F069-409D-A4D7-9D6F564F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1" name="time-tick">
            <a:extLst xmlns:a="http://schemas.openxmlformats.org/drawingml/2006/main">
              <a:ext uri="{FF2B5EF4-FFF2-40B4-BE49-F238E27FC236}">
                <a16:creationId xmlns:a16="http://schemas.microsoft.com/office/drawing/2014/main" id="{83E213F8-DB96-4F9C-9D7C-BE526873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  <p:sp>
        <p:nvSpPr>
          <p:cNvPr id="22" name="line">
            <a:extLst xmlns:a="http://schemas.openxmlformats.org/drawingml/2006/main">
              <a:ext uri="{FF2B5EF4-FFF2-40B4-BE49-F238E27FC236}">
                <a16:creationId xmlns:a16="http://schemas.microsoft.com/office/drawing/2014/main" id="{9E231CF2-1655-4828-9C44-78DAB0604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81375"/>
            <a:ext cx="9525" cy="307658"/>
          </a:xfrm>
          <a:custGeom xmlns:a="http://schemas.openxmlformats.org/drawingml/2006/main">
            <a:pathLst>
              <a:path w="9525" h="307658">
                <a:moveTo>
                  <a:pt x="0" y="0"/>
                </a:moveTo>
                <a:lnTo>
                  <a:pt x="0" y="30765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3" name="sample">
            <a:extLst xmlns:a="http://schemas.openxmlformats.org/drawingml/2006/main">
              <a:ext uri="{FF2B5EF4-FFF2-40B4-BE49-F238E27FC236}">
                <a16:creationId xmlns:a16="http://schemas.microsoft.com/office/drawing/2014/main" id="{4354F7C4-A153-462F-882F-6731BF97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3" y="363664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4" name="line">
            <a:extLst xmlns:a="http://schemas.openxmlformats.org/drawingml/2006/main">
              <a:ext uri="{FF2B5EF4-FFF2-40B4-BE49-F238E27FC236}">
                <a16:creationId xmlns:a16="http://schemas.microsoft.com/office/drawing/2014/main" id="{8E2EEF59-5BAB-4F74-8140-FD46341D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685098"/>
            <a:ext cx="9525" cy="696278"/>
          </a:xfrm>
          <a:custGeom xmlns:a="http://schemas.openxmlformats.org/drawingml/2006/main">
            <a:pathLst>
              <a:path w="9525" h="696278">
                <a:moveTo>
                  <a:pt x="0" y="69627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5" name="sample">
            <a:extLst xmlns:a="http://schemas.openxmlformats.org/drawingml/2006/main">
              <a:ext uri="{FF2B5EF4-FFF2-40B4-BE49-F238E27FC236}">
                <a16:creationId xmlns:a16="http://schemas.microsoft.com/office/drawing/2014/main" id="{EEDD0C4F-BAD5-4484-8E6F-E95B9CC7C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563" y="263271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6" name="line">
            <a:extLst xmlns:a="http://schemas.openxmlformats.org/drawingml/2006/main">
              <a:ext uri="{FF2B5EF4-FFF2-40B4-BE49-F238E27FC236}">
                <a16:creationId xmlns:a16="http://schemas.microsoft.com/office/drawing/2014/main" id="{06287FA8-E9DE-465B-BC5B-629FC95E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79408"/>
            <a:ext cx="9525" cy="501967"/>
          </a:xfrm>
          <a:custGeom xmlns:a="http://schemas.openxmlformats.org/drawingml/2006/main">
            <a:pathLst>
              <a:path w="9525" h="501967">
                <a:moveTo>
                  <a:pt x="0" y="50196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7" name="sample">
            <a:extLst xmlns:a="http://schemas.openxmlformats.org/drawingml/2006/main">
              <a:ext uri="{FF2B5EF4-FFF2-40B4-BE49-F238E27FC236}">
                <a16:creationId xmlns:a16="http://schemas.microsoft.com/office/drawing/2014/main" id="{63256807-925D-47D0-B853-1D6DC2BB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2763" y="282702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8" name="line">
            <a:extLst xmlns:a="http://schemas.openxmlformats.org/drawingml/2006/main">
              <a:ext uri="{FF2B5EF4-FFF2-40B4-BE49-F238E27FC236}">
                <a16:creationId xmlns:a16="http://schemas.microsoft.com/office/drawing/2014/main" id="{E6A6E750-B455-41BF-AA17-8C761AAD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381375"/>
            <a:ext cx="9525" cy="307658"/>
          </a:xfrm>
          <a:custGeom xmlns:a="http://schemas.openxmlformats.org/drawingml/2006/main">
            <a:pathLst>
              <a:path w="9525" h="307658">
                <a:moveTo>
                  <a:pt x="0" y="0"/>
                </a:moveTo>
                <a:lnTo>
                  <a:pt x="0" y="30765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9" name="sample">
            <a:extLst xmlns:a="http://schemas.openxmlformats.org/drawingml/2006/main">
              <a:ext uri="{FF2B5EF4-FFF2-40B4-BE49-F238E27FC236}">
                <a16:creationId xmlns:a16="http://schemas.microsoft.com/office/drawing/2014/main" id="{687BC493-6AAD-4EC2-B726-8E8092FDD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0963" y="363664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30" name="line">
            <a:extLst xmlns:a="http://schemas.openxmlformats.org/drawingml/2006/main">
              <a:ext uri="{FF2B5EF4-FFF2-40B4-BE49-F238E27FC236}">
                <a16:creationId xmlns:a16="http://schemas.microsoft.com/office/drawing/2014/main" id="{358F6F08-0090-4B67-ABC0-D9C86E15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381375"/>
            <a:ext cx="9525" cy="574834"/>
          </a:xfrm>
          <a:custGeom xmlns:a="http://schemas.openxmlformats.org/drawingml/2006/main">
            <a:pathLst>
              <a:path w="9525" h="574834">
                <a:moveTo>
                  <a:pt x="0" y="0"/>
                </a:moveTo>
                <a:lnTo>
                  <a:pt x="0" y="57483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1" name="sample">
            <a:extLst xmlns:a="http://schemas.openxmlformats.org/drawingml/2006/main">
              <a:ext uri="{FF2B5EF4-FFF2-40B4-BE49-F238E27FC236}">
                <a16:creationId xmlns:a16="http://schemas.microsoft.com/office/drawing/2014/main" id="{090D7BF1-557E-4DE9-A145-76F67ACA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9163" y="3903821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32" name="plot-caption">
            <a:extLst xmlns:a="http://schemas.openxmlformats.org/drawingml/2006/main">
              <a:ext uri="{FF2B5EF4-FFF2-40B4-BE49-F238E27FC236}">
                <a16:creationId xmlns:a16="http://schemas.microsoft.com/office/drawing/2014/main" id="{3A897210-B9FF-4E29-B248-46BBECC9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145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每秒取1次</a:t>
            </a:r>
          </a:p>
        </p:txBody>
      </p:sp>
      <p:sp>
        <p:nvSpPr>
          <p:cNvPr id="33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49B3D9AD-5184-494B-9C1F-37736223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457450"/>
            <a:ext cx="9525" cy="1809750"/>
          </a:xfrm>
          <a:custGeom xmlns:a="http://schemas.openxmlformats.org/drawingml/2006/main">
            <a:pathLst>
              <a:path w="9525" h="1809750">
                <a:moveTo>
                  <a:pt x="0" y="0"/>
                </a:moveTo>
                <a:lnTo>
                  <a:pt x="0" y="18097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34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A8A3FE52-BC90-4F9A-9424-1F35DC1A9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381375"/>
            <a:ext cx="4305300" cy="9525"/>
          </a:xfrm>
          <a:custGeom xmlns:a="http://schemas.openxmlformats.org/drawingml/2006/main">
            <a:pathLst>
              <a:path w="4305300" h="9525">
                <a:moveTo>
                  <a:pt x="0" y="0"/>
                </a:moveTo>
                <a:lnTo>
                  <a:pt x="430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35" name="time-axis">
            <a:extLst xmlns:a="http://schemas.openxmlformats.org/drawingml/2006/main">
              <a:ext uri="{FF2B5EF4-FFF2-40B4-BE49-F238E27FC236}">
                <a16:creationId xmlns:a16="http://schemas.microsoft.com/office/drawing/2014/main" id="{D58EC972-01AF-4648-A385-F476C7A46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267200"/>
            <a:ext cx="4305300" cy="9525"/>
          </a:xfrm>
          <a:custGeom xmlns:a="http://schemas.openxmlformats.org/drawingml/2006/main">
            <a:pathLst>
              <a:path w="4305300" h="9525">
                <a:moveTo>
                  <a:pt x="0" y="0"/>
                </a:moveTo>
                <a:lnTo>
                  <a:pt x="430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36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A4E2947B-E900-4180-91E2-829C0C7BE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12737"/>
            <a:ext cx="4191000" cy="1349827"/>
          </a:xfrm>
          <a:custGeom xmlns:a="http://schemas.openxmlformats.org/drawingml/2006/main">
            <a:pathLst>
              <a:path w="4191000" h="1349827">
                <a:moveTo>
                  <a:pt x="0" y="1076295"/>
                </a:moveTo>
                <a:lnTo>
                  <a:pt x="20955" y="1065419"/>
                </a:lnTo>
                <a:lnTo>
                  <a:pt x="41910" y="1053083"/>
                </a:lnTo>
                <a:lnTo>
                  <a:pt x="62865" y="1039367"/>
                </a:lnTo>
                <a:lnTo>
                  <a:pt x="83820" y="1024350"/>
                </a:lnTo>
                <a:lnTo>
                  <a:pt x="104775" y="1008110"/>
                </a:lnTo>
                <a:lnTo>
                  <a:pt x="125730" y="990726"/>
                </a:lnTo>
                <a:lnTo>
                  <a:pt x="146685" y="972278"/>
                </a:lnTo>
                <a:lnTo>
                  <a:pt x="167640" y="952844"/>
                </a:lnTo>
                <a:lnTo>
                  <a:pt x="188595" y="932503"/>
                </a:lnTo>
                <a:lnTo>
                  <a:pt x="209550" y="911334"/>
                </a:lnTo>
                <a:lnTo>
                  <a:pt x="230505" y="889417"/>
                </a:lnTo>
                <a:lnTo>
                  <a:pt x="251460" y="866829"/>
                </a:lnTo>
                <a:lnTo>
                  <a:pt x="272415" y="843651"/>
                </a:lnTo>
                <a:lnTo>
                  <a:pt x="293370" y="819960"/>
                </a:lnTo>
                <a:lnTo>
                  <a:pt x="314325" y="795836"/>
                </a:lnTo>
                <a:lnTo>
                  <a:pt x="335280" y="771358"/>
                </a:lnTo>
                <a:lnTo>
                  <a:pt x="356235" y="746605"/>
                </a:lnTo>
                <a:lnTo>
                  <a:pt x="377190" y="721655"/>
                </a:lnTo>
                <a:lnTo>
                  <a:pt x="398145" y="696588"/>
                </a:lnTo>
                <a:lnTo>
                  <a:pt x="419100" y="671483"/>
                </a:lnTo>
                <a:lnTo>
                  <a:pt x="440055" y="645247"/>
                </a:lnTo>
                <a:lnTo>
                  <a:pt x="461010" y="616926"/>
                </a:lnTo>
                <a:lnTo>
                  <a:pt x="481965" y="586802"/>
                </a:lnTo>
                <a:lnTo>
                  <a:pt x="502920" y="555156"/>
                </a:lnTo>
                <a:lnTo>
                  <a:pt x="523875" y="522271"/>
                </a:lnTo>
                <a:lnTo>
                  <a:pt x="544830" y="488431"/>
                </a:lnTo>
                <a:lnTo>
                  <a:pt x="565785" y="453916"/>
                </a:lnTo>
                <a:lnTo>
                  <a:pt x="586740" y="419009"/>
                </a:lnTo>
                <a:lnTo>
                  <a:pt x="607695" y="383993"/>
                </a:lnTo>
                <a:lnTo>
                  <a:pt x="628650" y="349151"/>
                </a:lnTo>
                <a:lnTo>
                  <a:pt x="649605" y="314763"/>
                </a:lnTo>
                <a:lnTo>
                  <a:pt x="670560" y="281114"/>
                </a:lnTo>
                <a:lnTo>
                  <a:pt x="691515" y="248485"/>
                </a:lnTo>
                <a:lnTo>
                  <a:pt x="712470" y="217158"/>
                </a:lnTo>
                <a:lnTo>
                  <a:pt x="733425" y="187416"/>
                </a:lnTo>
                <a:lnTo>
                  <a:pt x="754380" y="159541"/>
                </a:lnTo>
                <a:lnTo>
                  <a:pt x="775335" y="133815"/>
                </a:lnTo>
                <a:lnTo>
                  <a:pt x="796290" y="110522"/>
                </a:lnTo>
                <a:lnTo>
                  <a:pt x="817245" y="89943"/>
                </a:lnTo>
                <a:lnTo>
                  <a:pt x="838200" y="72360"/>
                </a:lnTo>
                <a:lnTo>
                  <a:pt x="859155" y="57405"/>
                </a:lnTo>
                <a:lnTo>
                  <a:pt x="880110" y="44448"/>
                </a:lnTo>
                <a:lnTo>
                  <a:pt x="901065" y="33384"/>
                </a:lnTo>
                <a:lnTo>
                  <a:pt x="922020" y="24107"/>
                </a:lnTo>
                <a:lnTo>
                  <a:pt x="942975" y="16509"/>
                </a:lnTo>
                <a:lnTo>
                  <a:pt x="963930" y="10485"/>
                </a:lnTo>
                <a:lnTo>
                  <a:pt x="984885" y="5928"/>
                </a:lnTo>
                <a:lnTo>
                  <a:pt x="1005840" y="2732"/>
                </a:lnTo>
                <a:lnTo>
                  <a:pt x="1026795" y="792"/>
                </a:lnTo>
                <a:lnTo>
                  <a:pt x="1047750" y="0"/>
                </a:lnTo>
                <a:lnTo>
                  <a:pt x="1068705" y="250"/>
                </a:lnTo>
                <a:lnTo>
                  <a:pt x="1089660" y="1437"/>
                </a:lnTo>
                <a:lnTo>
                  <a:pt x="1110615" y="3454"/>
                </a:lnTo>
                <a:lnTo>
                  <a:pt x="1131570" y="6194"/>
                </a:lnTo>
                <a:lnTo>
                  <a:pt x="1152525" y="9551"/>
                </a:lnTo>
                <a:lnTo>
                  <a:pt x="1173480" y="13420"/>
                </a:lnTo>
                <a:lnTo>
                  <a:pt x="1194435" y="17693"/>
                </a:lnTo>
                <a:lnTo>
                  <a:pt x="1215390" y="22265"/>
                </a:lnTo>
                <a:lnTo>
                  <a:pt x="1236345" y="27029"/>
                </a:lnTo>
                <a:lnTo>
                  <a:pt x="1257300" y="31879"/>
                </a:lnTo>
                <a:lnTo>
                  <a:pt x="1278255" y="37167"/>
                </a:lnTo>
                <a:lnTo>
                  <a:pt x="1299210" y="43299"/>
                </a:lnTo>
                <a:lnTo>
                  <a:pt x="1320165" y="50246"/>
                </a:lnTo>
                <a:lnTo>
                  <a:pt x="1341120" y="57981"/>
                </a:lnTo>
                <a:lnTo>
                  <a:pt x="1362075" y="66478"/>
                </a:lnTo>
                <a:lnTo>
                  <a:pt x="1383030" y="75708"/>
                </a:lnTo>
                <a:lnTo>
                  <a:pt x="1403985" y="85645"/>
                </a:lnTo>
                <a:lnTo>
                  <a:pt x="1424940" y="96260"/>
                </a:lnTo>
                <a:lnTo>
                  <a:pt x="1445895" y="107528"/>
                </a:lnTo>
                <a:lnTo>
                  <a:pt x="1466850" y="119420"/>
                </a:lnTo>
                <a:lnTo>
                  <a:pt x="1487805" y="131909"/>
                </a:lnTo>
                <a:lnTo>
                  <a:pt x="1508760" y="144967"/>
                </a:lnTo>
                <a:lnTo>
                  <a:pt x="1529715" y="158569"/>
                </a:lnTo>
                <a:lnTo>
                  <a:pt x="1550670" y="172685"/>
                </a:lnTo>
                <a:lnTo>
                  <a:pt x="1571625" y="187289"/>
                </a:lnTo>
                <a:lnTo>
                  <a:pt x="1592580" y="202354"/>
                </a:lnTo>
                <a:lnTo>
                  <a:pt x="1613535" y="217851"/>
                </a:lnTo>
                <a:lnTo>
                  <a:pt x="1634490" y="233755"/>
                </a:lnTo>
                <a:lnTo>
                  <a:pt x="1655445" y="250037"/>
                </a:lnTo>
                <a:lnTo>
                  <a:pt x="1676400" y="266670"/>
                </a:lnTo>
                <a:lnTo>
                  <a:pt x="1697355" y="284040"/>
                </a:lnTo>
                <a:lnTo>
                  <a:pt x="1718310" y="302484"/>
                </a:lnTo>
                <a:lnTo>
                  <a:pt x="1739265" y="321901"/>
                </a:lnTo>
                <a:lnTo>
                  <a:pt x="1760220" y="342192"/>
                </a:lnTo>
                <a:lnTo>
                  <a:pt x="1781175" y="363256"/>
                </a:lnTo>
                <a:lnTo>
                  <a:pt x="1802130" y="384993"/>
                </a:lnTo>
                <a:lnTo>
                  <a:pt x="1823085" y="407303"/>
                </a:lnTo>
                <a:lnTo>
                  <a:pt x="1844040" y="430085"/>
                </a:lnTo>
                <a:lnTo>
                  <a:pt x="1864995" y="453240"/>
                </a:lnTo>
                <a:lnTo>
                  <a:pt x="1885950" y="476667"/>
                </a:lnTo>
                <a:lnTo>
                  <a:pt x="1906905" y="500266"/>
                </a:lnTo>
                <a:lnTo>
                  <a:pt x="1927860" y="523937"/>
                </a:lnTo>
                <a:lnTo>
                  <a:pt x="1948815" y="547579"/>
                </a:lnTo>
                <a:lnTo>
                  <a:pt x="1969770" y="571093"/>
                </a:lnTo>
                <a:lnTo>
                  <a:pt x="1990725" y="594379"/>
                </a:lnTo>
                <a:lnTo>
                  <a:pt x="2011680" y="617335"/>
                </a:lnTo>
                <a:lnTo>
                  <a:pt x="2032635" y="639862"/>
                </a:lnTo>
                <a:lnTo>
                  <a:pt x="2053590" y="661860"/>
                </a:lnTo>
                <a:lnTo>
                  <a:pt x="2074545" y="683229"/>
                </a:lnTo>
                <a:lnTo>
                  <a:pt x="2095500" y="703868"/>
                </a:lnTo>
                <a:lnTo>
                  <a:pt x="2116455" y="724316"/>
                </a:lnTo>
                <a:lnTo>
                  <a:pt x="2137410" y="745118"/>
                </a:lnTo>
                <a:lnTo>
                  <a:pt x="2158365" y="766184"/>
                </a:lnTo>
                <a:lnTo>
                  <a:pt x="2179320" y="787421"/>
                </a:lnTo>
                <a:lnTo>
                  <a:pt x="2200275" y="808739"/>
                </a:lnTo>
                <a:lnTo>
                  <a:pt x="2221230" y="830048"/>
                </a:lnTo>
                <a:lnTo>
                  <a:pt x="2242185" y="851255"/>
                </a:lnTo>
                <a:lnTo>
                  <a:pt x="2263140" y="872270"/>
                </a:lnTo>
                <a:lnTo>
                  <a:pt x="2284095" y="893001"/>
                </a:lnTo>
                <a:lnTo>
                  <a:pt x="2305050" y="913358"/>
                </a:lnTo>
                <a:lnTo>
                  <a:pt x="2326005" y="933250"/>
                </a:lnTo>
                <a:lnTo>
                  <a:pt x="2346960" y="952585"/>
                </a:lnTo>
                <a:lnTo>
                  <a:pt x="2367915" y="971272"/>
                </a:lnTo>
                <a:lnTo>
                  <a:pt x="2388870" y="989220"/>
                </a:lnTo>
                <a:lnTo>
                  <a:pt x="2409825" y="1006339"/>
                </a:lnTo>
                <a:lnTo>
                  <a:pt x="2430780" y="1022536"/>
                </a:lnTo>
                <a:lnTo>
                  <a:pt x="2451735" y="1037722"/>
                </a:lnTo>
                <a:lnTo>
                  <a:pt x="2472690" y="1051804"/>
                </a:lnTo>
                <a:lnTo>
                  <a:pt x="2493645" y="1064692"/>
                </a:lnTo>
                <a:lnTo>
                  <a:pt x="2514600" y="1076295"/>
                </a:lnTo>
                <a:lnTo>
                  <a:pt x="2535555" y="1086312"/>
                </a:lnTo>
                <a:lnTo>
                  <a:pt x="2556510" y="1094613"/>
                </a:lnTo>
                <a:lnTo>
                  <a:pt x="2577465" y="1101366"/>
                </a:lnTo>
                <a:lnTo>
                  <a:pt x="2598420" y="1106737"/>
                </a:lnTo>
                <a:lnTo>
                  <a:pt x="2619375" y="1110894"/>
                </a:lnTo>
                <a:lnTo>
                  <a:pt x="2640330" y="1114004"/>
                </a:lnTo>
                <a:lnTo>
                  <a:pt x="2661285" y="1116233"/>
                </a:lnTo>
                <a:lnTo>
                  <a:pt x="2682240" y="1117748"/>
                </a:lnTo>
                <a:lnTo>
                  <a:pt x="2703195" y="1118717"/>
                </a:lnTo>
                <a:lnTo>
                  <a:pt x="2724150" y="1119307"/>
                </a:lnTo>
                <a:lnTo>
                  <a:pt x="2745105" y="1119684"/>
                </a:lnTo>
                <a:lnTo>
                  <a:pt x="2766060" y="1120015"/>
                </a:lnTo>
                <a:lnTo>
                  <a:pt x="2787015" y="1120468"/>
                </a:lnTo>
                <a:lnTo>
                  <a:pt x="2807970" y="1121209"/>
                </a:lnTo>
                <a:lnTo>
                  <a:pt x="2828925" y="1122406"/>
                </a:lnTo>
                <a:lnTo>
                  <a:pt x="2849880" y="1124225"/>
                </a:lnTo>
                <a:lnTo>
                  <a:pt x="2870835" y="1126834"/>
                </a:lnTo>
                <a:lnTo>
                  <a:pt x="2891790" y="1130398"/>
                </a:lnTo>
                <a:lnTo>
                  <a:pt x="2912745" y="1135087"/>
                </a:lnTo>
                <a:lnTo>
                  <a:pt x="2933700" y="1141065"/>
                </a:lnTo>
                <a:lnTo>
                  <a:pt x="2954655" y="1148878"/>
                </a:lnTo>
                <a:lnTo>
                  <a:pt x="2975610" y="1158756"/>
                </a:lnTo>
                <a:lnTo>
                  <a:pt x="2996565" y="1170394"/>
                </a:lnTo>
                <a:lnTo>
                  <a:pt x="3017520" y="1183490"/>
                </a:lnTo>
                <a:lnTo>
                  <a:pt x="3038475" y="1197739"/>
                </a:lnTo>
                <a:lnTo>
                  <a:pt x="3059430" y="1212838"/>
                </a:lnTo>
                <a:lnTo>
                  <a:pt x="3080385" y="1228484"/>
                </a:lnTo>
                <a:lnTo>
                  <a:pt x="3101340" y="1244373"/>
                </a:lnTo>
                <a:lnTo>
                  <a:pt x="3122295" y="1260202"/>
                </a:lnTo>
                <a:lnTo>
                  <a:pt x="3143250" y="1275665"/>
                </a:lnTo>
                <a:lnTo>
                  <a:pt x="3164205" y="1290461"/>
                </a:lnTo>
                <a:lnTo>
                  <a:pt x="3185160" y="1304286"/>
                </a:lnTo>
                <a:lnTo>
                  <a:pt x="3206115" y="1316835"/>
                </a:lnTo>
                <a:lnTo>
                  <a:pt x="3227070" y="1327805"/>
                </a:lnTo>
                <a:lnTo>
                  <a:pt x="3248025" y="1336893"/>
                </a:lnTo>
                <a:lnTo>
                  <a:pt x="3268980" y="1343795"/>
                </a:lnTo>
                <a:lnTo>
                  <a:pt x="3289935" y="1348208"/>
                </a:lnTo>
                <a:lnTo>
                  <a:pt x="3310890" y="1349827"/>
                </a:lnTo>
                <a:lnTo>
                  <a:pt x="3331845" y="1348349"/>
                </a:lnTo>
                <a:lnTo>
                  <a:pt x="3352800" y="1343471"/>
                </a:lnTo>
                <a:lnTo>
                  <a:pt x="3373755" y="1334837"/>
                </a:lnTo>
                <a:lnTo>
                  <a:pt x="3394710" y="1322526"/>
                </a:lnTo>
                <a:lnTo>
                  <a:pt x="3415665" y="1306893"/>
                </a:lnTo>
                <a:lnTo>
                  <a:pt x="3436620" y="1288287"/>
                </a:lnTo>
                <a:lnTo>
                  <a:pt x="3457575" y="1267063"/>
                </a:lnTo>
                <a:lnTo>
                  <a:pt x="3478530" y="1243572"/>
                </a:lnTo>
                <a:lnTo>
                  <a:pt x="3499485" y="1218166"/>
                </a:lnTo>
                <a:lnTo>
                  <a:pt x="3520440" y="1191197"/>
                </a:lnTo>
                <a:lnTo>
                  <a:pt x="3541395" y="1163018"/>
                </a:lnTo>
                <a:lnTo>
                  <a:pt x="3562350" y="1133981"/>
                </a:lnTo>
                <a:lnTo>
                  <a:pt x="3583305" y="1104438"/>
                </a:lnTo>
                <a:lnTo>
                  <a:pt x="3604260" y="1074741"/>
                </a:lnTo>
                <a:lnTo>
                  <a:pt x="3625215" y="1045242"/>
                </a:lnTo>
                <a:lnTo>
                  <a:pt x="3646170" y="1016294"/>
                </a:lnTo>
                <a:lnTo>
                  <a:pt x="3667125" y="988249"/>
                </a:lnTo>
                <a:lnTo>
                  <a:pt x="3688080" y="961458"/>
                </a:lnTo>
                <a:lnTo>
                  <a:pt x="3709035" y="936275"/>
                </a:lnTo>
                <a:lnTo>
                  <a:pt x="3729990" y="913051"/>
                </a:lnTo>
                <a:lnTo>
                  <a:pt x="3750945" y="892138"/>
                </a:lnTo>
                <a:lnTo>
                  <a:pt x="3771900" y="873889"/>
                </a:lnTo>
                <a:lnTo>
                  <a:pt x="3792855" y="857500"/>
                </a:lnTo>
                <a:lnTo>
                  <a:pt x="3813810" y="841917"/>
                </a:lnTo>
                <a:lnTo>
                  <a:pt x="3834765" y="827115"/>
                </a:lnTo>
                <a:lnTo>
                  <a:pt x="3855720" y="813070"/>
                </a:lnTo>
                <a:lnTo>
                  <a:pt x="3876675" y="799758"/>
                </a:lnTo>
                <a:lnTo>
                  <a:pt x="3897630" y="787154"/>
                </a:lnTo>
                <a:lnTo>
                  <a:pt x="3918585" y="775234"/>
                </a:lnTo>
                <a:lnTo>
                  <a:pt x="3939540" y="763974"/>
                </a:lnTo>
                <a:lnTo>
                  <a:pt x="3960495" y="753350"/>
                </a:lnTo>
                <a:lnTo>
                  <a:pt x="3981450" y="743337"/>
                </a:lnTo>
                <a:lnTo>
                  <a:pt x="4002405" y="733911"/>
                </a:lnTo>
                <a:lnTo>
                  <a:pt x="4023360" y="725048"/>
                </a:lnTo>
                <a:lnTo>
                  <a:pt x="4044315" y="716723"/>
                </a:lnTo>
                <a:lnTo>
                  <a:pt x="4065270" y="708912"/>
                </a:lnTo>
                <a:lnTo>
                  <a:pt x="4086225" y="701591"/>
                </a:lnTo>
                <a:lnTo>
                  <a:pt x="4107180" y="694735"/>
                </a:lnTo>
                <a:lnTo>
                  <a:pt x="4128135" y="688321"/>
                </a:lnTo>
                <a:lnTo>
                  <a:pt x="4149090" y="682324"/>
                </a:lnTo>
                <a:lnTo>
                  <a:pt x="4170045" y="676719"/>
                </a:lnTo>
                <a:lnTo>
                  <a:pt x="4191000" y="671483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62626"/>
            </a:solidFill>
          </a:ln>
        </p:spPr>
      </p:sp>
      <p:sp>
        <p:nvSpPr>
          <p:cNvPr id="37" name="time-label">
            <a:extLst xmlns:a="http://schemas.openxmlformats.org/drawingml/2006/main">
              <a:ext uri="{FF2B5EF4-FFF2-40B4-BE49-F238E27FC236}">
                <a16:creationId xmlns:a16="http://schemas.microsoft.com/office/drawing/2014/main" id="{B3B2CA04-725A-4CD3-8723-5ABBFDB4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6005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38" name="line">
            <a:extLst xmlns:a="http://schemas.openxmlformats.org/drawingml/2006/main">
              <a:ext uri="{FF2B5EF4-FFF2-40B4-BE49-F238E27FC236}">
                <a16:creationId xmlns:a16="http://schemas.microsoft.com/office/drawing/2014/main" id="{71D15B20-9AC1-478A-9CB3-A856E1F03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39" name="time-tick">
            <a:extLst xmlns:a="http://schemas.openxmlformats.org/drawingml/2006/main">
              <a:ext uri="{FF2B5EF4-FFF2-40B4-BE49-F238E27FC236}">
                <a16:creationId xmlns:a16="http://schemas.microsoft.com/office/drawing/2014/main" id="{B9A43AE0-2A0E-442C-A467-8DB790FD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40" name="line">
            <a:extLst xmlns:a="http://schemas.openxmlformats.org/drawingml/2006/main">
              <a:ext uri="{FF2B5EF4-FFF2-40B4-BE49-F238E27FC236}">
                <a16:creationId xmlns:a16="http://schemas.microsoft.com/office/drawing/2014/main" id="{BEEB8FC5-BC5A-4682-B9A4-DE5E6FEF3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41" name="time-tick">
            <a:extLst xmlns:a="http://schemas.openxmlformats.org/drawingml/2006/main">
              <a:ext uri="{FF2B5EF4-FFF2-40B4-BE49-F238E27FC236}">
                <a16:creationId xmlns:a16="http://schemas.microsoft.com/office/drawing/2014/main" id="{B8D209DA-42A9-48BF-A9A8-6401DD7D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42" name="line">
            <a:extLst xmlns:a="http://schemas.openxmlformats.org/drawingml/2006/main">
              <a:ext uri="{FF2B5EF4-FFF2-40B4-BE49-F238E27FC236}">
                <a16:creationId xmlns:a16="http://schemas.microsoft.com/office/drawing/2014/main" id="{95F3E2EF-F5F9-427C-B02F-5E403C966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43" name="time-tick">
            <a:extLst xmlns:a="http://schemas.openxmlformats.org/drawingml/2006/main">
              <a:ext uri="{FF2B5EF4-FFF2-40B4-BE49-F238E27FC236}">
                <a16:creationId xmlns:a16="http://schemas.microsoft.com/office/drawing/2014/main" id="{629A7855-6DA2-47B9-B665-9CBF8D1E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44" name="line">
            <a:extLst xmlns:a="http://schemas.openxmlformats.org/drawingml/2006/main">
              <a:ext uri="{FF2B5EF4-FFF2-40B4-BE49-F238E27FC236}">
                <a16:creationId xmlns:a16="http://schemas.microsoft.com/office/drawing/2014/main" id="{3B74AABA-3F02-4EEE-A493-14A10626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45" name="time-tick">
            <a:extLst xmlns:a="http://schemas.openxmlformats.org/drawingml/2006/main">
              <a:ext uri="{FF2B5EF4-FFF2-40B4-BE49-F238E27FC236}">
                <a16:creationId xmlns:a16="http://schemas.microsoft.com/office/drawing/2014/main" id="{0E91CEB7-0136-4835-B9A2-6B07A6857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46" name="line">
            <a:extLst xmlns:a="http://schemas.openxmlformats.org/drawingml/2006/main">
              <a:ext uri="{FF2B5EF4-FFF2-40B4-BE49-F238E27FC236}">
                <a16:creationId xmlns:a16="http://schemas.microsoft.com/office/drawing/2014/main" id="{BE2D5FC3-DA8F-4ED3-901A-14E33EB4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47" name="time-tick">
            <a:extLst xmlns:a="http://schemas.openxmlformats.org/drawingml/2006/main">
              <a:ext uri="{FF2B5EF4-FFF2-40B4-BE49-F238E27FC236}">
                <a16:creationId xmlns:a16="http://schemas.microsoft.com/office/drawing/2014/main" id="{D217A2D1-F34B-4975-89EF-4D81051DB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48" name="line">
            <a:extLst xmlns:a="http://schemas.openxmlformats.org/drawingml/2006/main">
              <a:ext uri="{FF2B5EF4-FFF2-40B4-BE49-F238E27FC236}">
                <a16:creationId xmlns:a16="http://schemas.microsoft.com/office/drawing/2014/main" id="{0AAA53D6-5018-4F72-A9C1-5D148FCC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49" name="time-tick">
            <a:extLst xmlns:a="http://schemas.openxmlformats.org/drawingml/2006/main">
              <a:ext uri="{FF2B5EF4-FFF2-40B4-BE49-F238E27FC236}">
                <a16:creationId xmlns:a16="http://schemas.microsoft.com/office/drawing/2014/main" id="{D3FBDEF9-70A5-4E55-82F6-3ACF906E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  <p:sp>
        <p:nvSpPr>
          <p:cNvPr id="50" name="line">
            <a:extLst xmlns:a="http://schemas.openxmlformats.org/drawingml/2006/main">
              <a:ext uri="{FF2B5EF4-FFF2-40B4-BE49-F238E27FC236}">
                <a16:creationId xmlns:a16="http://schemas.microsoft.com/office/drawing/2014/main" id="{8E9D0E8D-669B-4BB8-8F6F-5E0FA37F6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381375"/>
            <a:ext cx="9525" cy="307658"/>
          </a:xfrm>
          <a:custGeom xmlns:a="http://schemas.openxmlformats.org/drawingml/2006/main">
            <a:pathLst>
              <a:path w="9525" h="307658">
                <a:moveTo>
                  <a:pt x="0" y="0"/>
                </a:moveTo>
                <a:lnTo>
                  <a:pt x="0" y="30765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1" name="sample">
            <a:extLst xmlns:a="http://schemas.openxmlformats.org/drawingml/2006/main">
              <a:ext uri="{FF2B5EF4-FFF2-40B4-BE49-F238E27FC236}">
                <a16:creationId xmlns:a16="http://schemas.microsoft.com/office/drawing/2014/main" id="{2C433A70-06B3-4716-A677-30648677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3738" y="363664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52" name="line">
            <a:extLst xmlns:a="http://schemas.openxmlformats.org/drawingml/2006/main">
              <a:ext uri="{FF2B5EF4-FFF2-40B4-BE49-F238E27FC236}">
                <a16:creationId xmlns:a16="http://schemas.microsoft.com/office/drawing/2014/main" id="{71C3FC76-A1CD-4A45-ABD8-B3373943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284220"/>
            <a:ext cx="9525" cy="97155"/>
          </a:xfrm>
          <a:custGeom xmlns:a="http://schemas.openxmlformats.org/drawingml/2006/main">
            <a:pathLst>
              <a:path w="9525" h="97155">
                <a:moveTo>
                  <a:pt x="0" y="971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3" name="sample">
            <a:extLst xmlns:a="http://schemas.openxmlformats.org/drawingml/2006/main">
              <a:ext uri="{FF2B5EF4-FFF2-40B4-BE49-F238E27FC236}">
                <a16:creationId xmlns:a16="http://schemas.microsoft.com/office/drawing/2014/main" id="{7CC565DD-4EB4-4D4D-8D29-D2E016C6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2838" y="323183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54" name="line">
            <a:extLst xmlns:a="http://schemas.openxmlformats.org/drawingml/2006/main">
              <a:ext uri="{FF2B5EF4-FFF2-40B4-BE49-F238E27FC236}">
                <a16:creationId xmlns:a16="http://schemas.microsoft.com/office/drawing/2014/main" id="{5A1B36EF-C11A-4607-A1F2-A2540C325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685098"/>
            <a:ext cx="9525" cy="696278"/>
          </a:xfrm>
          <a:custGeom xmlns:a="http://schemas.openxmlformats.org/drawingml/2006/main">
            <a:pathLst>
              <a:path w="9525" h="696278">
                <a:moveTo>
                  <a:pt x="0" y="69627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5" name="sample">
            <a:extLst xmlns:a="http://schemas.openxmlformats.org/drawingml/2006/main">
              <a:ext uri="{FF2B5EF4-FFF2-40B4-BE49-F238E27FC236}">
                <a16:creationId xmlns:a16="http://schemas.microsoft.com/office/drawing/2014/main" id="{33F5BEAE-8D47-4609-B5AF-D27A5CC1F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1938" y="263271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56" name="line">
            <a:extLst xmlns:a="http://schemas.openxmlformats.org/drawingml/2006/main">
              <a:ext uri="{FF2B5EF4-FFF2-40B4-BE49-F238E27FC236}">
                <a16:creationId xmlns:a16="http://schemas.microsoft.com/office/drawing/2014/main" id="{3518BFD9-B172-4B19-B074-FC9F7FF3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644616"/>
            <a:ext cx="9525" cy="736759"/>
          </a:xfrm>
          <a:custGeom xmlns:a="http://schemas.openxmlformats.org/drawingml/2006/main">
            <a:pathLst>
              <a:path w="9525" h="736759">
                <a:moveTo>
                  <a:pt x="0" y="73675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7" name="sample">
            <a:extLst xmlns:a="http://schemas.openxmlformats.org/drawingml/2006/main">
              <a:ext uri="{FF2B5EF4-FFF2-40B4-BE49-F238E27FC236}">
                <a16:creationId xmlns:a16="http://schemas.microsoft.com/office/drawing/2014/main" id="{D9FDB649-FFE2-49D5-8BAC-893179C0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1038" y="259222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58" name="line">
            <a:extLst xmlns:a="http://schemas.openxmlformats.org/drawingml/2006/main">
              <a:ext uri="{FF2B5EF4-FFF2-40B4-BE49-F238E27FC236}">
                <a16:creationId xmlns:a16="http://schemas.microsoft.com/office/drawing/2014/main" id="{95BEA11D-4302-4426-8B00-68A5C69E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879408"/>
            <a:ext cx="9525" cy="501967"/>
          </a:xfrm>
          <a:custGeom xmlns:a="http://schemas.openxmlformats.org/drawingml/2006/main">
            <a:pathLst>
              <a:path w="9525" h="501967">
                <a:moveTo>
                  <a:pt x="0" y="50196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9" name="sample">
            <a:extLst xmlns:a="http://schemas.openxmlformats.org/drawingml/2006/main">
              <a:ext uri="{FF2B5EF4-FFF2-40B4-BE49-F238E27FC236}">
                <a16:creationId xmlns:a16="http://schemas.microsoft.com/office/drawing/2014/main" id="{2B468DA7-93C0-4C23-B9B1-34B52FE1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0138" y="282702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60" name="line">
            <a:extLst xmlns:a="http://schemas.openxmlformats.org/drawingml/2006/main">
              <a:ext uri="{FF2B5EF4-FFF2-40B4-BE49-F238E27FC236}">
                <a16:creationId xmlns:a16="http://schemas.microsoft.com/office/drawing/2014/main" id="{3B8394C8-698C-4A5C-86BA-A72D0A8F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316605"/>
            <a:ext cx="9525" cy="64770"/>
          </a:xfrm>
          <a:custGeom xmlns:a="http://schemas.openxmlformats.org/drawingml/2006/main">
            <a:pathLst>
              <a:path w="9525" h="64770">
                <a:moveTo>
                  <a:pt x="0" y="6477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1" name="sample">
            <a:extLst xmlns:a="http://schemas.openxmlformats.org/drawingml/2006/main">
              <a:ext uri="{FF2B5EF4-FFF2-40B4-BE49-F238E27FC236}">
                <a16:creationId xmlns:a16="http://schemas.microsoft.com/office/drawing/2014/main" id="{F92A5048-1804-4BAB-A784-C1487932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3264218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62" name="line">
            <a:extLst xmlns:a="http://schemas.openxmlformats.org/drawingml/2006/main">
              <a:ext uri="{FF2B5EF4-FFF2-40B4-BE49-F238E27FC236}">
                <a16:creationId xmlns:a16="http://schemas.microsoft.com/office/drawing/2014/main" id="{0082F167-C265-4777-BCE3-C2641CB9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381375"/>
            <a:ext cx="9525" cy="307658"/>
          </a:xfrm>
          <a:custGeom xmlns:a="http://schemas.openxmlformats.org/drawingml/2006/main">
            <a:pathLst>
              <a:path w="9525" h="307658">
                <a:moveTo>
                  <a:pt x="0" y="0"/>
                </a:moveTo>
                <a:lnTo>
                  <a:pt x="0" y="30765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3" name="sample">
            <a:extLst xmlns:a="http://schemas.openxmlformats.org/drawingml/2006/main">
              <a:ext uri="{FF2B5EF4-FFF2-40B4-BE49-F238E27FC236}">
                <a16:creationId xmlns:a16="http://schemas.microsoft.com/office/drawing/2014/main" id="{E283DA4B-EB22-4E06-8399-95010D48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338" y="363664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64" name="line">
            <a:extLst xmlns:a="http://schemas.openxmlformats.org/drawingml/2006/main">
              <a:ext uri="{FF2B5EF4-FFF2-40B4-BE49-F238E27FC236}">
                <a16:creationId xmlns:a16="http://schemas.microsoft.com/office/drawing/2014/main" id="{2F597214-C9AF-4252-92E7-606960865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381375"/>
            <a:ext cx="9525" cy="372428"/>
          </a:xfrm>
          <a:custGeom xmlns:a="http://schemas.openxmlformats.org/drawingml/2006/main">
            <a:pathLst>
              <a:path w="9525" h="372428">
                <a:moveTo>
                  <a:pt x="0" y="0"/>
                </a:moveTo>
                <a:lnTo>
                  <a:pt x="0" y="37242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5" name="sample">
            <a:extLst xmlns:a="http://schemas.openxmlformats.org/drawingml/2006/main">
              <a:ext uri="{FF2B5EF4-FFF2-40B4-BE49-F238E27FC236}">
                <a16:creationId xmlns:a16="http://schemas.microsoft.com/office/drawing/2014/main" id="{862ECB05-5136-42B8-AB3B-89D6276D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7438" y="370141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66" name="line">
            <a:extLst xmlns:a="http://schemas.openxmlformats.org/drawingml/2006/main">
              <a:ext uri="{FF2B5EF4-FFF2-40B4-BE49-F238E27FC236}">
                <a16:creationId xmlns:a16="http://schemas.microsoft.com/office/drawing/2014/main" id="{2757CD77-56E8-497C-8A76-C61487EA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3381375"/>
            <a:ext cx="9525" cy="574834"/>
          </a:xfrm>
          <a:custGeom xmlns:a="http://schemas.openxmlformats.org/drawingml/2006/main">
            <a:pathLst>
              <a:path w="9525" h="574834">
                <a:moveTo>
                  <a:pt x="0" y="0"/>
                </a:moveTo>
                <a:lnTo>
                  <a:pt x="0" y="57483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7" name="sample">
            <a:extLst xmlns:a="http://schemas.openxmlformats.org/drawingml/2006/main">
              <a:ext uri="{FF2B5EF4-FFF2-40B4-BE49-F238E27FC236}">
                <a16:creationId xmlns:a16="http://schemas.microsoft.com/office/drawing/2014/main" id="{CE8DE5AC-1980-4C6E-98BE-76A3DE50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538" y="3903821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68" name="line">
            <a:extLst xmlns:a="http://schemas.openxmlformats.org/drawingml/2006/main">
              <a:ext uri="{FF2B5EF4-FFF2-40B4-BE49-F238E27FC236}">
                <a16:creationId xmlns:a16="http://schemas.microsoft.com/office/drawing/2014/main" id="{20852A34-E2FB-4317-9850-F2BFFD6C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3381375"/>
            <a:ext cx="9525" cy="105251"/>
          </a:xfrm>
          <a:custGeom xmlns:a="http://schemas.openxmlformats.org/drawingml/2006/main">
            <a:pathLst>
              <a:path w="9525" h="105251">
                <a:moveTo>
                  <a:pt x="0" y="0"/>
                </a:moveTo>
                <a:lnTo>
                  <a:pt x="0" y="10525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9" name="sample">
            <a:extLst xmlns:a="http://schemas.openxmlformats.org/drawingml/2006/main">
              <a:ext uri="{FF2B5EF4-FFF2-40B4-BE49-F238E27FC236}">
                <a16:creationId xmlns:a16="http://schemas.microsoft.com/office/drawing/2014/main" id="{6D0A8E70-041F-4C50-B280-9AE43FD7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5638" y="343423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70" name="plot-caption">
            <a:extLst xmlns:a="http://schemas.openxmlformats.org/drawingml/2006/main">
              <a:ext uri="{FF2B5EF4-FFF2-40B4-BE49-F238E27FC236}">
                <a16:creationId xmlns:a16="http://schemas.microsoft.com/office/drawing/2014/main" id="{4E1AFEBE-2B40-463D-A2EE-9F06BD496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145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每秒取2次</a:t>
            </a:r>
          </a:p>
        </p:txBody>
      </p:sp>
    </p:spTree>
    <p:extLst>
      <p:ext uri="{BB962C8B-B14F-4D97-AF65-F5344CB8AC3E}">
        <p14:creationId xmlns:p14="http://schemas.microsoft.com/office/powerpoint/2010/main" val="19168932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top-rail">
            <a:extLst xmlns:a="http://schemas.openxmlformats.org/drawingml/2006/main">
              <a:ext uri="{FF2B5EF4-FFF2-40B4-BE49-F238E27FC236}">
                <a16:creationId xmlns:a16="http://schemas.microsoft.com/office/drawing/2014/main" id="{EB279356-3CDF-4800-AA1F-438341F9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3CB0C6DD-E4B4-45B7-8BD7-44EB23F4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0E58DDD5-73B2-484A-9A4D-25194B88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采样率加倍，改变了什么？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AEE2FB0-0100-4006-AE67-FBF5A576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相同输入、相同时长；只改每秒取值次数。</a:t>
            </a:r>
          </a:p>
        </p:txBody>
      </p:sp>
      <p:sp>
        <p:nvSpPr>
          <p:cNvPr id="5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61355FB7-84A0-475D-9D2E-12E6DB11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57450"/>
            <a:ext cx="9525" cy="1809750"/>
          </a:xfrm>
          <a:custGeom xmlns:a="http://schemas.openxmlformats.org/drawingml/2006/main">
            <a:pathLst>
              <a:path w="9525" h="1809750">
                <a:moveTo>
                  <a:pt x="0" y="0"/>
                </a:moveTo>
                <a:lnTo>
                  <a:pt x="0" y="18097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6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E592B1FF-ED5D-4CB7-89FF-FBBBA8A1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81375"/>
            <a:ext cx="4305300" cy="9525"/>
          </a:xfrm>
          <a:custGeom xmlns:a="http://schemas.openxmlformats.org/drawingml/2006/main">
            <a:pathLst>
              <a:path w="4305300" h="9525">
                <a:moveTo>
                  <a:pt x="0" y="0"/>
                </a:moveTo>
                <a:lnTo>
                  <a:pt x="430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7" name="time-axis">
            <a:extLst xmlns:a="http://schemas.openxmlformats.org/drawingml/2006/main">
              <a:ext uri="{FF2B5EF4-FFF2-40B4-BE49-F238E27FC236}">
                <a16:creationId xmlns:a16="http://schemas.microsoft.com/office/drawing/2014/main" id="{6EFD0A98-04FE-4493-8761-088DE61B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67200"/>
            <a:ext cx="4305300" cy="9525"/>
          </a:xfrm>
          <a:custGeom xmlns:a="http://schemas.openxmlformats.org/drawingml/2006/main">
            <a:pathLst>
              <a:path w="4305300" h="9525">
                <a:moveTo>
                  <a:pt x="0" y="0"/>
                </a:moveTo>
                <a:lnTo>
                  <a:pt x="430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8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AE9B7D30-16F0-4C92-B4FE-A56DE1078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12737"/>
            <a:ext cx="4191000" cy="1349827"/>
          </a:xfrm>
          <a:custGeom xmlns:a="http://schemas.openxmlformats.org/drawingml/2006/main">
            <a:pathLst>
              <a:path w="4191000" h="1349827">
                <a:moveTo>
                  <a:pt x="0" y="1076295"/>
                </a:moveTo>
                <a:lnTo>
                  <a:pt x="20955" y="1065419"/>
                </a:lnTo>
                <a:lnTo>
                  <a:pt x="41910" y="1053083"/>
                </a:lnTo>
                <a:lnTo>
                  <a:pt x="62865" y="1039367"/>
                </a:lnTo>
                <a:lnTo>
                  <a:pt x="83820" y="1024350"/>
                </a:lnTo>
                <a:lnTo>
                  <a:pt x="104775" y="1008110"/>
                </a:lnTo>
                <a:lnTo>
                  <a:pt x="125730" y="990726"/>
                </a:lnTo>
                <a:lnTo>
                  <a:pt x="146685" y="972278"/>
                </a:lnTo>
                <a:lnTo>
                  <a:pt x="167640" y="952844"/>
                </a:lnTo>
                <a:lnTo>
                  <a:pt x="188595" y="932503"/>
                </a:lnTo>
                <a:lnTo>
                  <a:pt x="209550" y="911334"/>
                </a:lnTo>
                <a:lnTo>
                  <a:pt x="230505" y="889417"/>
                </a:lnTo>
                <a:lnTo>
                  <a:pt x="251460" y="866829"/>
                </a:lnTo>
                <a:lnTo>
                  <a:pt x="272415" y="843651"/>
                </a:lnTo>
                <a:lnTo>
                  <a:pt x="293370" y="819960"/>
                </a:lnTo>
                <a:lnTo>
                  <a:pt x="314325" y="795836"/>
                </a:lnTo>
                <a:lnTo>
                  <a:pt x="335280" y="771358"/>
                </a:lnTo>
                <a:lnTo>
                  <a:pt x="356235" y="746605"/>
                </a:lnTo>
                <a:lnTo>
                  <a:pt x="377190" y="721655"/>
                </a:lnTo>
                <a:lnTo>
                  <a:pt x="398145" y="696588"/>
                </a:lnTo>
                <a:lnTo>
                  <a:pt x="419100" y="671483"/>
                </a:lnTo>
                <a:lnTo>
                  <a:pt x="440055" y="645247"/>
                </a:lnTo>
                <a:lnTo>
                  <a:pt x="461010" y="616926"/>
                </a:lnTo>
                <a:lnTo>
                  <a:pt x="481965" y="586802"/>
                </a:lnTo>
                <a:lnTo>
                  <a:pt x="502920" y="555156"/>
                </a:lnTo>
                <a:lnTo>
                  <a:pt x="523875" y="522271"/>
                </a:lnTo>
                <a:lnTo>
                  <a:pt x="544830" y="488431"/>
                </a:lnTo>
                <a:lnTo>
                  <a:pt x="565785" y="453916"/>
                </a:lnTo>
                <a:lnTo>
                  <a:pt x="586740" y="419009"/>
                </a:lnTo>
                <a:lnTo>
                  <a:pt x="607695" y="383993"/>
                </a:lnTo>
                <a:lnTo>
                  <a:pt x="628650" y="349151"/>
                </a:lnTo>
                <a:lnTo>
                  <a:pt x="649605" y="314763"/>
                </a:lnTo>
                <a:lnTo>
                  <a:pt x="670560" y="281114"/>
                </a:lnTo>
                <a:lnTo>
                  <a:pt x="691515" y="248485"/>
                </a:lnTo>
                <a:lnTo>
                  <a:pt x="712470" y="217158"/>
                </a:lnTo>
                <a:lnTo>
                  <a:pt x="733425" y="187416"/>
                </a:lnTo>
                <a:lnTo>
                  <a:pt x="754380" y="159541"/>
                </a:lnTo>
                <a:lnTo>
                  <a:pt x="775335" y="133815"/>
                </a:lnTo>
                <a:lnTo>
                  <a:pt x="796290" y="110522"/>
                </a:lnTo>
                <a:lnTo>
                  <a:pt x="817245" y="89943"/>
                </a:lnTo>
                <a:lnTo>
                  <a:pt x="838200" y="72360"/>
                </a:lnTo>
                <a:lnTo>
                  <a:pt x="859155" y="57405"/>
                </a:lnTo>
                <a:lnTo>
                  <a:pt x="880110" y="44448"/>
                </a:lnTo>
                <a:lnTo>
                  <a:pt x="901065" y="33384"/>
                </a:lnTo>
                <a:lnTo>
                  <a:pt x="922020" y="24107"/>
                </a:lnTo>
                <a:lnTo>
                  <a:pt x="942975" y="16509"/>
                </a:lnTo>
                <a:lnTo>
                  <a:pt x="963930" y="10485"/>
                </a:lnTo>
                <a:lnTo>
                  <a:pt x="984885" y="5928"/>
                </a:lnTo>
                <a:lnTo>
                  <a:pt x="1005840" y="2732"/>
                </a:lnTo>
                <a:lnTo>
                  <a:pt x="1026795" y="792"/>
                </a:lnTo>
                <a:lnTo>
                  <a:pt x="1047750" y="0"/>
                </a:lnTo>
                <a:lnTo>
                  <a:pt x="1068705" y="250"/>
                </a:lnTo>
                <a:lnTo>
                  <a:pt x="1089660" y="1437"/>
                </a:lnTo>
                <a:lnTo>
                  <a:pt x="1110615" y="3454"/>
                </a:lnTo>
                <a:lnTo>
                  <a:pt x="1131570" y="6194"/>
                </a:lnTo>
                <a:lnTo>
                  <a:pt x="1152525" y="9551"/>
                </a:lnTo>
                <a:lnTo>
                  <a:pt x="1173480" y="13420"/>
                </a:lnTo>
                <a:lnTo>
                  <a:pt x="1194435" y="17693"/>
                </a:lnTo>
                <a:lnTo>
                  <a:pt x="1215390" y="22265"/>
                </a:lnTo>
                <a:lnTo>
                  <a:pt x="1236345" y="27029"/>
                </a:lnTo>
                <a:lnTo>
                  <a:pt x="1257300" y="31879"/>
                </a:lnTo>
                <a:lnTo>
                  <a:pt x="1278255" y="37167"/>
                </a:lnTo>
                <a:lnTo>
                  <a:pt x="1299210" y="43299"/>
                </a:lnTo>
                <a:lnTo>
                  <a:pt x="1320165" y="50246"/>
                </a:lnTo>
                <a:lnTo>
                  <a:pt x="1341120" y="57981"/>
                </a:lnTo>
                <a:lnTo>
                  <a:pt x="1362075" y="66478"/>
                </a:lnTo>
                <a:lnTo>
                  <a:pt x="1383030" y="75708"/>
                </a:lnTo>
                <a:lnTo>
                  <a:pt x="1403985" y="85645"/>
                </a:lnTo>
                <a:lnTo>
                  <a:pt x="1424940" y="96260"/>
                </a:lnTo>
                <a:lnTo>
                  <a:pt x="1445895" y="107528"/>
                </a:lnTo>
                <a:lnTo>
                  <a:pt x="1466850" y="119420"/>
                </a:lnTo>
                <a:lnTo>
                  <a:pt x="1487805" y="131909"/>
                </a:lnTo>
                <a:lnTo>
                  <a:pt x="1508760" y="144967"/>
                </a:lnTo>
                <a:lnTo>
                  <a:pt x="1529715" y="158569"/>
                </a:lnTo>
                <a:lnTo>
                  <a:pt x="1550670" y="172685"/>
                </a:lnTo>
                <a:lnTo>
                  <a:pt x="1571625" y="187289"/>
                </a:lnTo>
                <a:lnTo>
                  <a:pt x="1592580" y="202354"/>
                </a:lnTo>
                <a:lnTo>
                  <a:pt x="1613535" y="217851"/>
                </a:lnTo>
                <a:lnTo>
                  <a:pt x="1634490" y="233755"/>
                </a:lnTo>
                <a:lnTo>
                  <a:pt x="1655445" y="250037"/>
                </a:lnTo>
                <a:lnTo>
                  <a:pt x="1676400" y="266670"/>
                </a:lnTo>
                <a:lnTo>
                  <a:pt x="1697355" y="284040"/>
                </a:lnTo>
                <a:lnTo>
                  <a:pt x="1718310" y="302484"/>
                </a:lnTo>
                <a:lnTo>
                  <a:pt x="1739265" y="321901"/>
                </a:lnTo>
                <a:lnTo>
                  <a:pt x="1760220" y="342192"/>
                </a:lnTo>
                <a:lnTo>
                  <a:pt x="1781175" y="363256"/>
                </a:lnTo>
                <a:lnTo>
                  <a:pt x="1802130" y="384993"/>
                </a:lnTo>
                <a:lnTo>
                  <a:pt x="1823085" y="407303"/>
                </a:lnTo>
                <a:lnTo>
                  <a:pt x="1844040" y="430085"/>
                </a:lnTo>
                <a:lnTo>
                  <a:pt x="1864995" y="453240"/>
                </a:lnTo>
                <a:lnTo>
                  <a:pt x="1885950" y="476667"/>
                </a:lnTo>
                <a:lnTo>
                  <a:pt x="1906905" y="500266"/>
                </a:lnTo>
                <a:lnTo>
                  <a:pt x="1927860" y="523937"/>
                </a:lnTo>
                <a:lnTo>
                  <a:pt x="1948815" y="547579"/>
                </a:lnTo>
                <a:lnTo>
                  <a:pt x="1969770" y="571093"/>
                </a:lnTo>
                <a:lnTo>
                  <a:pt x="1990725" y="594379"/>
                </a:lnTo>
                <a:lnTo>
                  <a:pt x="2011680" y="617335"/>
                </a:lnTo>
                <a:lnTo>
                  <a:pt x="2032635" y="639862"/>
                </a:lnTo>
                <a:lnTo>
                  <a:pt x="2053590" y="661860"/>
                </a:lnTo>
                <a:lnTo>
                  <a:pt x="2074545" y="683229"/>
                </a:lnTo>
                <a:lnTo>
                  <a:pt x="2095500" y="703868"/>
                </a:lnTo>
                <a:lnTo>
                  <a:pt x="2116455" y="724316"/>
                </a:lnTo>
                <a:lnTo>
                  <a:pt x="2137410" y="745118"/>
                </a:lnTo>
                <a:lnTo>
                  <a:pt x="2158365" y="766184"/>
                </a:lnTo>
                <a:lnTo>
                  <a:pt x="2179320" y="787421"/>
                </a:lnTo>
                <a:lnTo>
                  <a:pt x="2200275" y="808739"/>
                </a:lnTo>
                <a:lnTo>
                  <a:pt x="2221230" y="830048"/>
                </a:lnTo>
                <a:lnTo>
                  <a:pt x="2242185" y="851255"/>
                </a:lnTo>
                <a:lnTo>
                  <a:pt x="2263140" y="872270"/>
                </a:lnTo>
                <a:lnTo>
                  <a:pt x="2284095" y="893001"/>
                </a:lnTo>
                <a:lnTo>
                  <a:pt x="2305050" y="913358"/>
                </a:lnTo>
                <a:lnTo>
                  <a:pt x="2326005" y="933250"/>
                </a:lnTo>
                <a:lnTo>
                  <a:pt x="2346960" y="952585"/>
                </a:lnTo>
                <a:lnTo>
                  <a:pt x="2367915" y="971272"/>
                </a:lnTo>
                <a:lnTo>
                  <a:pt x="2388870" y="989220"/>
                </a:lnTo>
                <a:lnTo>
                  <a:pt x="2409825" y="1006339"/>
                </a:lnTo>
                <a:lnTo>
                  <a:pt x="2430780" y="1022536"/>
                </a:lnTo>
                <a:lnTo>
                  <a:pt x="2451735" y="1037722"/>
                </a:lnTo>
                <a:lnTo>
                  <a:pt x="2472690" y="1051804"/>
                </a:lnTo>
                <a:lnTo>
                  <a:pt x="2493645" y="1064692"/>
                </a:lnTo>
                <a:lnTo>
                  <a:pt x="2514600" y="1076295"/>
                </a:lnTo>
                <a:lnTo>
                  <a:pt x="2535555" y="1086312"/>
                </a:lnTo>
                <a:lnTo>
                  <a:pt x="2556510" y="1094613"/>
                </a:lnTo>
                <a:lnTo>
                  <a:pt x="2577465" y="1101366"/>
                </a:lnTo>
                <a:lnTo>
                  <a:pt x="2598420" y="1106737"/>
                </a:lnTo>
                <a:lnTo>
                  <a:pt x="2619375" y="1110894"/>
                </a:lnTo>
                <a:lnTo>
                  <a:pt x="2640330" y="1114004"/>
                </a:lnTo>
                <a:lnTo>
                  <a:pt x="2661285" y="1116233"/>
                </a:lnTo>
                <a:lnTo>
                  <a:pt x="2682240" y="1117748"/>
                </a:lnTo>
                <a:lnTo>
                  <a:pt x="2703195" y="1118717"/>
                </a:lnTo>
                <a:lnTo>
                  <a:pt x="2724150" y="1119307"/>
                </a:lnTo>
                <a:lnTo>
                  <a:pt x="2745105" y="1119684"/>
                </a:lnTo>
                <a:lnTo>
                  <a:pt x="2766060" y="1120015"/>
                </a:lnTo>
                <a:lnTo>
                  <a:pt x="2787015" y="1120468"/>
                </a:lnTo>
                <a:lnTo>
                  <a:pt x="2807970" y="1121209"/>
                </a:lnTo>
                <a:lnTo>
                  <a:pt x="2828925" y="1122406"/>
                </a:lnTo>
                <a:lnTo>
                  <a:pt x="2849880" y="1124225"/>
                </a:lnTo>
                <a:lnTo>
                  <a:pt x="2870835" y="1126834"/>
                </a:lnTo>
                <a:lnTo>
                  <a:pt x="2891790" y="1130398"/>
                </a:lnTo>
                <a:lnTo>
                  <a:pt x="2912745" y="1135087"/>
                </a:lnTo>
                <a:lnTo>
                  <a:pt x="2933700" y="1141065"/>
                </a:lnTo>
                <a:lnTo>
                  <a:pt x="2954655" y="1148878"/>
                </a:lnTo>
                <a:lnTo>
                  <a:pt x="2975610" y="1158756"/>
                </a:lnTo>
                <a:lnTo>
                  <a:pt x="2996565" y="1170394"/>
                </a:lnTo>
                <a:lnTo>
                  <a:pt x="3017520" y="1183490"/>
                </a:lnTo>
                <a:lnTo>
                  <a:pt x="3038475" y="1197739"/>
                </a:lnTo>
                <a:lnTo>
                  <a:pt x="3059430" y="1212838"/>
                </a:lnTo>
                <a:lnTo>
                  <a:pt x="3080385" y="1228484"/>
                </a:lnTo>
                <a:lnTo>
                  <a:pt x="3101340" y="1244373"/>
                </a:lnTo>
                <a:lnTo>
                  <a:pt x="3122295" y="1260202"/>
                </a:lnTo>
                <a:lnTo>
                  <a:pt x="3143250" y="1275665"/>
                </a:lnTo>
                <a:lnTo>
                  <a:pt x="3164205" y="1290461"/>
                </a:lnTo>
                <a:lnTo>
                  <a:pt x="3185160" y="1304286"/>
                </a:lnTo>
                <a:lnTo>
                  <a:pt x="3206115" y="1316835"/>
                </a:lnTo>
                <a:lnTo>
                  <a:pt x="3227070" y="1327805"/>
                </a:lnTo>
                <a:lnTo>
                  <a:pt x="3248025" y="1336893"/>
                </a:lnTo>
                <a:lnTo>
                  <a:pt x="3268980" y="1343795"/>
                </a:lnTo>
                <a:lnTo>
                  <a:pt x="3289935" y="1348208"/>
                </a:lnTo>
                <a:lnTo>
                  <a:pt x="3310890" y="1349827"/>
                </a:lnTo>
                <a:lnTo>
                  <a:pt x="3331845" y="1348349"/>
                </a:lnTo>
                <a:lnTo>
                  <a:pt x="3352800" y="1343471"/>
                </a:lnTo>
                <a:lnTo>
                  <a:pt x="3373755" y="1334837"/>
                </a:lnTo>
                <a:lnTo>
                  <a:pt x="3394710" y="1322526"/>
                </a:lnTo>
                <a:lnTo>
                  <a:pt x="3415665" y="1306893"/>
                </a:lnTo>
                <a:lnTo>
                  <a:pt x="3436620" y="1288287"/>
                </a:lnTo>
                <a:lnTo>
                  <a:pt x="3457575" y="1267063"/>
                </a:lnTo>
                <a:lnTo>
                  <a:pt x="3478530" y="1243572"/>
                </a:lnTo>
                <a:lnTo>
                  <a:pt x="3499485" y="1218166"/>
                </a:lnTo>
                <a:lnTo>
                  <a:pt x="3520440" y="1191197"/>
                </a:lnTo>
                <a:lnTo>
                  <a:pt x="3541395" y="1163018"/>
                </a:lnTo>
                <a:lnTo>
                  <a:pt x="3562350" y="1133981"/>
                </a:lnTo>
                <a:lnTo>
                  <a:pt x="3583305" y="1104438"/>
                </a:lnTo>
                <a:lnTo>
                  <a:pt x="3604260" y="1074741"/>
                </a:lnTo>
                <a:lnTo>
                  <a:pt x="3625215" y="1045242"/>
                </a:lnTo>
                <a:lnTo>
                  <a:pt x="3646170" y="1016294"/>
                </a:lnTo>
                <a:lnTo>
                  <a:pt x="3667125" y="988249"/>
                </a:lnTo>
                <a:lnTo>
                  <a:pt x="3688080" y="961458"/>
                </a:lnTo>
                <a:lnTo>
                  <a:pt x="3709035" y="936275"/>
                </a:lnTo>
                <a:lnTo>
                  <a:pt x="3729990" y="913051"/>
                </a:lnTo>
                <a:lnTo>
                  <a:pt x="3750945" y="892138"/>
                </a:lnTo>
                <a:lnTo>
                  <a:pt x="3771900" y="873889"/>
                </a:lnTo>
                <a:lnTo>
                  <a:pt x="3792855" y="857500"/>
                </a:lnTo>
                <a:lnTo>
                  <a:pt x="3813810" y="841917"/>
                </a:lnTo>
                <a:lnTo>
                  <a:pt x="3834765" y="827115"/>
                </a:lnTo>
                <a:lnTo>
                  <a:pt x="3855720" y="813070"/>
                </a:lnTo>
                <a:lnTo>
                  <a:pt x="3876675" y="799758"/>
                </a:lnTo>
                <a:lnTo>
                  <a:pt x="3897630" y="787154"/>
                </a:lnTo>
                <a:lnTo>
                  <a:pt x="3918585" y="775234"/>
                </a:lnTo>
                <a:lnTo>
                  <a:pt x="3939540" y="763974"/>
                </a:lnTo>
                <a:lnTo>
                  <a:pt x="3960495" y="753350"/>
                </a:lnTo>
                <a:lnTo>
                  <a:pt x="3981450" y="743337"/>
                </a:lnTo>
                <a:lnTo>
                  <a:pt x="4002405" y="733911"/>
                </a:lnTo>
                <a:lnTo>
                  <a:pt x="4023360" y="725048"/>
                </a:lnTo>
                <a:lnTo>
                  <a:pt x="4044315" y="716723"/>
                </a:lnTo>
                <a:lnTo>
                  <a:pt x="4065270" y="708912"/>
                </a:lnTo>
                <a:lnTo>
                  <a:pt x="4086225" y="701591"/>
                </a:lnTo>
                <a:lnTo>
                  <a:pt x="4107180" y="694735"/>
                </a:lnTo>
                <a:lnTo>
                  <a:pt x="4128135" y="688321"/>
                </a:lnTo>
                <a:lnTo>
                  <a:pt x="4149090" y="682324"/>
                </a:lnTo>
                <a:lnTo>
                  <a:pt x="4170045" y="676719"/>
                </a:lnTo>
                <a:lnTo>
                  <a:pt x="4191000" y="671483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62626"/>
            </a:solidFill>
          </a:ln>
        </p:spPr>
      </p:sp>
      <p:sp>
        <p:nvSpPr>
          <p:cNvPr id="9" name="time-label">
            <a:extLst xmlns:a="http://schemas.openxmlformats.org/drawingml/2006/main">
              <a:ext uri="{FF2B5EF4-FFF2-40B4-BE49-F238E27FC236}">
                <a16:creationId xmlns:a16="http://schemas.microsoft.com/office/drawing/2014/main" id="{41F72EDB-A344-43F5-96F8-CA93844F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005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10" name="line">
            <a:extLst xmlns:a="http://schemas.openxmlformats.org/drawingml/2006/main">
              <a:ext uri="{FF2B5EF4-FFF2-40B4-BE49-F238E27FC236}">
                <a16:creationId xmlns:a16="http://schemas.microsoft.com/office/drawing/2014/main" id="{28B214B0-F841-4989-B228-B4EEDC754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1" name="time-tick">
            <a:extLst xmlns:a="http://schemas.openxmlformats.org/drawingml/2006/main">
              <a:ext uri="{FF2B5EF4-FFF2-40B4-BE49-F238E27FC236}">
                <a16:creationId xmlns:a16="http://schemas.microsoft.com/office/drawing/2014/main" id="{325A0A9F-3516-452F-A0A9-77649116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12" name="line">
            <a:extLst xmlns:a="http://schemas.openxmlformats.org/drawingml/2006/main">
              <a:ext uri="{FF2B5EF4-FFF2-40B4-BE49-F238E27FC236}">
                <a16:creationId xmlns:a16="http://schemas.microsoft.com/office/drawing/2014/main" id="{3E08B5C8-53AF-48A4-A90F-501F2495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3" name="time-tick">
            <a:extLst xmlns:a="http://schemas.openxmlformats.org/drawingml/2006/main">
              <a:ext uri="{FF2B5EF4-FFF2-40B4-BE49-F238E27FC236}">
                <a16:creationId xmlns:a16="http://schemas.microsoft.com/office/drawing/2014/main" id="{58B4BE64-395A-4479-9F80-0FDE9DA28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14" name="line">
            <a:extLst xmlns:a="http://schemas.openxmlformats.org/drawingml/2006/main">
              <a:ext uri="{FF2B5EF4-FFF2-40B4-BE49-F238E27FC236}">
                <a16:creationId xmlns:a16="http://schemas.microsoft.com/office/drawing/2014/main" id="{9F72F8EC-52F7-4300-B815-9D617DFB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5" name="time-tick">
            <a:extLst xmlns:a="http://schemas.openxmlformats.org/drawingml/2006/main">
              <a:ext uri="{FF2B5EF4-FFF2-40B4-BE49-F238E27FC236}">
                <a16:creationId xmlns:a16="http://schemas.microsoft.com/office/drawing/2014/main" id="{4F3C99B2-84ED-4FD4-8F5E-92B12DED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16" name="line">
            <a:extLst xmlns:a="http://schemas.openxmlformats.org/drawingml/2006/main">
              <a:ext uri="{FF2B5EF4-FFF2-40B4-BE49-F238E27FC236}">
                <a16:creationId xmlns:a16="http://schemas.microsoft.com/office/drawing/2014/main" id="{E11C0A49-8733-4144-B667-0D1FFF726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7" name="time-tick">
            <a:extLst xmlns:a="http://schemas.openxmlformats.org/drawingml/2006/main">
              <a:ext uri="{FF2B5EF4-FFF2-40B4-BE49-F238E27FC236}">
                <a16:creationId xmlns:a16="http://schemas.microsoft.com/office/drawing/2014/main" id="{D64D9283-3881-4D7A-96A5-2D6300F5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18" name="line">
            <a:extLst xmlns:a="http://schemas.openxmlformats.org/drawingml/2006/main">
              <a:ext uri="{FF2B5EF4-FFF2-40B4-BE49-F238E27FC236}">
                <a16:creationId xmlns:a16="http://schemas.microsoft.com/office/drawing/2014/main" id="{B0AAC889-914A-4E4A-A665-5BD17545D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9" name="time-tick">
            <a:extLst xmlns:a="http://schemas.openxmlformats.org/drawingml/2006/main">
              <a:ext uri="{FF2B5EF4-FFF2-40B4-BE49-F238E27FC236}">
                <a16:creationId xmlns:a16="http://schemas.microsoft.com/office/drawing/2014/main" id="{1CC132A4-34B9-4AA6-9452-CFB7B653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20" name="line">
            <a:extLst xmlns:a="http://schemas.openxmlformats.org/drawingml/2006/main">
              <a:ext uri="{FF2B5EF4-FFF2-40B4-BE49-F238E27FC236}">
                <a16:creationId xmlns:a16="http://schemas.microsoft.com/office/drawing/2014/main" id="{5104449F-F069-409D-A4D7-9D6F564F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1" name="time-tick">
            <a:extLst xmlns:a="http://schemas.openxmlformats.org/drawingml/2006/main">
              <a:ext uri="{FF2B5EF4-FFF2-40B4-BE49-F238E27FC236}">
                <a16:creationId xmlns:a16="http://schemas.microsoft.com/office/drawing/2014/main" id="{83E213F8-DB96-4F9C-9D7C-BE526873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  <p:sp>
        <p:nvSpPr>
          <p:cNvPr id="22" name="line">
            <a:extLst xmlns:a="http://schemas.openxmlformats.org/drawingml/2006/main">
              <a:ext uri="{FF2B5EF4-FFF2-40B4-BE49-F238E27FC236}">
                <a16:creationId xmlns:a16="http://schemas.microsoft.com/office/drawing/2014/main" id="{9E231CF2-1655-4828-9C44-78DAB0604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81375"/>
            <a:ext cx="9525" cy="307658"/>
          </a:xfrm>
          <a:custGeom xmlns:a="http://schemas.openxmlformats.org/drawingml/2006/main">
            <a:pathLst>
              <a:path w="9525" h="307658">
                <a:moveTo>
                  <a:pt x="0" y="0"/>
                </a:moveTo>
                <a:lnTo>
                  <a:pt x="0" y="30765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3" name="sample">
            <a:extLst xmlns:a="http://schemas.openxmlformats.org/drawingml/2006/main">
              <a:ext uri="{FF2B5EF4-FFF2-40B4-BE49-F238E27FC236}">
                <a16:creationId xmlns:a16="http://schemas.microsoft.com/office/drawing/2014/main" id="{4354F7C4-A153-462F-882F-6731BF97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3" y="363664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4" name="line">
            <a:extLst xmlns:a="http://schemas.openxmlformats.org/drawingml/2006/main">
              <a:ext uri="{FF2B5EF4-FFF2-40B4-BE49-F238E27FC236}">
                <a16:creationId xmlns:a16="http://schemas.microsoft.com/office/drawing/2014/main" id="{8E2EEF59-5BAB-4F74-8140-FD46341D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685098"/>
            <a:ext cx="9525" cy="696278"/>
          </a:xfrm>
          <a:custGeom xmlns:a="http://schemas.openxmlformats.org/drawingml/2006/main">
            <a:pathLst>
              <a:path w="9525" h="696278">
                <a:moveTo>
                  <a:pt x="0" y="69627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5" name="sample">
            <a:extLst xmlns:a="http://schemas.openxmlformats.org/drawingml/2006/main">
              <a:ext uri="{FF2B5EF4-FFF2-40B4-BE49-F238E27FC236}">
                <a16:creationId xmlns:a16="http://schemas.microsoft.com/office/drawing/2014/main" id="{EEDD0C4F-BAD5-4484-8E6F-E95B9CC7C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563" y="263271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6" name="line">
            <a:extLst xmlns:a="http://schemas.openxmlformats.org/drawingml/2006/main">
              <a:ext uri="{FF2B5EF4-FFF2-40B4-BE49-F238E27FC236}">
                <a16:creationId xmlns:a16="http://schemas.microsoft.com/office/drawing/2014/main" id="{06287FA8-E9DE-465B-BC5B-629FC95E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79408"/>
            <a:ext cx="9525" cy="501967"/>
          </a:xfrm>
          <a:custGeom xmlns:a="http://schemas.openxmlformats.org/drawingml/2006/main">
            <a:pathLst>
              <a:path w="9525" h="501967">
                <a:moveTo>
                  <a:pt x="0" y="50196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7" name="sample">
            <a:extLst xmlns:a="http://schemas.openxmlformats.org/drawingml/2006/main">
              <a:ext uri="{FF2B5EF4-FFF2-40B4-BE49-F238E27FC236}">
                <a16:creationId xmlns:a16="http://schemas.microsoft.com/office/drawing/2014/main" id="{63256807-925D-47D0-B853-1D6DC2BB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2763" y="282702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8" name="line">
            <a:extLst xmlns:a="http://schemas.openxmlformats.org/drawingml/2006/main">
              <a:ext uri="{FF2B5EF4-FFF2-40B4-BE49-F238E27FC236}">
                <a16:creationId xmlns:a16="http://schemas.microsoft.com/office/drawing/2014/main" id="{E6A6E750-B455-41BF-AA17-8C761AAD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381375"/>
            <a:ext cx="9525" cy="307658"/>
          </a:xfrm>
          <a:custGeom xmlns:a="http://schemas.openxmlformats.org/drawingml/2006/main">
            <a:pathLst>
              <a:path w="9525" h="307658">
                <a:moveTo>
                  <a:pt x="0" y="0"/>
                </a:moveTo>
                <a:lnTo>
                  <a:pt x="0" y="30765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9" name="sample">
            <a:extLst xmlns:a="http://schemas.openxmlformats.org/drawingml/2006/main">
              <a:ext uri="{FF2B5EF4-FFF2-40B4-BE49-F238E27FC236}">
                <a16:creationId xmlns:a16="http://schemas.microsoft.com/office/drawing/2014/main" id="{687BC493-6AAD-4EC2-B726-8E8092FDD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0963" y="363664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30" name="line">
            <a:extLst xmlns:a="http://schemas.openxmlformats.org/drawingml/2006/main">
              <a:ext uri="{FF2B5EF4-FFF2-40B4-BE49-F238E27FC236}">
                <a16:creationId xmlns:a16="http://schemas.microsoft.com/office/drawing/2014/main" id="{358F6F08-0090-4B67-ABC0-D9C86E15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381375"/>
            <a:ext cx="9525" cy="574834"/>
          </a:xfrm>
          <a:custGeom xmlns:a="http://schemas.openxmlformats.org/drawingml/2006/main">
            <a:pathLst>
              <a:path w="9525" h="574834">
                <a:moveTo>
                  <a:pt x="0" y="0"/>
                </a:moveTo>
                <a:lnTo>
                  <a:pt x="0" y="57483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1" name="sample">
            <a:extLst xmlns:a="http://schemas.openxmlformats.org/drawingml/2006/main">
              <a:ext uri="{FF2B5EF4-FFF2-40B4-BE49-F238E27FC236}">
                <a16:creationId xmlns:a16="http://schemas.microsoft.com/office/drawing/2014/main" id="{090D7BF1-557E-4DE9-A145-76F67ACA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9163" y="3903821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32" name="plot-caption">
            <a:extLst xmlns:a="http://schemas.openxmlformats.org/drawingml/2006/main">
              <a:ext uri="{FF2B5EF4-FFF2-40B4-BE49-F238E27FC236}">
                <a16:creationId xmlns:a16="http://schemas.microsoft.com/office/drawing/2014/main" id="{3A897210-B9FF-4E29-B248-46BBECC9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145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每秒取1次</a:t>
            </a:r>
          </a:p>
        </p:txBody>
      </p:sp>
      <p:sp>
        <p:nvSpPr>
          <p:cNvPr id="33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49B3D9AD-5184-494B-9C1F-37736223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457450"/>
            <a:ext cx="9525" cy="1809750"/>
          </a:xfrm>
          <a:custGeom xmlns:a="http://schemas.openxmlformats.org/drawingml/2006/main">
            <a:pathLst>
              <a:path w="9525" h="1809750">
                <a:moveTo>
                  <a:pt x="0" y="0"/>
                </a:moveTo>
                <a:lnTo>
                  <a:pt x="0" y="18097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34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A8A3FE52-BC90-4F9A-9424-1F35DC1A9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381375"/>
            <a:ext cx="4305300" cy="9525"/>
          </a:xfrm>
          <a:custGeom xmlns:a="http://schemas.openxmlformats.org/drawingml/2006/main">
            <a:pathLst>
              <a:path w="4305300" h="9525">
                <a:moveTo>
                  <a:pt x="0" y="0"/>
                </a:moveTo>
                <a:lnTo>
                  <a:pt x="430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35" name="time-axis">
            <a:extLst xmlns:a="http://schemas.openxmlformats.org/drawingml/2006/main">
              <a:ext uri="{FF2B5EF4-FFF2-40B4-BE49-F238E27FC236}">
                <a16:creationId xmlns:a16="http://schemas.microsoft.com/office/drawing/2014/main" id="{D58EC972-01AF-4648-A385-F476C7A46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267200"/>
            <a:ext cx="4305300" cy="9525"/>
          </a:xfrm>
          <a:custGeom xmlns:a="http://schemas.openxmlformats.org/drawingml/2006/main">
            <a:pathLst>
              <a:path w="4305300" h="9525">
                <a:moveTo>
                  <a:pt x="0" y="0"/>
                </a:moveTo>
                <a:lnTo>
                  <a:pt x="430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36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A4E2947B-E900-4180-91E2-829C0C7BE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12737"/>
            <a:ext cx="4191000" cy="1349827"/>
          </a:xfrm>
          <a:custGeom xmlns:a="http://schemas.openxmlformats.org/drawingml/2006/main">
            <a:pathLst>
              <a:path w="4191000" h="1349827">
                <a:moveTo>
                  <a:pt x="0" y="1076295"/>
                </a:moveTo>
                <a:lnTo>
                  <a:pt x="20955" y="1065419"/>
                </a:lnTo>
                <a:lnTo>
                  <a:pt x="41910" y="1053083"/>
                </a:lnTo>
                <a:lnTo>
                  <a:pt x="62865" y="1039367"/>
                </a:lnTo>
                <a:lnTo>
                  <a:pt x="83820" y="1024350"/>
                </a:lnTo>
                <a:lnTo>
                  <a:pt x="104775" y="1008110"/>
                </a:lnTo>
                <a:lnTo>
                  <a:pt x="125730" y="990726"/>
                </a:lnTo>
                <a:lnTo>
                  <a:pt x="146685" y="972278"/>
                </a:lnTo>
                <a:lnTo>
                  <a:pt x="167640" y="952844"/>
                </a:lnTo>
                <a:lnTo>
                  <a:pt x="188595" y="932503"/>
                </a:lnTo>
                <a:lnTo>
                  <a:pt x="209550" y="911334"/>
                </a:lnTo>
                <a:lnTo>
                  <a:pt x="230505" y="889417"/>
                </a:lnTo>
                <a:lnTo>
                  <a:pt x="251460" y="866829"/>
                </a:lnTo>
                <a:lnTo>
                  <a:pt x="272415" y="843651"/>
                </a:lnTo>
                <a:lnTo>
                  <a:pt x="293370" y="819960"/>
                </a:lnTo>
                <a:lnTo>
                  <a:pt x="314325" y="795836"/>
                </a:lnTo>
                <a:lnTo>
                  <a:pt x="335280" y="771358"/>
                </a:lnTo>
                <a:lnTo>
                  <a:pt x="356235" y="746605"/>
                </a:lnTo>
                <a:lnTo>
                  <a:pt x="377190" y="721655"/>
                </a:lnTo>
                <a:lnTo>
                  <a:pt x="398145" y="696588"/>
                </a:lnTo>
                <a:lnTo>
                  <a:pt x="419100" y="671483"/>
                </a:lnTo>
                <a:lnTo>
                  <a:pt x="440055" y="645247"/>
                </a:lnTo>
                <a:lnTo>
                  <a:pt x="461010" y="616926"/>
                </a:lnTo>
                <a:lnTo>
                  <a:pt x="481965" y="586802"/>
                </a:lnTo>
                <a:lnTo>
                  <a:pt x="502920" y="555156"/>
                </a:lnTo>
                <a:lnTo>
                  <a:pt x="523875" y="522271"/>
                </a:lnTo>
                <a:lnTo>
                  <a:pt x="544830" y="488431"/>
                </a:lnTo>
                <a:lnTo>
                  <a:pt x="565785" y="453916"/>
                </a:lnTo>
                <a:lnTo>
                  <a:pt x="586740" y="419009"/>
                </a:lnTo>
                <a:lnTo>
                  <a:pt x="607695" y="383993"/>
                </a:lnTo>
                <a:lnTo>
                  <a:pt x="628650" y="349151"/>
                </a:lnTo>
                <a:lnTo>
                  <a:pt x="649605" y="314763"/>
                </a:lnTo>
                <a:lnTo>
                  <a:pt x="670560" y="281114"/>
                </a:lnTo>
                <a:lnTo>
                  <a:pt x="691515" y="248485"/>
                </a:lnTo>
                <a:lnTo>
                  <a:pt x="712470" y="217158"/>
                </a:lnTo>
                <a:lnTo>
                  <a:pt x="733425" y="187416"/>
                </a:lnTo>
                <a:lnTo>
                  <a:pt x="754380" y="159541"/>
                </a:lnTo>
                <a:lnTo>
                  <a:pt x="775335" y="133815"/>
                </a:lnTo>
                <a:lnTo>
                  <a:pt x="796290" y="110522"/>
                </a:lnTo>
                <a:lnTo>
                  <a:pt x="817245" y="89943"/>
                </a:lnTo>
                <a:lnTo>
                  <a:pt x="838200" y="72360"/>
                </a:lnTo>
                <a:lnTo>
                  <a:pt x="859155" y="57405"/>
                </a:lnTo>
                <a:lnTo>
                  <a:pt x="880110" y="44448"/>
                </a:lnTo>
                <a:lnTo>
                  <a:pt x="901065" y="33384"/>
                </a:lnTo>
                <a:lnTo>
                  <a:pt x="922020" y="24107"/>
                </a:lnTo>
                <a:lnTo>
                  <a:pt x="942975" y="16509"/>
                </a:lnTo>
                <a:lnTo>
                  <a:pt x="963930" y="10485"/>
                </a:lnTo>
                <a:lnTo>
                  <a:pt x="984885" y="5928"/>
                </a:lnTo>
                <a:lnTo>
                  <a:pt x="1005840" y="2732"/>
                </a:lnTo>
                <a:lnTo>
                  <a:pt x="1026795" y="792"/>
                </a:lnTo>
                <a:lnTo>
                  <a:pt x="1047750" y="0"/>
                </a:lnTo>
                <a:lnTo>
                  <a:pt x="1068705" y="250"/>
                </a:lnTo>
                <a:lnTo>
                  <a:pt x="1089660" y="1437"/>
                </a:lnTo>
                <a:lnTo>
                  <a:pt x="1110615" y="3454"/>
                </a:lnTo>
                <a:lnTo>
                  <a:pt x="1131570" y="6194"/>
                </a:lnTo>
                <a:lnTo>
                  <a:pt x="1152525" y="9551"/>
                </a:lnTo>
                <a:lnTo>
                  <a:pt x="1173480" y="13420"/>
                </a:lnTo>
                <a:lnTo>
                  <a:pt x="1194435" y="17693"/>
                </a:lnTo>
                <a:lnTo>
                  <a:pt x="1215390" y="22265"/>
                </a:lnTo>
                <a:lnTo>
                  <a:pt x="1236345" y="27029"/>
                </a:lnTo>
                <a:lnTo>
                  <a:pt x="1257300" y="31879"/>
                </a:lnTo>
                <a:lnTo>
                  <a:pt x="1278255" y="37167"/>
                </a:lnTo>
                <a:lnTo>
                  <a:pt x="1299210" y="43299"/>
                </a:lnTo>
                <a:lnTo>
                  <a:pt x="1320165" y="50246"/>
                </a:lnTo>
                <a:lnTo>
                  <a:pt x="1341120" y="57981"/>
                </a:lnTo>
                <a:lnTo>
                  <a:pt x="1362075" y="66478"/>
                </a:lnTo>
                <a:lnTo>
                  <a:pt x="1383030" y="75708"/>
                </a:lnTo>
                <a:lnTo>
                  <a:pt x="1403985" y="85645"/>
                </a:lnTo>
                <a:lnTo>
                  <a:pt x="1424940" y="96260"/>
                </a:lnTo>
                <a:lnTo>
                  <a:pt x="1445895" y="107528"/>
                </a:lnTo>
                <a:lnTo>
                  <a:pt x="1466850" y="119420"/>
                </a:lnTo>
                <a:lnTo>
                  <a:pt x="1487805" y="131909"/>
                </a:lnTo>
                <a:lnTo>
                  <a:pt x="1508760" y="144967"/>
                </a:lnTo>
                <a:lnTo>
                  <a:pt x="1529715" y="158569"/>
                </a:lnTo>
                <a:lnTo>
                  <a:pt x="1550670" y="172685"/>
                </a:lnTo>
                <a:lnTo>
                  <a:pt x="1571625" y="187289"/>
                </a:lnTo>
                <a:lnTo>
                  <a:pt x="1592580" y="202354"/>
                </a:lnTo>
                <a:lnTo>
                  <a:pt x="1613535" y="217851"/>
                </a:lnTo>
                <a:lnTo>
                  <a:pt x="1634490" y="233755"/>
                </a:lnTo>
                <a:lnTo>
                  <a:pt x="1655445" y="250037"/>
                </a:lnTo>
                <a:lnTo>
                  <a:pt x="1676400" y="266670"/>
                </a:lnTo>
                <a:lnTo>
                  <a:pt x="1697355" y="284040"/>
                </a:lnTo>
                <a:lnTo>
                  <a:pt x="1718310" y="302484"/>
                </a:lnTo>
                <a:lnTo>
                  <a:pt x="1739265" y="321901"/>
                </a:lnTo>
                <a:lnTo>
                  <a:pt x="1760220" y="342192"/>
                </a:lnTo>
                <a:lnTo>
                  <a:pt x="1781175" y="363256"/>
                </a:lnTo>
                <a:lnTo>
                  <a:pt x="1802130" y="384993"/>
                </a:lnTo>
                <a:lnTo>
                  <a:pt x="1823085" y="407303"/>
                </a:lnTo>
                <a:lnTo>
                  <a:pt x="1844040" y="430085"/>
                </a:lnTo>
                <a:lnTo>
                  <a:pt x="1864995" y="453240"/>
                </a:lnTo>
                <a:lnTo>
                  <a:pt x="1885950" y="476667"/>
                </a:lnTo>
                <a:lnTo>
                  <a:pt x="1906905" y="500266"/>
                </a:lnTo>
                <a:lnTo>
                  <a:pt x="1927860" y="523937"/>
                </a:lnTo>
                <a:lnTo>
                  <a:pt x="1948815" y="547579"/>
                </a:lnTo>
                <a:lnTo>
                  <a:pt x="1969770" y="571093"/>
                </a:lnTo>
                <a:lnTo>
                  <a:pt x="1990725" y="594379"/>
                </a:lnTo>
                <a:lnTo>
                  <a:pt x="2011680" y="617335"/>
                </a:lnTo>
                <a:lnTo>
                  <a:pt x="2032635" y="639862"/>
                </a:lnTo>
                <a:lnTo>
                  <a:pt x="2053590" y="661860"/>
                </a:lnTo>
                <a:lnTo>
                  <a:pt x="2074545" y="683229"/>
                </a:lnTo>
                <a:lnTo>
                  <a:pt x="2095500" y="703868"/>
                </a:lnTo>
                <a:lnTo>
                  <a:pt x="2116455" y="724316"/>
                </a:lnTo>
                <a:lnTo>
                  <a:pt x="2137410" y="745118"/>
                </a:lnTo>
                <a:lnTo>
                  <a:pt x="2158365" y="766184"/>
                </a:lnTo>
                <a:lnTo>
                  <a:pt x="2179320" y="787421"/>
                </a:lnTo>
                <a:lnTo>
                  <a:pt x="2200275" y="808739"/>
                </a:lnTo>
                <a:lnTo>
                  <a:pt x="2221230" y="830048"/>
                </a:lnTo>
                <a:lnTo>
                  <a:pt x="2242185" y="851255"/>
                </a:lnTo>
                <a:lnTo>
                  <a:pt x="2263140" y="872270"/>
                </a:lnTo>
                <a:lnTo>
                  <a:pt x="2284095" y="893001"/>
                </a:lnTo>
                <a:lnTo>
                  <a:pt x="2305050" y="913358"/>
                </a:lnTo>
                <a:lnTo>
                  <a:pt x="2326005" y="933250"/>
                </a:lnTo>
                <a:lnTo>
                  <a:pt x="2346960" y="952585"/>
                </a:lnTo>
                <a:lnTo>
                  <a:pt x="2367915" y="971272"/>
                </a:lnTo>
                <a:lnTo>
                  <a:pt x="2388870" y="989220"/>
                </a:lnTo>
                <a:lnTo>
                  <a:pt x="2409825" y="1006339"/>
                </a:lnTo>
                <a:lnTo>
                  <a:pt x="2430780" y="1022536"/>
                </a:lnTo>
                <a:lnTo>
                  <a:pt x="2451735" y="1037722"/>
                </a:lnTo>
                <a:lnTo>
                  <a:pt x="2472690" y="1051804"/>
                </a:lnTo>
                <a:lnTo>
                  <a:pt x="2493645" y="1064692"/>
                </a:lnTo>
                <a:lnTo>
                  <a:pt x="2514600" y="1076295"/>
                </a:lnTo>
                <a:lnTo>
                  <a:pt x="2535555" y="1086312"/>
                </a:lnTo>
                <a:lnTo>
                  <a:pt x="2556510" y="1094613"/>
                </a:lnTo>
                <a:lnTo>
                  <a:pt x="2577465" y="1101366"/>
                </a:lnTo>
                <a:lnTo>
                  <a:pt x="2598420" y="1106737"/>
                </a:lnTo>
                <a:lnTo>
                  <a:pt x="2619375" y="1110894"/>
                </a:lnTo>
                <a:lnTo>
                  <a:pt x="2640330" y="1114004"/>
                </a:lnTo>
                <a:lnTo>
                  <a:pt x="2661285" y="1116233"/>
                </a:lnTo>
                <a:lnTo>
                  <a:pt x="2682240" y="1117748"/>
                </a:lnTo>
                <a:lnTo>
                  <a:pt x="2703195" y="1118717"/>
                </a:lnTo>
                <a:lnTo>
                  <a:pt x="2724150" y="1119307"/>
                </a:lnTo>
                <a:lnTo>
                  <a:pt x="2745105" y="1119684"/>
                </a:lnTo>
                <a:lnTo>
                  <a:pt x="2766060" y="1120015"/>
                </a:lnTo>
                <a:lnTo>
                  <a:pt x="2787015" y="1120468"/>
                </a:lnTo>
                <a:lnTo>
                  <a:pt x="2807970" y="1121209"/>
                </a:lnTo>
                <a:lnTo>
                  <a:pt x="2828925" y="1122406"/>
                </a:lnTo>
                <a:lnTo>
                  <a:pt x="2849880" y="1124225"/>
                </a:lnTo>
                <a:lnTo>
                  <a:pt x="2870835" y="1126834"/>
                </a:lnTo>
                <a:lnTo>
                  <a:pt x="2891790" y="1130398"/>
                </a:lnTo>
                <a:lnTo>
                  <a:pt x="2912745" y="1135087"/>
                </a:lnTo>
                <a:lnTo>
                  <a:pt x="2933700" y="1141065"/>
                </a:lnTo>
                <a:lnTo>
                  <a:pt x="2954655" y="1148878"/>
                </a:lnTo>
                <a:lnTo>
                  <a:pt x="2975610" y="1158756"/>
                </a:lnTo>
                <a:lnTo>
                  <a:pt x="2996565" y="1170394"/>
                </a:lnTo>
                <a:lnTo>
                  <a:pt x="3017520" y="1183490"/>
                </a:lnTo>
                <a:lnTo>
                  <a:pt x="3038475" y="1197739"/>
                </a:lnTo>
                <a:lnTo>
                  <a:pt x="3059430" y="1212838"/>
                </a:lnTo>
                <a:lnTo>
                  <a:pt x="3080385" y="1228484"/>
                </a:lnTo>
                <a:lnTo>
                  <a:pt x="3101340" y="1244373"/>
                </a:lnTo>
                <a:lnTo>
                  <a:pt x="3122295" y="1260202"/>
                </a:lnTo>
                <a:lnTo>
                  <a:pt x="3143250" y="1275665"/>
                </a:lnTo>
                <a:lnTo>
                  <a:pt x="3164205" y="1290461"/>
                </a:lnTo>
                <a:lnTo>
                  <a:pt x="3185160" y="1304286"/>
                </a:lnTo>
                <a:lnTo>
                  <a:pt x="3206115" y="1316835"/>
                </a:lnTo>
                <a:lnTo>
                  <a:pt x="3227070" y="1327805"/>
                </a:lnTo>
                <a:lnTo>
                  <a:pt x="3248025" y="1336893"/>
                </a:lnTo>
                <a:lnTo>
                  <a:pt x="3268980" y="1343795"/>
                </a:lnTo>
                <a:lnTo>
                  <a:pt x="3289935" y="1348208"/>
                </a:lnTo>
                <a:lnTo>
                  <a:pt x="3310890" y="1349827"/>
                </a:lnTo>
                <a:lnTo>
                  <a:pt x="3331845" y="1348349"/>
                </a:lnTo>
                <a:lnTo>
                  <a:pt x="3352800" y="1343471"/>
                </a:lnTo>
                <a:lnTo>
                  <a:pt x="3373755" y="1334837"/>
                </a:lnTo>
                <a:lnTo>
                  <a:pt x="3394710" y="1322526"/>
                </a:lnTo>
                <a:lnTo>
                  <a:pt x="3415665" y="1306893"/>
                </a:lnTo>
                <a:lnTo>
                  <a:pt x="3436620" y="1288287"/>
                </a:lnTo>
                <a:lnTo>
                  <a:pt x="3457575" y="1267063"/>
                </a:lnTo>
                <a:lnTo>
                  <a:pt x="3478530" y="1243572"/>
                </a:lnTo>
                <a:lnTo>
                  <a:pt x="3499485" y="1218166"/>
                </a:lnTo>
                <a:lnTo>
                  <a:pt x="3520440" y="1191197"/>
                </a:lnTo>
                <a:lnTo>
                  <a:pt x="3541395" y="1163018"/>
                </a:lnTo>
                <a:lnTo>
                  <a:pt x="3562350" y="1133981"/>
                </a:lnTo>
                <a:lnTo>
                  <a:pt x="3583305" y="1104438"/>
                </a:lnTo>
                <a:lnTo>
                  <a:pt x="3604260" y="1074741"/>
                </a:lnTo>
                <a:lnTo>
                  <a:pt x="3625215" y="1045242"/>
                </a:lnTo>
                <a:lnTo>
                  <a:pt x="3646170" y="1016294"/>
                </a:lnTo>
                <a:lnTo>
                  <a:pt x="3667125" y="988249"/>
                </a:lnTo>
                <a:lnTo>
                  <a:pt x="3688080" y="961458"/>
                </a:lnTo>
                <a:lnTo>
                  <a:pt x="3709035" y="936275"/>
                </a:lnTo>
                <a:lnTo>
                  <a:pt x="3729990" y="913051"/>
                </a:lnTo>
                <a:lnTo>
                  <a:pt x="3750945" y="892138"/>
                </a:lnTo>
                <a:lnTo>
                  <a:pt x="3771900" y="873889"/>
                </a:lnTo>
                <a:lnTo>
                  <a:pt x="3792855" y="857500"/>
                </a:lnTo>
                <a:lnTo>
                  <a:pt x="3813810" y="841917"/>
                </a:lnTo>
                <a:lnTo>
                  <a:pt x="3834765" y="827115"/>
                </a:lnTo>
                <a:lnTo>
                  <a:pt x="3855720" y="813070"/>
                </a:lnTo>
                <a:lnTo>
                  <a:pt x="3876675" y="799758"/>
                </a:lnTo>
                <a:lnTo>
                  <a:pt x="3897630" y="787154"/>
                </a:lnTo>
                <a:lnTo>
                  <a:pt x="3918585" y="775234"/>
                </a:lnTo>
                <a:lnTo>
                  <a:pt x="3939540" y="763974"/>
                </a:lnTo>
                <a:lnTo>
                  <a:pt x="3960495" y="753350"/>
                </a:lnTo>
                <a:lnTo>
                  <a:pt x="3981450" y="743337"/>
                </a:lnTo>
                <a:lnTo>
                  <a:pt x="4002405" y="733911"/>
                </a:lnTo>
                <a:lnTo>
                  <a:pt x="4023360" y="725048"/>
                </a:lnTo>
                <a:lnTo>
                  <a:pt x="4044315" y="716723"/>
                </a:lnTo>
                <a:lnTo>
                  <a:pt x="4065270" y="708912"/>
                </a:lnTo>
                <a:lnTo>
                  <a:pt x="4086225" y="701591"/>
                </a:lnTo>
                <a:lnTo>
                  <a:pt x="4107180" y="694735"/>
                </a:lnTo>
                <a:lnTo>
                  <a:pt x="4128135" y="688321"/>
                </a:lnTo>
                <a:lnTo>
                  <a:pt x="4149090" y="682324"/>
                </a:lnTo>
                <a:lnTo>
                  <a:pt x="4170045" y="676719"/>
                </a:lnTo>
                <a:lnTo>
                  <a:pt x="4191000" y="671483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62626"/>
            </a:solidFill>
          </a:ln>
        </p:spPr>
      </p:sp>
      <p:sp>
        <p:nvSpPr>
          <p:cNvPr id="37" name="time-label">
            <a:extLst xmlns:a="http://schemas.openxmlformats.org/drawingml/2006/main">
              <a:ext uri="{FF2B5EF4-FFF2-40B4-BE49-F238E27FC236}">
                <a16:creationId xmlns:a16="http://schemas.microsoft.com/office/drawing/2014/main" id="{B3B2CA04-725A-4CD3-8723-5ABBFDB4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6005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38" name="line">
            <a:extLst xmlns:a="http://schemas.openxmlformats.org/drawingml/2006/main">
              <a:ext uri="{FF2B5EF4-FFF2-40B4-BE49-F238E27FC236}">
                <a16:creationId xmlns:a16="http://schemas.microsoft.com/office/drawing/2014/main" id="{71D15B20-9AC1-478A-9CB3-A856E1F03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39" name="time-tick">
            <a:extLst xmlns:a="http://schemas.openxmlformats.org/drawingml/2006/main">
              <a:ext uri="{FF2B5EF4-FFF2-40B4-BE49-F238E27FC236}">
                <a16:creationId xmlns:a16="http://schemas.microsoft.com/office/drawing/2014/main" id="{B9A43AE0-2A0E-442C-A467-8DB790FD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40" name="line">
            <a:extLst xmlns:a="http://schemas.openxmlformats.org/drawingml/2006/main">
              <a:ext uri="{FF2B5EF4-FFF2-40B4-BE49-F238E27FC236}">
                <a16:creationId xmlns:a16="http://schemas.microsoft.com/office/drawing/2014/main" id="{BEEB8FC5-BC5A-4682-B9A4-DE5E6FEF3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41" name="time-tick">
            <a:extLst xmlns:a="http://schemas.openxmlformats.org/drawingml/2006/main">
              <a:ext uri="{FF2B5EF4-FFF2-40B4-BE49-F238E27FC236}">
                <a16:creationId xmlns:a16="http://schemas.microsoft.com/office/drawing/2014/main" id="{B8D209DA-42A9-48BF-A9A8-6401DD7D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42" name="line">
            <a:extLst xmlns:a="http://schemas.openxmlformats.org/drawingml/2006/main">
              <a:ext uri="{FF2B5EF4-FFF2-40B4-BE49-F238E27FC236}">
                <a16:creationId xmlns:a16="http://schemas.microsoft.com/office/drawing/2014/main" id="{95F3E2EF-F5F9-427C-B02F-5E403C966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43" name="time-tick">
            <a:extLst xmlns:a="http://schemas.openxmlformats.org/drawingml/2006/main">
              <a:ext uri="{FF2B5EF4-FFF2-40B4-BE49-F238E27FC236}">
                <a16:creationId xmlns:a16="http://schemas.microsoft.com/office/drawing/2014/main" id="{629A7855-6DA2-47B9-B665-9CBF8D1E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44" name="line">
            <a:extLst xmlns:a="http://schemas.openxmlformats.org/drawingml/2006/main">
              <a:ext uri="{FF2B5EF4-FFF2-40B4-BE49-F238E27FC236}">
                <a16:creationId xmlns:a16="http://schemas.microsoft.com/office/drawing/2014/main" id="{3B74AABA-3F02-4EEE-A493-14A10626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45" name="time-tick">
            <a:extLst xmlns:a="http://schemas.openxmlformats.org/drawingml/2006/main">
              <a:ext uri="{FF2B5EF4-FFF2-40B4-BE49-F238E27FC236}">
                <a16:creationId xmlns:a16="http://schemas.microsoft.com/office/drawing/2014/main" id="{0E91CEB7-0136-4835-B9A2-6B07A6857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46" name="line">
            <a:extLst xmlns:a="http://schemas.openxmlformats.org/drawingml/2006/main">
              <a:ext uri="{FF2B5EF4-FFF2-40B4-BE49-F238E27FC236}">
                <a16:creationId xmlns:a16="http://schemas.microsoft.com/office/drawing/2014/main" id="{BE2D5FC3-DA8F-4ED3-901A-14E33EB4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47" name="time-tick">
            <a:extLst xmlns:a="http://schemas.openxmlformats.org/drawingml/2006/main">
              <a:ext uri="{FF2B5EF4-FFF2-40B4-BE49-F238E27FC236}">
                <a16:creationId xmlns:a16="http://schemas.microsoft.com/office/drawing/2014/main" id="{D217A2D1-F34B-4975-89EF-4D81051DB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48" name="line">
            <a:extLst xmlns:a="http://schemas.openxmlformats.org/drawingml/2006/main">
              <a:ext uri="{FF2B5EF4-FFF2-40B4-BE49-F238E27FC236}">
                <a16:creationId xmlns:a16="http://schemas.microsoft.com/office/drawing/2014/main" id="{0AAA53D6-5018-4F72-A9C1-5D148FCC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49" name="time-tick">
            <a:extLst xmlns:a="http://schemas.openxmlformats.org/drawingml/2006/main">
              <a:ext uri="{FF2B5EF4-FFF2-40B4-BE49-F238E27FC236}">
                <a16:creationId xmlns:a16="http://schemas.microsoft.com/office/drawing/2014/main" id="{D3FBDEF9-70A5-4E55-82F6-3ACF906E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  <p:sp>
        <p:nvSpPr>
          <p:cNvPr id="50" name="line">
            <a:extLst xmlns:a="http://schemas.openxmlformats.org/drawingml/2006/main">
              <a:ext uri="{FF2B5EF4-FFF2-40B4-BE49-F238E27FC236}">
                <a16:creationId xmlns:a16="http://schemas.microsoft.com/office/drawing/2014/main" id="{8E9D0E8D-669B-4BB8-8F6F-5E0FA37F6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381375"/>
            <a:ext cx="9525" cy="307658"/>
          </a:xfrm>
          <a:custGeom xmlns:a="http://schemas.openxmlformats.org/drawingml/2006/main">
            <a:pathLst>
              <a:path w="9525" h="307658">
                <a:moveTo>
                  <a:pt x="0" y="0"/>
                </a:moveTo>
                <a:lnTo>
                  <a:pt x="0" y="30765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1" name="sample">
            <a:extLst xmlns:a="http://schemas.openxmlformats.org/drawingml/2006/main">
              <a:ext uri="{FF2B5EF4-FFF2-40B4-BE49-F238E27FC236}">
                <a16:creationId xmlns:a16="http://schemas.microsoft.com/office/drawing/2014/main" id="{2C433A70-06B3-4716-A677-30648677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3738" y="363664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52" name="line">
            <a:extLst xmlns:a="http://schemas.openxmlformats.org/drawingml/2006/main">
              <a:ext uri="{FF2B5EF4-FFF2-40B4-BE49-F238E27FC236}">
                <a16:creationId xmlns:a16="http://schemas.microsoft.com/office/drawing/2014/main" id="{71C3FC76-A1CD-4A45-ABD8-B3373943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284220"/>
            <a:ext cx="9525" cy="97155"/>
          </a:xfrm>
          <a:custGeom xmlns:a="http://schemas.openxmlformats.org/drawingml/2006/main">
            <a:pathLst>
              <a:path w="9525" h="97155">
                <a:moveTo>
                  <a:pt x="0" y="971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3" name="sample">
            <a:extLst xmlns:a="http://schemas.openxmlformats.org/drawingml/2006/main">
              <a:ext uri="{FF2B5EF4-FFF2-40B4-BE49-F238E27FC236}">
                <a16:creationId xmlns:a16="http://schemas.microsoft.com/office/drawing/2014/main" id="{7CC565DD-4EB4-4D4D-8D29-D2E016C6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2838" y="323183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54" name="line">
            <a:extLst xmlns:a="http://schemas.openxmlformats.org/drawingml/2006/main">
              <a:ext uri="{FF2B5EF4-FFF2-40B4-BE49-F238E27FC236}">
                <a16:creationId xmlns:a16="http://schemas.microsoft.com/office/drawing/2014/main" id="{5A1B36EF-C11A-4607-A1F2-A2540C325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685098"/>
            <a:ext cx="9525" cy="696278"/>
          </a:xfrm>
          <a:custGeom xmlns:a="http://schemas.openxmlformats.org/drawingml/2006/main">
            <a:pathLst>
              <a:path w="9525" h="696278">
                <a:moveTo>
                  <a:pt x="0" y="69627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5" name="sample">
            <a:extLst xmlns:a="http://schemas.openxmlformats.org/drawingml/2006/main">
              <a:ext uri="{FF2B5EF4-FFF2-40B4-BE49-F238E27FC236}">
                <a16:creationId xmlns:a16="http://schemas.microsoft.com/office/drawing/2014/main" id="{33F5BEAE-8D47-4609-B5AF-D27A5CC1F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1938" y="263271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56" name="line">
            <a:extLst xmlns:a="http://schemas.openxmlformats.org/drawingml/2006/main">
              <a:ext uri="{FF2B5EF4-FFF2-40B4-BE49-F238E27FC236}">
                <a16:creationId xmlns:a16="http://schemas.microsoft.com/office/drawing/2014/main" id="{3518BFD9-B172-4B19-B074-FC9F7FF3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644616"/>
            <a:ext cx="9525" cy="736759"/>
          </a:xfrm>
          <a:custGeom xmlns:a="http://schemas.openxmlformats.org/drawingml/2006/main">
            <a:pathLst>
              <a:path w="9525" h="736759">
                <a:moveTo>
                  <a:pt x="0" y="73675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7" name="sample">
            <a:extLst xmlns:a="http://schemas.openxmlformats.org/drawingml/2006/main">
              <a:ext uri="{FF2B5EF4-FFF2-40B4-BE49-F238E27FC236}">
                <a16:creationId xmlns:a16="http://schemas.microsoft.com/office/drawing/2014/main" id="{D9FDB649-FFE2-49D5-8BAC-893179C0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1038" y="259222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58" name="line">
            <a:extLst xmlns:a="http://schemas.openxmlformats.org/drawingml/2006/main">
              <a:ext uri="{FF2B5EF4-FFF2-40B4-BE49-F238E27FC236}">
                <a16:creationId xmlns:a16="http://schemas.microsoft.com/office/drawing/2014/main" id="{95BEA11D-4302-4426-8B00-68A5C69E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879408"/>
            <a:ext cx="9525" cy="501967"/>
          </a:xfrm>
          <a:custGeom xmlns:a="http://schemas.openxmlformats.org/drawingml/2006/main">
            <a:pathLst>
              <a:path w="9525" h="501967">
                <a:moveTo>
                  <a:pt x="0" y="50196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9" name="sample">
            <a:extLst xmlns:a="http://schemas.openxmlformats.org/drawingml/2006/main">
              <a:ext uri="{FF2B5EF4-FFF2-40B4-BE49-F238E27FC236}">
                <a16:creationId xmlns:a16="http://schemas.microsoft.com/office/drawing/2014/main" id="{2B468DA7-93C0-4C23-B9B1-34B52FE1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0138" y="282702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60" name="line">
            <a:extLst xmlns:a="http://schemas.openxmlformats.org/drawingml/2006/main">
              <a:ext uri="{FF2B5EF4-FFF2-40B4-BE49-F238E27FC236}">
                <a16:creationId xmlns:a16="http://schemas.microsoft.com/office/drawing/2014/main" id="{3B8394C8-698C-4A5C-86BA-A72D0A8F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316605"/>
            <a:ext cx="9525" cy="64770"/>
          </a:xfrm>
          <a:custGeom xmlns:a="http://schemas.openxmlformats.org/drawingml/2006/main">
            <a:pathLst>
              <a:path w="9525" h="64770">
                <a:moveTo>
                  <a:pt x="0" y="6477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1" name="sample">
            <a:extLst xmlns:a="http://schemas.openxmlformats.org/drawingml/2006/main">
              <a:ext uri="{FF2B5EF4-FFF2-40B4-BE49-F238E27FC236}">
                <a16:creationId xmlns:a16="http://schemas.microsoft.com/office/drawing/2014/main" id="{F92A5048-1804-4BAB-A784-C1487932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3264218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62" name="line">
            <a:extLst xmlns:a="http://schemas.openxmlformats.org/drawingml/2006/main">
              <a:ext uri="{FF2B5EF4-FFF2-40B4-BE49-F238E27FC236}">
                <a16:creationId xmlns:a16="http://schemas.microsoft.com/office/drawing/2014/main" id="{0082F167-C265-4777-BCE3-C2641CB9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381375"/>
            <a:ext cx="9525" cy="307658"/>
          </a:xfrm>
          <a:custGeom xmlns:a="http://schemas.openxmlformats.org/drawingml/2006/main">
            <a:pathLst>
              <a:path w="9525" h="307658">
                <a:moveTo>
                  <a:pt x="0" y="0"/>
                </a:moveTo>
                <a:lnTo>
                  <a:pt x="0" y="30765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3" name="sample">
            <a:extLst xmlns:a="http://schemas.openxmlformats.org/drawingml/2006/main">
              <a:ext uri="{FF2B5EF4-FFF2-40B4-BE49-F238E27FC236}">
                <a16:creationId xmlns:a16="http://schemas.microsoft.com/office/drawing/2014/main" id="{E283DA4B-EB22-4E06-8399-95010D48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338" y="363664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64" name="line">
            <a:extLst xmlns:a="http://schemas.openxmlformats.org/drawingml/2006/main">
              <a:ext uri="{FF2B5EF4-FFF2-40B4-BE49-F238E27FC236}">
                <a16:creationId xmlns:a16="http://schemas.microsoft.com/office/drawing/2014/main" id="{2F597214-C9AF-4252-92E7-606960865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381375"/>
            <a:ext cx="9525" cy="372428"/>
          </a:xfrm>
          <a:custGeom xmlns:a="http://schemas.openxmlformats.org/drawingml/2006/main">
            <a:pathLst>
              <a:path w="9525" h="372428">
                <a:moveTo>
                  <a:pt x="0" y="0"/>
                </a:moveTo>
                <a:lnTo>
                  <a:pt x="0" y="37242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5" name="sample">
            <a:extLst xmlns:a="http://schemas.openxmlformats.org/drawingml/2006/main">
              <a:ext uri="{FF2B5EF4-FFF2-40B4-BE49-F238E27FC236}">
                <a16:creationId xmlns:a16="http://schemas.microsoft.com/office/drawing/2014/main" id="{862ECB05-5136-42B8-AB3B-89D6276D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7438" y="370141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66" name="line">
            <a:extLst xmlns:a="http://schemas.openxmlformats.org/drawingml/2006/main">
              <a:ext uri="{FF2B5EF4-FFF2-40B4-BE49-F238E27FC236}">
                <a16:creationId xmlns:a16="http://schemas.microsoft.com/office/drawing/2014/main" id="{2757CD77-56E8-497C-8A76-C61487EA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3381375"/>
            <a:ext cx="9525" cy="574834"/>
          </a:xfrm>
          <a:custGeom xmlns:a="http://schemas.openxmlformats.org/drawingml/2006/main">
            <a:pathLst>
              <a:path w="9525" h="574834">
                <a:moveTo>
                  <a:pt x="0" y="0"/>
                </a:moveTo>
                <a:lnTo>
                  <a:pt x="0" y="57483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7" name="sample">
            <a:extLst xmlns:a="http://schemas.openxmlformats.org/drawingml/2006/main">
              <a:ext uri="{FF2B5EF4-FFF2-40B4-BE49-F238E27FC236}">
                <a16:creationId xmlns:a16="http://schemas.microsoft.com/office/drawing/2014/main" id="{CE8DE5AC-1980-4C6E-98BE-76A3DE50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538" y="3903821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68" name="line">
            <a:extLst xmlns:a="http://schemas.openxmlformats.org/drawingml/2006/main">
              <a:ext uri="{FF2B5EF4-FFF2-40B4-BE49-F238E27FC236}">
                <a16:creationId xmlns:a16="http://schemas.microsoft.com/office/drawing/2014/main" id="{20852A34-E2FB-4317-9850-F2BFFD6C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3381375"/>
            <a:ext cx="9525" cy="105251"/>
          </a:xfrm>
          <a:custGeom xmlns:a="http://schemas.openxmlformats.org/drawingml/2006/main">
            <a:pathLst>
              <a:path w="9525" h="105251">
                <a:moveTo>
                  <a:pt x="0" y="0"/>
                </a:moveTo>
                <a:lnTo>
                  <a:pt x="0" y="10525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9" name="sample">
            <a:extLst xmlns:a="http://schemas.openxmlformats.org/drawingml/2006/main">
              <a:ext uri="{FF2B5EF4-FFF2-40B4-BE49-F238E27FC236}">
                <a16:creationId xmlns:a16="http://schemas.microsoft.com/office/drawing/2014/main" id="{6D0A8E70-041F-4C50-B280-9AE43FD7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5638" y="343423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70" name="plot-caption">
            <a:extLst xmlns:a="http://schemas.openxmlformats.org/drawingml/2006/main">
              <a:ext uri="{FF2B5EF4-FFF2-40B4-BE49-F238E27FC236}">
                <a16:creationId xmlns:a16="http://schemas.microsoft.com/office/drawing/2014/main" id="{4E1AFEBE-2B40-463D-A2EE-9F06BD496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145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每秒取2次</a:t>
            </a:r>
          </a:p>
        </p:txBody>
      </p:sp>
      <p:sp>
        <p:nvSpPr>
          <p:cNvPr id="71" name="answer-1">
            <a:extLst xmlns:a="http://schemas.openxmlformats.org/drawingml/2006/main">
              <a:ext uri="{FF2B5EF4-FFF2-40B4-BE49-F238E27FC236}">
                <a16:creationId xmlns:a16="http://schemas.microsoft.com/office/drawing/2014/main" id="{047E1B98-3A47-40D1-9456-18A1D43F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 Hz：5个样本；2 Hz：10个样本。</a:t>
            </a:r>
          </a:p>
        </p:txBody>
      </p:sp>
      <p:sp>
        <p:nvSpPr>
          <p:cNvPr id="72" name="answer-2">
            <a:extLst xmlns:a="http://schemas.openxmlformats.org/drawingml/2006/main">
              <a:ext uri="{FF2B5EF4-FFF2-40B4-BE49-F238E27FC236}">
                <a16:creationId xmlns:a16="http://schemas.microsoft.com/office/drawing/2014/main" id="{A106A27F-B562-400D-990B-34E5C73EC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采样率＝每秒每声道取得的样本数。</a:t>
            </a:r>
          </a:p>
        </p:txBody>
      </p:sp>
    </p:spTree>
    <p:extLst>
      <p:ext uri="{BB962C8B-B14F-4D97-AF65-F5344CB8AC3E}">
        <p14:creationId xmlns:p14="http://schemas.microsoft.com/office/powerpoint/2010/main" val="19168932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FF01343D-D6E6-4F13-B43A-8C68CE99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60BB9522-476F-42F8-9D43-CF75B5CA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B12B39EB-C176-4555-8383-46B8417AA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采样率与时长，怎样决定记录数量？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925A10EA-A3CA-4100-AAC4-D9D28570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019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8C64E1"/>
            </a:solidFill>
          </a:ln>
        </p:spPr>
      </p:sp>
      <p:sp>
        <p:nvSpPr>
          <p:cNvPr id="5" name="tree-root-label">
            <a:extLst xmlns:a="http://schemas.openxmlformats.org/drawingml/2006/main">
              <a:ext uri="{FF2B5EF4-FFF2-40B4-BE49-F238E27FC236}">
                <a16:creationId xmlns:a16="http://schemas.microsoft.com/office/drawing/2014/main" id="{D7867284-72A0-4CA3-883C-35F07CEB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175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声音数字化</a:t>
            </a:r>
          </a:p>
        </p:txBody>
      </p:sp>
    </p:spTree>
    <p:extLst>
      <p:ext uri="{BB962C8B-B14F-4D97-AF65-F5344CB8AC3E}">
        <p14:creationId xmlns:p14="http://schemas.microsoft.com/office/powerpoint/2010/main" val="11654476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-rail">
            <a:extLst xmlns:a="http://schemas.openxmlformats.org/drawingml/2006/main">
              <a:ext uri="{FF2B5EF4-FFF2-40B4-BE49-F238E27FC236}">
                <a16:creationId xmlns:a16="http://schemas.microsoft.com/office/drawing/2014/main" id="{FF01343D-D6E6-4F13-B43A-8C68CE99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60BB9522-476F-42F8-9D43-CF75B5CA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B12B39EB-C176-4555-8383-46B8417AA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采样率与时长，怎样决定记录数量？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925A10EA-A3CA-4100-AAC4-D9D28570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019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8C64E1"/>
            </a:solidFill>
          </a:ln>
        </p:spPr>
      </p:sp>
      <p:sp>
        <p:nvSpPr>
          <p:cNvPr id="5" name="tree-root-label">
            <a:extLst xmlns:a="http://schemas.openxmlformats.org/drawingml/2006/main">
              <a:ext uri="{FF2B5EF4-FFF2-40B4-BE49-F238E27FC236}">
                <a16:creationId xmlns:a16="http://schemas.microsoft.com/office/drawing/2014/main" id="{D7867284-72A0-4CA3-883C-35F07CEB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175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声音数字化</a:t>
            </a:r>
          </a:p>
        </p:txBody>
      </p:sp>
      <p:sp>
        <p:nvSpPr>
          <p:cNvPr id="6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781C62F1-8D68-455E-A465-ADD8A2D29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7" name="tree-trunk-0">
            <a:extLst xmlns:a="http://schemas.openxmlformats.org/drawingml/2006/main">
              <a:ext uri="{FF2B5EF4-FFF2-40B4-BE49-F238E27FC236}">
                <a16:creationId xmlns:a16="http://schemas.microsoft.com/office/drawing/2014/main" id="{4C486C59-16C1-4616-B25B-62BBB7717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ree-relationship-0">
            <a:extLst xmlns:a="http://schemas.openxmlformats.org/drawingml/2006/main">
              <a:ext uri="{FF2B5EF4-FFF2-40B4-BE49-F238E27FC236}">
                <a16:creationId xmlns:a16="http://schemas.microsoft.com/office/drawing/2014/main" id="{4EB01BC6-96E3-4806-8335-81BABBFF7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9" name="tree-node-0">
            <a:extLst xmlns:a="http://schemas.openxmlformats.org/drawingml/2006/main">
              <a:ext uri="{FF2B5EF4-FFF2-40B4-BE49-F238E27FC236}">
                <a16:creationId xmlns:a16="http://schemas.microsoft.com/office/drawing/2014/main" id="{C853531A-61C2-4069-8472-D5239F1F7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7526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ree-heading-0">
            <a:extLst xmlns:a="http://schemas.openxmlformats.org/drawingml/2006/main">
              <a:ext uri="{FF2B5EF4-FFF2-40B4-BE49-F238E27FC236}">
                <a16:creationId xmlns:a16="http://schemas.microsoft.com/office/drawing/2014/main" id="{F7FE30C5-7C31-4F44-827F-94DCE616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288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</a:t>
            </a:r>
          </a:p>
        </p:txBody>
      </p:sp>
      <p:sp>
        <p:nvSpPr>
          <p:cNvPr id="11" name="tree-detail-0">
            <a:extLst xmlns:a="http://schemas.openxmlformats.org/drawingml/2006/main">
              <a:ext uri="{FF2B5EF4-FFF2-40B4-BE49-F238E27FC236}">
                <a16:creationId xmlns:a16="http://schemas.microsoft.com/office/drawing/2014/main" id="{39A1763A-1EEB-4DD2-B183-C315F41AD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90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按时刻取值</a:t>
            </a:r>
          </a:p>
        </p:txBody>
      </p:sp>
      <p:sp>
        <p:nvSpPr>
          <p:cNvPr id="12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20E8DB5E-68B1-4292-BB67-E8F79F0F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3" name="tree-relation-label-0">
            <a:extLst xmlns:a="http://schemas.openxmlformats.org/drawingml/2006/main">
              <a:ext uri="{FF2B5EF4-FFF2-40B4-BE49-F238E27FC236}">
                <a16:creationId xmlns:a16="http://schemas.microsoft.com/office/drawing/2014/main" id="{03B0A06B-7B9D-4F96-8672-DB0ADFCE1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288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 × 时长</a:t>
            </a:r>
          </a:p>
        </p:txBody>
      </p:sp>
      <p:sp>
        <p:nvSpPr>
          <p:cNvPr id="14" name="tree-relation-detail-0">
            <a:extLst xmlns:a="http://schemas.openxmlformats.org/drawingml/2006/main">
              <a:ext uri="{FF2B5EF4-FFF2-40B4-BE49-F238E27FC236}">
                <a16:creationId xmlns:a16="http://schemas.microsoft.com/office/drawing/2014/main" id="{B6962923-8AD3-4195-A5A9-3A76F0E90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907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每声道有多少样本</a:t>
            </a:r>
          </a:p>
        </p:txBody>
      </p:sp>
      <p:sp>
        <p:nvSpPr>
          <p:cNvPr id="15" name="new-tree-focus">
            <a:extLst xmlns:a="http://schemas.openxmlformats.org/drawingml/2006/main">
              <a:ext uri="{FF2B5EF4-FFF2-40B4-BE49-F238E27FC236}">
                <a16:creationId xmlns:a16="http://schemas.microsoft.com/office/drawing/2014/main" id="{A7BF0AB3-CF03-4124-ACA3-E084A2D5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714500"/>
            <a:ext cx="8534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16" name="new-tree-label">
            <a:extLst xmlns:a="http://schemas.openxmlformats.org/drawingml/2006/main">
              <a:ext uri="{FF2B5EF4-FFF2-40B4-BE49-F238E27FC236}">
                <a16:creationId xmlns:a16="http://schemas.microsoft.com/office/drawing/2014/main" id="{3638970E-6AE9-4023-A324-30AD389E6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847850"/>
            <a:ext cx="80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18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新增</a:t>
            </a:r>
          </a:p>
        </p:txBody>
      </p:sp>
    </p:spTree>
    <p:extLst>
      <p:ext uri="{BB962C8B-B14F-4D97-AF65-F5344CB8AC3E}">
        <p14:creationId xmlns:p14="http://schemas.microsoft.com/office/powerpoint/2010/main" val="116544765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ED37F09D-CFD5-4EA1-8B6D-86055A6A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89FEF386-66B8-490F-89BB-2B2B86D4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1F9220DF-34C0-4D60-AFCA-F0DB0FA7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按4个等级，给这些幅度找代表值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0ED8F22-1C5C-4BD5-9A74-E7EAFCD6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范围[-1,1)；均匀分档，边界归入上档。</a:t>
            </a:r>
          </a:p>
        </p:txBody>
      </p:sp>
      <p:graphicFrame>
        <p:nvGraphicFramePr>
          <p:cNvPr id="5" name="evidence-table">
            <a:extLst xmlns:a="http://schemas.openxmlformats.org/drawingml/2006/main">
              <a:ext uri="{FF2B5EF4-FFF2-40B4-BE49-F238E27FC236}">
                <a16:creationId xmlns:a16="http://schemas.microsoft.com/office/drawing/2014/main" id="{2878F0F4-42B7-4474-8EB7-B785CCDFA711}"/>
              </a:ext>
            </a:extLst>
          </p:cNvPr>
          <p:cNvGraphicFramePr/>
          <p:nvPr/>
        </p:nvGraphicFramePr>
        <p:xfrm>
          <a:off xmlns:a="http://schemas.openxmlformats.org/drawingml/2006/main" x="609600" y="2381250"/>
          <a:ext xmlns:a="http://schemas.openxmlformats.org/drawingml/2006/main" cx="6286500" cy="26670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762250"/>
                <a:gridCol w="2190750"/>
                <a:gridCol w="1333500"/>
              </a:tblGrid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幅度区间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代表值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编号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[-1, -0.5)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−0.75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[-0.5, 0)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−0.25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[0, 0.5)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0.25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[0.5, 1)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0.75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evidence-table">
            <a:extLst xmlns:a="http://schemas.openxmlformats.org/drawingml/2006/main">
              <a:ext uri="{FF2B5EF4-FFF2-40B4-BE49-F238E27FC236}">
                <a16:creationId xmlns:a16="http://schemas.microsoft.com/office/drawing/2014/main" id="{4390D9A2-6329-47AC-9A92-64E9EB1D6425}"/>
              </a:ext>
            </a:extLst>
          </p:cNvPr>
          <p:cNvGraphicFramePr/>
          <p:nvPr/>
        </p:nvGraphicFramePr>
        <p:xfrm>
          <a:off xmlns:a="http://schemas.openxmlformats.org/drawingml/2006/main" x="7467600" y="2381250"/>
          <a:ext xmlns:a="http://schemas.openxmlformats.org/drawingml/2006/main" cx="4114800" cy="26670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057400"/>
                <a:gridCol w="2057400"/>
              </a:tblGrid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输入幅度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代表值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−0.38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/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0.12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/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0.86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/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−0.71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/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598457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rail">
            <a:extLst xmlns:a="http://schemas.openxmlformats.org/drawingml/2006/main">
              <a:ext uri="{FF2B5EF4-FFF2-40B4-BE49-F238E27FC236}">
                <a16:creationId xmlns:a16="http://schemas.microsoft.com/office/drawing/2014/main" id="{ED37F09D-CFD5-4EA1-8B6D-86055A6A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89FEF386-66B8-490F-89BB-2B2B86D4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1F9220DF-34C0-4D60-AFCA-F0DB0FA7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按4个等级，给这些幅度找代表值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0ED8F22-1C5C-4BD5-9A74-E7EAFCD6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范围[-1,1)；均匀分档，边界归入上档。</a:t>
            </a:r>
          </a:p>
        </p:txBody>
      </p:sp>
      <p:graphicFrame>
        <p:nvGraphicFramePr>
          <p:cNvPr id="5" name="evidence-table">
            <a:extLst xmlns:a="http://schemas.openxmlformats.org/drawingml/2006/main">
              <a:ext uri="{FF2B5EF4-FFF2-40B4-BE49-F238E27FC236}">
                <a16:creationId xmlns:a16="http://schemas.microsoft.com/office/drawing/2014/main" id="{2878F0F4-42B7-4474-8EB7-B785CCDFA711}"/>
              </a:ext>
            </a:extLst>
          </p:cNvPr>
          <p:cNvGraphicFramePr/>
          <p:nvPr/>
        </p:nvGraphicFramePr>
        <p:xfrm>
          <a:off xmlns:a="http://schemas.openxmlformats.org/drawingml/2006/main" x="609600" y="2381250"/>
          <a:ext xmlns:a="http://schemas.openxmlformats.org/drawingml/2006/main" cx="6286500" cy="26670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762250"/>
                <a:gridCol w="2190750"/>
                <a:gridCol w="1333500"/>
              </a:tblGrid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幅度区间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代表值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编号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[-1, -0.5)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−0.75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[-0.5, 0)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−0.25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[0, 0.5)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0.25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[0.5, 1)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0.75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evidence-table">
            <a:extLst xmlns:a="http://schemas.openxmlformats.org/drawingml/2006/main">
              <a:ext uri="{FF2B5EF4-FFF2-40B4-BE49-F238E27FC236}">
                <a16:creationId xmlns:a16="http://schemas.microsoft.com/office/drawing/2014/main" id="{4390D9A2-6329-47AC-9A92-64E9EB1D6425}"/>
              </a:ext>
            </a:extLst>
          </p:cNvPr>
          <p:cNvGraphicFramePr/>
          <p:nvPr/>
        </p:nvGraphicFramePr>
        <p:xfrm>
          <a:off xmlns:a="http://schemas.openxmlformats.org/drawingml/2006/main" x="7467600" y="2381250"/>
          <a:ext xmlns:a="http://schemas.openxmlformats.org/drawingml/2006/main" cx="4114800" cy="26670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057400"/>
                <a:gridCol w="2057400"/>
              </a:tblGrid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输入幅度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代表值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−0.38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−0.25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0.12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0.25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0.86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0.75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−0.71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−0.75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answer-1">
            <a:extLst xmlns:a="http://schemas.openxmlformats.org/drawingml/2006/main">
              <a:ext uri="{FF2B5EF4-FFF2-40B4-BE49-F238E27FC236}">
                <a16:creationId xmlns:a16="http://schemas.microsoft.com/office/drawing/2014/main" id="{7DC1444D-13E3-42A9-80CC-1D3B1FF9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量化：把输入幅度近似为有限个等级。</a:t>
            </a:r>
          </a:p>
        </p:txBody>
      </p:sp>
      <p:sp>
        <p:nvSpPr>
          <p:cNvPr id="8" name="answer-2">
            <a:extLst xmlns:a="http://schemas.openxmlformats.org/drawingml/2006/main">
              <a:ext uri="{FF2B5EF4-FFF2-40B4-BE49-F238E27FC236}">
                <a16:creationId xmlns:a16="http://schemas.microsoft.com/office/drawing/2014/main" id="{1C989DC5-1D1C-44D5-B2DF-14915E9C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代表值是近似值；编号只是这一档的标签。</a:t>
            </a:r>
          </a:p>
        </p:txBody>
      </p:sp>
    </p:spTree>
    <p:extLst>
      <p:ext uri="{BB962C8B-B14F-4D97-AF65-F5344CB8AC3E}">
        <p14:creationId xmlns:p14="http://schemas.microsoft.com/office/powerpoint/2010/main" val="145598457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3" name="top-rail">
            <a:extLst xmlns:a="http://schemas.openxmlformats.org/drawingml/2006/main">
              <a:ext uri="{FF2B5EF4-FFF2-40B4-BE49-F238E27FC236}">
                <a16:creationId xmlns:a16="http://schemas.microsoft.com/office/drawing/2014/main" id="{93F26756-D5B2-4F7F-BDCA-67AFDB0F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59679994-FC4E-4E8F-B4FE-6C96CACD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05305947-D6F1-4E27-BDA0-EB622603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只增加等级数，哪些量没变？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B133A32-9B7D-46C0-B800-C083BF28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相同10个时刻、相同输入、相同幅度范围。</a:t>
            </a:r>
          </a:p>
        </p:txBody>
      </p:sp>
      <p:sp>
        <p:nvSpPr>
          <p:cNvPr id="5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E770485C-B278-44AF-9C7A-7705E9D5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876675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" name="level-value">
            <a:extLst xmlns:a="http://schemas.openxmlformats.org/drawingml/2006/main">
              <a:ext uri="{FF2B5EF4-FFF2-40B4-BE49-F238E27FC236}">
                <a16:creationId xmlns:a16="http://schemas.microsoft.com/office/drawing/2014/main" id="{1C6B8415-D9C4-4AAB-9E7B-08917B465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7623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-0.75</a:t>
            </a:r>
          </a:p>
        </p:txBody>
      </p:sp>
      <p:sp>
        <p:nvSpPr>
          <p:cNvPr id="7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EE50344E-5572-4238-98E6-A12790DC2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476625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8" name="level-value">
            <a:extLst xmlns:a="http://schemas.openxmlformats.org/drawingml/2006/main">
              <a:ext uri="{FF2B5EF4-FFF2-40B4-BE49-F238E27FC236}">
                <a16:creationId xmlns:a16="http://schemas.microsoft.com/office/drawing/2014/main" id="{D04D0476-95BF-4D7B-932F-FB227231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36232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-0.25</a:t>
            </a:r>
          </a:p>
        </p:txBody>
      </p:sp>
      <p:sp>
        <p:nvSpPr>
          <p:cNvPr id="9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28E394FF-25D5-457C-BA46-7CD7FAE0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76575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0" name="level-value">
            <a:extLst xmlns:a="http://schemas.openxmlformats.org/drawingml/2006/main">
              <a:ext uri="{FF2B5EF4-FFF2-40B4-BE49-F238E27FC236}">
                <a16:creationId xmlns:a16="http://schemas.microsoft.com/office/drawing/2014/main" id="{E064135D-C88F-4B39-BBB7-FC7124A9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9622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0.25</a:t>
            </a:r>
          </a:p>
        </p:txBody>
      </p:sp>
      <p:sp>
        <p:nvSpPr>
          <p:cNvPr id="11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48A89805-8388-4322-A67C-2A68AA525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76525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2" name="level-value">
            <a:extLst xmlns:a="http://schemas.openxmlformats.org/drawingml/2006/main">
              <a:ext uri="{FF2B5EF4-FFF2-40B4-BE49-F238E27FC236}">
                <a16:creationId xmlns:a16="http://schemas.microsoft.com/office/drawing/2014/main" id="{FFB078E3-355F-4214-9F88-3CBDCC2E7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56222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0.75</a:t>
            </a:r>
          </a:p>
        </p:txBody>
      </p:sp>
      <p:sp>
        <p:nvSpPr>
          <p:cNvPr id="13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CD2D8DF2-9EBB-4963-9032-52369C88C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62200"/>
            <a:ext cx="9525" cy="1790700"/>
          </a:xfrm>
          <a:custGeom xmlns:a="http://schemas.openxmlformats.org/drawingml/2006/main">
            <a:pathLst>
              <a:path w="9525" h="1790700">
                <a:moveTo>
                  <a:pt x="0" y="0"/>
                </a:moveTo>
                <a:lnTo>
                  <a:pt x="0" y="17907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14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4A33D736-CC14-4FE2-8C35-12B53F3C1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76600"/>
            <a:ext cx="4162425" cy="9525"/>
          </a:xfrm>
          <a:custGeom xmlns:a="http://schemas.openxmlformats.org/drawingml/2006/main">
            <a:pathLst>
              <a:path w="4162425" h="9525">
                <a:moveTo>
                  <a:pt x="0" y="0"/>
                </a:moveTo>
                <a:lnTo>
                  <a:pt x="416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15" name="time-axis">
            <a:extLst xmlns:a="http://schemas.openxmlformats.org/drawingml/2006/main">
              <a:ext uri="{FF2B5EF4-FFF2-40B4-BE49-F238E27FC236}">
                <a16:creationId xmlns:a16="http://schemas.microsoft.com/office/drawing/2014/main" id="{EFD0182E-2F9B-4F4E-B955-2D94100B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152900"/>
            <a:ext cx="4162425" cy="9525"/>
          </a:xfrm>
          <a:custGeom xmlns:a="http://schemas.openxmlformats.org/drawingml/2006/main">
            <a:pathLst>
              <a:path w="4162425" h="9525">
                <a:moveTo>
                  <a:pt x="0" y="0"/>
                </a:moveTo>
                <a:lnTo>
                  <a:pt x="416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16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7A55B792-A7A8-424E-95E1-A04679EDB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517005"/>
            <a:ext cx="4048125" cy="1333947"/>
          </a:xfrm>
          <a:custGeom xmlns:a="http://schemas.openxmlformats.org/drawingml/2006/main">
            <a:pathLst>
              <a:path w="4048125" h="1333947">
                <a:moveTo>
                  <a:pt x="0" y="1063633"/>
                </a:moveTo>
                <a:lnTo>
                  <a:pt x="20241" y="1052885"/>
                </a:lnTo>
                <a:lnTo>
                  <a:pt x="40481" y="1040694"/>
                </a:lnTo>
                <a:lnTo>
                  <a:pt x="60722" y="1027139"/>
                </a:lnTo>
                <a:lnTo>
                  <a:pt x="80963" y="1012299"/>
                </a:lnTo>
                <a:lnTo>
                  <a:pt x="101203" y="996250"/>
                </a:lnTo>
                <a:lnTo>
                  <a:pt x="121444" y="979070"/>
                </a:lnTo>
                <a:lnTo>
                  <a:pt x="141684" y="960839"/>
                </a:lnTo>
                <a:lnTo>
                  <a:pt x="161925" y="941634"/>
                </a:lnTo>
                <a:lnTo>
                  <a:pt x="182166" y="921532"/>
                </a:lnTo>
                <a:lnTo>
                  <a:pt x="202406" y="900613"/>
                </a:lnTo>
                <a:lnTo>
                  <a:pt x="222647" y="878953"/>
                </a:lnTo>
                <a:lnTo>
                  <a:pt x="242888" y="856631"/>
                </a:lnTo>
                <a:lnTo>
                  <a:pt x="263128" y="833725"/>
                </a:lnTo>
                <a:lnTo>
                  <a:pt x="283369" y="810313"/>
                </a:lnTo>
                <a:lnTo>
                  <a:pt x="303609" y="786473"/>
                </a:lnTo>
                <a:lnTo>
                  <a:pt x="323850" y="762283"/>
                </a:lnTo>
                <a:lnTo>
                  <a:pt x="344091" y="737821"/>
                </a:lnTo>
                <a:lnTo>
                  <a:pt x="364331" y="713165"/>
                </a:lnTo>
                <a:lnTo>
                  <a:pt x="384572" y="688393"/>
                </a:lnTo>
                <a:lnTo>
                  <a:pt x="404813" y="663583"/>
                </a:lnTo>
                <a:lnTo>
                  <a:pt x="425053" y="637656"/>
                </a:lnTo>
                <a:lnTo>
                  <a:pt x="445294" y="609668"/>
                </a:lnTo>
                <a:lnTo>
                  <a:pt x="465534" y="579898"/>
                </a:lnTo>
                <a:lnTo>
                  <a:pt x="485775" y="548625"/>
                </a:lnTo>
                <a:lnTo>
                  <a:pt x="506016" y="516127"/>
                </a:lnTo>
                <a:lnTo>
                  <a:pt x="526256" y="482684"/>
                </a:lnTo>
                <a:lnTo>
                  <a:pt x="546497" y="448576"/>
                </a:lnTo>
                <a:lnTo>
                  <a:pt x="566738" y="414080"/>
                </a:lnTo>
                <a:lnTo>
                  <a:pt x="586978" y="379476"/>
                </a:lnTo>
                <a:lnTo>
                  <a:pt x="607219" y="345043"/>
                </a:lnTo>
                <a:lnTo>
                  <a:pt x="627459" y="311060"/>
                </a:lnTo>
                <a:lnTo>
                  <a:pt x="647700" y="277807"/>
                </a:lnTo>
                <a:lnTo>
                  <a:pt x="667941" y="245561"/>
                </a:lnTo>
                <a:lnTo>
                  <a:pt x="688181" y="214603"/>
                </a:lnTo>
                <a:lnTo>
                  <a:pt x="708422" y="185211"/>
                </a:lnTo>
                <a:lnTo>
                  <a:pt x="728663" y="157664"/>
                </a:lnTo>
                <a:lnTo>
                  <a:pt x="748903" y="132241"/>
                </a:lnTo>
                <a:lnTo>
                  <a:pt x="769144" y="109222"/>
                </a:lnTo>
                <a:lnTo>
                  <a:pt x="789384" y="88885"/>
                </a:lnTo>
                <a:lnTo>
                  <a:pt x="809625" y="71509"/>
                </a:lnTo>
                <a:lnTo>
                  <a:pt x="829866" y="56730"/>
                </a:lnTo>
                <a:lnTo>
                  <a:pt x="850106" y="43925"/>
                </a:lnTo>
                <a:lnTo>
                  <a:pt x="870347" y="32992"/>
                </a:lnTo>
                <a:lnTo>
                  <a:pt x="890588" y="23823"/>
                </a:lnTo>
                <a:lnTo>
                  <a:pt x="910828" y="16315"/>
                </a:lnTo>
                <a:lnTo>
                  <a:pt x="931069" y="10361"/>
                </a:lnTo>
                <a:lnTo>
                  <a:pt x="951309" y="5858"/>
                </a:lnTo>
                <a:lnTo>
                  <a:pt x="971550" y="2700"/>
                </a:lnTo>
                <a:lnTo>
                  <a:pt x="991791" y="783"/>
                </a:lnTo>
                <a:lnTo>
                  <a:pt x="1012031" y="0"/>
                </a:lnTo>
                <a:lnTo>
                  <a:pt x="1032272" y="248"/>
                </a:lnTo>
                <a:lnTo>
                  <a:pt x="1052513" y="1420"/>
                </a:lnTo>
                <a:lnTo>
                  <a:pt x="1072753" y="3413"/>
                </a:lnTo>
                <a:lnTo>
                  <a:pt x="1092994" y="6121"/>
                </a:lnTo>
                <a:lnTo>
                  <a:pt x="1113234" y="9439"/>
                </a:lnTo>
                <a:lnTo>
                  <a:pt x="1133475" y="13262"/>
                </a:lnTo>
                <a:lnTo>
                  <a:pt x="1153716" y="17485"/>
                </a:lnTo>
                <a:lnTo>
                  <a:pt x="1173956" y="22003"/>
                </a:lnTo>
                <a:lnTo>
                  <a:pt x="1194197" y="26711"/>
                </a:lnTo>
                <a:lnTo>
                  <a:pt x="1214438" y="31504"/>
                </a:lnTo>
                <a:lnTo>
                  <a:pt x="1234678" y="36730"/>
                </a:lnTo>
                <a:lnTo>
                  <a:pt x="1254919" y="42789"/>
                </a:lnTo>
                <a:lnTo>
                  <a:pt x="1275159" y="49655"/>
                </a:lnTo>
                <a:lnTo>
                  <a:pt x="1295400" y="57299"/>
                </a:lnTo>
                <a:lnTo>
                  <a:pt x="1315641" y="65696"/>
                </a:lnTo>
                <a:lnTo>
                  <a:pt x="1335881" y="74817"/>
                </a:lnTo>
                <a:lnTo>
                  <a:pt x="1356122" y="84637"/>
                </a:lnTo>
                <a:lnTo>
                  <a:pt x="1376363" y="95128"/>
                </a:lnTo>
                <a:lnTo>
                  <a:pt x="1396603" y="106263"/>
                </a:lnTo>
                <a:lnTo>
                  <a:pt x="1416844" y="118015"/>
                </a:lnTo>
                <a:lnTo>
                  <a:pt x="1437084" y="130357"/>
                </a:lnTo>
                <a:lnTo>
                  <a:pt x="1457325" y="143262"/>
                </a:lnTo>
                <a:lnTo>
                  <a:pt x="1477566" y="156703"/>
                </a:lnTo>
                <a:lnTo>
                  <a:pt x="1497806" y="170653"/>
                </a:lnTo>
                <a:lnTo>
                  <a:pt x="1518047" y="185086"/>
                </a:lnTo>
                <a:lnTo>
                  <a:pt x="1538288" y="199973"/>
                </a:lnTo>
                <a:lnTo>
                  <a:pt x="1558528" y="215288"/>
                </a:lnTo>
                <a:lnTo>
                  <a:pt x="1578769" y="231005"/>
                </a:lnTo>
                <a:lnTo>
                  <a:pt x="1599009" y="247095"/>
                </a:lnTo>
                <a:lnTo>
                  <a:pt x="1619250" y="263533"/>
                </a:lnTo>
                <a:lnTo>
                  <a:pt x="1639491" y="280699"/>
                </a:lnTo>
                <a:lnTo>
                  <a:pt x="1659731" y="298925"/>
                </a:lnTo>
                <a:lnTo>
                  <a:pt x="1679972" y="318114"/>
                </a:lnTo>
                <a:lnTo>
                  <a:pt x="1700213" y="338166"/>
                </a:lnTo>
                <a:lnTo>
                  <a:pt x="1720453" y="358982"/>
                </a:lnTo>
                <a:lnTo>
                  <a:pt x="1740694" y="380464"/>
                </a:lnTo>
                <a:lnTo>
                  <a:pt x="1760934" y="402511"/>
                </a:lnTo>
                <a:lnTo>
                  <a:pt x="1781175" y="425025"/>
                </a:lnTo>
                <a:lnTo>
                  <a:pt x="1801416" y="447907"/>
                </a:lnTo>
                <a:lnTo>
                  <a:pt x="1821656" y="471059"/>
                </a:lnTo>
                <a:lnTo>
                  <a:pt x="1841897" y="494380"/>
                </a:lnTo>
                <a:lnTo>
                  <a:pt x="1862138" y="517773"/>
                </a:lnTo>
                <a:lnTo>
                  <a:pt x="1882378" y="541137"/>
                </a:lnTo>
                <a:lnTo>
                  <a:pt x="1902619" y="564375"/>
                </a:lnTo>
                <a:lnTo>
                  <a:pt x="1922859" y="587386"/>
                </a:lnTo>
                <a:lnTo>
                  <a:pt x="1943100" y="610072"/>
                </a:lnTo>
                <a:lnTo>
                  <a:pt x="1963341" y="632335"/>
                </a:lnTo>
                <a:lnTo>
                  <a:pt x="1983581" y="654074"/>
                </a:lnTo>
                <a:lnTo>
                  <a:pt x="2003822" y="675191"/>
                </a:lnTo>
                <a:lnTo>
                  <a:pt x="2024063" y="695587"/>
                </a:lnTo>
                <a:lnTo>
                  <a:pt x="2044303" y="715794"/>
                </a:lnTo>
                <a:lnTo>
                  <a:pt x="2064544" y="736352"/>
                </a:lnTo>
                <a:lnTo>
                  <a:pt x="2084784" y="757170"/>
                </a:lnTo>
                <a:lnTo>
                  <a:pt x="2105025" y="778157"/>
                </a:lnTo>
                <a:lnTo>
                  <a:pt x="2125266" y="799225"/>
                </a:lnTo>
                <a:lnTo>
                  <a:pt x="2145506" y="820283"/>
                </a:lnTo>
                <a:lnTo>
                  <a:pt x="2165747" y="841240"/>
                </a:lnTo>
                <a:lnTo>
                  <a:pt x="2185988" y="862008"/>
                </a:lnTo>
                <a:lnTo>
                  <a:pt x="2206228" y="882495"/>
                </a:lnTo>
                <a:lnTo>
                  <a:pt x="2226469" y="902613"/>
                </a:lnTo>
                <a:lnTo>
                  <a:pt x="2246709" y="922270"/>
                </a:lnTo>
                <a:lnTo>
                  <a:pt x="2266950" y="941378"/>
                </a:lnTo>
                <a:lnTo>
                  <a:pt x="2287191" y="959845"/>
                </a:lnTo>
                <a:lnTo>
                  <a:pt x="2307431" y="977582"/>
                </a:lnTo>
                <a:lnTo>
                  <a:pt x="2327672" y="994499"/>
                </a:lnTo>
                <a:lnTo>
                  <a:pt x="2347913" y="1010506"/>
                </a:lnTo>
                <a:lnTo>
                  <a:pt x="2368153" y="1025513"/>
                </a:lnTo>
                <a:lnTo>
                  <a:pt x="2388394" y="1039430"/>
                </a:lnTo>
                <a:lnTo>
                  <a:pt x="2408634" y="1052167"/>
                </a:lnTo>
                <a:lnTo>
                  <a:pt x="2428875" y="1063633"/>
                </a:lnTo>
                <a:lnTo>
                  <a:pt x="2449116" y="1073532"/>
                </a:lnTo>
                <a:lnTo>
                  <a:pt x="2469356" y="1081735"/>
                </a:lnTo>
                <a:lnTo>
                  <a:pt x="2489597" y="1088409"/>
                </a:lnTo>
                <a:lnTo>
                  <a:pt x="2509838" y="1093717"/>
                </a:lnTo>
                <a:lnTo>
                  <a:pt x="2530078" y="1097825"/>
                </a:lnTo>
                <a:lnTo>
                  <a:pt x="2550319" y="1100898"/>
                </a:lnTo>
                <a:lnTo>
                  <a:pt x="2570559" y="1103100"/>
                </a:lnTo>
                <a:lnTo>
                  <a:pt x="2590800" y="1104598"/>
                </a:lnTo>
                <a:lnTo>
                  <a:pt x="2611041" y="1105556"/>
                </a:lnTo>
                <a:lnTo>
                  <a:pt x="2631281" y="1106138"/>
                </a:lnTo>
                <a:lnTo>
                  <a:pt x="2651522" y="1106511"/>
                </a:lnTo>
                <a:lnTo>
                  <a:pt x="2671763" y="1106838"/>
                </a:lnTo>
                <a:lnTo>
                  <a:pt x="2692003" y="1107286"/>
                </a:lnTo>
                <a:lnTo>
                  <a:pt x="2712244" y="1108018"/>
                </a:lnTo>
                <a:lnTo>
                  <a:pt x="2732484" y="1109201"/>
                </a:lnTo>
                <a:lnTo>
                  <a:pt x="2752725" y="1110999"/>
                </a:lnTo>
                <a:lnTo>
                  <a:pt x="2772966" y="1113577"/>
                </a:lnTo>
                <a:lnTo>
                  <a:pt x="2793206" y="1117100"/>
                </a:lnTo>
                <a:lnTo>
                  <a:pt x="2813447" y="1121733"/>
                </a:lnTo>
                <a:lnTo>
                  <a:pt x="2833688" y="1127641"/>
                </a:lnTo>
                <a:lnTo>
                  <a:pt x="2853928" y="1135362"/>
                </a:lnTo>
                <a:lnTo>
                  <a:pt x="2874169" y="1145123"/>
                </a:lnTo>
                <a:lnTo>
                  <a:pt x="2894409" y="1156625"/>
                </a:lnTo>
                <a:lnTo>
                  <a:pt x="2914650" y="1169566"/>
                </a:lnTo>
                <a:lnTo>
                  <a:pt x="2934891" y="1183648"/>
                </a:lnTo>
                <a:lnTo>
                  <a:pt x="2955131" y="1198570"/>
                </a:lnTo>
                <a:lnTo>
                  <a:pt x="2975372" y="1214032"/>
                </a:lnTo>
                <a:lnTo>
                  <a:pt x="2995613" y="1229734"/>
                </a:lnTo>
                <a:lnTo>
                  <a:pt x="3015853" y="1245376"/>
                </a:lnTo>
                <a:lnTo>
                  <a:pt x="3036094" y="1260658"/>
                </a:lnTo>
                <a:lnTo>
                  <a:pt x="3056334" y="1275279"/>
                </a:lnTo>
                <a:lnTo>
                  <a:pt x="3076575" y="1288941"/>
                </a:lnTo>
                <a:lnTo>
                  <a:pt x="3096816" y="1301343"/>
                </a:lnTo>
                <a:lnTo>
                  <a:pt x="3117056" y="1312184"/>
                </a:lnTo>
                <a:lnTo>
                  <a:pt x="3137297" y="1321165"/>
                </a:lnTo>
                <a:lnTo>
                  <a:pt x="3157538" y="1327986"/>
                </a:lnTo>
                <a:lnTo>
                  <a:pt x="3177778" y="1332347"/>
                </a:lnTo>
                <a:lnTo>
                  <a:pt x="3198019" y="1333947"/>
                </a:lnTo>
                <a:lnTo>
                  <a:pt x="3218259" y="1332487"/>
                </a:lnTo>
                <a:lnTo>
                  <a:pt x="3238500" y="1327666"/>
                </a:lnTo>
                <a:lnTo>
                  <a:pt x="3258741" y="1319133"/>
                </a:lnTo>
                <a:lnTo>
                  <a:pt x="3278981" y="1306967"/>
                </a:lnTo>
                <a:lnTo>
                  <a:pt x="3299222" y="1291517"/>
                </a:lnTo>
                <a:lnTo>
                  <a:pt x="3319462" y="1273131"/>
                </a:lnTo>
                <a:lnTo>
                  <a:pt x="3339703" y="1252156"/>
                </a:lnTo>
                <a:lnTo>
                  <a:pt x="3359944" y="1228942"/>
                </a:lnTo>
                <a:lnTo>
                  <a:pt x="3380184" y="1203834"/>
                </a:lnTo>
                <a:lnTo>
                  <a:pt x="3400425" y="1177183"/>
                </a:lnTo>
                <a:lnTo>
                  <a:pt x="3420666" y="1149336"/>
                </a:lnTo>
                <a:lnTo>
                  <a:pt x="3440906" y="1120640"/>
                </a:lnTo>
                <a:lnTo>
                  <a:pt x="3461147" y="1091444"/>
                </a:lnTo>
                <a:lnTo>
                  <a:pt x="3481388" y="1062097"/>
                </a:lnTo>
                <a:lnTo>
                  <a:pt x="3501628" y="1032945"/>
                </a:lnTo>
                <a:lnTo>
                  <a:pt x="3521869" y="1004338"/>
                </a:lnTo>
                <a:lnTo>
                  <a:pt x="3542109" y="976622"/>
                </a:lnTo>
                <a:lnTo>
                  <a:pt x="3562350" y="950147"/>
                </a:lnTo>
                <a:lnTo>
                  <a:pt x="3582591" y="925260"/>
                </a:lnTo>
                <a:lnTo>
                  <a:pt x="3602831" y="902309"/>
                </a:lnTo>
                <a:lnTo>
                  <a:pt x="3623072" y="881642"/>
                </a:lnTo>
                <a:lnTo>
                  <a:pt x="3643313" y="863608"/>
                </a:lnTo>
                <a:lnTo>
                  <a:pt x="3663553" y="847412"/>
                </a:lnTo>
                <a:lnTo>
                  <a:pt x="3683794" y="832012"/>
                </a:lnTo>
                <a:lnTo>
                  <a:pt x="3704034" y="817384"/>
                </a:lnTo>
                <a:lnTo>
                  <a:pt x="3724275" y="803504"/>
                </a:lnTo>
                <a:lnTo>
                  <a:pt x="3744516" y="790349"/>
                </a:lnTo>
                <a:lnTo>
                  <a:pt x="3764756" y="777893"/>
                </a:lnTo>
                <a:lnTo>
                  <a:pt x="3784997" y="766114"/>
                </a:lnTo>
                <a:lnTo>
                  <a:pt x="3805238" y="754986"/>
                </a:lnTo>
                <a:lnTo>
                  <a:pt x="3825478" y="744487"/>
                </a:lnTo>
                <a:lnTo>
                  <a:pt x="3845719" y="734592"/>
                </a:lnTo>
                <a:lnTo>
                  <a:pt x="3865959" y="725277"/>
                </a:lnTo>
                <a:lnTo>
                  <a:pt x="3886200" y="716518"/>
                </a:lnTo>
                <a:lnTo>
                  <a:pt x="3906441" y="708291"/>
                </a:lnTo>
                <a:lnTo>
                  <a:pt x="3926681" y="700572"/>
                </a:lnTo>
                <a:lnTo>
                  <a:pt x="3946922" y="693337"/>
                </a:lnTo>
                <a:lnTo>
                  <a:pt x="3967163" y="686562"/>
                </a:lnTo>
                <a:lnTo>
                  <a:pt x="3987403" y="680223"/>
                </a:lnTo>
                <a:lnTo>
                  <a:pt x="4007644" y="674296"/>
                </a:lnTo>
                <a:lnTo>
                  <a:pt x="4027884" y="668758"/>
                </a:lnTo>
                <a:lnTo>
                  <a:pt x="4048125" y="663583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808080"/>
            </a:solidFill>
          </a:ln>
        </p:spPr>
      </p:sp>
      <p:sp>
        <p:nvSpPr>
          <p:cNvPr id="17" name="time-label">
            <a:extLst xmlns:a="http://schemas.openxmlformats.org/drawingml/2006/main">
              <a:ext uri="{FF2B5EF4-FFF2-40B4-BE49-F238E27FC236}">
                <a16:creationId xmlns:a16="http://schemas.microsoft.com/office/drawing/2014/main" id="{4ED4AACF-8C40-4173-92C4-B6D2CA5B1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862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18" name="line">
            <a:extLst xmlns:a="http://schemas.openxmlformats.org/drawingml/2006/main">
              <a:ext uri="{FF2B5EF4-FFF2-40B4-BE49-F238E27FC236}">
                <a16:creationId xmlns:a16="http://schemas.microsoft.com/office/drawing/2014/main" id="{80EAA7A4-78CE-4E21-9604-2D65327F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9" name="time-tick">
            <a:extLst xmlns:a="http://schemas.openxmlformats.org/drawingml/2006/main">
              <a:ext uri="{FF2B5EF4-FFF2-40B4-BE49-F238E27FC236}">
                <a16:creationId xmlns:a16="http://schemas.microsoft.com/office/drawing/2014/main" id="{CE3E7B51-9430-4674-8069-A587A0FD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20" name="line">
            <a:extLst xmlns:a="http://schemas.openxmlformats.org/drawingml/2006/main">
              <a:ext uri="{FF2B5EF4-FFF2-40B4-BE49-F238E27FC236}">
                <a16:creationId xmlns:a16="http://schemas.microsoft.com/office/drawing/2014/main" id="{E9147E49-E850-4783-A670-BA23AE13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1" name="time-tick">
            <a:extLst xmlns:a="http://schemas.openxmlformats.org/drawingml/2006/main">
              <a:ext uri="{FF2B5EF4-FFF2-40B4-BE49-F238E27FC236}">
                <a16:creationId xmlns:a16="http://schemas.microsoft.com/office/drawing/2014/main" id="{2A4FE68F-39A1-4CEB-93A6-3CE9B523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22" name="line">
            <a:extLst xmlns:a="http://schemas.openxmlformats.org/drawingml/2006/main">
              <a:ext uri="{FF2B5EF4-FFF2-40B4-BE49-F238E27FC236}">
                <a16:creationId xmlns:a16="http://schemas.microsoft.com/office/drawing/2014/main" id="{F400BA59-4D12-4242-AFEE-8F9652CB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3" name="time-tick">
            <a:extLst xmlns:a="http://schemas.openxmlformats.org/drawingml/2006/main">
              <a:ext uri="{FF2B5EF4-FFF2-40B4-BE49-F238E27FC236}">
                <a16:creationId xmlns:a16="http://schemas.microsoft.com/office/drawing/2014/main" id="{B81D91A3-511E-4CDA-9B32-A259ABEC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24" name="line">
            <a:extLst xmlns:a="http://schemas.openxmlformats.org/drawingml/2006/main">
              <a:ext uri="{FF2B5EF4-FFF2-40B4-BE49-F238E27FC236}">
                <a16:creationId xmlns:a16="http://schemas.microsoft.com/office/drawing/2014/main" id="{94934DC2-3361-43BE-A12B-710002C22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5" name="time-tick">
            <a:extLst xmlns:a="http://schemas.openxmlformats.org/drawingml/2006/main">
              <a:ext uri="{FF2B5EF4-FFF2-40B4-BE49-F238E27FC236}">
                <a16:creationId xmlns:a16="http://schemas.microsoft.com/office/drawing/2014/main" id="{A24E9545-68BC-4BAE-80E8-E3440B22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26" name="line">
            <a:extLst xmlns:a="http://schemas.openxmlformats.org/drawingml/2006/main">
              <a:ext uri="{FF2B5EF4-FFF2-40B4-BE49-F238E27FC236}">
                <a16:creationId xmlns:a16="http://schemas.microsoft.com/office/drawing/2014/main" id="{9433CDEF-6F0A-466C-B5A0-EF2AF396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7" name="time-tick">
            <a:extLst xmlns:a="http://schemas.openxmlformats.org/drawingml/2006/main">
              <a:ext uri="{FF2B5EF4-FFF2-40B4-BE49-F238E27FC236}">
                <a16:creationId xmlns:a16="http://schemas.microsoft.com/office/drawing/2014/main" id="{E6FECB7A-EF82-4485-9684-13402F0A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28" name="line">
            <a:extLst xmlns:a="http://schemas.openxmlformats.org/drawingml/2006/main">
              <a:ext uri="{FF2B5EF4-FFF2-40B4-BE49-F238E27FC236}">
                <a16:creationId xmlns:a16="http://schemas.microsoft.com/office/drawing/2014/main" id="{AA1D8851-8D98-4E28-B5AD-8D11F0D6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9" name="time-tick">
            <a:extLst xmlns:a="http://schemas.openxmlformats.org/drawingml/2006/main">
              <a:ext uri="{FF2B5EF4-FFF2-40B4-BE49-F238E27FC236}">
                <a16:creationId xmlns:a16="http://schemas.microsoft.com/office/drawing/2014/main" id="{91634627-01B1-4EE8-BF36-8B2BD1AA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  <p:sp>
        <p:nvSpPr>
          <p:cNvPr id="3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4B2F9DC3-755B-4E5C-B368-2D80D27E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476625"/>
            <a:ext cx="9525" cy="104013"/>
          </a:xfrm>
          <a:custGeom xmlns:a="http://schemas.openxmlformats.org/drawingml/2006/main">
            <a:pathLst>
              <a:path w="9525" h="104013">
                <a:moveTo>
                  <a:pt x="0" y="10401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1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48F41420-B17C-4B20-BA9B-37F8EA74F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330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32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58C84643-D9BF-4CA5-930E-9D4DC4FE5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29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3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525A0844-9384-40BE-A3A4-691133D9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188" y="3076575"/>
            <a:ext cx="9525" cy="104013"/>
          </a:xfrm>
          <a:custGeom xmlns:a="http://schemas.openxmlformats.org/drawingml/2006/main">
            <a:pathLst>
              <a:path w="9525" h="104013">
                <a:moveTo>
                  <a:pt x="0" y="10401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4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FE0188A5-FD81-4ED0-824F-2EA63987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563" y="31329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35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F43ADDD0-A166-45D4-A9E0-F9F95FAE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563" y="3028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36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3B7FCA05-89B2-492D-87CC-D94FFDD3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88514"/>
            <a:ext cx="9525" cy="88011"/>
          </a:xfrm>
          <a:custGeom xmlns:a="http://schemas.openxmlformats.org/drawingml/2006/main">
            <a:pathLst>
              <a:path w="9525" h="88011">
                <a:moveTo>
                  <a:pt x="0" y="0"/>
                </a:moveTo>
                <a:lnTo>
                  <a:pt x="0" y="8801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7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71053D7D-84E2-4661-B45C-60B15F80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54088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38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4F7C33E8-142E-4085-B0A6-CC6F44F83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62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39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CB3AB4F8-9868-439C-AB47-039DE7C1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813" y="2548509"/>
            <a:ext cx="9525" cy="128016"/>
          </a:xfrm>
          <a:custGeom xmlns:a="http://schemas.openxmlformats.org/drawingml/2006/main">
            <a:pathLst>
              <a:path w="9525" h="128016">
                <a:moveTo>
                  <a:pt x="0" y="0"/>
                </a:moveTo>
                <a:lnTo>
                  <a:pt x="0" y="12801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0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39B808C5-E1F8-4DA1-8325-49CCBF3D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3188" y="250088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1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58A44C0D-AF6F-411C-8162-855AC44E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3188" y="262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2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9BD91067-5432-458E-9795-4D504730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676525"/>
            <a:ext cx="9525" cy="104013"/>
          </a:xfrm>
          <a:custGeom xmlns:a="http://schemas.openxmlformats.org/drawingml/2006/main">
            <a:pathLst>
              <a:path w="9525" h="104013">
                <a:moveTo>
                  <a:pt x="0" y="10401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3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FBE3D184-DDB7-4030-99AB-3455C40A7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329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4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C5EDA9C5-AC3B-4C62-B0CD-3A6EDFF2A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2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BE046913-4A89-4F93-8680-2E67F8C9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3076575"/>
            <a:ext cx="9525" cy="136017"/>
          </a:xfrm>
          <a:custGeom xmlns:a="http://schemas.openxmlformats.org/drawingml/2006/main">
            <a:pathLst>
              <a:path w="9525" h="136017">
                <a:moveTo>
                  <a:pt x="0" y="1360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6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A71AFBF1-F916-472C-8B28-972E9B8F9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813" y="316496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7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E051B095-3615-40D1-898C-DA47E4FE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813" y="3028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AEBB8DAC-6BBA-49E3-B911-0B300845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76625"/>
            <a:ext cx="9525" cy="104013"/>
          </a:xfrm>
          <a:custGeom xmlns:a="http://schemas.openxmlformats.org/drawingml/2006/main">
            <a:pathLst>
              <a:path w="9525" h="104013">
                <a:moveTo>
                  <a:pt x="0" y="10401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</a:ln>
        </p:spPr>
      </p:sp>
      <p:sp>
        <p:nvSpPr>
          <p:cNvPr id="49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A1BAED78-9E27-40C6-BF2C-B6ED7D59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5330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50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7EF79BB8-36C8-4C08-82B1-007393CCC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429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1" name="current-focus">
            <a:extLst xmlns:a="http://schemas.openxmlformats.org/drawingml/2006/main">
              <a:ext uri="{FF2B5EF4-FFF2-40B4-BE49-F238E27FC236}">
                <a16:creationId xmlns:a16="http://schemas.microsoft.com/office/drawing/2014/main" id="{1C753825-3FD7-41B9-AC34-8C6C9307E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343275"/>
            <a:ext cx="285750" cy="370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52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819BE69A-B909-46E2-9834-41B0E8A7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063" y="3476625"/>
            <a:ext cx="9525" cy="168021"/>
          </a:xfrm>
          <a:custGeom xmlns:a="http://schemas.openxmlformats.org/drawingml/2006/main">
            <a:pathLst>
              <a:path w="9525" h="168021">
                <a:moveTo>
                  <a:pt x="0" y="16802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3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4096FA77-E28D-4BB2-AE42-1B6A6A0C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438" y="359702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54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413E131F-9F5E-4015-BAE0-C205CF22E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438" y="3429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8F5C64B6-521D-4560-AF6E-5DDF88E4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844671"/>
            <a:ext cx="9525" cy="32004"/>
          </a:xfrm>
          <a:custGeom xmlns:a="http://schemas.openxmlformats.org/drawingml/2006/main">
            <a:pathLst>
              <a:path w="9525" h="32004">
                <a:moveTo>
                  <a:pt x="0" y="0"/>
                </a:moveTo>
                <a:lnTo>
                  <a:pt x="0" y="3200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6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06D290FF-4670-4437-9629-33D698B03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9704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57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87EF2EA1-3C67-43BA-AF94-0D9A1359D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29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989301E9-6E3D-4D1F-BA5F-F946CBAC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9688" y="3380613"/>
            <a:ext cx="9525" cy="96012"/>
          </a:xfrm>
          <a:custGeom xmlns:a="http://schemas.openxmlformats.org/drawingml/2006/main">
            <a:pathLst>
              <a:path w="9525" h="96012">
                <a:moveTo>
                  <a:pt x="0" y="0"/>
                </a:moveTo>
                <a:lnTo>
                  <a:pt x="0" y="96012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9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536D4572-847A-43F1-BAB2-389449F4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063" y="333298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60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A5A0BCDE-A782-4D07-996B-BEB8D130D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063" y="3429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61" name="plot-caption">
            <a:extLst xmlns:a="http://schemas.openxmlformats.org/drawingml/2006/main">
              <a:ext uri="{FF2B5EF4-FFF2-40B4-BE49-F238E27FC236}">
                <a16:creationId xmlns:a16="http://schemas.microsoft.com/office/drawing/2014/main" id="{AF793441-34FE-401A-B60E-C0D8405B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019300"/>
            <a:ext cx="404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4个等级</a:t>
            </a:r>
          </a:p>
        </p:txBody>
      </p:sp>
      <p:sp>
        <p:nvSpPr>
          <p:cNvPr id="62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86F40872-7CD0-4B0A-AAD1-9EFD43B2D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76688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3" name="level-value">
            <a:extLst xmlns:a="http://schemas.openxmlformats.org/drawingml/2006/main">
              <a:ext uri="{FF2B5EF4-FFF2-40B4-BE49-F238E27FC236}">
                <a16:creationId xmlns:a16="http://schemas.microsoft.com/office/drawing/2014/main" id="{EA6E82AC-B33B-4B5B-849E-924BAF0E1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62388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-0.875</a:t>
            </a:r>
          </a:p>
        </p:txBody>
      </p:sp>
      <p:sp>
        <p:nvSpPr>
          <p:cNvPr id="64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871B1A55-AC40-46DB-A3E8-46E62CEC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76663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5" name="level-value">
            <a:extLst xmlns:a="http://schemas.openxmlformats.org/drawingml/2006/main">
              <a:ext uri="{FF2B5EF4-FFF2-40B4-BE49-F238E27FC236}">
                <a16:creationId xmlns:a16="http://schemas.microsoft.com/office/drawing/2014/main" id="{9F90666D-7D63-47FD-87E5-AB870ED52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62363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-0.625</a:t>
            </a:r>
          </a:p>
        </p:txBody>
      </p:sp>
      <p:sp>
        <p:nvSpPr>
          <p:cNvPr id="66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330E949F-56A4-41F8-80EF-5A54F7D1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76638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7" name="level-value">
            <a:extLst xmlns:a="http://schemas.openxmlformats.org/drawingml/2006/main">
              <a:ext uri="{FF2B5EF4-FFF2-40B4-BE49-F238E27FC236}">
                <a16:creationId xmlns:a16="http://schemas.microsoft.com/office/drawing/2014/main" id="{A378EF64-0A99-40E1-8453-52216442E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62338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-0.375</a:t>
            </a:r>
          </a:p>
        </p:txBody>
      </p:sp>
      <p:sp>
        <p:nvSpPr>
          <p:cNvPr id="68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079BDDAE-CB25-4CDC-8A91-273C46728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76613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9" name="level-value">
            <a:extLst xmlns:a="http://schemas.openxmlformats.org/drawingml/2006/main">
              <a:ext uri="{FF2B5EF4-FFF2-40B4-BE49-F238E27FC236}">
                <a16:creationId xmlns:a16="http://schemas.microsoft.com/office/drawing/2014/main" id="{0F070B14-E645-4B30-BBD4-E02E870E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62313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-0.125</a:t>
            </a:r>
          </a:p>
        </p:txBody>
      </p:sp>
      <p:sp>
        <p:nvSpPr>
          <p:cNvPr id="70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B377FD85-4BDB-4163-8CDE-73728529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76588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1" name="level-value">
            <a:extLst xmlns:a="http://schemas.openxmlformats.org/drawingml/2006/main">
              <a:ext uri="{FF2B5EF4-FFF2-40B4-BE49-F238E27FC236}">
                <a16:creationId xmlns:a16="http://schemas.microsoft.com/office/drawing/2014/main" id="{B1FAE226-05FF-48B5-BC55-275098427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62288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0.125</a:t>
            </a:r>
          </a:p>
        </p:txBody>
      </p:sp>
      <p:sp>
        <p:nvSpPr>
          <p:cNvPr id="72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D7440C20-C310-4A03-8CA4-45E0D2A3A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76563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3" name="level-value">
            <a:extLst xmlns:a="http://schemas.openxmlformats.org/drawingml/2006/main">
              <a:ext uri="{FF2B5EF4-FFF2-40B4-BE49-F238E27FC236}">
                <a16:creationId xmlns:a16="http://schemas.microsoft.com/office/drawing/2014/main" id="{29ED70C4-A24E-4E92-BD19-E1330182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62263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0.375</a:t>
            </a:r>
          </a:p>
        </p:txBody>
      </p:sp>
      <p:sp>
        <p:nvSpPr>
          <p:cNvPr id="74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0E9C283A-8EEB-4449-9DE7-01826EDE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76538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5" name="level-value">
            <a:extLst xmlns:a="http://schemas.openxmlformats.org/drawingml/2006/main">
              <a:ext uri="{FF2B5EF4-FFF2-40B4-BE49-F238E27FC236}">
                <a16:creationId xmlns:a16="http://schemas.microsoft.com/office/drawing/2014/main" id="{E712A868-8716-487D-BE52-4EF8719F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62238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0.625</a:t>
            </a:r>
          </a:p>
        </p:txBody>
      </p:sp>
      <p:sp>
        <p:nvSpPr>
          <p:cNvPr id="76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9C4857E3-39FB-4CF5-818C-511BFAD3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76513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7" name="level-value">
            <a:extLst xmlns:a="http://schemas.openxmlformats.org/drawingml/2006/main">
              <a:ext uri="{FF2B5EF4-FFF2-40B4-BE49-F238E27FC236}">
                <a16:creationId xmlns:a16="http://schemas.microsoft.com/office/drawing/2014/main" id="{630CFB42-B0AB-4546-B8B6-FB716406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62213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0.875</a:t>
            </a:r>
          </a:p>
        </p:txBody>
      </p:sp>
      <p:sp>
        <p:nvSpPr>
          <p:cNvPr id="78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27940149-8193-4888-8B4F-533F7EBB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62200"/>
            <a:ext cx="9525" cy="1790700"/>
          </a:xfrm>
          <a:custGeom xmlns:a="http://schemas.openxmlformats.org/drawingml/2006/main">
            <a:pathLst>
              <a:path w="9525" h="1790700">
                <a:moveTo>
                  <a:pt x="0" y="0"/>
                </a:moveTo>
                <a:lnTo>
                  <a:pt x="0" y="17907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79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5EECBF7D-0264-4296-811B-E52829B6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76600"/>
            <a:ext cx="4162425" cy="9525"/>
          </a:xfrm>
          <a:custGeom xmlns:a="http://schemas.openxmlformats.org/drawingml/2006/main">
            <a:pathLst>
              <a:path w="4162425" h="9525">
                <a:moveTo>
                  <a:pt x="0" y="0"/>
                </a:moveTo>
                <a:lnTo>
                  <a:pt x="416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80" name="time-axis">
            <a:extLst xmlns:a="http://schemas.openxmlformats.org/drawingml/2006/main">
              <a:ext uri="{FF2B5EF4-FFF2-40B4-BE49-F238E27FC236}">
                <a16:creationId xmlns:a16="http://schemas.microsoft.com/office/drawing/2014/main" id="{139DAF02-C653-49D1-84E1-CAA28F17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52900"/>
            <a:ext cx="4162425" cy="9525"/>
          </a:xfrm>
          <a:custGeom xmlns:a="http://schemas.openxmlformats.org/drawingml/2006/main">
            <a:pathLst>
              <a:path w="4162425" h="9525">
                <a:moveTo>
                  <a:pt x="0" y="0"/>
                </a:moveTo>
                <a:lnTo>
                  <a:pt x="416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81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1A63AA30-714A-49F9-BE85-AC978C3EF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7005"/>
            <a:ext cx="4048125" cy="1333947"/>
          </a:xfrm>
          <a:custGeom xmlns:a="http://schemas.openxmlformats.org/drawingml/2006/main">
            <a:pathLst>
              <a:path w="4048125" h="1333947">
                <a:moveTo>
                  <a:pt x="0" y="1063633"/>
                </a:moveTo>
                <a:lnTo>
                  <a:pt x="20241" y="1052885"/>
                </a:lnTo>
                <a:lnTo>
                  <a:pt x="40481" y="1040694"/>
                </a:lnTo>
                <a:lnTo>
                  <a:pt x="60722" y="1027139"/>
                </a:lnTo>
                <a:lnTo>
                  <a:pt x="80963" y="1012299"/>
                </a:lnTo>
                <a:lnTo>
                  <a:pt x="101203" y="996250"/>
                </a:lnTo>
                <a:lnTo>
                  <a:pt x="121444" y="979070"/>
                </a:lnTo>
                <a:lnTo>
                  <a:pt x="141684" y="960839"/>
                </a:lnTo>
                <a:lnTo>
                  <a:pt x="161925" y="941634"/>
                </a:lnTo>
                <a:lnTo>
                  <a:pt x="182166" y="921532"/>
                </a:lnTo>
                <a:lnTo>
                  <a:pt x="202406" y="900613"/>
                </a:lnTo>
                <a:lnTo>
                  <a:pt x="222647" y="878953"/>
                </a:lnTo>
                <a:lnTo>
                  <a:pt x="242888" y="856631"/>
                </a:lnTo>
                <a:lnTo>
                  <a:pt x="263128" y="833725"/>
                </a:lnTo>
                <a:lnTo>
                  <a:pt x="283369" y="810313"/>
                </a:lnTo>
                <a:lnTo>
                  <a:pt x="303609" y="786473"/>
                </a:lnTo>
                <a:lnTo>
                  <a:pt x="323850" y="762283"/>
                </a:lnTo>
                <a:lnTo>
                  <a:pt x="344091" y="737821"/>
                </a:lnTo>
                <a:lnTo>
                  <a:pt x="364331" y="713165"/>
                </a:lnTo>
                <a:lnTo>
                  <a:pt x="384572" y="688393"/>
                </a:lnTo>
                <a:lnTo>
                  <a:pt x="404813" y="663583"/>
                </a:lnTo>
                <a:lnTo>
                  <a:pt x="425053" y="637656"/>
                </a:lnTo>
                <a:lnTo>
                  <a:pt x="445294" y="609668"/>
                </a:lnTo>
                <a:lnTo>
                  <a:pt x="465534" y="579898"/>
                </a:lnTo>
                <a:lnTo>
                  <a:pt x="485775" y="548625"/>
                </a:lnTo>
                <a:lnTo>
                  <a:pt x="506016" y="516127"/>
                </a:lnTo>
                <a:lnTo>
                  <a:pt x="526256" y="482684"/>
                </a:lnTo>
                <a:lnTo>
                  <a:pt x="546497" y="448576"/>
                </a:lnTo>
                <a:lnTo>
                  <a:pt x="566738" y="414080"/>
                </a:lnTo>
                <a:lnTo>
                  <a:pt x="586978" y="379476"/>
                </a:lnTo>
                <a:lnTo>
                  <a:pt x="607219" y="345043"/>
                </a:lnTo>
                <a:lnTo>
                  <a:pt x="627459" y="311060"/>
                </a:lnTo>
                <a:lnTo>
                  <a:pt x="647700" y="277807"/>
                </a:lnTo>
                <a:lnTo>
                  <a:pt x="667941" y="245561"/>
                </a:lnTo>
                <a:lnTo>
                  <a:pt x="688181" y="214603"/>
                </a:lnTo>
                <a:lnTo>
                  <a:pt x="708422" y="185211"/>
                </a:lnTo>
                <a:lnTo>
                  <a:pt x="728663" y="157664"/>
                </a:lnTo>
                <a:lnTo>
                  <a:pt x="748903" y="132241"/>
                </a:lnTo>
                <a:lnTo>
                  <a:pt x="769144" y="109222"/>
                </a:lnTo>
                <a:lnTo>
                  <a:pt x="789384" y="88885"/>
                </a:lnTo>
                <a:lnTo>
                  <a:pt x="809625" y="71509"/>
                </a:lnTo>
                <a:lnTo>
                  <a:pt x="829866" y="56730"/>
                </a:lnTo>
                <a:lnTo>
                  <a:pt x="850106" y="43925"/>
                </a:lnTo>
                <a:lnTo>
                  <a:pt x="870347" y="32992"/>
                </a:lnTo>
                <a:lnTo>
                  <a:pt x="890588" y="23823"/>
                </a:lnTo>
                <a:lnTo>
                  <a:pt x="910828" y="16315"/>
                </a:lnTo>
                <a:lnTo>
                  <a:pt x="931069" y="10361"/>
                </a:lnTo>
                <a:lnTo>
                  <a:pt x="951309" y="5858"/>
                </a:lnTo>
                <a:lnTo>
                  <a:pt x="971550" y="2700"/>
                </a:lnTo>
                <a:lnTo>
                  <a:pt x="991791" y="783"/>
                </a:lnTo>
                <a:lnTo>
                  <a:pt x="1012031" y="0"/>
                </a:lnTo>
                <a:lnTo>
                  <a:pt x="1032272" y="248"/>
                </a:lnTo>
                <a:lnTo>
                  <a:pt x="1052513" y="1420"/>
                </a:lnTo>
                <a:lnTo>
                  <a:pt x="1072753" y="3413"/>
                </a:lnTo>
                <a:lnTo>
                  <a:pt x="1092994" y="6121"/>
                </a:lnTo>
                <a:lnTo>
                  <a:pt x="1113234" y="9439"/>
                </a:lnTo>
                <a:lnTo>
                  <a:pt x="1133475" y="13262"/>
                </a:lnTo>
                <a:lnTo>
                  <a:pt x="1153716" y="17485"/>
                </a:lnTo>
                <a:lnTo>
                  <a:pt x="1173956" y="22003"/>
                </a:lnTo>
                <a:lnTo>
                  <a:pt x="1194197" y="26711"/>
                </a:lnTo>
                <a:lnTo>
                  <a:pt x="1214438" y="31504"/>
                </a:lnTo>
                <a:lnTo>
                  <a:pt x="1234678" y="36730"/>
                </a:lnTo>
                <a:lnTo>
                  <a:pt x="1254919" y="42789"/>
                </a:lnTo>
                <a:lnTo>
                  <a:pt x="1275159" y="49655"/>
                </a:lnTo>
                <a:lnTo>
                  <a:pt x="1295400" y="57299"/>
                </a:lnTo>
                <a:lnTo>
                  <a:pt x="1315641" y="65696"/>
                </a:lnTo>
                <a:lnTo>
                  <a:pt x="1335881" y="74817"/>
                </a:lnTo>
                <a:lnTo>
                  <a:pt x="1356122" y="84637"/>
                </a:lnTo>
                <a:lnTo>
                  <a:pt x="1376363" y="95128"/>
                </a:lnTo>
                <a:lnTo>
                  <a:pt x="1396603" y="106263"/>
                </a:lnTo>
                <a:lnTo>
                  <a:pt x="1416844" y="118015"/>
                </a:lnTo>
                <a:lnTo>
                  <a:pt x="1437084" y="130357"/>
                </a:lnTo>
                <a:lnTo>
                  <a:pt x="1457325" y="143262"/>
                </a:lnTo>
                <a:lnTo>
                  <a:pt x="1477566" y="156703"/>
                </a:lnTo>
                <a:lnTo>
                  <a:pt x="1497806" y="170653"/>
                </a:lnTo>
                <a:lnTo>
                  <a:pt x="1518047" y="185086"/>
                </a:lnTo>
                <a:lnTo>
                  <a:pt x="1538288" y="199973"/>
                </a:lnTo>
                <a:lnTo>
                  <a:pt x="1558528" y="215288"/>
                </a:lnTo>
                <a:lnTo>
                  <a:pt x="1578769" y="231005"/>
                </a:lnTo>
                <a:lnTo>
                  <a:pt x="1599009" y="247095"/>
                </a:lnTo>
                <a:lnTo>
                  <a:pt x="1619250" y="263533"/>
                </a:lnTo>
                <a:lnTo>
                  <a:pt x="1639491" y="280699"/>
                </a:lnTo>
                <a:lnTo>
                  <a:pt x="1659731" y="298925"/>
                </a:lnTo>
                <a:lnTo>
                  <a:pt x="1679972" y="318114"/>
                </a:lnTo>
                <a:lnTo>
                  <a:pt x="1700213" y="338166"/>
                </a:lnTo>
                <a:lnTo>
                  <a:pt x="1720453" y="358982"/>
                </a:lnTo>
                <a:lnTo>
                  <a:pt x="1740694" y="380464"/>
                </a:lnTo>
                <a:lnTo>
                  <a:pt x="1760934" y="402511"/>
                </a:lnTo>
                <a:lnTo>
                  <a:pt x="1781175" y="425025"/>
                </a:lnTo>
                <a:lnTo>
                  <a:pt x="1801416" y="447907"/>
                </a:lnTo>
                <a:lnTo>
                  <a:pt x="1821656" y="471059"/>
                </a:lnTo>
                <a:lnTo>
                  <a:pt x="1841897" y="494380"/>
                </a:lnTo>
                <a:lnTo>
                  <a:pt x="1862138" y="517773"/>
                </a:lnTo>
                <a:lnTo>
                  <a:pt x="1882378" y="541137"/>
                </a:lnTo>
                <a:lnTo>
                  <a:pt x="1902619" y="564375"/>
                </a:lnTo>
                <a:lnTo>
                  <a:pt x="1922859" y="587386"/>
                </a:lnTo>
                <a:lnTo>
                  <a:pt x="1943100" y="610072"/>
                </a:lnTo>
                <a:lnTo>
                  <a:pt x="1963341" y="632335"/>
                </a:lnTo>
                <a:lnTo>
                  <a:pt x="1983581" y="654074"/>
                </a:lnTo>
                <a:lnTo>
                  <a:pt x="2003822" y="675191"/>
                </a:lnTo>
                <a:lnTo>
                  <a:pt x="2024063" y="695587"/>
                </a:lnTo>
                <a:lnTo>
                  <a:pt x="2044303" y="715794"/>
                </a:lnTo>
                <a:lnTo>
                  <a:pt x="2064544" y="736352"/>
                </a:lnTo>
                <a:lnTo>
                  <a:pt x="2084784" y="757170"/>
                </a:lnTo>
                <a:lnTo>
                  <a:pt x="2105025" y="778157"/>
                </a:lnTo>
                <a:lnTo>
                  <a:pt x="2125266" y="799225"/>
                </a:lnTo>
                <a:lnTo>
                  <a:pt x="2145506" y="820283"/>
                </a:lnTo>
                <a:lnTo>
                  <a:pt x="2165747" y="841240"/>
                </a:lnTo>
                <a:lnTo>
                  <a:pt x="2185988" y="862008"/>
                </a:lnTo>
                <a:lnTo>
                  <a:pt x="2206228" y="882495"/>
                </a:lnTo>
                <a:lnTo>
                  <a:pt x="2226469" y="902613"/>
                </a:lnTo>
                <a:lnTo>
                  <a:pt x="2246709" y="922270"/>
                </a:lnTo>
                <a:lnTo>
                  <a:pt x="2266950" y="941378"/>
                </a:lnTo>
                <a:lnTo>
                  <a:pt x="2287191" y="959845"/>
                </a:lnTo>
                <a:lnTo>
                  <a:pt x="2307431" y="977582"/>
                </a:lnTo>
                <a:lnTo>
                  <a:pt x="2327672" y="994499"/>
                </a:lnTo>
                <a:lnTo>
                  <a:pt x="2347913" y="1010506"/>
                </a:lnTo>
                <a:lnTo>
                  <a:pt x="2368153" y="1025513"/>
                </a:lnTo>
                <a:lnTo>
                  <a:pt x="2388394" y="1039430"/>
                </a:lnTo>
                <a:lnTo>
                  <a:pt x="2408634" y="1052167"/>
                </a:lnTo>
                <a:lnTo>
                  <a:pt x="2428875" y="1063633"/>
                </a:lnTo>
                <a:lnTo>
                  <a:pt x="2449116" y="1073532"/>
                </a:lnTo>
                <a:lnTo>
                  <a:pt x="2469356" y="1081735"/>
                </a:lnTo>
                <a:lnTo>
                  <a:pt x="2489597" y="1088409"/>
                </a:lnTo>
                <a:lnTo>
                  <a:pt x="2509838" y="1093717"/>
                </a:lnTo>
                <a:lnTo>
                  <a:pt x="2530078" y="1097825"/>
                </a:lnTo>
                <a:lnTo>
                  <a:pt x="2550319" y="1100898"/>
                </a:lnTo>
                <a:lnTo>
                  <a:pt x="2570559" y="1103100"/>
                </a:lnTo>
                <a:lnTo>
                  <a:pt x="2590800" y="1104598"/>
                </a:lnTo>
                <a:lnTo>
                  <a:pt x="2611041" y="1105556"/>
                </a:lnTo>
                <a:lnTo>
                  <a:pt x="2631281" y="1106138"/>
                </a:lnTo>
                <a:lnTo>
                  <a:pt x="2651522" y="1106511"/>
                </a:lnTo>
                <a:lnTo>
                  <a:pt x="2671763" y="1106838"/>
                </a:lnTo>
                <a:lnTo>
                  <a:pt x="2692003" y="1107286"/>
                </a:lnTo>
                <a:lnTo>
                  <a:pt x="2712244" y="1108018"/>
                </a:lnTo>
                <a:lnTo>
                  <a:pt x="2732484" y="1109201"/>
                </a:lnTo>
                <a:lnTo>
                  <a:pt x="2752725" y="1110999"/>
                </a:lnTo>
                <a:lnTo>
                  <a:pt x="2772966" y="1113577"/>
                </a:lnTo>
                <a:lnTo>
                  <a:pt x="2793206" y="1117100"/>
                </a:lnTo>
                <a:lnTo>
                  <a:pt x="2813447" y="1121733"/>
                </a:lnTo>
                <a:lnTo>
                  <a:pt x="2833688" y="1127641"/>
                </a:lnTo>
                <a:lnTo>
                  <a:pt x="2853928" y="1135362"/>
                </a:lnTo>
                <a:lnTo>
                  <a:pt x="2874169" y="1145123"/>
                </a:lnTo>
                <a:lnTo>
                  <a:pt x="2894409" y="1156625"/>
                </a:lnTo>
                <a:lnTo>
                  <a:pt x="2914650" y="1169566"/>
                </a:lnTo>
                <a:lnTo>
                  <a:pt x="2934891" y="1183648"/>
                </a:lnTo>
                <a:lnTo>
                  <a:pt x="2955131" y="1198570"/>
                </a:lnTo>
                <a:lnTo>
                  <a:pt x="2975372" y="1214032"/>
                </a:lnTo>
                <a:lnTo>
                  <a:pt x="2995613" y="1229734"/>
                </a:lnTo>
                <a:lnTo>
                  <a:pt x="3015853" y="1245376"/>
                </a:lnTo>
                <a:lnTo>
                  <a:pt x="3036094" y="1260658"/>
                </a:lnTo>
                <a:lnTo>
                  <a:pt x="3056334" y="1275279"/>
                </a:lnTo>
                <a:lnTo>
                  <a:pt x="3076575" y="1288941"/>
                </a:lnTo>
                <a:lnTo>
                  <a:pt x="3096816" y="1301343"/>
                </a:lnTo>
                <a:lnTo>
                  <a:pt x="3117056" y="1312184"/>
                </a:lnTo>
                <a:lnTo>
                  <a:pt x="3137297" y="1321165"/>
                </a:lnTo>
                <a:lnTo>
                  <a:pt x="3157538" y="1327986"/>
                </a:lnTo>
                <a:lnTo>
                  <a:pt x="3177778" y="1332347"/>
                </a:lnTo>
                <a:lnTo>
                  <a:pt x="3198019" y="1333947"/>
                </a:lnTo>
                <a:lnTo>
                  <a:pt x="3218259" y="1332487"/>
                </a:lnTo>
                <a:lnTo>
                  <a:pt x="3238500" y="1327666"/>
                </a:lnTo>
                <a:lnTo>
                  <a:pt x="3258741" y="1319133"/>
                </a:lnTo>
                <a:lnTo>
                  <a:pt x="3278981" y="1306967"/>
                </a:lnTo>
                <a:lnTo>
                  <a:pt x="3299222" y="1291517"/>
                </a:lnTo>
                <a:lnTo>
                  <a:pt x="3319463" y="1273131"/>
                </a:lnTo>
                <a:lnTo>
                  <a:pt x="3339703" y="1252156"/>
                </a:lnTo>
                <a:lnTo>
                  <a:pt x="3359944" y="1228942"/>
                </a:lnTo>
                <a:lnTo>
                  <a:pt x="3380184" y="1203834"/>
                </a:lnTo>
                <a:lnTo>
                  <a:pt x="3400425" y="1177183"/>
                </a:lnTo>
                <a:lnTo>
                  <a:pt x="3420666" y="1149336"/>
                </a:lnTo>
                <a:lnTo>
                  <a:pt x="3440906" y="1120640"/>
                </a:lnTo>
                <a:lnTo>
                  <a:pt x="3461147" y="1091444"/>
                </a:lnTo>
                <a:lnTo>
                  <a:pt x="3481388" y="1062097"/>
                </a:lnTo>
                <a:lnTo>
                  <a:pt x="3501628" y="1032945"/>
                </a:lnTo>
                <a:lnTo>
                  <a:pt x="3521869" y="1004338"/>
                </a:lnTo>
                <a:lnTo>
                  <a:pt x="3542109" y="976622"/>
                </a:lnTo>
                <a:lnTo>
                  <a:pt x="3562350" y="950147"/>
                </a:lnTo>
                <a:lnTo>
                  <a:pt x="3582591" y="925260"/>
                </a:lnTo>
                <a:lnTo>
                  <a:pt x="3602831" y="902309"/>
                </a:lnTo>
                <a:lnTo>
                  <a:pt x="3623072" y="881642"/>
                </a:lnTo>
                <a:lnTo>
                  <a:pt x="3643313" y="863608"/>
                </a:lnTo>
                <a:lnTo>
                  <a:pt x="3663553" y="847412"/>
                </a:lnTo>
                <a:lnTo>
                  <a:pt x="3683794" y="832012"/>
                </a:lnTo>
                <a:lnTo>
                  <a:pt x="3704034" y="817384"/>
                </a:lnTo>
                <a:lnTo>
                  <a:pt x="3724275" y="803504"/>
                </a:lnTo>
                <a:lnTo>
                  <a:pt x="3744516" y="790349"/>
                </a:lnTo>
                <a:lnTo>
                  <a:pt x="3764756" y="777893"/>
                </a:lnTo>
                <a:lnTo>
                  <a:pt x="3784997" y="766114"/>
                </a:lnTo>
                <a:lnTo>
                  <a:pt x="3805238" y="754986"/>
                </a:lnTo>
                <a:lnTo>
                  <a:pt x="3825478" y="744487"/>
                </a:lnTo>
                <a:lnTo>
                  <a:pt x="3845719" y="734592"/>
                </a:lnTo>
                <a:lnTo>
                  <a:pt x="3865959" y="725277"/>
                </a:lnTo>
                <a:lnTo>
                  <a:pt x="3886200" y="716518"/>
                </a:lnTo>
                <a:lnTo>
                  <a:pt x="3906441" y="708291"/>
                </a:lnTo>
                <a:lnTo>
                  <a:pt x="3926681" y="700572"/>
                </a:lnTo>
                <a:lnTo>
                  <a:pt x="3946922" y="693337"/>
                </a:lnTo>
                <a:lnTo>
                  <a:pt x="3967163" y="686562"/>
                </a:lnTo>
                <a:lnTo>
                  <a:pt x="3987403" y="680223"/>
                </a:lnTo>
                <a:lnTo>
                  <a:pt x="4007644" y="674296"/>
                </a:lnTo>
                <a:lnTo>
                  <a:pt x="4027884" y="668758"/>
                </a:lnTo>
                <a:lnTo>
                  <a:pt x="4048125" y="663583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808080"/>
            </a:solidFill>
          </a:ln>
        </p:spPr>
      </p:sp>
      <p:sp>
        <p:nvSpPr>
          <p:cNvPr id="82" name="time-label">
            <a:extLst xmlns:a="http://schemas.openxmlformats.org/drawingml/2006/main">
              <a:ext uri="{FF2B5EF4-FFF2-40B4-BE49-F238E27FC236}">
                <a16:creationId xmlns:a16="http://schemas.microsoft.com/office/drawing/2014/main" id="{F709F852-B7CA-464C-8C73-F64C60FE2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4862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83" name="line">
            <a:extLst xmlns:a="http://schemas.openxmlformats.org/drawingml/2006/main">
              <a:ext uri="{FF2B5EF4-FFF2-40B4-BE49-F238E27FC236}">
                <a16:creationId xmlns:a16="http://schemas.microsoft.com/office/drawing/2014/main" id="{3EF33421-E543-450C-9408-6BA1F382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84" name="time-tick">
            <a:extLst xmlns:a="http://schemas.openxmlformats.org/drawingml/2006/main">
              <a:ext uri="{FF2B5EF4-FFF2-40B4-BE49-F238E27FC236}">
                <a16:creationId xmlns:a16="http://schemas.microsoft.com/office/drawing/2014/main" id="{3DFAAC9C-0253-4201-84C9-F7240C60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85" name="line">
            <a:extLst xmlns:a="http://schemas.openxmlformats.org/drawingml/2006/main">
              <a:ext uri="{FF2B5EF4-FFF2-40B4-BE49-F238E27FC236}">
                <a16:creationId xmlns:a16="http://schemas.microsoft.com/office/drawing/2014/main" id="{F2452184-DB5E-48E3-9165-BEA1E6B05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86" name="time-tick">
            <a:extLst xmlns:a="http://schemas.openxmlformats.org/drawingml/2006/main">
              <a:ext uri="{FF2B5EF4-FFF2-40B4-BE49-F238E27FC236}">
                <a16:creationId xmlns:a16="http://schemas.microsoft.com/office/drawing/2014/main" id="{1C0C53B0-4CEE-4D8C-93A3-25E856AE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87" name="line">
            <a:extLst xmlns:a="http://schemas.openxmlformats.org/drawingml/2006/main">
              <a:ext uri="{FF2B5EF4-FFF2-40B4-BE49-F238E27FC236}">
                <a16:creationId xmlns:a16="http://schemas.microsoft.com/office/drawing/2014/main" id="{8E6A8835-9878-4149-9E71-1B7850BF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88" name="time-tick">
            <a:extLst xmlns:a="http://schemas.openxmlformats.org/drawingml/2006/main">
              <a:ext uri="{FF2B5EF4-FFF2-40B4-BE49-F238E27FC236}">
                <a16:creationId xmlns:a16="http://schemas.microsoft.com/office/drawing/2014/main" id="{CA28ECBC-AEEA-4573-AA11-E7A0CD2C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89" name="line">
            <a:extLst xmlns:a="http://schemas.openxmlformats.org/drawingml/2006/main">
              <a:ext uri="{FF2B5EF4-FFF2-40B4-BE49-F238E27FC236}">
                <a16:creationId xmlns:a16="http://schemas.microsoft.com/office/drawing/2014/main" id="{FD80F819-2F07-4D34-B237-AAADC828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90" name="time-tick">
            <a:extLst xmlns:a="http://schemas.openxmlformats.org/drawingml/2006/main">
              <a:ext uri="{FF2B5EF4-FFF2-40B4-BE49-F238E27FC236}">
                <a16:creationId xmlns:a16="http://schemas.microsoft.com/office/drawing/2014/main" id="{CED52591-FABA-4DB9-A9A9-0BE87ED5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91" name="line">
            <a:extLst xmlns:a="http://schemas.openxmlformats.org/drawingml/2006/main">
              <a:ext uri="{FF2B5EF4-FFF2-40B4-BE49-F238E27FC236}">
                <a16:creationId xmlns:a16="http://schemas.microsoft.com/office/drawing/2014/main" id="{FF904BD8-ACA3-479C-BB0E-7E448FEE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92" name="time-tick">
            <a:extLst xmlns:a="http://schemas.openxmlformats.org/drawingml/2006/main">
              <a:ext uri="{FF2B5EF4-FFF2-40B4-BE49-F238E27FC236}">
                <a16:creationId xmlns:a16="http://schemas.microsoft.com/office/drawing/2014/main" id="{419D1B39-74C7-49BF-B1BF-7005C77B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93" name="line">
            <a:extLst xmlns:a="http://schemas.openxmlformats.org/drawingml/2006/main">
              <a:ext uri="{FF2B5EF4-FFF2-40B4-BE49-F238E27FC236}">
                <a16:creationId xmlns:a16="http://schemas.microsoft.com/office/drawing/2014/main" id="{303E23CF-A1F0-49D7-B09A-9A96E9A2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94" name="time-tick">
            <a:extLst xmlns:a="http://schemas.openxmlformats.org/drawingml/2006/main">
              <a:ext uri="{FF2B5EF4-FFF2-40B4-BE49-F238E27FC236}">
                <a16:creationId xmlns:a16="http://schemas.microsoft.com/office/drawing/2014/main" id="{A23CF59C-1646-4F57-BC12-DBCB69668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  <p:sp>
        <p:nvSpPr>
          <p:cNvPr id="9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1A6F9F24-7737-44FC-95DD-6AA13ED7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76638"/>
            <a:ext cx="9525" cy="9525"/>
          </a:xfrm>
          <a:custGeom xmlns:a="http://schemas.openxmlformats.org/drawingml/2006/main">
            <a:pathLst>
              <a:path w="9525" h="9525">
                <a:moveTo>
                  <a:pt x="0" y="40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96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8CF34A12-81AB-48E9-A5D5-33A7362C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5330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97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AB3DC226-5878-4C9C-ACD7-A72E7728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52901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9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65C033DB-1BB3-454A-B46A-35FD6B86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8563" y="3176588"/>
            <a:ext cx="9525" cy="9525"/>
          </a:xfrm>
          <a:custGeom xmlns:a="http://schemas.openxmlformats.org/drawingml/2006/main">
            <a:pathLst>
              <a:path w="9525" h="9525">
                <a:moveTo>
                  <a:pt x="0" y="400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99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06EC9FFB-0312-43D9-B386-369AF2EA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0938" y="31329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00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F83987A1-B6A7-4164-B8CC-BA885238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0938" y="312896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01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BA52E249-5301-46A5-8A10-A56B7569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76513"/>
            <a:ext cx="9525" cy="12001"/>
          </a:xfrm>
          <a:custGeom xmlns:a="http://schemas.openxmlformats.org/drawingml/2006/main">
            <a:pathLst>
              <a:path w="9525" h="12001">
                <a:moveTo>
                  <a:pt x="0" y="1200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2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7E5138B2-B51C-4672-868E-7730FB48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4088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03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97BD786C-8C11-4A09-A35B-31372A19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28888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04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21B688FE-66AD-4BDF-B0FC-A088CABDD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8188" y="2548509"/>
            <a:ext cx="9525" cy="28003"/>
          </a:xfrm>
          <a:custGeom xmlns:a="http://schemas.openxmlformats.org/drawingml/2006/main">
            <a:pathLst>
              <a:path w="9525" h="28003">
                <a:moveTo>
                  <a:pt x="0" y="0"/>
                </a:moveTo>
                <a:lnTo>
                  <a:pt x="0" y="2800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5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DDC83A9E-AB85-49B7-9165-5B35C5E3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563" y="250088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06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C6A3C0D7-47CB-411A-92DD-50A2F126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563" y="2528888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07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4D3FFF1E-FF9A-4E6B-9346-CDFA32AC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76538"/>
            <a:ext cx="9525" cy="9525"/>
          </a:xfrm>
          <a:custGeom xmlns:a="http://schemas.openxmlformats.org/drawingml/2006/main">
            <a:pathLst>
              <a:path w="9525" h="9525">
                <a:moveTo>
                  <a:pt x="0" y="400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8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CF19539E-92D8-4BF1-B4A9-F22A3094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7329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09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9BECB87C-CF7C-4E66-ACF9-8BC78D4A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72891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1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8BE1908D-E138-422A-948C-1137FA70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7813" y="3176588"/>
            <a:ext cx="9525" cy="36004"/>
          </a:xfrm>
          <a:custGeom xmlns:a="http://schemas.openxmlformats.org/drawingml/2006/main">
            <a:pathLst>
              <a:path w="9525" h="36004">
                <a:moveTo>
                  <a:pt x="0" y="3600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11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108EB593-B229-409B-96C1-9C573F3A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316496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12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B299CD05-8FA7-444E-868E-C0AB7E80B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312896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1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DF74B535-C913-4388-937C-BA84C623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576638"/>
            <a:ext cx="9525" cy="9525"/>
          </a:xfrm>
          <a:custGeom xmlns:a="http://schemas.openxmlformats.org/drawingml/2006/main">
            <a:pathLst>
              <a:path w="9525" h="9525">
                <a:moveTo>
                  <a:pt x="0" y="40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</a:ln>
        </p:spPr>
      </p:sp>
      <p:sp>
        <p:nvSpPr>
          <p:cNvPr id="114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4E36C996-C01D-46E5-BF18-9BC05F73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330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15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EBF58698-781C-4276-A73B-EA9FBB05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2901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16" name="current-focus">
            <a:extLst xmlns:a="http://schemas.openxmlformats.org/drawingml/2006/main">
              <a:ext uri="{FF2B5EF4-FFF2-40B4-BE49-F238E27FC236}">
                <a16:creationId xmlns:a16="http://schemas.microsoft.com/office/drawing/2014/main" id="{83121824-B8C7-41A4-9601-F7E8FFA6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43288"/>
            <a:ext cx="285750" cy="27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117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A32921ED-94F8-443E-998D-CAEF1CDC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7438" y="3576638"/>
            <a:ext cx="9525" cy="68008"/>
          </a:xfrm>
          <a:custGeom xmlns:a="http://schemas.openxmlformats.org/drawingml/2006/main">
            <a:pathLst>
              <a:path w="9525" h="68008">
                <a:moveTo>
                  <a:pt x="0" y="6800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18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7755C3FF-0C54-400A-8BE6-8F057110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9813" y="359702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19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8151BFF8-1A3D-42E8-B84E-B3410747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9813" y="352901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2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53EF7E65-C9A3-471F-A1B7-A733E692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776663"/>
            <a:ext cx="9525" cy="68008"/>
          </a:xfrm>
          <a:custGeom xmlns:a="http://schemas.openxmlformats.org/drawingml/2006/main">
            <a:pathLst>
              <a:path w="9525" h="68008">
                <a:moveTo>
                  <a:pt x="0" y="6800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21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411398F9-2257-41C7-88CC-0522549B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79704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22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DDEE144D-8F5B-4FB6-858C-33BF7366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729038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2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08D045F5-46F5-4ED8-A0B7-91761E17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7063" y="3376613"/>
            <a:ext cx="9525" cy="9525"/>
          </a:xfrm>
          <a:custGeom xmlns:a="http://schemas.openxmlformats.org/drawingml/2006/main">
            <a:pathLst>
              <a:path w="9525" h="9525">
                <a:moveTo>
                  <a:pt x="0" y="40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24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5E0719C1-DE80-4CB8-85E1-1E25CC7B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9438" y="333298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25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D0E4A52F-D2CB-47B3-A292-8D651CC0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9438" y="3328988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26" name="plot-caption">
            <a:extLst xmlns:a="http://schemas.openxmlformats.org/drawingml/2006/main">
              <a:ext uri="{FF2B5EF4-FFF2-40B4-BE49-F238E27FC236}">
                <a16:creationId xmlns:a16="http://schemas.microsoft.com/office/drawing/2014/main" id="{7EF7DDE6-4EB8-4F1D-A777-84A7EB0BD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19300"/>
            <a:ext cx="404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8个等级</a:t>
            </a:r>
          </a:p>
        </p:txBody>
      </p:sp>
      <p:sp>
        <p:nvSpPr>
          <p:cNvPr id="127" name="sample">
            <a:extLst xmlns:a="http://schemas.openxmlformats.org/drawingml/2006/main">
              <a:ext uri="{FF2B5EF4-FFF2-40B4-BE49-F238E27FC236}">
                <a16:creationId xmlns:a16="http://schemas.microsoft.com/office/drawing/2014/main" id="{DFC6CC4A-683A-4725-981B-646AD0E2F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3" y="495776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28" name="text">
            <a:extLst xmlns:a="http://schemas.openxmlformats.org/drawingml/2006/main">
              <a:ext uri="{FF2B5EF4-FFF2-40B4-BE49-F238E27FC236}">
                <a16:creationId xmlns:a16="http://schemas.microsoft.com/office/drawing/2014/main" id="{379274D7-A260-4628-8A79-4D65C9A94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482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输入幅度</a:t>
            </a:r>
          </a:p>
        </p:txBody>
      </p:sp>
      <p:sp>
        <p:nvSpPr>
          <p:cNvPr id="129" name="box">
            <a:extLst xmlns:a="http://schemas.openxmlformats.org/drawingml/2006/main">
              <a:ext uri="{FF2B5EF4-FFF2-40B4-BE49-F238E27FC236}">
                <a16:creationId xmlns:a16="http://schemas.microsoft.com/office/drawing/2014/main" id="{3BF117C0-B06C-427E-95F0-389B90990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972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30" name="text">
            <a:extLst xmlns:a="http://schemas.openxmlformats.org/drawingml/2006/main">
              <a:ext uri="{FF2B5EF4-FFF2-40B4-BE49-F238E27FC236}">
                <a16:creationId xmlns:a16="http://schemas.microsoft.com/office/drawing/2014/main" id="{5C60BC29-6B83-4EA4-A199-B480BCE1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84822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代表值</a:t>
            </a:r>
          </a:p>
        </p:txBody>
      </p:sp>
      <p:sp>
        <p:nvSpPr>
          <p:cNvPr id="131" name="line">
            <a:extLst xmlns:a="http://schemas.openxmlformats.org/drawingml/2006/main">
              <a:ext uri="{FF2B5EF4-FFF2-40B4-BE49-F238E27FC236}">
                <a16:creationId xmlns:a16="http://schemas.microsoft.com/office/drawing/2014/main" id="{64E74CF1-5868-4FF3-9879-FA627CF4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010150"/>
            <a:ext cx="361950" cy="9525"/>
          </a:xfrm>
          <a:custGeom xmlns:a="http://schemas.openxmlformats.org/drawingml/2006/main">
            <a:pathLst>
              <a:path w="361950" h="9525">
                <a:moveTo>
                  <a:pt x="0" y="0"/>
                </a:moveTo>
                <a:lnTo>
                  <a:pt x="361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</a:ln>
        </p:spPr>
      </p:sp>
      <p:sp>
        <p:nvSpPr>
          <p:cNvPr id="132" name="text">
            <a:extLst xmlns:a="http://schemas.openxmlformats.org/drawingml/2006/main">
              <a:ext uri="{FF2B5EF4-FFF2-40B4-BE49-F238E27FC236}">
                <a16:creationId xmlns:a16="http://schemas.microsoft.com/office/drawing/2014/main" id="{39EE628B-4034-4CC4-B126-6739E7426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84822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本次观察的误差</a:t>
            </a:r>
          </a:p>
        </p:txBody>
      </p:sp>
    </p:spTree>
    <p:extLst>
      <p:ext uri="{BB962C8B-B14F-4D97-AF65-F5344CB8AC3E}">
        <p14:creationId xmlns:p14="http://schemas.microsoft.com/office/powerpoint/2010/main" val="180990871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5" name="top-rail">
            <a:extLst xmlns:a="http://schemas.openxmlformats.org/drawingml/2006/main">
              <a:ext uri="{FF2B5EF4-FFF2-40B4-BE49-F238E27FC236}">
                <a16:creationId xmlns:a16="http://schemas.microsoft.com/office/drawing/2014/main" id="{93F26756-D5B2-4F7F-BDCA-67AFDB0F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59679994-FC4E-4E8F-B4FE-6C96CACD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05305947-D6F1-4E27-BDA0-EB622603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只增加等级数，哪些量没变？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B133A32-9B7D-46C0-B800-C083BF28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相同10个时刻、相同输入、相同幅度范围。</a:t>
            </a:r>
          </a:p>
        </p:txBody>
      </p:sp>
      <p:sp>
        <p:nvSpPr>
          <p:cNvPr id="5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E770485C-B278-44AF-9C7A-7705E9D5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876675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" name="level-value">
            <a:extLst xmlns:a="http://schemas.openxmlformats.org/drawingml/2006/main">
              <a:ext uri="{FF2B5EF4-FFF2-40B4-BE49-F238E27FC236}">
                <a16:creationId xmlns:a16="http://schemas.microsoft.com/office/drawing/2014/main" id="{1C6B8415-D9C4-4AAB-9E7B-08917B465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7623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-0.75</a:t>
            </a:r>
          </a:p>
        </p:txBody>
      </p:sp>
      <p:sp>
        <p:nvSpPr>
          <p:cNvPr id="7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EE50344E-5572-4238-98E6-A12790DC2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476625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8" name="level-value">
            <a:extLst xmlns:a="http://schemas.openxmlformats.org/drawingml/2006/main">
              <a:ext uri="{FF2B5EF4-FFF2-40B4-BE49-F238E27FC236}">
                <a16:creationId xmlns:a16="http://schemas.microsoft.com/office/drawing/2014/main" id="{D04D0476-95BF-4D7B-932F-FB227231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36232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-0.25</a:t>
            </a:r>
          </a:p>
        </p:txBody>
      </p:sp>
      <p:sp>
        <p:nvSpPr>
          <p:cNvPr id="9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28E394FF-25D5-457C-BA46-7CD7FAE0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76575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0" name="level-value">
            <a:extLst xmlns:a="http://schemas.openxmlformats.org/drawingml/2006/main">
              <a:ext uri="{FF2B5EF4-FFF2-40B4-BE49-F238E27FC236}">
                <a16:creationId xmlns:a16="http://schemas.microsoft.com/office/drawing/2014/main" id="{E064135D-C88F-4B39-BBB7-FC7124A9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9622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0.25</a:t>
            </a:r>
          </a:p>
        </p:txBody>
      </p:sp>
      <p:sp>
        <p:nvSpPr>
          <p:cNvPr id="11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48A89805-8388-4322-A67C-2A68AA525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76525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2" name="level-value">
            <a:extLst xmlns:a="http://schemas.openxmlformats.org/drawingml/2006/main">
              <a:ext uri="{FF2B5EF4-FFF2-40B4-BE49-F238E27FC236}">
                <a16:creationId xmlns:a16="http://schemas.microsoft.com/office/drawing/2014/main" id="{FFB078E3-355F-4214-9F88-3CBDCC2E7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56222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0.75</a:t>
            </a:r>
          </a:p>
        </p:txBody>
      </p:sp>
      <p:sp>
        <p:nvSpPr>
          <p:cNvPr id="13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CD2D8DF2-9EBB-4963-9032-52369C88C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62200"/>
            <a:ext cx="9525" cy="1790700"/>
          </a:xfrm>
          <a:custGeom xmlns:a="http://schemas.openxmlformats.org/drawingml/2006/main">
            <a:pathLst>
              <a:path w="9525" h="1790700">
                <a:moveTo>
                  <a:pt x="0" y="0"/>
                </a:moveTo>
                <a:lnTo>
                  <a:pt x="0" y="17907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14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4A33D736-CC14-4FE2-8C35-12B53F3C1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76600"/>
            <a:ext cx="4162425" cy="9525"/>
          </a:xfrm>
          <a:custGeom xmlns:a="http://schemas.openxmlformats.org/drawingml/2006/main">
            <a:pathLst>
              <a:path w="4162425" h="9525">
                <a:moveTo>
                  <a:pt x="0" y="0"/>
                </a:moveTo>
                <a:lnTo>
                  <a:pt x="416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15" name="time-axis">
            <a:extLst xmlns:a="http://schemas.openxmlformats.org/drawingml/2006/main">
              <a:ext uri="{FF2B5EF4-FFF2-40B4-BE49-F238E27FC236}">
                <a16:creationId xmlns:a16="http://schemas.microsoft.com/office/drawing/2014/main" id="{EFD0182E-2F9B-4F4E-B955-2D94100B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152900"/>
            <a:ext cx="4162425" cy="9525"/>
          </a:xfrm>
          <a:custGeom xmlns:a="http://schemas.openxmlformats.org/drawingml/2006/main">
            <a:pathLst>
              <a:path w="4162425" h="9525">
                <a:moveTo>
                  <a:pt x="0" y="0"/>
                </a:moveTo>
                <a:lnTo>
                  <a:pt x="416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16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7A55B792-A7A8-424E-95E1-A04679EDB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517005"/>
            <a:ext cx="4048125" cy="1333947"/>
          </a:xfrm>
          <a:custGeom xmlns:a="http://schemas.openxmlformats.org/drawingml/2006/main">
            <a:pathLst>
              <a:path w="4048125" h="1333947">
                <a:moveTo>
                  <a:pt x="0" y="1063633"/>
                </a:moveTo>
                <a:lnTo>
                  <a:pt x="20241" y="1052885"/>
                </a:lnTo>
                <a:lnTo>
                  <a:pt x="40481" y="1040694"/>
                </a:lnTo>
                <a:lnTo>
                  <a:pt x="60722" y="1027139"/>
                </a:lnTo>
                <a:lnTo>
                  <a:pt x="80963" y="1012299"/>
                </a:lnTo>
                <a:lnTo>
                  <a:pt x="101203" y="996250"/>
                </a:lnTo>
                <a:lnTo>
                  <a:pt x="121444" y="979070"/>
                </a:lnTo>
                <a:lnTo>
                  <a:pt x="141684" y="960839"/>
                </a:lnTo>
                <a:lnTo>
                  <a:pt x="161925" y="941634"/>
                </a:lnTo>
                <a:lnTo>
                  <a:pt x="182166" y="921532"/>
                </a:lnTo>
                <a:lnTo>
                  <a:pt x="202406" y="900613"/>
                </a:lnTo>
                <a:lnTo>
                  <a:pt x="222647" y="878953"/>
                </a:lnTo>
                <a:lnTo>
                  <a:pt x="242888" y="856631"/>
                </a:lnTo>
                <a:lnTo>
                  <a:pt x="263128" y="833725"/>
                </a:lnTo>
                <a:lnTo>
                  <a:pt x="283369" y="810313"/>
                </a:lnTo>
                <a:lnTo>
                  <a:pt x="303609" y="786473"/>
                </a:lnTo>
                <a:lnTo>
                  <a:pt x="323850" y="762283"/>
                </a:lnTo>
                <a:lnTo>
                  <a:pt x="344091" y="737821"/>
                </a:lnTo>
                <a:lnTo>
                  <a:pt x="364331" y="713165"/>
                </a:lnTo>
                <a:lnTo>
                  <a:pt x="384572" y="688393"/>
                </a:lnTo>
                <a:lnTo>
                  <a:pt x="404813" y="663583"/>
                </a:lnTo>
                <a:lnTo>
                  <a:pt x="425053" y="637656"/>
                </a:lnTo>
                <a:lnTo>
                  <a:pt x="445294" y="609668"/>
                </a:lnTo>
                <a:lnTo>
                  <a:pt x="465534" y="579898"/>
                </a:lnTo>
                <a:lnTo>
                  <a:pt x="485775" y="548625"/>
                </a:lnTo>
                <a:lnTo>
                  <a:pt x="506016" y="516127"/>
                </a:lnTo>
                <a:lnTo>
                  <a:pt x="526256" y="482684"/>
                </a:lnTo>
                <a:lnTo>
                  <a:pt x="546497" y="448576"/>
                </a:lnTo>
                <a:lnTo>
                  <a:pt x="566738" y="414080"/>
                </a:lnTo>
                <a:lnTo>
                  <a:pt x="586978" y="379476"/>
                </a:lnTo>
                <a:lnTo>
                  <a:pt x="607219" y="345043"/>
                </a:lnTo>
                <a:lnTo>
                  <a:pt x="627459" y="311060"/>
                </a:lnTo>
                <a:lnTo>
                  <a:pt x="647700" y="277807"/>
                </a:lnTo>
                <a:lnTo>
                  <a:pt x="667941" y="245561"/>
                </a:lnTo>
                <a:lnTo>
                  <a:pt x="688181" y="214603"/>
                </a:lnTo>
                <a:lnTo>
                  <a:pt x="708422" y="185211"/>
                </a:lnTo>
                <a:lnTo>
                  <a:pt x="728663" y="157664"/>
                </a:lnTo>
                <a:lnTo>
                  <a:pt x="748903" y="132241"/>
                </a:lnTo>
                <a:lnTo>
                  <a:pt x="769144" y="109222"/>
                </a:lnTo>
                <a:lnTo>
                  <a:pt x="789384" y="88885"/>
                </a:lnTo>
                <a:lnTo>
                  <a:pt x="809625" y="71509"/>
                </a:lnTo>
                <a:lnTo>
                  <a:pt x="829866" y="56730"/>
                </a:lnTo>
                <a:lnTo>
                  <a:pt x="850106" y="43925"/>
                </a:lnTo>
                <a:lnTo>
                  <a:pt x="870347" y="32992"/>
                </a:lnTo>
                <a:lnTo>
                  <a:pt x="890588" y="23823"/>
                </a:lnTo>
                <a:lnTo>
                  <a:pt x="910828" y="16315"/>
                </a:lnTo>
                <a:lnTo>
                  <a:pt x="931069" y="10361"/>
                </a:lnTo>
                <a:lnTo>
                  <a:pt x="951309" y="5858"/>
                </a:lnTo>
                <a:lnTo>
                  <a:pt x="971550" y="2700"/>
                </a:lnTo>
                <a:lnTo>
                  <a:pt x="991791" y="783"/>
                </a:lnTo>
                <a:lnTo>
                  <a:pt x="1012031" y="0"/>
                </a:lnTo>
                <a:lnTo>
                  <a:pt x="1032272" y="248"/>
                </a:lnTo>
                <a:lnTo>
                  <a:pt x="1052513" y="1420"/>
                </a:lnTo>
                <a:lnTo>
                  <a:pt x="1072753" y="3413"/>
                </a:lnTo>
                <a:lnTo>
                  <a:pt x="1092994" y="6121"/>
                </a:lnTo>
                <a:lnTo>
                  <a:pt x="1113234" y="9439"/>
                </a:lnTo>
                <a:lnTo>
                  <a:pt x="1133475" y="13262"/>
                </a:lnTo>
                <a:lnTo>
                  <a:pt x="1153716" y="17485"/>
                </a:lnTo>
                <a:lnTo>
                  <a:pt x="1173956" y="22003"/>
                </a:lnTo>
                <a:lnTo>
                  <a:pt x="1194197" y="26711"/>
                </a:lnTo>
                <a:lnTo>
                  <a:pt x="1214438" y="31504"/>
                </a:lnTo>
                <a:lnTo>
                  <a:pt x="1234678" y="36730"/>
                </a:lnTo>
                <a:lnTo>
                  <a:pt x="1254919" y="42789"/>
                </a:lnTo>
                <a:lnTo>
                  <a:pt x="1275159" y="49655"/>
                </a:lnTo>
                <a:lnTo>
                  <a:pt x="1295400" y="57299"/>
                </a:lnTo>
                <a:lnTo>
                  <a:pt x="1315641" y="65696"/>
                </a:lnTo>
                <a:lnTo>
                  <a:pt x="1335881" y="74817"/>
                </a:lnTo>
                <a:lnTo>
                  <a:pt x="1356122" y="84637"/>
                </a:lnTo>
                <a:lnTo>
                  <a:pt x="1376363" y="95128"/>
                </a:lnTo>
                <a:lnTo>
                  <a:pt x="1396603" y="106263"/>
                </a:lnTo>
                <a:lnTo>
                  <a:pt x="1416844" y="118015"/>
                </a:lnTo>
                <a:lnTo>
                  <a:pt x="1437084" y="130357"/>
                </a:lnTo>
                <a:lnTo>
                  <a:pt x="1457325" y="143262"/>
                </a:lnTo>
                <a:lnTo>
                  <a:pt x="1477566" y="156703"/>
                </a:lnTo>
                <a:lnTo>
                  <a:pt x="1497806" y="170653"/>
                </a:lnTo>
                <a:lnTo>
                  <a:pt x="1518047" y="185086"/>
                </a:lnTo>
                <a:lnTo>
                  <a:pt x="1538288" y="199973"/>
                </a:lnTo>
                <a:lnTo>
                  <a:pt x="1558528" y="215288"/>
                </a:lnTo>
                <a:lnTo>
                  <a:pt x="1578769" y="231005"/>
                </a:lnTo>
                <a:lnTo>
                  <a:pt x="1599009" y="247095"/>
                </a:lnTo>
                <a:lnTo>
                  <a:pt x="1619250" y="263533"/>
                </a:lnTo>
                <a:lnTo>
                  <a:pt x="1639491" y="280699"/>
                </a:lnTo>
                <a:lnTo>
                  <a:pt x="1659731" y="298925"/>
                </a:lnTo>
                <a:lnTo>
                  <a:pt x="1679972" y="318114"/>
                </a:lnTo>
                <a:lnTo>
                  <a:pt x="1700213" y="338166"/>
                </a:lnTo>
                <a:lnTo>
                  <a:pt x="1720453" y="358982"/>
                </a:lnTo>
                <a:lnTo>
                  <a:pt x="1740694" y="380464"/>
                </a:lnTo>
                <a:lnTo>
                  <a:pt x="1760934" y="402511"/>
                </a:lnTo>
                <a:lnTo>
                  <a:pt x="1781175" y="425025"/>
                </a:lnTo>
                <a:lnTo>
                  <a:pt x="1801416" y="447907"/>
                </a:lnTo>
                <a:lnTo>
                  <a:pt x="1821656" y="471059"/>
                </a:lnTo>
                <a:lnTo>
                  <a:pt x="1841897" y="494380"/>
                </a:lnTo>
                <a:lnTo>
                  <a:pt x="1862138" y="517773"/>
                </a:lnTo>
                <a:lnTo>
                  <a:pt x="1882378" y="541137"/>
                </a:lnTo>
                <a:lnTo>
                  <a:pt x="1902619" y="564375"/>
                </a:lnTo>
                <a:lnTo>
                  <a:pt x="1922859" y="587386"/>
                </a:lnTo>
                <a:lnTo>
                  <a:pt x="1943100" y="610072"/>
                </a:lnTo>
                <a:lnTo>
                  <a:pt x="1963341" y="632335"/>
                </a:lnTo>
                <a:lnTo>
                  <a:pt x="1983581" y="654074"/>
                </a:lnTo>
                <a:lnTo>
                  <a:pt x="2003822" y="675191"/>
                </a:lnTo>
                <a:lnTo>
                  <a:pt x="2024063" y="695587"/>
                </a:lnTo>
                <a:lnTo>
                  <a:pt x="2044303" y="715794"/>
                </a:lnTo>
                <a:lnTo>
                  <a:pt x="2064544" y="736352"/>
                </a:lnTo>
                <a:lnTo>
                  <a:pt x="2084784" y="757170"/>
                </a:lnTo>
                <a:lnTo>
                  <a:pt x="2105025" y="778157"/>
                </a:lnTo>
                <a:lnTo>
                  <a:pt x="2125266" y="799225"/>
                </a:lnTo>
                <a:lnTo>
                  <a:pt x="2145506" y="820283"/>
                </a:lnTo>
                <a:lnTo>
                  <a:pt x="2165747" y="841240"/>
                </a:lnTo>
                <a:lnTo>
                  <a:pt x="2185988" y="862008"/>
                </a:lnTo>
                <a:lnTo>
                  <a:pt x="2206228" y="882495"/>
                </a:lnTo>
                <a:lnTo>
                  <a:pt x="2226469" y="902613"/>
                </a:lnTo>
                <a:lnTo>
                  <a:pt x="2246709" y="922270"/>
                </a:lnTo>
                <a:lnTo>
                  <a:pt x="2266950" y="941378"/>
                </a:lnTo>
                <a:lnTo>
                  <a:pt x="2287191" y="959845"/>
                </a:lnTo>
                <a:lnTo>
                  <a:pt x="2307431" y="977582"/>
                </a:lnTo>
                <a:lnTo>
                  <a:pt x="2327672" y="994499"/>
                </a:lnTo>
                <a:lnTo>
                  <a:pt x="2347913" y="1010506"/>
                </a:lnTo>
                <a:lnTo>
                  <a:pt x="2368153" y="1025513"/>
                </a:lnTo>
                <a:lnTo>
                  <a:pt x="2388394" y="1039430"/>
                </a:lnTo>
                <a:lnTo>
                  <a:pt x="2408634" y="1052167"/>
                </a:lnTo>
                <a:lnTo>
                  <a:pt x="2428875" y="1063633"/>
                </a:lnTo>
                <a:lnTo>
                  <a:pt x="2449116" y="1073532"/>
                </a:lnTo>
                <a:lnTo>
                  <a:pt x="2469356" y="1081735"/>
                </a:lnTo>
                <a:lnTo>
                  <a:pt x="2489597" y="1088409"/>
                </a:lnTo>
                <a:lnTo>
                  <a:pt x="2509838" y="1093717"/>
                </a:lnTo>
                <a:lnTo>
                  <a:pt x="2530078" y="1097825"/>
                </a:lnTo>
                <a:lnTo>
                  <a:pt x="2550319" y="1100898"/>
                </a:lnTo>
                <a:lnTo>
                  <a:pt x="2570559" y="1103100"/>
                </a:lnTo>
                <a:lnTo>
                  <a:pt x="2590800" y="1104598"/>
                </a:lnTo>
                <a:lnTo>
                  <a:pt x="2611041" y="1105556"/>
                </a:lnTo>
                <a:lnTo>
                  <a:pt x="2631281" y="1106138"/>
                </a:lnTo>
                <a:lnTo>
                  <a:pt x="2651522" y="1106511"/>
                </a:lnTo>
                <a:lnTo>
                  <a:pt x="2671763" y="1106838"/>
                </a:lnTo>
                <a:lnTo>
                  <a:pt x="2692003" y="1107286"/>
                </a:lnTo>
                <a:lnTo>
                  <a:pt x="2712244" y="1108018"/>
                </a:lnTo>
                <a:lnTo>
                  <a:pt x="2732484" y="1109201"/>
                </a:lnTo>
                <a:lnTo>
                  <a:pt x="2752725" y="1110999"/>
                </a:lnTo>
                <a:lnTo>
                  <a:pt x="2772966" y="1113577"/>
                </a:lnTo>
                <a:lnTo>
                  <a:pt x="2793206" y="1117100"/>
                </a:lnTo>
                <a:lnTo>
                  <a:pt x="2813447" y="1121733"/>
                </a:lnTo>
                <a:lnTo>
                  <a:pt x="2833688" y="1127641"/>
                </a:lnTo>
                <a:lnTo>
                  <a:pt x="2853928" y="1135362"/>
                </a:lnTo>
                <a:lnTo>
                  <a:pt x="2874169" y="1145123"/>
                </a:lnTo>
                <a:lnTo>
                  <a:pt x="2894409" y="1156625"/>
                </a:lnTo>
                <a:lnTo>
                  <a:pt x="2914650" y="1169566"/>
                </a:lnTo>
                <a:lnTo>
                  <a:pt x="2934891" y="1183648"/>
                </a:lnTo>
                <a:lnTo>
                  <a:pt x="2955131" y="1198570"/>
                </a:lnTo>
                <a:lnTo>
                  <a:pt x="2975372" y="1214032"/>
                </a:lnTo>
                <a:lnTo>
                  <a:pt x="2995613" y="1229734"/>
                </a:lnTo>
                <a:lnTo>
                  <a:pt x="3015853" y="1245376"/>
                </a:lnTo>
                <a:lnTo>
                  <a:pt x="3036094" y="1260658"/>
                </a:lnTo>
                <a:lnTo>
                  <a:pt x="3056334" y="1275279"/>
                </a:lnTo>
                <a:lnTo>
                  <a:pt x="3076575" y="1288941"/>
                </a:lnTo>
                <a:lnTo>
                  <a:pt x="3096816" y="1301343"/>
                </a:lnTo>
                <a:lnTo>
                  <a:pt x="3117056" y="1312184"/>
                </a:lnTo>
                <a:lnTo>
                  <a:pt x="3137297" y="1321165"/>
                </a:lnTo>
                <a:lnTo>
                  <a:pt x="3157538" y="1327986"/>
                </a:lnTo>
                <a:lnTo>
                  <a:pt x="3177778" y="1332347"/>
                </a:lnTo>
                <a:lnTo>
                  <a:pt x="3198019" y="1333947"/>
                </a:lnTo>
                <a:lnTo>
                  <a:pt x="3218259" y="1332487"/>
                </a:lnTo>
                <a:lnTo>
                  <a:pt x="3238500" y="1327666"/>
                </a:lnTo>
                <a:lnTo>
                  <a:pt x="3258741" y="1319133"/>
                </a:lnTo>
                <a:lnTo>
                  <a:pt x="3278981" y="1306967"/>
                </a:lnTo>
                <a:lnTo>
                  <a:pt x="3299222" y="1291517"/>
                </a:lnTo>
                <a:lnTo>
                  <a:pt x="3319462" y="1273131"/>
                </a:lnTo>
                <a:lnTo>
                  <a:pt x="3339703" y="1252156"/>
                </a:lnTo>
                <a:lnTo>
                  <a:pt x="3359944" y="1228942"/>
                </a:lnTo>
                <a:lnTo>
                  <a:pt x="3380184" y="1203834"/>
                </a:lnTo>
                <a:lnTo>
                  <a:pt x="3400425" y="1177183"/>
                </a:lnTo>
                <a:lnTo>
                  <a:pt x="3420666" y="1149336"/>
                </a:lnTo>
                <a:lnTo>
                  <a:pt x="3440906" y="1120640"/>
                </a:lnTo>
                <a:lnTo>
                  <a:pt x="3461147" y="1091444"/>
                </a:lnTo>
                <a:lnTo>
                  <a:pt x="3481388" y="1062097"/>
                </a:lnTo>
                <a:lnTo>
                  <a:pt x="3501628" y="1032945"/>
                </a:lnTo>
                <a:lnTo>
                  <a:pt x="3521869" y="1004338"/>
                </a:lnTo>
                <a:lnTo>
                  <a:pt x="3542109" y="976622"/>
                </a:lnTo>
                <a:lnTo>
                  <a:pt x="3562350" y="950147"/>
                </a:lnTo>
                <a:lnTo>
                  <a:pt x="3582591" y="925260"/>
                </a:lnTo>
                <a:lnTo>
                  <a:pt x="3602831" y="902309"/>
                </a:lnTo>
                <a:lnTo>
                  <a:pt x="3623072" y="881642"/>
                </a:lnTo>
                <a:lnTo>
                  <a:pt x="3643313" y="863608"/>
                </a:lnTo>
                <a:lnTo>
                  <a:pt x="3663553" y="847412"/>
                </a:lnTo>
                <a:lnTo>
                  <a:pt x="3683794" y="832012"/>
                </a:lnTo>
                <a:lnTo>
                  <a:pt x="3704034" y="817384"/>
                </a:lnTo>
                <a:lnTo>
                  <a:pt x="3724275" y="803504"/>
                </a:lnTo>
                <a:lnTo>
                  <a:pt x="3744516" y="790349"/>
                </a:lnTo>
                <a:lnTo>
                  <a:pt x="3764756" y="777893"/>
                </a:lnTo>
                <a:lnTo>
                  <a:pt x="3784997" y="766114"/>
                </a:lnTo>
                <a:lnTo>
                  <a:pt x="3805238" y="754986"/>
                </a:lnTo>
                <a:lnTo>
                  <a:pt x="3825478" y="744487"/>
                </a:lnTo>
                <a:lnTo>
                  <a:pt x="3845719" y="734592"/>
                </a:lnTo>
                <a:lnTo>
                  <a:pt x="3865959" y="725277"/>
                </a:lnTo>
                <a:lnTo>
                  <a:pt x="3886200" y="716518"/>
                </a:lnTo>
                <a:lnTo>
                  <a:pt x="3906441" y="708291"/>
                </a:lnTo>
                <a:lnTo>
                  <a:pt x="3926681" y="700572"/>
                </a:lnTo>
                <a:lnTo>
                  <a:pt x="3946922" y="693337"/>
                </a:lnTo>
                <a:lnTo>
                  <a:pt x="3967163" y="686562"/>
                </a:lnTo>
                <a:lnTo>
                  <a:pt x="3987403" y="680223"/>
                </a:lnTo>
                <a:lnTo>
                  <a:pt x="4007644" y="674296"/>
                </a:lnTo>
                <a:lnTo>
                  <a:pt x="4027884" y="668758"/>
                </a:lnTo>
                <a:lnTo>
                  <a:pt x="4048125" y="663583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808080"/>
            </a:solidFill>
          </a:ln>
        </p:spPr>
      </p:sp>
      <p:sp>
        <p:nvSpPr>
          <p:cNvPr id="17" name="time-label">
            <a:extLst xmlns:a="http://schemas.openxmlformats.org/drawingml/2006/main">
              <a:ext uri="{FF2B5EF4-FFF2-40B4-BE49-F238E27FC236}">
                <a16:creationId xmlns:a16="http://schemas.microsoft.com/office/drawing/2014/main" id="{4ED4AACF-8C40-4173-92C4-B6D2CA5B1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862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18" name="line">
            <a:extLst xmlns:a="http://schemas.openxmlformats.org/drawingml/2006/main">
              <a:ext uri="{FF2B5EF4-FFF2-40B4-BE49-F238E27FC236}">
                <a16:creationId xmlns:a16="http://schemas.microsoft.com/office/drawing/2014/main" id="{80EAA7A4-78CE-4E21-9604-2D65327F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9" name="time-tick">
            <a:extLst xmlns:a="http://schemas.openxmlformats.org/drawingml/2006/main">
              <a:ext uri="{FF2B5EF4-FFF2-40B4-BE49-F238E27FC236}">
                <a16:creationId xmlns:a16="http://schemas.microsoft.com/office/drawing/2014/main" id="{CE3E7B51-9430-4674-8069-A587A0FD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20" name="line">
            <a:extLst xmlns:a="http://schemas.openxmlformats.org/drawingml/2006/main">
              <a:ext uri="{FF2B5EF4-FFF2-40B4-BE49-F238E27FC236}">
                <a16:creationId xmlns:a16="http://schemas.microsoft.com/office/drawing/2014/main" id="{E9147E49-E850-4783-A670-BA23AE13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1" name="time-tick">
            <a:extLst xmlns:a="http://schemas.openxmlformats.org/drawingml/2006/main">
              <a:ext uri="{FF2B5EF4-FFF2-40B4-BE49-F238E27FC236}">
                <a16:creationId xmlns:a16="http://schemas.microsoft.com/office/drawing/2014/main" id="{2A4FE68F-39A1-4CEB-93A6-3CE9B523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22" name="line">
            <a:extLst xmlns:a="http://schemas.openxmlformats.org/drawingml/2006/main">
              <a:ext uri="{FF2B5EF4-FFF2-40B4-BE49-F238E27FC236}">
                <a16:creationId xmlns:a16="http://schemas.microsoft.com/office/drawing/2014/main" id="{F400BA59-4D12-4242-AFEE-8F9652CB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3" name="time-tick">
            <a:extLst xmlns:a="http://schemas.openxmlformats.org/drawingml/2006/main">
              <a:ext uri="{FF2B5EF4-FFF2-40B4-BE49-F238E27FC236}">
                <a16:creationId xmlns:a16="http://schemas.microsoft.com/office/drawing/2014/main" id="{B81D91A3-511E-4CDA-9B32-A259ABEC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24" name="line">
            <a:extLst xmlns:a="http://schemas.openxmlformats.org/drawingml/2006/main">
              <a:ext uri="{FF2B5EF4-FFF2-40B4-BE49-F238E27FC236}">
                <a16:creationId xmlns:a16="http://schemas.microsoft.com/office/drawing/2014/main" id="{94934DC2-3361-43BE-A12B-710002C22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5" name="time-tick">
            <a:extLst xmlns:a="http://schemas.openxmlformats.org/drawingml/2006/main">
              <a:ext uri="{FF2B5EF4-FFF2-40B4-BE49-F238E27FC236}">
                <a16:creationId xmlns:a16="http://schemas.microsoft.com/office/drawing/2014/main" id="{A24E9545-68BC-4BAE-80E8-E3440B22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26" name="line">
            <a:extLst xmlns:a="http://schemas.openxmlformats.org/drawingml/2006/main">
              <a:ext uri="{FF2B5EF4-FFF2-40B4-BE49-F238E27FC236}">
                <a16:creationId xmlns:a16="http://schemas.microsoft.com/office/drawing/2014/main" id="{9433CDEF-6F0A-466C-B5A0-EF2AF396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7" name="time-tick">
            <a:extLst xmlns:a="http://schemas.openxmlformats.org/drawingml/2006/main">
              <a:ext uri="{FF2B5EF4-FFF2-40B4-BE49-F238E27FC236}">
                <a16:creationId xmlns:a16="http://schemas.microsoft.com/office/drawing/2014/main" id="{E6FECB7A-EF82-4485-9684-13402F0A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28" name="line">
            <a:extLst xmlns:a="http://schemas.openxmlformats.org/drawingml/2006/main">
              <a:ext uri="{FF2B5EF4-FFF2-40B4-BE49-F238E27FC236}">
                <a16:creationId xmlns:a16="http://schemas.microsoft.com/office/drawing/2014/main" id="{AA1D8851-8D98-4E28-B5AD-8D11F0D6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9" name="time-tick">
            <a:extLst xmlns:a="http://schemas.openxmlformats.org/drawingml/2006/main">
              <a:ext uri="{FF2B5EF4-FFF2-40B4-BE49-F238E27FC236}">
                <a16:creationId xmlns:a16="http://schemas.microsoft.com/office/drawing/2014/main" id="{91634627-01B1-4EE8-BF36-8B2BD1AA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  <p:sp>
        <p:nvSpPr>
          <p:cNvPr id="3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4B2F9DC3-755B-4E5C-B368-2D80D27E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476625"/>
            <a:ext cx="9525" cy="104013"/>
          </a:xfrm>
          <a:custGeom xmlns:a="http://schemas.openxmlformats.org/drawingml/2006/main">
            <a:pathLst>
              <a:path w="9525" h="104013">
                <a:moveTo>
                  <a:pt x="0" y="10401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1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48F41420-B17C-4B20-BA9B-37F8EA74F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330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32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58C84643-D9BF-4CA5-930E-9D4DC4FE5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29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3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525A0844-9384-40BE-A3A4-691133D9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188" y="3076575"/>
            <a:ext cx="9525" cy="104013"/>
          </a:xfrm>
          <a:custGeom xmlns:a="http://schemas.openxmlformats.org/drawingml/2006/main">
            <a:pathLst>
              <a:path w="9525" h="104013">
                <a:moveTo>
                  <a:pt x="0" y="10401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4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FE0188A5-FD81-4ED0-824F-2EA63987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563" y="31329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35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F43ADDD0-A166-45D4-A9E0-F9F95FAE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563" y="3028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36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3B7FCA05-89B2-492D-87CC-D94FFDD3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88514"/>
            <a:ext cx="9525" cy="88011"/>
          </a:xfrm>
          <a:custGeom xmlns:a="http://schemas.openxmlformats.org/drawingml/2006/main">
            <a:pathLst>
              <a:path w="9525" h="88011">
                <a:moveTo>
                  <a:pt x="0" y="0"/>
                </a:moveTo>
                <a:lnTo>
                  <a:pt x="0" y="8801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7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71053D7D-84E2-4661-B45C-60B15F80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54088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38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4F7C33E8-142E-4085-B0A6-CC6F44F83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62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39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CB3AB4F8-9868-439C-AB47-039DE7C1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813" y="2548509"/>
            <a:ext cx="9525" cy="128016"/>
          </a:xfrm>
          <a:custGeom xmlns:a="http://schemas.openxmlformats.org/drawingml/2006/main">
            <a:pathLst>
              <a:path w="9525" h="128016">
                <a:moveTo>
                  <a:pt x="0" y="0"/>
                </a:moveTo>
                <a:lnTo>
                  <a:pt x="0" y="12801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0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39B808C5-E1F8-4DA1-8325-49CCBF3D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3188" y="250088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1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58A44C0D-AF6F-411C-8162-855AC44E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3188" y="262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2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9BD91067-5432-458E-9795-4D504730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676525"/>
            <a:ext cx="9525" cy="104013"/>
          </a:xfrm>
          <a:custGeom xmlns:a="http://schemas.openxmlformats.org/drawingml/2006/main">
            <a:pathLst>
              <a:path w="9525" h="104013">
                <a:moveTo>
                  <a:pt x="0" y="10401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3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FBE3D184-DDB7-4030-99AB-3455C40A7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329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4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C5EDA9C5-AC3B-4C62-B0CD-3A6EDFF2A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2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BE046913-4A89-4F93-8680-2E67F8C9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3076575"/>
            <a:ext cx="9525" cy="136017"/>
          </a:xfrm>
          <a:custGeom xmlns:a="http://schemas.openxmlformats.org/drawingml/2006/main">
            <a:pathLst>
              <a:path w="9525" h="136017">
                <a:moveTo>
                  <a:pt x="0" y="1360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6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A71AFBF1-F916-472C-8B28-972E9B8F9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813" y="316496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7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E051B095-3615-40D1-898C-DA47E4FE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813" y="3028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AEBB8DAC-6BBA-49E3-B911-0B300845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76625"/>
            <a:ext cx="9525" cy="104013"/>
          </a:xfrm>
          <a:custGeom xmlns:a="http://schemas.openxmlformats.org/drawingml/2006/main">
            <a:pathLst>
              <a:path w="9525" h="104013">
                <a:moveTo>
                  <a:pt x="0" y="10401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</a:ln>
        </p:spPr>
      </p:sp>
      <p:sp>
        <p:nvSpPr>
          <p:cNvPr id="49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A1BAED78-9E27-40C6-BF2C-B6ED7D59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5330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50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7EF79BB8-36C8-4C08-82B1-007393CCC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429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1" name="current-focus">
            <a:extLst xmlns:a="http://schemas.openxmlformats.org/drawingml/2006/main">
              <a:ext uri="{FF2B5EF4-FFF2-40B4-BE49-F238E27FC236}">
                <a16:creationId xmlns:a16="http://schemas.microsoft.com/office/drawing/2014/main" id="{1C753825-3FD7-41B9-AC34-8C6C9307E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343275"/>
            <a:ext cx="285750" cy="370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52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819BE69A-B909-46E2-9834-41B0E8A7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063" y="3476625"/>
            <a:ext cx="9525" cy="168021"/>
          </a:xfrm>
          <a:custGeom xmlns:a="http://schemas.openxmlformats.org/drawingml/2006/main">
            <a:pathLst>
              <a:path w="9525" h="168021">
                <a:moveTo>
                  <a:pt x="0" y="16802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3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4096FA77-E28D-4BB2-AE42-1B6A6A0C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438" y="359702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54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413E131F-9F5E-4015-BAE0-C205CF22E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438" y="3429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8F5C64B6-521D-4560-AF6E-5DDF88E4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844671"/>
            <a:ext cx="9525" cy="32004"/>
          </a:xfrm>
          <a:custGeom xmlns:a="http://schemas.openxmlformats.org/drawingml/2006/main">
            <a:pathLst>
              <a:path w="9525" h="32004">
                <a:moveTo>
                  <a:pt x="0" y="0"/>
                </a:moveTo>
                <a:lnTo>
                  <a:pt x="0" y="3200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6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06D290FF-4670-4437-9629-33D698B03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9704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57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87EF2EA1-3C67-43BA-AF94-0D9A1359D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29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989301E9-6E3D-4D1F-BA5F-F946CBAC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9688" y="3380613"/>
            <a:ext cx="9525" cy="96012"/>
          </a:xfrm>
          <a:custGeom xmlns:a="http://schemas.openxmlformats.org/drawingml/2006/main">
            <a:pathLst>
              <a:path w="9525" h="96012">
                <a:moveTo>
                  <a:pt x="0" y="0"/>
                </a:moveTo>
                <a:lnTo>
                  <a:pt x="0" y="96012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9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536D4572-847A-43F1-BAB2-389449F4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063" y="333298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60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A5A0BCDE-A782-4D07-996B-BEB8D130D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063" y="3429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61" name="plot-caption">
            <a:extLst xmlns:a="http://schemas.openxmlformats.org/drawingml/2006/main">
              <a:ext uri="{FF2B5EF4-FFF2-40B4-BE49-F238E27FC236}">
                <a16:creationId xmlns:a16="http://schemas.microsoft.com/office/drawing/2014/main" id="{AF793441-34FE-401A-B60E-C0D8405B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019300"/>
            <a:ext cx="404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4个等级</a:t>
            </a:r>
          </a:p>
        </p:txBody>
      </p:sp>
      <p:sp>
        <p:nvSpPr>
          <p:cNvPr id="62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86F40872-7CD0-4B0A-AAD1-9EFD43B2D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76688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3" name="level-value">
            <a:extLst xmlns:a="http://schemas.openxmlformats.org/drawingml/2006/main">
              <a:ext uri="{FF2B5EF4-FFF2-40B4-BE49-F238E27FC236}">
                <a16:creationId xmlns:a16="http://schemas.microsoft.com/office/drawing/2014/main" id="{EA6E82AC-B33B-4B5B-849E-924BAF0E1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62388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-0.875</a:t>
            </a:r>
          </a:p>
        </p:txBody>
      </p:sp>
      <p:sp>
        <p:nvSpPr>
          <p:cNvPr id="64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871B1A55-AC40-46DB-A3E8-46E62CEC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76663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5" name="level-value">
            <a:extLst xmlns:a="http://schemas.openxmlformats.org/drawingml/2006/main">
              <a:ext uri="{FF2B5EF4-FFF2-40B4-BE49-F238E27FC236}">
                <a16:creationId xmlns:a16="http://schemas.microsoft.com/office/drawing/2014/main" id="{9F90666D-7D63-47FD-87E5-AB870ED52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62363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-0.625</a:t>
            </a:r>
          </a:p>
        </p:txBody>
      </p:sp>
      <p:sp>
        <p:nvSpPr>
          <p:cNvPr id="66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330E949F-56A4-41F8-80EF-5A54F7D1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76638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7" name="level-value">
            <a:extLst xmlns:a="http://schemas.openxmlformats.org/drawingml/2006/main">
              <a:ext uri="{FF2B5EF4-FFF2-40B4-BE49-F238E27FC236}">
                <a16:creationId xmlns:a16="http://schemas.microsoft.com/office/drawing/2014/main" id="{A378EF64-0A99-40E1-8453-52216442E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62338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-0.375</a:t>
            </a:r>
          </a:p>
        </p:txBody>
      </p:sp>
      <p:sp>
        <p:nvSpPr>
          <p:cNvPr id="68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079BDDAE-CB25-4CDC-8A91-273C46728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76613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9" name="level-value">
            <a:extLst xmlns:a="http://schemas.openxmlformats.org/drawingml/2006/main">
              <a:ext uri="{FF2B5EF4-FFF2-40B4-BE49-F238E27FC236}">
                <a16:creationId xmlns:a16="http://schemas.microsoft.com/office/drawing/2014/main" id="{0F070B14-E645-4B30-BBD4-E02E870E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62313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-0.125</a:t>
            </a:r>
          </a:p>
        </p:txBody>
      </p:sp>
      <p:sp>
        <p:nvSpPr>
          <p:cNvPr id="70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B377FD85-4BDB-4163-8CDE-73728529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76588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1" name="level-value">
            <a:extLst xmlns:a="http://schemas.openxmlformats.org/drawingml/2006/main">
              <a:ext uri="{FF2B5EF4-FFF2-40B4-BE49-F238E27FC236}">
                <a16:creationId xmlns:a16="http://schemas.microsoft.com/office/drawing/2014/main" id="{B1FAE226-05FF-48B5-BC55-275098427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62288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0.125</a:t>
            </a:r>
          </a:p>
        </p:txBody>
      </p:sp>
      <p:sp>
        <p:nvSpPr>
          <p:cNvPr id="72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D7440C20-C310-4A03-8CA4-45E0D2A3A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76563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3" name="level-value">
            <a:extLst xmlns:a="http://schemas.openxmlformats.org/drawingml/2006/main">
              <a:ext uri="{FF2B5EF4-FFF2-40B4-BE49-F238E27FC236}">
                <a16:creationId xmlns:a16="http://schemas.microsoft.com/office/drawing/2014/main" id="{29ED70C4-A24E-4E92-BD19-E1330182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62263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0.375</a:t>
            </a:r>
          </a:p>
        </p:txBody>
      </p:sp>
      <p:sp>
        <p:nvSpPr>
          <p:cNvPr id="74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0E9C283A-8EEB-4449-9DE7-01826EDE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76538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5" name="level-value">
            <a:extLst xmlns:a="http://schemas.openxmlformats.org/drawingml/2006/main">
              <a:ext uri="{FF2B5EF4-FFF2-40B4-BE49-F238E27FC236}">
                <a16:creationId xmlns:a16="http://schemas.microsoft.com/office/drawing/2014/main" id="{E712A868-8716-487D-BE52-4EF8719F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62238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0.625</a:t>
            </a:r>
          </a:p>
        </p:txBody>
      </p:sp>
      <p:sp>
        <p:nvSpPr>
          <p:cNvPr id="76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9C4857E3-39FB-4CF5-818C-511BFAD3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76513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7" name="level-value">
            <a:extLst xmlns:a="http://schemas.openxmlformats.org/drawingml/2006/main">
              <a:ext uri="{FF2B5EF4-FFF2-40B4-BE49-F238E27FC236}">
                <a16:creationId xmlns:a16="http://schemas.microsoft.com/office/drawing/2014/main" id="{630CFB42-B0AB-4546-B8B6-FB716406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62213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0.875</a:t>
            </a:r>
          </a:p>
        </p:txBody>
      </p:sp>
      <p:sp>
        <p:nvSpPr>
          <p:cNvPr id="78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27940149-8193-4888-8B4F-533F7EBB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62200"/>
            <a:ext cx="9525" cy="1790700"/>
          </a:xfrm>
          <a:custGeom xmlns:a="http://schemas.openxmlformats.org/drawingml/2006/main">
            <a:pathLst>
              <a:path w="9525" h="1790700">
                <a:moveTo>
                  <a:pt x="0" y="0"/>
                </a:moveTo>
                <a:lnTo>
                  <a:pt x="0" y="17907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79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5EECBF7D-0264-4296-811B-E52829B6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76600"/>
            <a:ext cx="4162425" cy="9525"/>
          </a:xfrm>
          <a:custGeom xmlns:a="http://schemas.openxmlformats.org/drawingml/2006/main">
            <a:pathLst>
              <a:path w="4162425" h="9525">
                <a:moveTo>
                  <a:pt x="0" y="0"/>
                </a:moveTo>
                <a:lnTo>
                  <a:pt x="416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80" name="time-axis">
            <a:extLst xmlns:a="http://schemas.openxmlformats.org/drawingml/2006/main">
              <a:ext uri="{FF2B5EF4-FFF2-40B4-BE49-F238E27FC236}">
                <a16:creationId xmlns:a16="http://schemas.microsoft.com/office/drawing/2014/main" id="{139DAF02-C653-49D1-84E1-CAA28F17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52900"/>
            <a:ext cx="4162425" cy="9525"/>
          </a:xfrm>
          <a:custGeom xmlns:a="http://schemas.openxmlformats.org/drawingml/2006/main">
            <a:pathLst>
              <a:path w="4162425" h="9525">
                <a:moveTo>
                  <a:pt x="0" y="0"/>
                </a:moveTo>
                <a:lnTo>
                  <a:pt x="416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81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1A63AA30-714A-49F9-BE85-AC978C3EF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7005"/>
            <a:ext cx="4048125" cy="1333947"/>
          </a:xfrm>
          <a:custGeom xmlns:a="http://schemas.openxmlformats.org/drawingml/2006/main">
            <a:pathLst>
              <a:path w="4048125" h="1333947">
                <a:moveTo>
                  <a:pt x="0" y="1063633"/>
                </a:moveTo>
                <a:lnTo>
                  <a:pt x="20241" y="1052885"/>
                </a:lnTo>
                <a:lnTo>
                  <a:pt x="40481" y="1040694"/>
                </a:lnTo>
                <a:lnTo>
                  <a:pt x="60722" y="1027139"/>
                </a:lnTo>
                <a:lnTo>
                  <a:pt x="80963" y="1012299"/>
                </a:lnTo>
                <a:lnTo>
                  <a:pt x="101203" y="996250"/>
                </a:lnTo>
                <a:lnTo>
                  <a:pt x="121444" y="979070"/>
                </a:lnTo>
                <a:lnTo>
                  <a:pt x="141684" y="960839"/>
                </a:lnTo>
                <a:lnTo>
                  <a:pt x="161925" y="941634"/>
                </a:lnTo>
                <a:lnTo>
                  <a:pt x="182166" y="921532"/>
                </a:lnTo>
                <a:lnTo>
                  <a:pt x="202406" y="900613"/>
                </a:lnTo>
                <a:lnTo>
                  <a:pt x="222647" y="878953"/>
                </a:lnTo>
                <a:lnTo>
                  <a:pt x="242888" y="856631"/>
                </a:lnTo>
                <a:lnTo>
                  <a:pt x="263128" y="833725"/>
                </a:lnTo>
                <a:lnTo>
                  <a:pt x="283369" y="810313"/>
                </a:lnTo>
                <a:lnTo>
                  <a:pt x="303609" y="786473"/>
                </a:lnTo>
                <a:lnTo>
                  <a:pt x="323850" y="762283"/>
                </a:lnTo>
                <a:lnTo>
                  <a:pt x="344091" y="737821"/>
                </a:lnTo>
                <a:lnTo>
                  <a:pt x="364331" y="713165"/>
                </a:lnTo>
                <a:lnTo>
                  <a:pt x="384572" y="688393"/>
                </a:lnTo>
                <a:lnTo>
                  <a:pt x="404813" y="663583"/>
                </a:lnTo>
                <a:lnTo>
                  <a:pt x="425053" y="637656"/>
                </a:lnTo>
                <a:lnTo>
                  <a:pt x="445294" y="609668"/>
                </a:lnTo>
                <a:lnTo>
                  <a:pt x="465534" y="579898"/>
                </a:lnTo>
                <a:lnTo>
                  <a:pt x="485775" y="548625"/>
                </a:lnTo>
                <a:lnTo>
                  <a:pt x="506016" y="516127"/>
                </a:lnTo>
                <a:lnTo>
                  <a:pt x="526256" y="482684"/>
                </a:lnTo>
                <a:lnTo>
                  <a:pt x="546497" y="448576"/>
                </a:lnTo>
                <a:lnTo>
                  <a:pt x="566738" y="414080"/>
                </a:lnTo>
                <a:lnTo>
                  <a:pt x="586978" y="379476"/>
                </a:lnTo>
                <a:lnTo>
                  <a:pt x="607219" y="345043"/>
                </a:lnTo>
                <a:lnTo>
                  <a:pt x="627459" y="311060"/>
                </a:lnTo>
                <a:lnTo>
                  <a:pt x="647700" y="277807"/>
                </a:lnTo>
                <a:lnTo>
                  <a:pt x="667941" y="245561"/>
                </a:lnTo>
                <a:lnTo>
                  <a:pt x="688181" y="214603"/>
                </a:lnTo>
                <a:lnTo>
                  <a:pt x="708422" y="185211"/>
                </a:lnTo>
                <a:lnTo>
                  <a:pt x="728663" y="157664"/>
                </a:lnTo>
                <a:lnTo>
                  <a:pt x="748903" y="132241"/>
                </a:lnTo>
                <a:lnTo>
                  <a:pt x="769144" y="109222"/>
                </a:lnTo>
                <a:lnTo>
                  <a:pt x="789384" y="88885"/>
                </a:lnTo>
                <a:lnTo>
                  <a:pt x="809625" y="71509"/>
                </a:lnTo>
                <a:lnTo>
                  <a:pt x="829866" y="56730"/>
                </a:lnTo>
                <a:lnTo>
                  <a:pt x="850106" y="43925"/>
                </a:lnTo>
                <a:lnTo>
                  <a:pt x="870347" y="32992"/>
                </a:lnTo>
                <a:lnTo>
                  <a:pt x="890588" y="23823"/>
                </a:lnTo>
                <a:lnTo>
                  <a:pt x="910828" y="16315"/>
                </a:lnTo>
                <a:lnTo>
                  <a:pt x="931069" y="10361"/>
                </a:lnTo>
                <a:lnTo>
                  <a:pt x="951309" y="5858"/>
                </a:lnTo>
                <a:lnTo>
                  <a:pt x="971550" y="2700"/>
                </a:lnTo>
                <a:lnTo>
                  <a:pt x="991791" y="783"/>
                </a:lnTo>
                <a:lnTo>
                  <a:pt x="1012031" y="0"/>
                </a:lnTo>
                <a:lnTo>
                  <a:pt x="1032272" y="248"/>
                </a:lnTo>
                <a:lnTo>
                  <a:pt x="1052513" y="1420"/>
                </a:lnTo>
                <a:lnTo>
                  <a:pt x="1072753" y="3413"/>
                </a:lnTo>
                <a:lnTo>
                  <a:pt x="1092994" y="6121"/>
                </a:lnTo>
                <a:lnTo>
                  <a:pt x="1113234" y="9439"/>
                </a:lnTo>
                <a:lnTo>
                  <a:pt x="1133475" y="13262"/>
                </a:lnTo>
                <a:lnTo>
                  <a:pt x="1153716" y="17485"/>
                </a:lnTo>
                <a:lnTo>
                  <a:pt x="1173956" y="22003"/>
                </a:lnTo>
                <a:lnTo>
                  <a:pt x="1194197" y="26711"/>
                </a:lnTo>
                <a:lnTo>
                  <a:pt x="1214438" y="31504"/>
                </a:lnTo>
                <a:lnTo>
                  <a:pt x="1234678" y="36730"/>
                </a:lnTo>
                <a:lnTo>
                  <a:pt x="1254919" y="42789"/>
                </a:lnTo>
                <a:lnTo>
                  <a:pt x="1275159" y="49655"/>
                </a:lnTo>
                <a:lnTo>
                  <a:pt x="1295400" y="57299"/>
                </a:lnTo>
                <a:lnTo>
                  <a:pt x="1315641" y="65696"/>
                </a:lnTo>
                <a:lnTo>
                  <a:pt x="1335881" y="74817"/>
                </a:lnTo>
                <a:lnTo>
                  <a:pt x="1356122" y="84637"/>
                </a:lnTo>
                <a:lnTo>
                  <a:pt x="1376363" y="95128"/>
                </a:lnTo>
                <a:lnTo>
                  <a:pt x="1396603" y="106263"/>
                </a:lnTo>
                <a:lnTo>
                  <a:pt x="1416844" y="118015"/>
                </a:lnTo>
                <a:lnTo>
                  <a:pt x="1437084" y="130357"/>
                </a:lnTo>
                <a:lnTo>
                  <a:pt x="1457325" y="143262"/>
                </a:lnTo>
                <a:lnTo>
                  <a:pt x="1477566" y="156703"/>
                </a:lnTo>
                <a:lnTo>
                  <a:pt x="1497806" y="170653"/>
                </a:lnTo>
                <a:lnTo>
                  <a:pt x="1518047" y="185086"/>
                </a:lnTo>
                <a:lnTo>
                  <a:pt x="1538288" y="199973"/>
                </a:lnTo>
                <a:lnTo>
                  <a:pt x="1558528" y="215288"/>
                </a:lnTo>
                <a:lnTo>
                  <a:pt x="1578769" y="231005"/>
                </a:lnTo>
                <a:lnTo>
                  <a:pt x="1599009" y="247095"/>
                </a:lnTo>
                <a:lnTo>
                  <a:pt x="1619250" y="263533"/>
                </a:lnTo>
                <a:lnTo>
                  <a:pt x="1639491" y="280699"/>
                </a:lnTo>
                <a:lnTo>
                  <a:pt x="1659731" y="298925"/>
                </a:lnTo>
                <a:lnTo>
                  <a:pt x="1679972" y="318114"/>
                </a:lnTo>
                <a:lnTo>
                  <a:pt x="1700213" y="338166"/>
                </a:lnTo>
                <a:lnTo>
                  <a:pt x="1720453" y="358982"/>
                </a:lnTo>
                <a:lnTo>
                  <a:pt x="1740694" y="380464"/>
                </a:lnTo>
                <a:lnTo>
                  <a:pt x="1760934" y="402511"/>
                </a:lnTo>
                <a:lnTo>
                  <a:pt x="1781175" y="425025"/>
                </a:lnTo>
                <a:lnTo>
                  <a:pt x="1801416" y="447907"/>
                </a:lnTo>
                <a:lnTo>
                  <a:pt x="1821656" y="471059"/>
                </a:lnTo>
                <a:lnTo>
                  <a:pt x="1841897" y="494380"/>
                </a:lnTo>
                <a:lnTo>
                  <a:pt x="1862138" y="517773"/>
                </a:lnTo>
                <a:lnTo>
                  <a:pt x="1882378" y="541137"/>
                </a:lnTo>
                <a:lnTo>
                  <a:pt x="1902619" y="564375"/>
                </a:lnTo>
                <a:lnTo>
                  <a:pt x="1922859" y="587386"/>
                </a:lnTo>
                <a:lnTo>
                  <a:pt x="1943100" y="610072"/>
                </a:lnTo>
                <a:lnTo>
                  <a:pt x="1963341" y="632335"/>
                </a:lnTo>
                <a:lnTo>
                  <a:pt x="1983581" y="654074"/>
                </a:lnTo>
                <a:lnTo>
                  <a:pt x="2003822" y="675191"/>
                </a:lnTo>
                <a:lnTo>
                  <a:pt x="2024063" y="695587"/>
                </a:lnTo>
                <a:lnTo>
                  <a:pt x="2044303" y="715794"/>
                </a:lnTo>
                <a:lnTo>
                  <a:pt x="2064544" y="736352"/>
                </a:lnTo>
                <a:lnTo>
                  <a:pt x="2084784" y="757170"/>
                </a:lnTo>
                <a:lnTo>
                  <a:pt x="2105025" y="778157"/>
                </a:lnTo>
                <a:lnTo>
                  <a:pt x="2125266" y="799225"/>
                </a:lnTo>
                <a:lnTo>
                  <a:pt x="2145506" y="820283"/>
                </a:lnTo>
                <a:lnTo>
                  <a:pt x="2165747" y="841240"/>
                </a:lnTo>
                <a:lnTo>
                  <a:pt x="2185988" y="862008"/>
                </a:lnTo>
                <a:lnTo>
                  <a:pt x="2206228" y="882495"/>
                </a:lnTo>
                <a:lnTo>
                  <a:pt x="2226469" y="902613"/>
                </a:lnTo>
                <a:lnTo>
                  <a:pt x="2246709" y="922270"/>
                </a:lnTo>
                <a:lnTo>
                  <a:pt x="2266950" y="941378"/>
                </a:lnTo>
                <a:lnTo>
                  <a:pt x="2287191" y="959845"/>
                </a:lnTo>
                <a:lnTo>
                  <a:pt x="2307431" y="977582"/>
                </a:lnTo>
                <a:lnTo>
                  <a:pt x="2327672" y="994499"/>
                </a:lnTo>
                <a:lnTo>
                  <a:pt x="2347913" y="1010506"/>
                </a:lnTo>
                <a:lnTo>
                  <a:pt x="2368153" y="1025513"/>
                </a:lnTo>
                <a:lnTo>
                  <a:pt x="2388394" y="1039430"/>
                </a:lnTo>
                <a:lnTo>
                  <a:pt x="2408634" y="1052167"/>
                </a:lnTo>
                <a:lnTo>
                  <a:pt x="2428875" y="1063633"/>
                </a:lnTo>
                <a:lnTo>
                  <a:pt x="2449116" y="1073532"/>
                </a:lnTo>
                <a:lnTo>
                  <a:pt x="2469356" y="1081735"/>
                </a:lnTo>
                <a:lnTo>
                  <a:pt x="2489597" y="1088409"/>
                </a:lnTo>
                <a:lnTo>
                  <a:pt x="2509838" y="1093717"/>
                </a:lnTo>
                <a:lnTo>
                  <a:pt x="2530078" y="1097825"/>
                </a:lnTo>
                <a:lnTo>
                  <a:pt x="2550319" y="1100898"/>
                </a:lnTo>
                <a:lnTo>
                  <a:pt x="2570559" y="1103100"/>
                </a:lnTo>
                <a:lnTo>
                  <a:pt x="2590800" y="1104598"/>
                </a:lnTo>
                <a:lnTo>
                  <a:pt x="2611041" y="1105556"/>
                </a:lnTo>
                <a:lnTo>
                  <a:pt x="2631281" y="1106138"/>
                </a:lnTo>
                <a:lnTo>
                  <a:pt x="2651522" y="1106511"/>
                </a:lnTo>
                <a:lnTo>
                  <a:pt x="2671763" y="1106838"/>
                </a:lnTo>
                <a:lnTo>
                  <a:pt x="2692003" y="1107286"/>
                </a:lnTo>
                <a:lnTo>
                  <a:pt x="2712244" y="1108018"/>
                </a:lnTo>
                <a:lnTo>
                  <a:pt x="2732484" y="1109201"/>
                </a:lnTo>
                <a:lnTo>
                  <a:pt x="2752725" y="1110999"/>
                </a:lnTo>
                <a:lnTo>
                  <a:pt x="2772966" y="1113577"/>
                </a:lnTo>
                <a:lnTo>
                  <a:pt x="2793206" y="1117100"/>
                </a:lnTo>
                <a:lnTo>
                  <a:pt x="2813447" y="1121733"/>
                </a:lnTo>
                <a:lnTo>
                  <a:pt x="2833688" y="1127641"/>
                </a:lnTo>
                <a:lnTo>
                  <a:pt x="2853928" y="1135362"/>
                </a:lnTo>
                <a:lnTo>
                  <a:pt x="2874169" y="1145123"/>
                </a:lnTo>
                <a:lnTo>
                  <a:pt x="2894409" y="1156625"/>
                </a:lnTo>
                <a:lnTo>
                  <a:pt x="2914650" y="1169566"/>
                </a:lnTo>
                <a:lnTo>
                  <a:pt x="2934891" y="1183648"/>
                </a:lnTo>
                <a:lnTo>
                  <a:pt x="2955131" y="1198570"/>
                </a:lnTo>
                <a:lnTo>
                  <a:pt x="2975372" y="1214032"/>
                </a:lnTo>
                <a:lnTo>
                  <a:pt x="2995613" y="1229734"/>
                </a:lnTo>
                <a:lnTo>
                  <a:pt x="3015853" y="1245376"/>
                </a:lnTo>
                <a:lnTo>
                  <a:pt x="3036094" y="1260658"/>
                </a:lnTo>
                <a:lnTo>
                  <a:pt x="3056334" y="1275279"/>
                </a:lnTo>
                <a:lnTo>
                  <a:pt x="3076575" y="1288941"/>
                </a:lnTo>
                <a:lnTo>
                  <a:pt x="3096816" y="1301343"/>
                </a:lnTo>
                <a:lnTo>
                  <a:pt x="3117056" y="1312184"/>
                </a:lnTo>
                <a:lnTo>
                  <a:pt x="3137297" y="1321165"/>
                </a:lnTo>
                <a:lnTo>
                  <a:pt x="3157538" y="1327986"/>
                </a:lnTo>
                <a:lnTo>
                  <a:pt x="3177778" y="1332347"/>
                </a:lnTo>
                <a:lnTo>
                  <a:pt x="3198019" y="1333947"/>
                </a:lnTo>
                <a:lnTo>
                  <a:pt x="3218259" y="1332487"/>
                </a:lnTo>
                <a:lnTo>
                  <a:pt x="3238500" y="1327666"/>
                </a:lnTo>
                <a:lnTo>
                  <a:pt x="3258741" y="1319133"/>
                </a:lnTo>
                <a:lnTo>
                  <a:pt x="3278981" y="1306967"/>
                </a:lnTo>
                <a:lnTo>
                  <a:pt x="3299222" y="1291517"/>
                </a:lnTo>
                <a:lnTo>
                  <a:pt x="3319463" y="1273131"/>
                </a:lnTo>
                <a:lnTo>
                  <a:pt x="3339703" y="1252156"/>
                </a:lnTo>
                <a:lnTo>
                  <a:pt x="3359944" y="1228942"/>
                </a:lnTo>
                <a:lnTo>
                  <a:pt x="3380184" y="1203834"/>
                </a:lnTo>
                <a:lnTo>
                  <a:pt x="3400425" y="1177183"/>
                </a:lnTo>
                <a:lnTo>
                  <a:pt x="3420666" y="1149336"/>
                </a:lnTo>
                <a:lnTo>
                  <a:pt x="3440906" y="1120640"/>
                </a:lnTo>
                <a:lnTo>
                  <a:pt x="3461147" y="1091444"/>
                </a:lnTo>
                <a:lnTo>
                  <a:pt x="3481388" y="1062097"/>
                </a:lnTo>
                <a:lnTo>
                  <a:pt x="3501628" y="1032945"/>
                </a:lnTo>
                <a:lnTo>
                  <a:pt x="3521869" y="1004338"/>
                </a:lnTo>
                <a:lnTo>
                  <a:pt x="3542109" y="976622"/>
                </a:lnTo>
                <a:lnTo>
                  <a:pt x="3562350" y="950147"/>
                </a:lnTo>
                <a:lnTo>
                  <a:pt x="3582591" y="925260"/>
                </a:lnTo>
                <a:lnTo>
                  <a:pt x="3602831" y="902309"/>
                </a:lnTo>
                <a:lnTo>
                  <a:pt x="3623072" y="881642"/>
                </a:lnTo>
                <a:lnTo>
                  <a:pt x="3643313" y="863608"/>
                </a:lnTo>
                <a:lnTo>
                  <a:pt x="3663553" y="847412"/>
                </a:lnTo>
                <a:lnTo>
                  <a:pt x="3683794" y="832012"/>
                </a:lnTo>
                <a:lnTo>
                  <a:pt x="3704034" y="817384"/>
                </a:lnTo>
                <a:lnTo>
                  <a:pt x="3724275" y="803504"/>
                </a:lnTo>
                <a:lnTo>
                  <a:pt x="3744516" y="790349"/>
                </a:lnTo>
                <a:lnTo>
                  <a:pt x="3764756" y="777893"/>
                </a:lnTo>
                <a:lnTo>
                  <a:pt x="3784997" y="766114"/>
                </a:lnTo>
                <a:lnTo>
                  <a:pt x="3805238" y="754986"/>
                </a:lnTo>
                <a:lnTo>
                  <a:pt x="3825478" y="744487"/>
                </a:lnTo>
                <a:lnTo>
                  <a:pt x="3845719" y="734592"/>
                </a:lnTo>
                <a:lnTo>
                  <a:pt x="3865959" y="725277"/>
                </a:lnTo>
                <a:lnTo>
                  <a:pt x="3886200" y="716518"/>
                </a:lnTo>
                <a:lnTo>
                  <a:pt x="3906441" y="708291"/>
                </a:lnTo>
                <a:lnTo>
                  <a:pt x="3926681" y="700572"/>
                </a:lnTo>
                <a:lnTo>
                  <a:pt x="3946922" y="693337"/>
                </a:lnTo>
                <a:lnTo>
                  <a:pt x="3967163" y="686562"/>
                </a:lnTo>
                <a:lnTo>
                  <a:pt x="3987403" y="680223"/>
                </a:lnTo>
                <a:lnTo>
                  <a:pt x="4007644" y="674296"/>
                </a:lnTo>
                <a:lnTo>
                  <a:pt x="4027884" y="668758"/>
                </a:lnTo>
                <a:lnTo>
                  <a:pt x="4048125" y="663583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808080"/>
            </a:solidFill>
          </a:ln>
        </p:spPr>
      </p:sp>
      <p:sp>
        <p:nvSpPr>
          <p:cNvPr id="82" name="time-label">
            <a:extLst xmlns:a="http://schemas.openxmlformats.org/drawingml/2006/main">
              <a:ext uri="{FF2B5EF4-FFF2-40B4-BE49-F238E27FC236}">
                <a16:creationId xmlns:a16="http://schemas.microsoft.com/office/drawing/2014/main" id="{F709F852-B7CA-464C-8C73-F64C60FE2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4862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83" name="line">
            <a:extLst xmlns:a="http://schemas.openxmlformats.org/drawingml/2006/main">
              <a:ext uri="{FF2B5EF4-FFF2-40B4-BE49-F238E27FC236}">
                <a16:creationId xmlns:a16="http://schemas.microsoft.com/office/drawing/2014/main" id="{3EF33421-E543-450C-9408-6BA1F382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84" name="time-tick">
            <a:extLst xmlns:a="http://schemas.openxmlformats.org/drawingml/2006/main">
              <a:ext uri="{FF2B5EF4-FFF2-40B4-BE49-F238E27FC236}">
                <a16:creationId xmlns:a16="http://schemas.microsoft.com/office/drawing/2014/main" id="{3DFAAC9C-0253-4201-84C9-F7240C60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85" name="line">
            <a:extLst xmlns:a="http://schemas.openxmlformats.org/drawingml/2006/main">
              <a:ext uri="{FF2B5EF4-FFF2-40B4-BE49-F238E27FC236}">
                <a16:creationId xmlns:a16="http://schemas.microsoft.com/office/drawing/2014/main" id="{F2452184-DB5E-48E3-9165-BEA1E6B05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86" name="time-tick">
            <a:extLst xmlns:a="http://schemas.openxmlformats.org/drawingml/2006/main">
              <a:ext uri="{FF2B5EF4-FFF2-40B4-BE49-F238E27FC236}">
                <a16:creationId xmlns:a16="http://schemas.microsoft.com/office/drawing/2014/main" id="{1C0C53B0-4CEE-4D8C-93A3-25E856AE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87" name="line">
            <a:extLst xmlns:a="http://schemas.openxmlformats.org/drawingml/2006/main">
              <a:ext uri="{FF2B5EF4-FFF2-40B4-BE49-F238E27FC236}">
                <a16:creationId xmlns:a16="http://schemas.microsoft.com/office/drawing/2014/main" id="{8E6A8835-9878-4149-9E71-1B7850BF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88" name="time-tick">
            <a:extLst xmlns:a="http://schemas.openxmlformats.org/drawingml/2006/main">
              <a:ext uri="{FF2B5EF4-FFF2-40B4-BE49-F238E27FC236}">
                <a16:creationId xmlns:a16="http://schemas.microsoft.com/office/drawing/2014/main" id="{CA28ECBC-AEEA-4573-AA11-E7A0CD2C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89" name="line">
            <a:extLst xmlns:a="http://schemas.openxmlformats.org/drawingml/2006/main">
              <a:ext uri="{FF2B5EF4-FFF2-40B4-BE49-F238E27FC236}">
                <a16:creationId xmlns:a16="http://schemas.microsoft.com/office/drawing/2014/main" id="{FD80F819-2F07-4D34-B237-AAADC828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90" name="time-tick">
            <a:extLst xmlns:a="http://schemas.openxmlformats.org/drawingml/2006/main">
              <a:ext uri="{FF2B5EF4-FFF2-40B4-BE49-F238E27FC236}">
                <a16:creationId xmlns:a16="http://schemas.microsoft.com/office/drawing/2014/main" id="{CED52591-FABA-4DB9-A9A9-0BE87ED5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91" name="line">
            <a:extLst xmlns:a="http://schemas.openxmlformats.org/drawingml/2006/main">
              <a:ext uri="{FF2B5EF4-FFF2-40B4-BE49-F238E27FC236}">
                <a16:creationId xmlns:a16="http://schemas.microsoft.com/office/drawing/2014/main" id="{FF904BD8-ACA3-479C-BB0E-7E448FEE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92" name="time-tick">
            <a:extLst xmlns:a="http://schemas.openxmlformats.org/drawingml/2006/main">
              <a:ext uri="{FF2B5EF4-FFF2-40B4-BE49-F238E27FC236}">
                <a16:creationId xmlns:a16="http://schemas.microsoft.com/office/drawing/2014/main" id="{419D1B39-74C7-49BF-B1BF-7005C77B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93" name="line">
            <a:extLst xmlns:a="http://schemas.openxmlformats.org/drawingml/2006/main">
              <a:ext uri="{FF2B5EF4-FFF2-40B4-BE49-F238E27FC236}">
                <a16:creationId xmlns:a16="http://schemas.microsoft.com/office/drawing/2014/main" id="{303E23CF-A1F0-49D7-B09A-9A96E9A2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94" name="time-tick">
            <a:extLst xmlns:a="http://schemas.openxmlformats.org/drawingml/2006/main">
              <a:ext uri="{FF2B5EF4-FFF2-40B4-BE49-F238E27FC236}">
                <a16:creationId xmlns:a16="http://schemas.microsoft.com/office/drawing/2014/main" id="{A23CF59C-1646-4F57-BC12-DBCB69668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  <p:sp>
        <p:nvSpPr>
          <p:cNvPr id="9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1A6F9F24-7737-44FC-95DD-6AA13ED7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76638"/>
            <a:ext cx="9525" cy="9525"/>
          </a:xfrm>
          <a:custGeom xmlns:a="http://schemas.openxmlformats.org/drawingml/2006/main">
            <a:pathLst>
              <a:path w="9525" h="9525">
                <a:moveTo>
                  <a:pt x="0" y="40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96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8CF34A12-81AB-48E9-A5D5-33A7362C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5330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97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AB3DC226-5878-4C9C-ACD7-A72E7728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52901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9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65C033DB-1BB3-454A-B46A-35FD6B86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8563" y="3176588"/>
            <a:ext cx="9525" cy="9525"/>
          </a:xfrm>
          <a:custGeom xmlns:a="http://schemas.openxmlformats.org/drawingml/2006/main">
            <a:pathLst>
              <a:path w="9525" h="9525">
                <a:moveTo>
                  <a:pt x="0" y="400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99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06EC9FFB-0312-43D9-B386-369AF2EA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0938" y="31329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00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F83987A1-B6A7-4164-B8CC-BA885238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0938" y="312896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01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BA52E249-5301-46A5-8A10-A56B7569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76513"/>
            <a:ext cx="9525" cy="12001"/>
          </a:xfrm>
          <a:custGeom xmlns:a="http://schemas.openxmlformats.org/drawingml/2006/main">
            <a:pathLst>
              <a:path w="9525" h="12001">
                <a:moveTo>
                  <a:pt x="0" y="1200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2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7E5138B2-B51C-4672-868E-7730FB48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4088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03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97BD786C-8C11-4A09-A35B-31372A19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28888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04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21B688FE-66AD-4BDF-B0FC-A088CABDD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8188" y="2548509"/>
            <a:ext cx="9525" cy="28003"/>
          </a:xfrm>
          <a:custGeom xmlns:a="http://schemas.openxmlformats.org/drawingml/2006/main">
            <a:pathLst>
              <a:path w="9525" h="28003">
                <a:moveTo>
                  <a:pt x="0" y="0"/>
                </a:moveTo>
                <a:lnTo>
                  <a:pt x="0" y="2800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5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DDC83A9E-AB85-49B7-9165-5B35C5E3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563" y="250088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06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C6A3C0D7-47CB-411A-92DD-50A2F126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563" y="2528888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07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4D3FFF1E-FF9A-4E6B-9346-CDFA32AC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76538"/>
            <a:ext cx="9525" cy="9525"/>
          </a:xfrm>
          <a:custGeom xmlns:a="http://schemas.openxmlformats.org/drawingml/2006/main">
            <a:pathLst>
              <a:path w="9525" h="9525">
                <a:moveTo>
                  <a:pt x="0" y="400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8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CF19539E-92D8-4BF1-B4A9-F22A3094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7329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09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9BECB87C-CF7C-4E66-ACF9-8BC78D4A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72891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1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8BE1908D-E138-422A-948C-1137FA70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7813" y="3176588"/>
            <a:ext cx="9525" cy="36004"/>
          </a:xfrm>
          <a:custGeom xmlns:a="http://schemas.openxmlformats.org/drawingml/2006/main">
            <a:pathLst>
              <a:path w="9525" h="36004">
                <a:moveTo>
                  <a:pt x="0" y="3600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11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108EB593-B229-409B-96C1-9C573F3A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316496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12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B299CD05-8FA7-444E-868E-C0AB7E80B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312896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1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DF74B535-C913-4388-937C-BA84C623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576638"/>
            <a:ext cx="9525" cy="9525"/>
          </a:xfrm>
          <a:custGeom xmlns:a="http://schemas.openxmlformats.org/drawingml/2006/main">
            <a:pathLst>
              <a:path w="9525" h="9525">
                <a:moveTo>
                  <a:pt x="0" y="40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</a:ln>
        </p:spPr>
      </p:sp>
      <p:sp>
        <p:nvSpPr>
          <p:cNvPr id="114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4E36C996-C01D-46E5-BF18-9BC05F73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330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15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EBF58698-781C-4276-A73B-EA9FBB05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2901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16" name="current-focus">
            <a:extLst xmlns:a="http://schemas.openxmlformats.org/drawingml/2006/main">
              <a:ext uri="{FF2B5EF4-FFF2-40B4-BE49-F238E27FC236}">
                <a16:creationId xmlns:a16="http://schemas.microsoft.com/office/drawing/2014/main" id="{83121824-B8C7-41A4-9601-F7E8FFA6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43288"/>
            <a:ext cx="285750" cy="27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117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A32921ED-94F8-443E-998D-CAEF1CDC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7438" y="3576638"/>
            <a:ext cx="9525" cy="68008"/>
          </a:xfrm>
          <a:custGeom xmlns:a="http://schemas.openxmlformats.org/drawingml/2006/main">
            <a:pathLst>
              <a:path w="9525" h="68008">
                <a:moveTo>
                  <a:pt x="0" y="6800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18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7755C3FF-0C54-400A-8BE6-8F057110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9813" y="359702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19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8151BFF8-1A3D-42E8-B84E-B3410747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9813" y="352901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2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53EF7E65-C9A3-471F-A1B7-A733E692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776663"/>
            <a:ext cx="9525" cy="68008"/>
          </a:xfrm>
          <a:custGeom xmlns:a="http://schemas.openxmlformats.org/drawingml/2006/main">
            <a:pathLst>
              <a:path w="9525" h="68008">
                <a:moveTo>
                  <a:pt x="0" y="6800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21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411398F9-2257-41C7-88CC-0522549B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79704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22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DDEE144D-8F5B-4FB6-858C-33BF7366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729038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2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08D045F5-46F5-4ED8-A0B7-91761E17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7063" y="3376613"/>
            <a:ext cx="9525" cy="9525"/>
          </a:xfrm>
          <a:custGeom xmlns:a="http://schemas.openxmlformats.org/drawingml/2006/main">
            <a:pathLst>
              <a:path w="9525" h="9525">
                <a:moveTo>
                  <a:pt x="0" y="40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24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5E0719C1-DE80-4CB8-85E1-1E25CC7B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9438" y="333298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25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D0E4A52F-D2CB-47B3-A292-8D651CC0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9438" y="3328988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26" name="plot-caption">
            <a:extLst xmlns:a="http://schemas.openxmlformats.org/drawingml/2006/main">
              <a:ext uri="{FF2B5EF4-FFF2-40B4-BE49-F238E27FC236}">
                <a16:creationId xmlns:a16="http://schemas.microsoft.com/office/drawing/2014/main" id="{7EF7DDE6-4EB8-4F1D-A777-84A7EB0BD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19300"/>
            <a:ext cx="404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8个等级</a:t>
            </a:r>
          </a:p>
        </p:txBody>
      </p:sp>
      <p:sp>
        <p:nvSpPr>
          <p:cNvPr id="127" name="sample">
            <a:extLst xmlns:a="http://schemas.openxmlformats.org/drawingml/2006/main">
              <a:ext uri="{FF2B5EF4-FFF2-40B4-BE49-F238E27FC236}">
                <a16:creationId xmlns:a16="http://schemas.microsoft.com/office/drawing/2014/main" id="{DFC6CC4A-683A-4725-981B-646AD0E2F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3" y="495776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28" name="text">
            <a:extLst xmlns:a="http://schemas.openxmlformats.org/drawingml/2006/main">
              <a:ext uri="{FF2B5EF4-FFF2-40B4-BE49-F238E27FC236}">
                <a16:creationId xmlns:a16="http://schemas.microsoft.com/office/drawing/2014/main" id="{379274D7-A260-4628-8A79-4D65C9A94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482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输入幅度</a:t>
            </a:r>
          </a:p>
        </p:txBody>
      </p:sp>
      <p:sp>
        <p:nvSpPr>
          <p:cNvPr id="129" name="box">
            <a:extLst xmlns:a="http://schemas.openxmlformats.org/drawingml/2006/main">
              <a:ext uri="{FF2B5EF4-FFF2-40B4-BE49-F238E27FC236}">
                <a16:creationId xmlns:a16="http://schemas.microsoft.com/office/drawing/2014/main" id="{3BF117C0-B06C-427E-95F0-389B90990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972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30" name="text">
            <a:extLst xmlns:a="http://schemas.openxmlformats.org/drawingml/2006/main">
              <a:ext uri="{FF2B5EF4-FFF2-40B4-BE49-F238E27FC236}">
                <a16:creationId xmlns:a16="http://schemas.microsoft.com/office/drawing/2014/main" id="{5C60BC29-6B83-4EA4-A199-B480BCE1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84822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代表值</a:t>
            </a:r>
          </a:p>
        </p:txBody>
      </p:sp>
      <p:sp>
        <p:nvSpPr>
          <p:cNvPr id="131" name="line">
            <a:extLst xmlns:a="http://schemas.openxmlformats.org/drawingml/2006/main">
              <a:ext uri="{FF2B5EF4-FFF2-40B4-BE49-F238E27FC236}">
                <a16:creationId xmlns:a16="http://schemas.microsoft.com/office/drawing/2014/main" id="{64E74CF1-5868-4FF3-9879-FA627CF4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010150"/>
            <a:ext cx="361950" cy="9525"/>
          </a:xfrm>
          <a:custGeom xmlns:a="http://schemas.openxmlformats.org/drawingml/2006/main">
            <a:pathLst>
              <a:path w="361950" h="9525">
                <a:moveTo>
                  <a:pt x="0" y="0"/>
                </a:moveTo>
                <a:lnTo>
                  <a:pt x="361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</a:ln>
        </p:spPr>
      </p:sp>
      <p:sp>
        <p:nvSpPr>
          <p:cNvPr id="132" name="text">
            <a:extLst xmlns:a="http://schemas.openxmlformats.org/drawingml/2006/main">
              <a:ext uri="{FF2B5EF4-FFF2-40B4-BE49-F238E27FC236}">
                <a16:creationId xmlns:a16="http://schemas.microsoft.com/office/drawing/2014/main" id="{39EE628B-4034-4CC4-B126-6739E7426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84822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本次观察的误差</a:t>
            </a:r>
          </a:p>
        </p:txBody>
      </p:sp>
      <p:sp>
        <p:nvSpPr>
          <p:cNvPr id="133" name="answer-1">
            <a:extLst xmlns:a="http://schemas.openxmlformats.org/drawingml/2006/main">
              <a:ext uri="{FF2B5EF4-FFF2-40B4-BE49-F238E27FC236}">
                <a16:creationId xmlns:a16="http://schemas.microsoft.com/office/drawing/2014/main" id="{EF445605-48CB-41C2-9EBB-5482DF98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时刻、输入和范围不变；等级间隔变小。</a:t>
            </a:r>
          </a:p>
        </p:txBody>
      </p:sp>
      <p:sp>
        <p:nvSpPr>
          <p:cNvPr id="134" name="answer-2">
            <a:extLst xmlns:a="http://schemas.openxmlformats.org/drawingml/2006/main">
              <a:ext uri="{FF2B5EF4-FFF2-40B4-BE49-F238E27FC236}">
                <a16:creationId xmlns:a16="http://schemas.microsoft.com/office/drawing/2014/main" id="{1B22F9D3-9EB7-4B35-9C0E-C8CE5BA8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接着放大同一个样本，核对误差。</a:t>
            </a:r>
          </a:p>
        </p:txBody>
      </p:sp>
    </p:spTree>
    <p:extLst>
      <p:ext uri="{BB962C8B-B14F-4D97-AF65-F5344CB8AC3E}">
        <p14:creationId xmlns:p14="http://schemas.microsoft.com/office/powerpoint/2010/main" val="180990871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top-rail">
            <a:extLst xmlns:a="http://schemas.openxmlformats.org/drawingml/2006/main">
              <a:ext uri="{FF2B5EF4-FFF2-40B4-BE49-F238E27FC236}">
                <a16:creationId xmlns:a16="http://schemas.microsoft.com/office/drawing/2014/main" id="{52ED7349-0DF2-4159-95C8-35323714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2FC1B1FA-2FF4-47EB-ACE3-C7968CEF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49A24794-FD89-498A-90BB-D55430F53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同一个幅度，两次量化的误差各是多少？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1DE00A5-C1BA-4D39-B2B1-8B208BD7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局部放大：这里的横轴表示幅度，两图使用同一标尺。</a:t>
            </a:r>
          </a:p>
        </p:txBody>
      </p:sp>
      <p:sp>
        <p:nvSpPr>
          <p:cNvPr id="5" name="error-inset-heading">
            <a:extLst xmlns:a="http://schemas.openxmlformats.org/drawingml/2006/main">
              <a:ext uri="{FF2B5EF4-FFF2-40B4-BE49-F238E27FC236}">
                <a16:creationId xmlns:a16="http://schemas.microsoft.com/office/drawing/2014/main" id="{B4207E4F-8E5E-4501-9A84-4C7EB090A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622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4个等级</a:t>
            </a:r>
          </a:p>
        </p:txBody>
      </p:sp>
      <p:sp>
        <p:nvSpPr>
          <p:cNvPr id="6" name="amplitude-ruler">
            <a:extLst xmlns:a="http://schemas.openxmlformats.org/drawingml/2006/main">
              <a:ext uri="{FF2B5EF4-FFF2-40B4-BE49-F238E27FC236}">
                <a16:creationId xmlns:a16="http://schemas.microsoft.com/office/drawing/2014/main" id="{0CA8C3AC-DCC1-4D4F-AA71-60EC986D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24250"/>
            <a:ext cx="4000500" cy="9525"/>
          </a:xfrm>
          <a:custGeom xmlns:a="http://schemas.openxmlformats.org/drawingml/2006/main">
            <a:pathLst>
              <a:path w="4000500" h="9525">
                <a:moveTo>
                  <a:pt x="0" y="0"/>
                </a:moveTo>
                <a:lnTo>
                  <a:pt x="400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808080"/>
            </a:solidFill>
          </a:ln>
        </p:spPr>
      </p:sp>
      <p:sp>
        <p:nvSpPr>
          <p:cNvPr id="7" name="line">
            <a:extLst xmlns:a="http://schemas.openxmlformats.org/drawingml/2006/main">
              <a:ext uri="{FF2B5EF4-FFF2-40B4-BE49-F238E27FC236}">
                <a16:creationId xmlns:a16="http://schemas.microsoft.com/office/drawing/2014/main" id="{F083E9E8-100E-4482-AC44-8CACB909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8" name="inset-scale">
            <a:extLst xmlns:a="http://schemas.openxmlformats.org/drawingml/2006/main">
              <a:ext uri="{FF2B5EF4-FFF2-40B4-BE49-F238E27FC236}">
                <a16:creationId xmlns:a16="http://schemas.microsoft.com/office/drawing/2014/main" id="{6B5EBDE5-1F20-41E4-970F-416324F5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-0.5</a:t>
            </a:r>
          </a:p>
        </p:txBody>
      </p:sp>
      <p:sp>
        <p:nvSpPr>
          <p:cNvPr id="9" name="line">
            <a:extLst xmlns:a="http://schemas.openxmlformats.org/drawingml/2006/main">
              <a:ext uri="{FF2B5EF4-FFF2-40B4-BE49-F238E27FC236}">
                <a16:creationId xmlns:a16="http://schemas.microsoft.com/office/drawing/2014/main" id="{1080255D-958C-4F77-A6FE-491AFCD4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10" name="inset-scale">
            <a:extLst xmlns:a="http://schemas.openxmlformats.org/drawingml/2006/main">
              <a:ext uri="{FF2B5EF4-FFF2-40B4-BE49-F238E27FC236}">
                <a16:creationId xmlns:a16="http://schemas.microsoft.com/office/drawing/2014/main" id="{D7FD99B0-492B-4BF4-9C91-BD423D93D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-0.4</a:t>
            </a:r>
          </a:p>
        </p:txBody>
      </p:sp>
      <p:sp>
        <p:nvSpPr>
          <p:cNvPr id="11" name="line">
            <a:extLst xmlns:a="http://schemas.openxmlformats.org/drawingml/2006/main">
              <a:ext uri="{FF2B5EF4-FFF2-40B4-BE49-F238E27FC236}">
                <a16:creationId xmlns:a16="http://schemas.microsoft.com/office/drawing/2014/main" id="{9103E444-0ECA-4D82-9066-3D79F09F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12" name="inset-scale">
            <a:extLst xmlns:a="http://schemas.openxmlformats.org/drawingml/2006/main">
              <a:ext uri="{FF2B5EF4-FFF2-40B4-BE49-F238E27FC236}">
                <a16:creationId xmlns:a16="http://schemas.microsoft.com/office/drawing/2014/main" id="{3BDDD994-AB9D-46A1-BC88-493CC3E2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-0.3</a:t>
            </a:r>
          </a:p>
        </p:txBody>
      </p:sp>
      <p:sp>
        <p:nvSpPr>
          <p:cNvPr id="13" name="line">
            <a:extLst xmlns:a="http://schemas.openxmlformats.org/drawingml/2006/main">
              <a:ext uri="{FF2B5EF4-FFF2-40B4-BE49-F238E27FC236}">
                <a16:creationId xmlns:a16="http://schemas.microsoft.com/office/drawing/2014/main" id="{C8694963-DEB4-473A-B16F-2380BFB8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14" name="inset-scale">
            <a:extLst xmlns:a="http://schemas.openxmlformats.org/drawingml/2006/main">
              <a:ext uri="{FF2B5EF4-FFF2-40B4-BE49-F238E27FC236}">
                <a16:creationId xmlns:a16="http://schemas.microsoft.com/office/drawing/2014/main" id="{CDC76757-0050-4CCC-A69F-6468E0262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-0.2</a:t>
            </a:r>
          </a:p>
        </p:txBody>
      </p:sp>
      <p:sp>
        <p:nvSpPr>
          <p:cNvPr id="15" name="inset-input">
            <a:extLst xmlns:a="http://schemas.openxmlformats.org/drawingml/2006/main">
              <a:ext uri="{FF2B5EF4-FFF2-40B4-BE49-F238E27FC236}">
                <a16:creationId xmlns:a16="http://schemas.microsoft.com/office/drawing/2014/main" id="{CFD681AA-851E-430E-B1E7-B67D2852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457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6" name="inset-representative">
            <a:extLst xmlns:a="http://schemas.openxmlformats.org/drawingml/2006/main">
              <a:ext uri="{FF2B5EF4-FFF2-40B4-BE49-F238E27FC236}">
                <a16:creationId xmlns:a16="http://schemas.microsoft.com/office/drawing/2014/main" id="{5DCE7983-8BC7-4D78-BDB6-804A93B2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67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7" name="inset-input-label">
            <a:extLst xmlns:a="http://schemas.openxmlformats.org/drawingml/2006/main">
              <a:ext uri="{FF2B5EF4-FFF2-40B4-BE49-F238E27FC236}">
                <a16:creationId xmlns:a16="http://schemas.microsoft.com/office/drawing/2014/main" id="{E3D0B252-EB5F-4D3B-91B8-27129042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672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输入 −0.38</a:t>
            </a:r>
          </a:p>
        </p:txBody>
      </p:sp>
      <p:sp>
        <p:nvSpPr>
          <p:cNvPr id="18" name="inset-representative-label">
            <a:extLst xmlns:a="http://schemas.openxmlformats.org/drawingml/2006/main">
              <a:ext uri="{FF2B5EF4-FFF2-40B4-BE49-F238E27FC236}">
                <a16:creationId xmlns:a16="http://schemas.microsoft.com/office/drawing/2014/main" id="{31EE5895-1247-4749-8FD3-D1A160B80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1487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代表值 −0.25</a:t>
            </a:r>
          </a:p>
        </p:txBody>
      </p:sp>
      <p:sp>
        <p:nvSpPr>
          <p:cNvPr id="19" name="inset-error">
            <a:extLst xmlns:a="http://schemas.openxmlformats.org/drawingml/2006/main">
              <a:ext uri="{FF2B5EF4-FFF2-40B4-BE49-F238E27FC236}">
                <a16:creationId xmlns:a16="http://schemas.microsoft.com/office/drawing/2014/main" id="{78D48393-D9D5-494A-AFED-6B1494E9F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1942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0" name="inset-error">
            <a:extLst xmlns:a="http://schemas.openxmlformats.org/drawingml/2006/main">
              <a:ext uri="{FF2B5EF4-FFF2-40B4-BE49-F238E27FC236}">
                <a16:creationId xmlns:a16="http://schemas.microsoft.com/office/drawing/2014/main" id="{E571670E-7595-4F19-820B-6E807821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95625"/>
            <a:ext cx="1733550" cy="9525"/>
          </a:xfrm>
          <a:custGeom xmlns:a="http://schemas.openxmlformats.org/drawingml/2006/main">
            <a:pathLst>
              <a:path w="1733550" h="9525">
                <a:moveTo>
                  <a:pt x="0" y="0"/>
                </a:moveTo>
                <a:lnTo>
                  <a:pt x="1733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1" name="inset-error">
            <a:extLst xmlns:a="http://schemas.openxmlformats.org/drawingml/2006/main">
              <a:ext uri="{FF2B5EF4-FFF2-40B4-BE49-F238E27FC236}">
                <a16:creationId xmlns:a16="http://schemas.microsoft.com/office/drawing/2014/main" id="{E88ED33A-9D7C-4ED5-AA2F-D8BAE9D5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1942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2" name="inset-error-label">
            <a:extLst xmlns:a="http://schemas.openxmlformats.org/drawingml/2006/main">
              <a:ext uri="{FF2B5EF4-FFF2-40B4-BE49-F238E27FC236}">
                <a16:creationId xmlns:a16="http://schemas.microsoft.com/office/drawing/2014/main" id="{9A7B5248-3E20-49AF-A607-F8EC14D7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190875"/>
            <a:ext cx="173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误差＝？</a:t>
            </a:r>
          </a:p>
        </p:txBody>
      </p:sp>
      <p:sp>
        <p:nvSpPr>
          <p:cNvPr id="23" name="error-inset-heading">
            <a:extLst xmlns:a="http://schemas.openxmlformats.org/drawingml/2006/main">
              <a:ext uri="{FF2B5EF4-FFF2-40B4-BE49-F238E27FC236}">
                <a16:creationId xmlns:a16="http://schemas.microsoft.com/office/drawing/2014/main" id="{6CE3DAFF-BDC1-4C3E-9F58-6323C9C7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622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8个等级</a:t>
            </a:r>
          </a:p>
        </p:txBody>
      </p:sp>
      <p:sp>
        <p:nvSpPr>
          <p:cNvPr id="24" name="amplitude-ruler">
            <a:extLst xmlns:a="http://schemas.openxmlformats.org/drawingml/2006/main">
              <a:ext uri="{FF2B5EF4-FFF2-40B4-BE49-F238E27FC236}">
                <a16:creationId xmlns:a16="http://schemas.microsoft.com/office/drawing/2014/main" id="{46706937-C006-403E-B027-ACE782F9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24250"/>
            <a:ext cx="4000500" cy="9525"/>
          </a:xfrm>
          <a:custGeom xmlns:a="http://schemas.openxmlformats.org/drawingml/2006/main">
            <a:pathLst>
              <a:path w="4000500" h="9525">
                <a:moveTo>
                  <a:pt x="0" y="0"/>
                </a:moveTo>
                <a:lnTo>
                  <a:pt x="400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808080"/>
            </a:solidFill>
          </a:ln>
        </p:spPr>
      </p:sp>
      <p:sp>
        <p:nvSpPr>
          <p:cNvPr id="25" name="line">
            <a:extLst xmlns:a="http://schemas.openxmlformats.org/drawingml/2006/main">
              <a:ext uri="{FF2B5EF4-FFF2-40B4-BE49-F238E27FC236}">
                <a16:creationId xmlns:a16="http://schemas.microsoft.com/office/drawing/2014/main" id="{C4FBB3A8-6301-4D4A-8676-55A2CA19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26" name="inset-scale">
            <a:extLst xmlns:a="http://schemas.openxmlformats.org/drawingml/2006/main">
              <a:ext uri="{FF2B5EF4-FFF2-40B4-BE49-F238E27FC236}">
                <a16:creationId xmlns:a16="http://schemas.microsoft.com/office/drawing/2014/main" id="{BEE42741-C41A-44B5-B66B-406FE004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-0.5</a:t>
            </a:r>
          </a:p>
        </p:txBody>
      </p:sp>
      <p:sp>
        <p:nvSpPr>
          <p:cNvPr id="27" name="line">
            <a:extLst xmlns:a="http://schemas.openxmlformats.org/drawingml/2006/main">
              <a:ext uri="{FF2B5EF4-FFF2-40B4-BE49-F238E27FC236}">
                <a16:creationId xmlns:a16="http://schemas.microsoft.com/office/drawing/2014/main" id="{BE5F2FBE-4619-4874-AC33-86C91727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28" name="inset-scale">
            <a:extLst xmlns:a="http://schemas.openxmlformats.org/drawingml/2006/main">
              <a:ext uri="{FF2B5EF4-FFF2-40B4-BE49-F238E27FC236}">
                <a16:creationId xmlns:a16="http://schemas.microsoft.com/office/drawing/2014/main" id="{9EDF752F-A7B7-40ED-839F-908FC7DC3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-0.4</a:t>
            </a:r>
          </a:p>
        </p:txBody>
      </p:sp>
      <p:sp>
        <p:nvSpPr>
          <p:cNvPr id="29" name="line">
            <a:extLst xmlns:a="http://schemas.openxmlformats.org/drawingml/2006/main">
              <a:ext uri="{FF2B5EF4-FFF2-40B4-BE49-F238E27FC236}">
                <a16:creationId xmlns:a16="http://schemas.microsoft.com/office/drawing/2014/main" id="{F9BD2F80-66DD-48A6-B772-B401FD02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30" name="inset-scale">
            <a:extLst xmlns:a="http://schemas.openxmlformats.org/drawingml/2006/main">
              <a:ext uri="{FF2B5EF4-FFF2-40B4-BE49-F238E27FC236}">
                <a16:creationId xmlns:a16="http://schemas.microsoft.com/office/drawing/2014/main" id="{7A32A90C-88F3-4C66-B52F-4A6AC676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-0.3</a:t>
            </a:r>
          </a:p>
        </p:txBody>
      </p:sp>
      <p:sp>
        <p:nvSpPr>
          <p:cNvPr id="31" name="line">
            <a:extLst xmlns:a="http://schemas.openxmlformats.org/drawingml/2006/main">
              <a:ext uri="{FF2B5EF4-FFF2-40B4-BE49-F238E27FC236}">
                <a16:creationId xmlns:a16="http://schemas.microsoft.com/office/drawing/2014/main" id="{2697B887-024D-456F-9DE7-63E6C5A0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32" name="inset-scale">
            <a:extLst xmlns:a="http://schemas.openxmlformats.org/drawingml/2006/main">
              <a:ext uri="{FF2B5EF4-FFF2-40B4-BE49-F238E27FC236}">
                <a16:creationId xmlns:a16="http://schemas.microsoft.com/office/drawing/2014/main" id="{BD28F15C-2268-43C1-9580-782ED868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-0.2</a:t>
            </a:r>
          </a:p>
        </p:txBody>
      </p:sp>
      <p:sp>
        <p:nvSpPr>
          <p:cNvPr id="33" name="inset-input">
            <a:extLst xmlns:a="http://schemas.openxmlformats.org/drawingml/2006/main">
              <a:ext uri="{FF2B5EF4-FFF2-40B4-BE49-F238E27FC236}">
                <a16:creationId xmlns:a16="http://schemas.microsoft.com/office/drawing/2014/main" id="{554765C8-99A9-4B12-A752-070E86D43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457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34" name="inset-representative">
            <a:extLst xmlns:a="http://schemas.openxmlformats.org/drawingml/2006/main">
              <a:ext uri="{FF2B5EF4-FFF2-40B4-BE49-F238E27FC236}">
                <a16:creationId xmlns:a16="http://schemas.microsoft.com/office/drawing/2014/main" id="{5404905E-F70F-4BBB-915F-1C84A19E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467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35" name="inset-input-label">
            <a:extLst xmlns:a="http://schemas.openxmlformats.org/drawingml/2006/main">
              <a:ext uri="{FF2B5EF4-FFF2-40B4-BE49-F238E27FC236}">
                <a16:creationId xmlns:a16="http://schemas.microsoft.com/office/drawing/2014/main" id="{FF7207BC-9FB4-4DB4-8DF0-72F558B1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672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输入 −0.38</a:t>
            </a:r>
          </a:p>
        </p:txBody>
      </p:sp>
      <p:sp>
        <p:nvSpPr>
          <p:cNvPr id="36" name="inset-representative-label">
            <a:extLst xmlns:a="http://schemas.openxmlformats.org/drawingml/2006/main">
              <a:ext uri="{FF2B5EF4-FFF2-40B4-BE49-F238E27FC236}">
                <a16:creationId xmlns:a16="http://schemas.microsoft.com/office/drawing/2014/main" id="{5F81AA99-163C-4BCD-B711-9CE0F144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1487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代表值 −0.375</a:t>
            </a:r>
          </a:p>
        </p:txBody>
      </p:sp>
      <p:sp>
        <p:nvSpPr>
          <p:cNvPr id="37" name="inset-error">
            <a:extLst xmlns:a="http://schemas.openxmlformats.org/drawingml/2006/main">
              <a:ext uri="{FF2B5EF4-FFF2-40B4-BE49-F238E27FC236}">
                <a16:creationId xmlns:a16="http://schemas.microsoft.com/office/drawing/2014/main" id="{2602337D-F6E1-43A4-99AF-71BF3F80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1942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38" name="inset-error">
            <a:extLst xmlns:a="http://schemas.openxmlformats.org/drawingml/2006/main">
              <a:ext uri="{FF2B5EF4-FFF2-40B4-BE49-F238E27FC236}">
                <a16:creationId xmlns:a16="http://schemas.microsoft.com/office/drawing/2014/main" id="{A75FB239-04BB-494D-9DEC-AC45041D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95625"/>
            <a:ext cx="66675" cy="9525"/>
          </a:xfrm>
          <a:custGeom xmlns:a="http://schemas.openxmlformats.org/drawingml/2006/main">
            <a:pathLst>
              <a:path w="66675" h="952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39" name="inset-error">
            <a:extLst xmlns:a="http://schemas.openxmlformats.org/drawingml/2006/main">
              <a:ext uri="{FF2B5EF4-FFF2-40B4-BE49-F238E27FC236}">
                <a16:creationId xmlns:a16="http://schemas.microsoft.com/office/drawing/2014/main" id="{B0B21527-3AD1-4F09-BE0D-F959A029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1942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40" name="inset-error-label">
            <a:extLst xmlns:a="http://schemas.openxmlformats.org/drawingml/2006/main">
              <a:ext uri="{FF2B5EF4-FFF2-40B4-BE49-F238E27FC236}">
                <a16:creationId xmlns:a16="http://schemas.microsoft.com/office/drawing/2014/main" id="{AB194600-0C4A-4B05-908D-0A2FE22A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90875"/>
            <a:ext cx="66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误差＝？</a:t>
            </a:r>
          </a:p>
        </p:txBody>
      </p:sp>
    </p:spTree>
    <p:extLst>
      <p:ext uri="{BB962C8B-B14F-4D97-AF65-F5344CB8AC3E}">
        <p14:creationId xmlns:p14="http://schemas.microsoft.com/office/powerpoint/2010/main" val="24229181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top-rail">
            <a:extLst xmlns:a="http://schemas.openxmlformats.org/drawingml/2006/main">
              <a:ext uri="{FF2B5EF4-FFF2-40B4-BE49-F238E27FC236}">
                <a16:creationId xmlns:a16="http://schemas.microsoft.com/office/drawing/2014/main" id="{52ED7349-0DF2-4159-95C8-35323714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2FC1B1FA-2FF4-47EB-ACE3-C7968CEF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49A24794-FD89-498A-90BB-D55430F53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同一个幅度，两次量化的误差各是多少？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1DE00A5-C1BA-4D39-B2B1-8B208BD7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局部放大：这里的横轴表示幅度，两图使用同一标尺。</a:t>
            </a:r>
          </a:p>
        </p:txBody>
      </p:sp>
      <p:sp>
        <p:nvSpPr>
          <p:cNvPr id="5" name="error-inset-heading">
            <a:extLst xmlns:a="http://schemas.openxmlformats.org/drawingml/2006/main">
              <a:ext uri="{FF2B5EF4-FFF2-40B4-BE49-F238E27FC236}">
                <a16:creationId xmlns:a16="http://schemas.microsoft.com/office/drawing/2014/main" id="{B4207E4F-8E5E-4501-9A84-4C7EB090A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622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4个等级</a:t>
            </a:r>
          </a:p>
        </p:txBody>
      </p:sp>
      <p:sp>
        <p:nvSpPr>
          <p:cNvPr id="6" name="amplitude-ruler">
            <a:extLst xmlns:a="http://schemas.openxmlformats.org/drawingml/2006/main">
              <a:ext uri="{FF2B5EF4-FFF2-40B4-BE49-F238E27FC236}">
                <a16:creationId xmlns:a16="http://schemas.microsoft.com/office/drawing/2014/main" id="{0CA8C3AC-DCC1-4D4F-AA71-60EC986D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24250"/>
            <a:ext cx="4000500" cy="9525"/>
          </a:xfrm>
          <a:custGeom xmlns:a="http://schemas.openxmlformats.org/drawingml/2006/main">
            <a:pathLst>
              <a:path w="4000500" h="9525">
                <a:moveTo>
                  <a:pt x="0" y="0"/>
                </a:moveTo>
                <a:lnTo>
                  <a:pt x="400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808080"/>
            </a:solidFill>
          </a:ln>
        </p:spPr>
      </p:sp>
      <p:sp>
        <p:nvSpPr>
          <p:cNvPr id="7" name="line">
            <a:extLst xmlns:a="http://schemas.openxmlformats.org/drawingml/2006/main">
              <a:ext uri="{FF2B5EF4-FFF2-40B4-BE49-F238E27FC236}">
                <a16:creationId xmlns:a16="http://schemas.microsoft.com/office/drawing/2014/main" id="{F083E9E8-100E-4482-AC44-8CACB909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8" name="inset-scale">
            <a:extLst xmlns:a="http://schemas.openxmlformats.org/drawingml/2006/main">
              <a:ext uri="{FF2B5EF4-FFF2-40B4-BE49-F238E27FC236}">
                <a16:creationId xmlns:a16="http://schemas.microsoft.com/office/drawing/2014/main" id="{6B5EBDE5-1F20-41E4-970F-416324F5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-0.5</a:t>
            </a:r>
          </a:p>
        </p:txBody>
      </p:sp>
      <p:sp>
        <p:nvSpPr>
          <p:cNvPr id="9" name="line">
            <a:extLst xmlns:a="http://schemas.openxmlformats.org/drawingml/2006/main">
              <a:ext uri="{FF2B5EF4-FFF2-40B4-BE49-F238E27FC236}">
                <a16:creationId xmlns:a16="http://schemas.microsoft.com/office/drawing/2014/main" id="{1080255D-958C-4F77-A6FE-491AFCD4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10" name="inset-scale">
            <a:extLst xmlns:a="http://schemas.openxmlformats.org/drawingml/2006/main">
              <a:ext uri="{FF2B5EF4-FFF2-40B4-BE49-F238E27FC236}">
                <a16:creationId xmlns:a16="http://schemas.microsoft.com/office/drawing/2014/main" id="{D7FD99B0-492B-4BF4-9C91-BD423D93D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-0.4</a:t>
            </a:r>
          </a:p>
        </p:txBody>
      </p:sp>
      <p:sp>
        <p:nvSpPr>
          <p:cNvPr id="11" name="line">
            <a:extLst xmlns:a="http://schemas.openxmlformats.org/drawingml/2006/main">
              <a:ext uri="{FF2B5EF4-FFF2-40B4-BE49-F238E27FC236}">
                <a16:creationId xmlns:a16="http://schemas.microsoft.com/office/drawing/2014/main" id="{9103E444-0ECA-4D82-9066-3D79F09F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12" name="inset-scale">
            <a:extLst xmlns:a="http://schemas.openxmlformats.org/drawingml/2006/main">
              <a:ext uri="{FF2B5EF4-FFF2-40B4-BE49-F238E27FC236}">
                <a16:creationId xmlns:a16="http://schemas.microsoft.com/office/drawing/2014/main" id="{3BDDD994-AB9D-46A1-BC88-493CC3E2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-0.3</a:t>
            </a:r>
          </a:p>
        </p:txBody>
      </p:sp>
      <p:sp>
        <p:nvSpPr>
          <p:cNvPr id="13" name="line">
            <a:extLst xmlns:a="http://schemas.openxmlformats.org/drawingml/2006/main">
              <a:ext uri="{FF2B5EF4-FFF2-40B4-BE49-F238E27FC236}">
                <a16:creationId xmlns:a16="http://schemas.microsoft.com/office/drawing/2014/main" id="{C8694963-DEB4-473A-B16F-2380BFB8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14" name="inset-scale">
            <a:extLst xmlns:a="http://schemas.openxmlformats.org/drawingml/2006/main">
              <a:ext uri="{FF2B5EF4-FFF2-40B4-BE49-F238E27FC236}">
                <a16:creationId xmlns:a16="http://schemas.microsoft.com/office/drawing/2014/main" id="{CDC76757-0050-4CCC-A69F-6468E0262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-0.2</a:t>
            </a:r>
          </a:p>
        </p:txBody>
      </p:sp>
      <p:sp>
        <p:nvSpPr>
          <p:cNvPr id="15" name="inset-input">
            <a:extLst xmlns:a="http://schemas.openxmlformats.org/drawingml/2006/main">
              <a:ext uri="{FF2B5EF4-FFF2-40B4-BE49-F238E27FC236}">
                <a16:creationId xmlns:a16="http://schemas.microsoft.com/office/drawing/2014/main" id="{CFD681AA-851E-430E-B1E7-B67D2852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457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6" name="inset-representative">
            <a:extLst xmlns:a="http://schemas.openxmlformats.org/drawingml/2006/main">
              <a:ext uri="{FF2B5EF4-FFF2-40B4-BE49-F238E27FC236}">
                <a16:creationId xmlns:a16="http://schemas.microsoft.com/office/drawing/2014/main" id="{5DCE7983-8BC7-4D78-BDB6-804A93B2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67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7" name="inset-input-label">
            <a:extLst xmlns:a="http://schemas.openxmlformats.org/drawingml/2006/main">
              <a:ext uri="{FF2B5EF4-FFF2-40B4-BE49-F238E27FC236}">
                <a16:creationId xmlns:a16="http://schemas.microsoft.com/office/drawing/2014/main" id="{E3D0B252-EB5F-4D3B-91B8-27129042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672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输入 −0.38</a:t>
            </a:r>
          </a:p>
        </p:txBody>
      </p:sp>
      <p:sp>
        <p:nvSpPr>
          <p:cNvPr id="18" name="inset-representative-label">
            <a:extLst xmlns:a="http://schemas.openxmlformats.org/drawingml/2006/main">
              <a:ext uri="{FF2B5EF4-FFF2-40B4-BE49-F238E27FC236}">
                <a16:creationId xmlns:a16="http://schemas.microsoft.com/office/drawing/2014/main" id="{31EE5895-1247-4749-8FD3-D1A160B80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1487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代表值 −0.25</a:t>
            </a:r>
          </a:p>
        </p:txBody>
      </p:sp>
      <p:sp>
        <p:nvSpPr>
          <p:cNvPr id="19" name="inset-error">
            <a:extLst xmlns:a="http://schemas.openxmlformats.org/drawingml/2006/main">
              <a:ext uri="{FF2B5EF4-FFF2-40B4-BE49-F238E27FC236}">
                <a16:creationId xmlns:a16="http://schemas.microsoft.com/office/drawing/2014/main" id="{78D48393-D9D5-494A-AFED-6B1494E9F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1942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0" name="inset-error">
            <a:extLst xmlns:a="http://schemas.openxmlformats.org/drawingml/2006/main">
              <a:ext uri="{FF2B5EF4-FFF2-40B4-BE49-F238E27FC236}">
                <a16:creationId xmlns:a16="http://schemas.microsoft.com/office/drawing/2014/main" id="{E571670E-7595-4F19-820B-6E807821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95625"/>
            <a:ext cx="1733550" cy="9525"/>
          </a:xfrm>
          <a:custGeom xmlns:a="http://schemas.openxmlformats.org/drawingml/2006/main">
            <a:pathLst>
              <a:path w="1733550" h="9525">
                <a:moveTo>
                  <a:pt x="0" y="0"/>
                </a:moveTo>
                <a:lnTo>
                  <a:pt x="1733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1" name="inset-error">
            <a:extLst xmlns:a="http://schemas.openxmlformats.org/drawingml/2006/main">
              <a:ext uri="{FF2B5EF4-FFF2-40B4-BE49-F238E27FC236}">
                <a16:creationId xmlns:a16="http://schemas.microsoft.com/office/drawing/2014/main" id="{E88ED33A-9D7C-4ED5-AA2F-D8BAE9D5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1942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2" name="inset-error-label">
            <a:extLst xmlns:a="http://schemas.openxmlformats.org/drawingml/2006/main">
              <a:ext uri="{FF2B5EF4-FFF2-40B4-BE49-F238E27FC236}">
                <a16:creationId xmlns:a16="http://schemas.microsoft.com/office/drawing/2014/main" id="{9A7B5248-3E20-49AF-A607-F8EC14D7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190875"/>
            <a:ext cx="173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误差 0.13</a:t>
            </a:r>
          </a:p>
        </p:txBody>
      </p:sp>
      <p:sp>
        <p:nvSpPr>
          <p:cNvPr id="23" name="error-inset-heading">
            <a:extLst xmlns:a="http://schemas.openxmlformats.org/drawingml/2006/main">
              <a:ext uri="{FF2B5EF4-FFF2-40B4-BE49-F238E27FC236}">
                <a16:creationId xmlns:a16="http://schemas.microsoft.com/office/drawing/2014/main" id="{6CE3DAFF-BDC1-4C3E-9F58-6323C9C7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622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8个等级</a:t>
            </a:r>
          </a:p>
        </p:txBody>
      </p:sp>
      <p:sp>
        <p:nvSpPr>
          <p:cNvPr id="24" name="amplitude-ruler">
            <a:extLst xmlns:a="http://schemas.openxmlformats.org/drawingml/2006/main">
              <a:ext uri="{FF2B5EF4-FFF2-40B4-BE49-F238E27FC236}">
                <a16:creationId xmlns:a16="http://schemas.microsoft.com/office/drawing/2014/main" id="{46706937-C006-403E-B027-ACE782F9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24250"/>
            <a:ext cx="4000500" cy="9525"/>
          </a:xfrm>
          <a:custGeom xmlns:a="http://schemas.openxmlformats.org/drawingml/2006/main">
            <a:pathLst>
              <a:path w="4000500" h="9525">
                <a:moveTo>
                  <a:pt x="0" y="0"/>
                </a:moveTo>
                <a:lnTo>
                  <a:pt x="400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808080"/>
            </a:solidFill>
          </a:ln>
        </p:spPr>
      </p:sp>
      <p:sp>
        <p:nvSpPr>
          <p:cNvPr id="25" name="line">
            <a:extLst xmlns:a="http://schemas.openxmlformats.org/drawingml/2006/main">
              <a:ext uri="{FF2B5EF4-FFF2-40B4-BE49-F238E27FC236}">
                <a16:creationId xmlns:a16="http://schemas.microsoft.com/office/drawing/2014/main" id="{C4FBB3A8-6301-4D4A-8676-55A2CA19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26" name="inset-scale">
            <a:extLst xmlns:a="http://schemas.openxmlformats.org/drawingml/2006/main">
              <a:ext uri="{FF2B5EF4-FFF2-40B4-BE49-F238E27FC236}">
                <a16:creationId xmlns:a16="http://schemas.microsoft.com/office/drawing/2014/main" id="{BEE42741-C41A-44B5-B66B-406FE004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-0.5</a:t>
            </a:r>
          </a:p>
        </p:txBody>
      </p:sp>
      <p:sp>
        <p:nvSpPr>
          <p:cNvPr id="27" name="line">
            <a:extLst xmlns:a="http://schemas.openxmlformats.org/drawingml/2006/main">
              <a:ext uri="{FF2B5EF4-FFF2-40B4-BE49-F238E27FC236}">
                <a16:creationId xmlns:a16="http://schemas.microsoft.com/office/drawing/2014/main" id="{BE5F2FBE-4619-4874-AC33-86C91727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28" name="inset-scale">
            <a:extLst xmlns:a="http://schemas.openxmlformats.org/drawingml/2006/main">
              <a:ext uri="{FF2B5EF4-FFF2-40B4-BE49-F238E27FC236}">
                <a16:creationId xmlns:a16="http://schemas.microsoft.com/office/drawing/2014/main" id="{9EDF752F-A7B7-40ED-839F-908FC7DC3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-0.4</a:t>
            </a:r>
          </a:p>
        </p:txBody>
      </p:sp>
      <p:sp>
        <p:nvSpPr>
          <p:cNvPr id="29" name="line">
            <a:extLst xmlns:a="http://schemas.openxmlformats.org/drawingml/2006/main">
              <a:ext uri="{FF2B5EF4-FFF2-40B4-BE49-F238E27FC236}">
                <a16:creationId xmlns:a16="http://schemas.microsoft.com/office/drawing/2014/main" id="{F9BD2F80-66DD-48A6-B772-B401FD02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30" name="inset-scale">
            <a:extLst xmlns:a="http://schemas.openxmlformats.org/drawingml/2006/main">
              <a:ext uri="{FF2B5EF4-FFF2-40B4-BE49-F238E27FC236}">
                <a16:creationId xmlns:a16="http://schemas.microsoft.com/office/drawing/2014/main" id="{7A32A90C-88F3-4C66-B52F-4A6AC676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-0.3</a:t>
            </a:r>
          </a:p>
        </p:txBody>
      </p:sp>
      <p:sp>
        <p:nvSpPr>
          <p:cNvPr id="31" name="line">
            <a:extLst xmlns:a="http://schemas.openxmlformats.org/drawingml/2006/main">
              <a:ext uri="{FF2B5EF4-FFF2-40B4-BE49-F238E27FC236}">
                <a16:creationId xmlns:a16="http://schemas.microsoft.com/office/drawing/2014/main" id="{2697B887-024D-456F-9DE7-63E6C5A0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32" name="inset-scale">
            <a:extLst xmlns:a="http://schemas.openxmlformats.org/drawingml/2006/main">
              <a:ext uri="{FF2B5EF4-FFF2-40B4-BE49-F238E27FC236}">
                <a16:creationId xmlns:a16="http://schemas.microsoft.com/office/drawing/2014/main" id="{BD28F15C-2268-43C1-9580-782ED868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-0.2</a:t>
            </a:r>
          </a:p>
        </p:txBody>
      </p:sp>
      <p:sp>
        <p:nvSpPr>
          <p:cNvPr id="33" name="inset-input">
            <a:extLst xmlns:a="http://schemas.openxmlformats.org/drawingml/2006/main">
              <a:ext uri="{FF2B5EF4-FFF2-40B4-BE49-F238E27FC236}">
                <a16:creationId xmlns:a16="http://schemas.microsoft.com/office/drawing/2014/main" id="{554765C8-99A9-4B12-A752-070E86D43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457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34" name="inset-representative">
            <a:extLst xmlns:a="http://schemas.openxmlformats.org/drawingml/2006/main">
              <a:ext uri="{FF2B5EF4-FFF2-40B4-BE49-F238E27FC236}">
                <a16:creationId xmlns:a16="http://schemas.microsoft.com/office/drawing/2014/main" id="{5404905E-F70F-4BBB-915F-1C84A19E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467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35" name="inset-input-label">
            <a:extLst xmlns:a="http://schemas.openxmlformats.org/drawingml/2006/main">
              <a:ext uri="{FF2B5EF4-FFF2-40B4-BE49-F238E27FC236}">
                <a16:creationId xmlns:a16="http://schemas.microsoft.com/office/drawing/2014/main" id="{FF7207BC-9FB4-4DB4-8DF0-72F558B1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672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输入 −0.38</a:t>
            </a:r>
          </a:p>
        </p:txBody>
      </p:sp>
      <p:sp>
        <p:nvSpPr>
          <p:cNvPr id="36" name="inset-representative-label">
            <a:extLst xmlns:a="http://schemas.openxmlformats.org/drawingml/2006/main">
              <a:ext uri="{FF2B5EF4-FFF2-40B4-BE49-F238E27FC236}">
                <a16:creationId xmlns:a16="http://schemas.microsoft.com/office/drawing/2014/main" id="{5F81AA99-163C-4BCD-B711-9CE0F144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1487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代表值 −0.375</a:t>
            </a:r>
          </a:p>
        </p:txBody>
      </p:sp>
      <p:sp>
        <p:nvSpPr>
          <p:cNvPr id="37" name="inset-error">
            <a:extLst xmlns:a="http://schemas.openxmlformats.org/drawingml/2006/main">
              <a:ext uri="{FF2B5EF4-FFF2-40B4-BE49-F238E27FC236}">
                <a16:creationId xmlns:a16="http://schemas.microsoft.com/office/drawing/2014/main" id="{2602337D-F6E1-43A4-99AF-71BF3F80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1942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38" name="inset-error">
            <a:extLst xmlns:a="http://schemas.openxmlformats.org/drawingml/2006/main">
              <a:ext uri="{FF2B5EF4-FFF2-40B4-BE49-F238E27FC236}">
                <a16:creationId xmlns:a16="http://schemas.microsoft.com/office/drawing/2014/main" id="{A75FB239-04BB-494D-9DEC-AC45041D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95625"/>
            <a:ext cx="66675" cy="9525"/>
          </a:xfrm>
          <a:custGeom xmlns:a="http://schemas.openxmlformats.org/drawingml/2006/main">
            <a:pathLst>
              <a:path w="66675" h="952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39" name="inset-error">
            <a:extLst xmlns:a="http://schemas.openxmlformats.org/drawingml/2006/main">
              <a:ext uri="{FF2B5EF4-FFF2-40B4-BE49-F238E27FC236}">
                <a16:creationId xmlns:a16="http://schemas.microsoft.com/office/drawing/2014/main" id="{B0B21527-3AD1-4F09-BE0D-F959A029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1942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40" name="inset-error-label">
            <a:extLst xmlns:a="http://schemas.openxmlformats.org/drawingml/2006/main">
              <a:ext uri="{FF2B5EF4-FFF2-40B4-BE49-F238E27FC236}">
                <a16:creationId xmlns:a16="http://schemas.microsoft.com/office/drawing/2014/main" id="{AB194600-0C4A-4B05-908D-0A2FE22A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90875"/>
            <a:ext cx="66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误差 0.005</a:t>
            </a:r>
          </a:p>
        </p:txBody>
      </p:sp>
      <p:sp>
        <p:nvSpPr>
          <p:cNvPr id="41" name="answer-1">
            <a:extLst xmlns:a="http://schemas.openxmlformats.org/drawingml/2006/main">
              <a:ext uri="{FF2B5EF4-FFF2-40B4-BE49-F238E27FC236}">
                <a16:creationId xmlns:a16="http://schemas.microsoft.com/office/drawing/2014/main" id="{749F52F9-C7C1-4AA1-BD6B-8587615F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本例：0.13 与 0.005。</a:t>
            </a:r>
          </a:p>
        </p:txBody>
      </p:sp>
      <p:sp>
        <p:nvSpPr>
          <p:cNvPr id="42" name="answer-2">
            <a:extLst xmlns:a="http://schemas.openxmlformats.org/drawingml/2006/main">
              <a:ext uri="{FF2B5EF4-FFF2-40B4-BE49-F238E27FC236}">
                <a16:creationId xmlns:a16="http://schemas.microsoft.com/office/drawing/2014/main" id="{D31E2E5E-D06A-4429-99C3-77E869AA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固定范围均匀量化：步长减小，误差上界减小。</a:t>
            </a:r>
          </a:p>
        </p:txBody>
      </p:sp>
    </p:spTree>
    <p:extLst>
      <p:ext uri="{BB962C8B-B14F-4D97-AF65-F5344CB8AC3E}">
        <p14:creationId xmlns:p14="http://schemas.microsoft.com/office/powerpoint/2010/main" val="24229181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rail">
            <a:extLst xmlns:a="http://schemas.openxmlformats.org/drawingml/2006/main">
              <a:ext uri="{FF2B5EF4-FFF2-40B4-BE49-F238E27FC236}">
                <a16:creationId xmlns:a16="http://schemas.microsoft.com/office/drawing/2014/main" id="{4D4E3838-02B0-4BE0-A4B5-77579F3F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E71B54C6-7497-42A4-9F41-24B6E073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E610964C-161A-473D-ABDC-16417DCB7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量化增加了哪些幅度选择？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E0D2099D-6188-4AF4-93F6-65CC1697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019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8C64E1"/>
            </a:solidFill>
          </a:ln>
        </p:spPr>
      </p:sp>
      <p:sp>
        <p:nvSpPr>
          <p:cNvPr id="5" name="tree-root-label">
            <a:extLst xmlns:a="http://schemas.openxmlformats.org/drawingml/2006/main">
              <a:ext uri="{FF2B5EF4-FFF2-40B4-BE49-F238E27FC236}">
                <a16:creationId xmlns:a16="http://schemas.microsoft.com/office/drawing/2014/main" id="{44511F84-47B5-488A-BDFF-E7DC15FF4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175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声音数字化</a:t>
            </a:r>
          </a:p>
        </p:txBody>
      </p:sp>
      <p:sp>
        <p:nvSpPr>
          <p:cNvPr id="6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D68DCD40-078D-4694-827C-7F8FC0CE2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7" name="tree-trunk-0">
            <a:extLst xmlns:a="http://schemas.openxmlformats.org/drawingml/2006/main">
              <a:ext uri="{FF2B5EF4-FFF2-40B4-BE49-F238E27FC236}">
                <a16:creationId xmlns:a16="http://schemas.microsoft.com/office/drawing/2014/main" id="{139C4A13-12C1-4B56-A749-0A55C6F4E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ree-relationship-0">
            <a:extLst xmlns:a="http://schemas.openxmlformats.org/drawingml/2006/main">
              <a:ext uri="{FF2B5EF4-FFF2-40B4-BE49-F238E27FC236}">
                <a16:creationId xmlns:a16="http://schemas.microsoft.com/office/drawing/2014/main" id="{96A57B45-28D7-41C2-8115-782CDB95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9" name="tree-node-0">
            <a:extLst xmlns:a="http://schemas.openxmlformats.org/drawingml/2006/main">
              <a:ext uri="{FF2B5EF4-FFF2-40B4-BE49-F238E27FC236}">
                <a16:creationId xmlns:a16="http://schemas.microsoft.com/office/drawing/2014/main" id="{D7C8BDF1-62E4-4A56-A090-A4BBCC51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7526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ree-heading-0">
            <a:extLst xmlns:a="http://schemas.openxmlformats.org/drawingml/2006/main">
              <a:ext uri="{FF2B5EF4-FFF2-40B4-BE49-F238E27FC236}">
                <a16:creationId xmlns:a16="http://schemas.microsoft.com/office/drawing/2014/main" id="{89407C3D-EA89-44C3-8CD7-E8320DF8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288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</a:t>
            </a:r>
          </a:p>
        </p:txBody>
      </p:sp>
      <p:sp>
        <p:nvSpPr>
          <p:cNvPr id="11" name="tree-detail-0">
            <a:extLst xmlns:a="http://schemas.openxmlformats.org/drawingml/2006/main">
              <a:ext uri="{FF2B5EF4-FFF2-40B4-BE49-F238E27FC236}">
                <a16:creationId xmlns:a16="http://schemas.microsoft.com/office/drawing/2014/main" id="{979F9EE7-7DB0-47FE-A5BB-1852CDCBC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90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按时刻取值</a:t>
            </a:r>
          </a:p>
        </p:txBody>
      </p:sp>
      <p:sp>
        <p:nvSpPr>
          <p:cNvPr id="12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D19093DA-1D00-4DC2-987F-CF43768D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3" name="tree-relation-label-0">
            <a:extLst xmlns:a="http://schemas.openxmlformats.org/drawingml/2006/main">
              <a:ext uri="{FF2B5EF4-FFF2-40B4-BE49-F238E27FC236}">
                <a16:creationId xmlns:a16="http://schemas.microsoft.com/office/drawing/2014/main" id="{0C3A8534-646C-4CD4-88BD-A22D9153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288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 × 时长</a:t>
            </a:r>
          </a:p>
        </p:txBody>
      </p:sp>
      <p:sp>
        <p:nvSpPr>
          <p:cNvPr id="14" name="tree-relation-detail-0">
            <a:extLst xmlns:a="http://schemas.openxmlformats.org/drawingml/2006/main">
              <a:ext uri="{FF2B5EF4-FFF2-40B4-BE49-F238E27FC236}">
                <a16:creationId xmlns:a16="http://schemas.microsoft.com/office/drawing/2014/main" id="{D0EEDD42-B458-4162-99E6-B830C74D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907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每声道有多少样本</a:t>
            </a:r>
          </a:p>
        </p:txBody>
      </p:sp>
    </p:spTree>
    <p:extLst>
      <p:ext uri="{BB962C8B-B14F-4D97-AF65-F5344CB8AC3E}">
        <p14:creationId xmlns:p14="http://schemas.microsoft.com/office/powerpoint/2010/main" val="150935205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op-rail">
            <a:extLst xmlns:a="http://schemas.openxmlformats.org/drawingml/2006/main">
              <a:ext uri="{FF2B5EF4-FFF2-40B4-BE49-F238E27FC236}">
                <a16:creationId xmlns:a16="http://schemas.microsoft.com/office/drawing/2014/main" id="{4D4E3838-02B0-4BE0-A4B5-77579F3F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E71B54C6-7497-42A4-9F41-24B6E073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E610964C-161A-473D-ABDC-16417DCB7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量化增加了哪些幅度选择？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E0D2099D-6188-4AF4-93F6-65CC1697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019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8C64E1"/>
            </a:solidFill>
          </a:ln>
        </p:spPr>
      </p:sp>
      <p:sp>
        <p:nvSpPr>
          <p:cNvPr id="5" name="tree-root-label">
            <a:extLst xmlns:a="http://schemas.openxmlformats.org/drawingml/2006/main">
              <a:ext uri="{FF2B5EF4-FFF2-40B4-BE49-F238E27FC236}">
                <a16:creationId xmlns:a16="http://schemas.microsoft.com/office/drawing/2014/main" id="{44511F84-47B5-488A-BDFF-E7DC15FF4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175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声音数字化</a:t>
            </a:r>
          </a:p>
        </p:txBody>
      </p:sp>
      <p:sp>
        <p:nvSpPr>
          <p:cNvPr id="6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D68DCD40-078D-4694-827C-7F8FC0CE2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7" name="tree-trunk-0">
            <a:extLst xmlns:a="http://schemas.openxmlformats.org/drawingml/2006/main">
              <a:ext uri="{FF2B5EF4-FFF2-40B4-BE49-F238E27FC236}">
                <a16:creationId xmlns:a16="http://schemas.microsoft.com/office/drawing/2014/main" id="{139C4A13-12C1-4B56-A749-0A55C6F4E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ree-relationship-0">
            <a:extLst xmlns:a="http://schemas.openxmlformats.org/drawingml/2006/main">
              <a:ext uri="{FF2B5EF4-FFF2-40B4-BE49-F238E27FC236}">
                <a16:creationId xmlns:a16="http://schemas.microsoft.com/office/drawing/2014/main" id="{96A57B45-28D7-41C2-8115-782CDB95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9" name="tree-node-0">
            <a:extLst xmlns:a="http://schemas.openxmlformats.org/drawingml/2006/main">
              <a:ext uri="{FF2B5EF4-FFF2-40B4-BE49-F238E27FC236}">
                <a16:creationId xmlns:a16="http://schemas.microsoft.com/office/drawing/2014/main" id="{D7C8BDF1-62E4-4A56-A090-A4BBCC51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7526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ree-heading-0">
            <a:extLst xmlns:a="http://schemas.openxmlformats.org/drawingml/2006/main">
              <a:ext uri="{FF2B5EF4-FFF2-40B4-BE49-F238E27FC236}">
                <a16:creationId xmlns:a16="http://schemas.microsoft.com/office/drawing/2014/main" id="{89407C3D-EA89-44C3-8CD7-E8320DF8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288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</a:t>
            </a:r>
          </a:p>
        </p:txBody>
      </p:sp>
      <p:sp>
        <p:nvSpPr>
          <p:cNvPr id="11" name="tree-detail-0">
            <a:extLst xmlns:a="http://schemas.openxmlformats.org/drawingml/2006/main">
              <a:ext uri="{FF2B5EF4-FFF2-40B4-BE49-F238E27FC236}">
                <a16:creationId xmlns:a16="http://schemas.microsoft.com/office/drawing/2014/main" id="{979F9EE7-7DB0-47FE-A5BB-1852CDCBC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90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按时刻取值</a:t>
            </a:r>
          </a:p>
        </p:txBody>
      </p:sp>
      <p:sp>
        <p:nvSpPr>
          <p:cNvPr id="12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D19093DA-1D00-4DC2-987F-CF43768D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3" name="tree-relation-label-0">
            <a:extLst xmlns:a="http://schemas.openxmlformats.org/drawingml/2006/main">
              <a:ext uri="{FF2B5EF4-FFF2-40B4-BE49-F238E27FC236}">
                <a16:creationId xmlns:a16="http://schemas.microsoft.com/office/drawing/2014/main" id="{0C3A8534-646C-4CD4-88BD-A22D9153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288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 × 时长</a:t>
            </a:r>
          </a:p>
        </p:txBody>
      </p:sp>
      <p:sp>
        <p:nvSpPr>
          <p:cNvPr id="14" name="tree-relation-detail-0">
            <a:extLst xmlns:a="http://schemas.openxmlformats.org/drawingml/2006/main">
              <a:ext uri="{FF2B5EF4-FFF2-40B4-BE49-F238E27FC236}">
                <a16:creationId xmlns:a16="http://schemas.microsoft.com/office/drawing/2014/main" id="{D0EEDD42-B458-4162-99E6-B830C74D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907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每声道有多少样本</a:t>
            </a:r>
          </a:p>
        </p:txBody>
      </p:sp>
      <p:sp>
        <p:nvSpPr>
          <p:cNvPr id="15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F23E366B-5D06-49C9-B6AB-18169CDD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6" name="tree-trunk-1">
            <a:extLst xmlns:a="http://schemas.openxmlformats.org/drawingml/2006/main">
              <a:ext uri="{FF2B5EF4-FFF2-40B4-BE49-F238E27FC236}">
                <a16:creationId xmlns:a16="http://schemas.microsoft.com/office/drawing/2014/main" id="{BCCC037C-9470-43D7-9D9F-0E5848EE8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1104900"/>
          </a:xfrm>
          <a:custGeom xmlns:a="http://schemas.openxmlformats.org/drawingml/2006/main">
            <a:pathLst>
              <a:path w="9525" h="1104900">
                <a:moveTo>
                  <a:pt x="0" y="0"/>
                </a:moveTo>
                <a:lnTo>
                  <a:pt x="0" y="11049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7" name="tree-relationship-1">
            <a:extLst xmlns:a="http://schemas.openxmlformats.org/drawingml/2006/main">
              <a:ext uri="{FF2B5EF4-FFF2-40B4-BE49-F238E27FC236}">
                <a16:creationId xmlns:a16="http://schemas.microsoft.com/office/drawing/2014/main" id="{9785603B-5129-4F76-AE68-7B210B3DB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670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8" name="tree-node-1">
            <a:extLst xmlns:a="http://schemas.openxmlformats.org/drawingml/2006/main">
              <a:ext uri="{FF2B5EF4-FFF2-40B4-BE49-F238E27FC236}">
                <a16:creationId xmlns:a16="http://schemas.microsoft.com/office/drawing/2014/main" id="{8CEFB2E1-27E8-418A-A05B-04CD03B6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575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9" name="tree-heading-1">
            <a:extLst xmlns:a="http://schemas.openxmlformats.org/drawingml/2006/main">
              <a:ext uri="{FF2B5EF4-FFF2-40B4-BE49-F238E27FC236}">
                <a16:creationId xmlns:a16="http://schemas.microsoft.com/office/drawing/2014/main" id="{E873184F-6D91-4FAA-AF08-36AB1D139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337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量化</a:t>
            </a:r>
          </a:p>
        </p:txBody>
      </p:sp>
      <p:sp>
        <p:nvSpPr>
          <p:cNvPr id="20" name="tree-detail-1">
            <a:extLst xmlns:a="http://schemas.openxmlformats.org/drawingml/2006/main">
              <a:ext uri="{FF2B5EF4-FFF2-40B4-BE49-F238E27FC236}">
                <a16:creationId xmlns:a16="http://schemas.microsoft.com/office/drawing/2014/main" id="{EA6F8B7B-B471-4C15-9886-BBE0A4EA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956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幅度取有限等级</a:t>
            </a:r>
          </a:p>
        </p:txBody>
      </p:sp>
      <p:sp>
        <p:nvSpPr>
          <p:cNvPr id="21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1DC7DA4F-0F25-49C8-809E-02F1FE34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527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22" name="tree-relation-label-1">
            <a:extLst xmlns:a="http://schemas.openxmlformats.org/drawingml/2006/main">
              <a:ext uri="{FF2B5EF4-FFF2-40B4-BE49-F238E27FC236}">
                <a16:creationId xmlns:a16="http://schemas.microsoft.com/office/drawing/2014/main" id="{5E9FB3BD-769F-41CF-80B4-711C1EEF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337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固定范围：等级数决定步长</a:t>
            </a:r>
          </a:p>
        </p:txBody>
      </p:sp>
      <p:sp>
        <p:nvSpPr>
          <p:cNvPr id="23" name="tree-relation-detail-1">
            <a:extLst xmlns:a="http://schemas.openxmlformats.org/drawingml/2006/main">
              <a:ext uri="{FF2B5EF4-FFF2-40B4-BE49-F238E27FC236}">
                <a16:creationId xmlns:a16="http://schemas.microsoft.com/office/drawing/2014/main" id="{08B0F599-1CF7-4279-BDBA-88978F7A9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956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等级越多，步长越小</a:t>
            </a:r>
          </a:p>
        </p:txBody>
      </p:sp>
      <p:sp>
        <p:nvSpPr>
          <p:cNvPr id="24" name="new-tree-focus">
            <a:extLst xmlns:a="http://schemas.openxmlformats.org/drawingml/2006/main">
              <a:ext uri="{FF2B5EF4-FFF2-40B4-BE49-F238E27FC236}">
                <a16:creationId xmlns:a16="http://schemas.microsoft.com/office/drawing/2014/main" id="{521D7830-770B-44AD-9087-C56CFAC1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19400"/>
            <a:ext cx="8534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25" name="new-tree-label">
            <a:extLst xmlns:a="http://schemas.openxmlformats.org/drawingml/2006/main">
              <a:ext uri="{FF2B5EF4-FFF2-40B4-BE49-F238E27FC236}">
                <a16:creationId xmlns:a16="http://schemas.microsoft.com/office/drawing/2014/main" id="{CB66D461-77C8-4967-8CA5-A866ECBD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952750"/>
            <a:ext cx="80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18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新增</a:t>
            </a:r>
          </a:p>
        </p:txBody>
      </p:sp>
    </p:spTree>
    <p:extLst>
      <p:ext uri="{BB962C8B-B14F-4D97-AF65-F5344CB8AC3E}">
        <p14:creationId xmlns:p14="http://schemas.microsoft.com/office/powerpoint/2010/main" val="150935205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rail">
            <a:extLst xmlns:a="http://schemas.openxmlformats.org/drawingml/2006/main">
              <a:ext uri="{FF2B5EF4-FFF2-40B4-BE49-F238E27FC236}">
                <a16:creationId xmlns:a16="http://schemas.microsoft.com/office/drawing/2014/main" id="{7BD97181-3C7F-4DA9-8FA3-2DD98407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531D04D4-766A-49EC-87E5-CEDC4D06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22278410-07B4-4ED3-B4C2-1EB421B6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4级和8级，分别至少需要几bit？</a:t>
            </a:r>
          </a:p>
        </p:txBody>
      </p:sp>
      <p:sp>
        <p:nvSpPr>
          <p:cNvPr id="4" name="four-level-heading">
            <a:extLst xmlns:a="http://schemas.openxmlformats.org/drawingml/2006/main">
              <a:ext uri="{FF2B5EF4-FFF2-40B4-BE49-F238E27FC236}">
                <a16:creationId xmlns:a16="http://schemas.microsoft.com/office/drawing/2014/main" id="{1725A0E8-9AA9-4E1E-A15A-1A928864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2880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4个等级：编号0–3</a:t>
            </a:r>
          </a:p>
        </p:txBody>
      </p:sp>
      <p:sp>
        <p:nvSpPr>
          <p:cNvPr id="5" name="eight-level-heading">
            <a:extLst xmlns:a="http://schemas.openxmlformats.org/drawingml/2006/main">
              <a:ext uri="{FF2B5EF4-FFF2-40B4-BE49-F238E27FC236}">
                <a16:creationId xmlns:a16="http://schemas.microsoft.com/office/drawing/2014/main" id="{A639280F-761A-4191-88D8-F244564A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8288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8个等级：编号0–7</a:t>
            </a:r>
          </a:p>
        </p:txBody>
      </p:sp>
      <p:sp>
        <p:nvSpPr>
          <p:cNvPr id="6" name="level-index">
            <a:extLst xmlns:a="http://schemas.openxmlformats.org/drawingml/2006/main">
              <a:ext uri="{FF2B5EF4-FFF2-40B4-BE49-F238E27FC236}">
                <a16:creationId xmlns:a16="http://schemas.microsoft.com/office/drawing/2014/main" id="{2DE1A2C4-2A5C-423F-9919-7FA672E35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7" name="level-index">
            <a:extLst xmlns:a="http://schemas.openxmlformats.org/drawingml/2006/main">
              <a:ext uri="{FF2B5EF4-FFF2-40B4-BE49-F238E27FC236}">
                <a16:creationId xmlns:a16="http://schemas.microsoft.com/office/drawing/2014/main" id="{60772E99-E264-4D71-88EA-0E67D44A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8" name="level-index">
            <a:extLst xmlns:a="http://schemas.openxmlformats.org/drawingml/2006/main">
              <a:ext uri="{FF2B5EF4-FFF2-40B4-BE49-F238E27FC236}">
                <a16:creationId xmlns:a16="http://schemas.microsoft.com/office/drawing/2014/main" id="{D753EF04-6970-4B17-84DD-C7D7B8F5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9" name="level-index">
            <a:extLst xmlns:a="http://schemas.openxmlformats.org/drawingml/2006/main">
              <a:ext uri="{FF2B5EF4-FFF2-40B4-BE49-F238E27FC236}">
                <a16:creationId xmlns:a16="http://schemas.microsoft.com/office/drawing/2014/main" id="{A62AAD3E-F8D9-4AAB-B2F2-E368BE1C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0" name="level-index">
            <a:extLst xmlns:a="http://schemas.openxmlformats.org/drawingml/2006/main">
              <a:ext uri="{FF2B5EF4-FFF2-40B4-BE49-F238E27FC236}">
                <a16:creationId xmlns:a16="http://schemas.microsoft.com/office/drawing/2014/main" id="{31E2B627-E0EF-4161-8AB6-0A78349C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1" name="level-index">
            <a:extLst xmlns:a="http://schemas.openxmlformats.org/drawingml/2006/main">
              <a:ext uri="{FF2B5EF4-FFF2-40B4-BE49-F238E27FC236}">
                <a16:creationId xmlns:a16="http://schemas.microsoft.com/office/drawing/2014/main" id="{0F9FC069-A8C6-44F0-9288-71224024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12" name="level-index">
            <a:extLst xmlns:a="http://schemas.openxmlformats.org/drawingml/2006/main">
              <a:ext uri="{FF2B5EF4-FFF2-40B4-BE49-F238E27FC236}">
                <a16:creationId xmlns:a16="http://schemas.microsoft.com/office/drawing/2014/main" id="{C5DE523A-9446-4372-B63D-13A03C85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13" name="level-index">
            <a:extLst xmlns:a="http://schemas.openxmlformats.org/drawingml/2006/main">
              <a:ext uri="{FF2B5EF4-FFF2-40B4-BE49-F238E27FC236}">
                <a16:creationId xmlns:a16="http://schemas.microsoft.com/office/drawing/2014/main" id="{D2482A54-EBC0-492D-A7DE-6363016D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4" name="level-index">
            <a:extLst xmlns:a="http://schemas.openxmlformats.org/drawingml/2006/main">
              <a:ext uri="{FF2B5EF4-FFF2-40B4-BE49-F238E27FC236}">
                <a16:creationId xmlns:a16="http://schemas.microsoft.com/office/drawing/2014/main" id="{FD68E9DC-583A-448A-BDD9-1BBA0303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11480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</a:t>
            </a:r>
          </a:p>
        </p:txBody>
      </p:sp>
      <p:sp>
        <p:nvSpPr>
          <p:cNvPr id="15" name="level-index">
            <a:extLst xmlns:a="http://schemas.openxmlformats.org/drawingml/2006/main">
              <a:ext uri="{FF2B5EF4-FFF2-40B4-BE49-F238E27FC236}">
                <a16:creationId xmlns:a16="http://schemas.microsoft.com/office/drawing/2014/main" id="{52541804-AD63-4596-B157-9B2BAC5E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11480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5</a:t>
            </a:r>
          </a:p>
        </p:txBody>
      </p:sp>
      <p:sp>
        <p:nvSpPr>
          <p:cNvPr id="16" name="level-index">
            <a:extLst xmlns:a="http://schemas.openxmlformats.org/drawingml/2006/main">
              <a:ext uri="{FF2B5EF4-FFF2-40B4-BE49-F238E27FC236}">
                <a16:creationId xmlns:a16="http://schemas.microsoft.com/office/drawing/2014/main" id="{9687A72C-7075-4C85-A9C3-D2CA2752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11480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6</a:t>
            </a:r>
          </a:p>
        </p:txBody>
      </p:sp>
      <p:sp>
        <p:nvSpPr>
          <p:cNvPr id="17" name="level-index">
            <a:extLst xmlns:a="http://schemas.openxmlformats.org/drawingml/2006/main">
              <a:ext uri="{FF2B5EF4-FFF2-40B4-BE49-F238E27FC236}">
                <a16:creationId xmlns:a16="http://schemas.microsoft.com/office/drawing/2014/main" id="{9B5F0C3E-F000-4983-AB90-DD41A777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411480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7</a:t>
            </a:r>
          </a:p>
        </p:txBody>
      </p:sp>
      <p:sp>
        <p:nvSpPr>
          <p:cNvPr id="18" name="comparison-divider">
            <a:extLst xmlns:a="http://schemas.openxmlformats.org/drawingml/2006/main">
              <a:ext uri="{FF2B5EF4-FFF2-40B4-BE49-F238E27FC236}">
                <a16:creationId xmlns:a16="http://schemas.microsoft.com/office/drawing/2014/main" id="{D77E46C7-59F6-46AD-96A8-E63B3BACD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33550"/>
            <a:ext cx="9525" cy="3648075"/>
          </a:xfrm>
          <a:custGeom xmlns:a="http://schemas.openxmlformats.org/drawingml/2006/main">
            <a:pathLst>
              <a:path w="9525" h="3648075">
                <a:moveTo>
                  <a:pt x="0" y="0"/>
                </a:moveTo>
                <a:lnTo>
                  <a:pt x="0" y="364807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D7D7DE"/>
            </a:solidFill>
          </a:ln>
        </p:spPr>
      </p:sp>
    </p:spTree>
    <p:extLst>
      <p:ext uri="{BB962C8B-B14F-4D97-AF65-F5344CB8AC3E}">
        <p14:creationId xmlns:p14="http://schemas.microsoft.com/office/powerpoint/2010/main" val="39011596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top-rail">
            <a:extLst xmlns:a="http://schemas.openxmlformats.org/drawingml/2006/main">
              <a:ext uri="{FF2B5EF4-FFF2-40B4-BE49-F238E27FC236}">
                <a16:creationId xmlns:a16="http://schemas.microsoft.com/office/drawing/2014/main" id="{7BD97181-3C7F-4DA9-8FA3-2DD98407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531D04D4-766A-49EC-87E5-CEDC4D06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22278410-07B4-4ED3-B4C2-1EB421B6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4级和8级，分别至少需要几bit？</a:t>
            </a:r>
          </a:p>
        </p:txBody>
      </p:sp>
      <p:sp>
        <p:nvSpPr>
          <p:cNvPr id="4" name="four-level-heading">
            <a:extLst xmlns:a="http://schemas.openxmlformats.org/drawingml/2006/main">
              <a:ext uri="{FF2B5EF4-FFF2-40B4-BE49-F238E27FC236}">
                <a16:creationId xmlns:a16="http://schemas.microsoft.com/office/drawing/2014/main" id="{1725A0E8-9AA9-4E1E-A15A-1A928864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2880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4个等级：编号0–3</a:t>
            </a:r>
          </a:p>
        </p:txBody>
      </p:sp>
      <p:sp>
        <p:nvSpPr>
          <p:cNvPr id="5" name="eight-level-heading">
            <a:extLst xmlns:a="http://schemas.openxmlformats.org/drawingml/2006/main">
              <a:ext uri="{FF2B5EF4-FFF2-40B4-BE49-F238E27FC236}">
                <a16:creationId xmlns:a16="http://schemas.microsoft.com/office/drawing/2014/main" id="{A639280F-761A-4191-88D8-F244564A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8288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8个等级：编号0–7</a:t>
            </a:r>
          </a:p>
        </p:txBody>
      </p:sp>
      <p:sp>
        <p:nvSpPr>
          <p:cNvPr id="6" name="level-index">
            <a:extLst xmlns:a="http://schemas.openxmlformats.org/drawingml/2006/main">
              <a:ext uri="{FF2B5EF4-FFF2-40B4-BE49-F238E27FC236}">
                <a16:creationId xmlns:a16="http://schemas.microsoft.com/office/drawing/2014/main" id="{2DE1A2C4-2A5C-423F-9919-7FA672E35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7" name="level-index">
            <a:extLst xmlns:a="http://schemas.openxmlformats.org/drawingml/2006/main">
              <a:ext uri="{FF2B5EF4-FFF2-40B4-BE49-F238E27FC236}">
                <a16:creationId xmlns:a16="http://schemas.microsoft.com/office/drawing/2014/main" id="{60772E99-E264-4D71-88EA-0E67D44A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8" name="level-index">
            <a:extLst xmlns:a="http://schemas.openxmlformats.org/drawingml/2006/main">
              <a:ext uri="{FF2B5EF4-FFF2-40B4-BE49-F238E27FC236}">
                <a16:creationId xmlns:a16="http://schemas.microsoft.com/office/drawing/2014/main" id="{D753EF04-6970-4B17-84DD-C7D7B8F5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9" name="level-index">
            <a:extLst xmlns:a="http://schemas.openxmlformats.org/drawingml/2006/main">
              <a:ext uri="{FF2B5EF4-FFF2-40B4-BE49-F238E27FC236}">
                <a16:creationId xmlns:a16="http://schemas.microsoft.com/office/drawing/2014/main" id="{A62AAD3E-F8D9-4AAB-B2F2-E368BE1C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0" name="level-index">
            <a:extLst xmlns:a="http://schemas.openxmlformats.org/drawingml/2006/main">
              <a:ext uri="{FF2B5EF4-FFF2-40B4-BE49-F238E27FC236}">
                <a16:creationId xmlns:a16="http://schemas.microsoft.com/office/drawing/2014/main" id="{31E2B627-E0EF-4161-8AB6-0A78349C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1" name="level-index">
            <a:extLst xmlns:a="http://schemas.openxmlformats.org/drawingml/2006/main">
              <a:ext uri="{FF2B5EF4-FFF2-40B4-BE49-F238E27FC236}">
                <a16:creationId xmlns:a16="http://schemas.microsoft.com/office/drawing/2014/main" id="{0F9FC069-A8C6-44F0-9288-71224024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12" name="level-index">
            <a:extLst xmlns:a="http://schemas.openxmlformats.org/drawingml/2006/main">
              <a:ext uri="{FF2B5EF4-FFF2-40B4-BE49-F238E27FC236}">
                <a16:creationId xmlns:a16="http://schemas.microsoft.com/office/drawing/2014/main" id="{C5DE523A-9446-4372-B63D-13A03C85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13" name="level-index">
            <a:extLst xmlns:a="http://schemas.openxmlformats.org/drawingml/2006/main">
              <a:ext uri="{FF2B5EF4-FFF2-40B4-BE49-F238E27FC236}">
                <a16:creationId xmlns:a16="http://schemas.microsoft.com/office/drawing/2014/main" id="{D2482A54-EBC0-492D-A7DE-6363016D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4" name="level-index">
            <a:extLst xmlns:a="http://schemas.openxmlformats.org/drawingml/2006/main">
              <a:ext uri="{FF2B5EF4-FFF2-40B4-BE49-F238E27FC236}">
                <a16:creationId xmlns:a16="http://schemas.microsoft.com/office/drawing/2014/main" id="{FD68E9DC-583A-448A-BDD9-1BBA0303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11480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</a:t>
            </a:r>
          </a:p>
        </p:txBody>
      </p:sp>
      <p:sp>
        <p:nvSpPr>
          <p:cNvPr id="15" name="level-index">
            <a:extLst xmlns:a="http://schemas.openxmlformats.org/drawingml/2006/main">
              <a:ext uri="{FF2B5EF4-FFF2-40B4-BE49-F238E27FC236}">
                <a16:creationId xmlns:a16="http://schemas.microsoft.com/office/drawing/2014/main" id="{52541804-AD63-4596-B157-9B2BAC5E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11480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5</a:t>
            </a:r>
          </a:p>
        </p:txBody>
      </p:sp>
      <p:sp>
        <p:nvSpPr>
          <p:cNvPr id="16" name="level-index">
            <a:extLst xmlns:a="http://schemas.openxmlformats.org/drawingml/2006/main">
              <a:ext uri="{FF2B5EF4-FFF2-40B4-BE49-F238E27FC236}">
                <a16:creationId xmlns:a16="http://schemas.microsoft.com/office/drawing/2014/main" id="{9687A72C-7075-4C85-A9C3-D2CA2752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11480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6</a:t>
            </a:r>
          </a:p>
        </p:txBody>
      </p:sp>
      <p:sp>
        <p:nvSpPr>
          <p:cNvPr id="17" name="level-index">
            <a:extLst xmlns:a="http://schemas.openxmlformats.org/drawingml/2006/main">
              <a:ext uri="{FF2B5EF4-FFF2-40B4-BE49-F238E27FC236}">
                <a16:creationId xmlns:a16="http://schemas.microsoft.com/office/drawing/2014/main" id="{9B5F0C3E-F000-4983-AB90-DD41A777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411480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7</a:t>
            </a:r>
          </a:p>
        </p:txBody>
      </p:sp>
      <p:sp>
        <p:nvSpPr>
          <p:cNvPr id="18" name="comparison-divider">
            <a:extLst xmlns:a="http://schemas.openxmlformats.org/drawingml/2006/main">
              <a:ext uri="{FF2B5EF4-FFF2-40B4-BE49-F238E27FC236}">
                <a16:creationId xmlns:a16="http://schemas.microsoft.com/office/drawing/2014/main" id="{D77E46C7-59F6-46AD-96A8-E63B3BACD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33550"/>
            <a:ext cx="9525" cy="3648075"/>
          </a:xfrm>
          <a:custGeom xmlns:a="http://schemas.openxmlformats.org/drawingml/2006/main">
            <a:pathLst>
              <a:path w="9525" h="3648075">
                <a:moveTo>
                  <a:pt x="0" y="0"/>
                </a:moveTo>
                <a:lnTo>
                  <a:pt x="0" y="364807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D7D7DE"/>
            </a:solidFill>
          </a:ln>
        </p:spPr>
      </p:sp>
      <p:sp>
        <p:nvSpPr>
          <p:cNvPr id="19" name="level-index">
            <a:extLst xmlns:a="http://schemas.openxmlformats.org/drawingml/2006/main">
              <a:ext uri="{FF2B5EF4-FFF2-40B4-BE49-F238E27FC236}">
                <a16:creationId xmlns:a16="http://schemas.microsoft.com/office/drawing/2014/main" id="{38CB4EE5-8127-47D3-B890-8DF00A60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20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B67A0984-D7C1-470D-8534-9EEC4A78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1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2A6AF0F8-65BF-4A39-AD42-F260D4758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22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0CD82C38-672B-420C-AA80-0B24EC0A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3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AFD013A8-6ED2-4A2E-8CC9-560B7940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24" name="level-index">
            <a:extLst xmlns:a="http://schemas.openxmlformats.org/drawingml/2006/main">
              <a:ext uri="{FF2B5EF4-FFF2-40B4-BE49-F238E27FC236}">
                <a16:creationId xmlns:a16="http://schemas.microsoft.com/office/drawing/2014/main" id="{509E3044-A009-47CE-9940-DD5772A2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25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92EAD9BA-4453-4AF5-8647-02784BFF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6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8AF526C5-7AF5-4F69-B1C7-D8554814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27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1A81C160-B44B-44DA-96C9-5B5D903B3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8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C92B45C7-CA7B-4545-A64B-9D513434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29" name="level-index">
            <a:extLst xmlns:a="http://schemas.openxmlformats.org/drawingml/2006/main">
              <a:ext uri="{FF2B5EF4-FFF2-40B4-BE49-F238E27FC236}">
                <a16:creationId xmlns:a16="http://schemas.microsoft.com/office/drawing/2014/main" id="{F5463822-85E2-4467-AFBC-1B2B374CE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30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7EAED02F-9001-44F6-B089-9379D710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31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7831250D-1A1E-444F-B83B-6C8740EE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32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B8AC8815-AE79-4DF2-B33F-B69465F6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33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A6D28B22-1082-4D18-90E6-42CE5A3D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34" name="level-index">
            <a:extLst xmlns:a="http://schemas.openxmlformats.org/drawingml/2006/main">
              <a:ext uri="{FF2B5EF4-FFF2-40B4-BE49-F238E27FC236}">
                <a16:creationId xmlns:a16="http://schemas.microsoft.com/office/drawing/2014/main" id="{996DEBCA-AD32-435E-8E7F-0696C58B5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35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072421F2-3F74-4D0D-A957-FF57AD62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36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3384DA92-6300-40CC-B02E-92D8CCA4D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37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8FD602EA-B11F-442F-9E00-D633B3B1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38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619CF47D-EF5F-46BF-87E7-C2629221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39" name="four-level-answer">
            <a:extLst xmlns:a="http://schemas.openxmlformats.org/drawingml/2006/main">
              <a:ext uri="{FF2B5EF4-FFF2-40B4-BE49-F238E27FC236}">
                <a16:creationId xmlns:a16="http://schemas.microsoft.com/office/drawing/2014/main" id="{BA6CF9C0-D1E3-4010-9220-B9C9A34F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4级 → 2 bit</a:t>
            </a:r>
          </a:p>
        </p:txBody>
      </p:sp>
    </p:spTree>
    <p:extLst>
      <p:ext uri="{BB962C8B-B14F-4D97-AF65-F5344CB8AC3E}">
        <p14:creationId xmlns:p14="http://schemas.microsoft.com/office/powerpoint/2010/main" val="39011596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8" name="top-rail">
            <a:extLst xmlns:a="http://schemas.openxmlformats.org/drawingml/2006/main">
              <a:ext uri="{FF2B5EF4-FFF2-40B4-BE49-F238E27FC236}">
                <a16:creationId xmlns:a16="http://schemas.microsoft.com/office/drawing/2014/main" id="{7BD97181-3C7F-4DA9-8FA3-2DD98407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531D04D4-766A-49EC-87E5-CEDC4D06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22278410-07B4-4ED3-B4C2-1EB421B6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4级和8级，分别至少需要几bit？</a:t>
            </a:r>
          </a:p>
        </p:txBody>
      </p:sp>
      <p:sp>
        <p:nvSpPr>
          <p:cNvPr id="4" name="four-level-heading">
            <a:extLst xmlns:a="http://schemas.openxmlformats.org/drawingml/2006/main">
              <a:ext uri="{FF2B5EF4-FFF2-40B4-BE49-F238E27FC236}">
                <a16:creationId xmlns:a16="http://schemas.microsoft.com/office/drawing/2014/main" id="{1725A0E8-9AA9-4E1E-A15A-1A928864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2880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4个等级：编号0–3</a:t>
            </a:r>
          </a:p>
        </p:txBody>
      </p:sp>
      <p:sp>
        <p:nvSpPr>
          <p:cNvPr id="5" name="eight-level-heading">
            <a:extLst xmlns:a="http://schemas.openxmlformats.org/drawingml/2006/main">
              <a:ext uri="{FF2B5EF4-FFF2-40B4-BE49-F238E27FC236}">
                <a16:creationId xmlns:a16="http://schemas.microsoft.com/office/drawing/2014/main" id="{A639280F-761A-4191-88D8-F244564A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8288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8个等级：编号0–7</a:t>
            </a:r>
          </a:p>
        </p:txBody>
      </p:sp>
      <p:sp>
        <p:nvSpPr>
          <p:cNvPr id="6" name="level-index">
            <a:extLst xmlns:a="http://schemas.openxmlformats.org/drawingml/2006/main">
              <a:ext uri="{FF2B5EF4-FFF2-40B4-BE49-F238E27FC236}">
                <a16:creationId xmlns:a16="http://schemas.microsoft.com/office/drawing/2014/main" id="{2DE1A2C4-2A5C-423F-9919-7FA672E35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7" name="level-index">
            <a:extLst xmlns:a="http://schemas.openxmlformats.org/drawingml/2006/main">
              <a:ext uri="{FF2B5EF4-FFF2-40B4-BE49-F238E27FC236}">
                <a16:creationId xmlns:a16="http://schemas.microsoft.com/office/drawing/2014/main" id="{60772E99-E264-4D71-88EA-0E67D44A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8" name="level-index">
            <a:extLst xmlns:a="http://schemas.openxmlformats.org/drawingml/2006/main">
              <a:ext uri="{FF2B5EF4-FFF2-40B4-BE49-F238E27FC236}">
                <a16:creationId xmlns:a16="http://schemas.microsoft.com/office/drawing/2014/main" id="{D753EF04-6970-4B17-84DD-C7D7B8F5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9" name="level-index">
            <a:extLst xmlns:a="http://schemas.openxmlformats.org/drawingml/2006/main">
              <a:ext uri="{FF2B5EF4-FFF2-40B4-BE49-F238E27FC236}">
                <a16:creationId xmlns:a16="http://schemas.microsoft.com/office/drawing/2014/main" id="{A62AAD3E-F8D9-4AAB-B2F2-E368BE1C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0" name="level-index">
            <a:extLst xmlns:a="http://schemas.openxmlformats.org/drawingml/2006/main">
              <a:ext uri="{FF2B5EF4-FFF2-40B4-BE49-F238E27FC236}">
                <a16:creationId xmlns:a16="http://schemas.microsoft.com/office/drawing/2014/main" id="{31E2B627-E0EF-4161-8AB6-0A78349C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1" name="level-index">
            <a:extLst xmlns:a="http://schemas.openxmlformats.org/drawingml/2006/main">
              <a:ext uri="{FF2B5EF4-FFF2-40B4-BE49-F238E27FC236}">
                <a16:creationId xmlns:a16="http://schemas.microsoft.com/office/drawing/2014/main" id="{0F9FC069-A8C6-44F0-9288-71224024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12" name="level-index">
            <a:extLst xmlns:a="http://schemas.openxmlformats.org/drawingml/2006/main">
              <a:ext uri="{FF2B5EF4-FFF2-40B4-BE49-F238E27FC236}">
                <a16:creationId xmlns:a16="http://schemas.microsoft.com/office/drawing/2014/main" id="{C5DE523A-9446-4372-B63D-13A03C85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13" name="level-index">
            <a:extLst xmlns:a="http://schemas.openxmlformats.org/drawingml/2006/main">
              <a:ext uri="{FF2B5EF4-FFF2-40B4-BE49-F238E27FC236}">
                <a16:creationId xmlns:a16="http://schemas.microsoft.com/office/drawing/2014/main" id="{D2482A54-EBC0-492D-A7DE-6363016D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4" name="level-index">
            <a:extLst xmlns:a="http://schemas.openxmlformats.org/drawingml/2006/main">
              <a:ext uri="{FF2B5EF4-FFF2-40B4-BE49-F238E27FC236}">
                <a16:creationId xmlns:a16="http://schemas.microsoft.com/office/drawing/2014/main" id="{FD68E9DC-583A-448A-BDD9-1BBA0303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11480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</a:t>
            </a:r>
          </a:p>
        </p:txBody>
      </p:sp>
      <p:sp>
        <p:nvSpPr>
          <p:cNvPr id="15" name="level-index">
            <a:extLst xmlns:a="http://schemas.openxmlformats.org/drawingml/2006/main">
              <a:ext uri="{FF2B5EF4-FFF2-40B4-BE49-F238E27FC236}">
                <a16:creationId xmlns:a16="http://schemas.microsoft.com/office/drawing/2014/main" id="{52541804-AD63-4596-B157-9B2BAC5E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11480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5</a:t>
            </a:r>
          </a:p>
        </p:txBody>
      </p:sp>
      <p:sp>
        <p:nvSpPr>
          <p:cNvPr id="16" name="level-index">
            <a:extLst xmlns:a="http://schemas.openxmlformats.org/drawingml/2006/main">
              <a:ext uri="{FF2B5EF4-FFF2-40B4-BE49-F238E27FC236}">
                <a16:creationId xmlns:a16="http://schemas.microsoft.com/office/drawing/2014/main" id="{9687A72C-7075-4C85-A9C3-D2CA2752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11480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6</a:t>
            </a:r>
          </a:p>
        </p:txBody>
      </p:sp>
      <p:sp>
        <p:nvSpPr>
          <p:cNvPr id="17" name="level-index">
            <a:extLst xmlns:a="http://schemas.openxmlformats.org/drawingml/2006/main">
              <a:ext uri="{FF2B5EF4-FFF2-40B4-BE49-F238E27FC236}">
                <a16:creationId xmlns:a16="http://schemas.microsoft.com/office/drawing/2014/main" id="{9B5F0C3E-F000-4983-AB90-DD41A777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411480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7</a:t>
            </a:r>
          </a:p>
        </p:txBody>
      </p:sp>
      <p:sp>
        <p:nvSpPr>
          <p:cNvPr id="18" name="comparison-divider">
            <a:extLst xmlns:a="http://schemas.openxmlformats.org/drawingml/2006/main">
              <a:ext uri="{FF2B5EF4-FFF2-40B4-BE49-F238E27FC236}">
                <a16:creationId xmlns:a16="http://schemas.microsoft.com/office/drawing/2014/main" id="{D77E46C7-59F6-46AD-96A8-E63B3BACD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33550"/>
            <a:ext cx="9525" cy="3648075"/>
          </a:xfrm>
          <a:custGeom xmlns:a="http://schemas.openxmlformats.org/drawingml/2006/main">
            <a:pathLst>
              <a:path w="9525" h="3648075">
                <a:moveTo>
                  <a:pt x="0" y="0"/>
                </a:moveTo>
                <a:lnTo>
                  <a:pt x="0" y="364807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D7D7DE"/>
            </a:solidFill>
          </a:ln>
        </p:spPr>
      </p:sp>
      <p:sp>
        <p:nvSpPr>
          <p:cNvPr id="19" name="level-index">
            <a:extLst xmlns:a="http://schemas.openxmlformats.org/drawingml/2006/main">
              <a:ext uri="{FF2B5EF4-FFF2-40B4-BE49-F238E27FC236}">
                <a16:creationId xmlns:a16="http://schemas.microsoft.com/office/drawing/2014/main" id="{38CB4EE5-8127-47D3-B890-8DF00A60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20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B67A0984-D7C1-470D-8534-9EEC4A78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1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2A6AF0F8-65BF-4A39-AD42-F260D4758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22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0CD82C38-672B-420C-AA80-0B24EC0A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3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AFD013A8-6ED2-4A2E-8CC9-560B7940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24" name="level-index">
            <a:extLst xmlns:a="http://schemas.openxmlformats.org/drawingml/2006/main">
              <a:ext uri="{FF2B5EF4-FFF2-40B4-BE49-F238E27FC236}">
                <a16:creationId xmlns:a16="http://schemas.microsoft.com/office/drawing/2014/main" id="{509E3044-A009-47CE-9940-DD5772A2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25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92EAD9BA-4453-4AF5-8647-02784BFF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6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8AF526C5-7AF5-4F69-B1C7-D8554814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27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1A81C160-B44B-44DA-96C9-5B5D903B3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8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C92B45C7-CA7B-4545-A64B-9D513434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29" name="level-index">
            <a:extLst xmlns:a="http://schemas.openxmlformats.org/drawingml/2006/main">
              <a:ext uri="{FF2B5EF4-FFF2-40B4-BE49-F238E27FC236}">
                <a16:creationId xmlns:a16="http://schemas.microsoft.com/office/drawing/2014/main" id="{F5463822-85E2-4467-AFBC-1B2B374CE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30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7EAED02F-9001-44F6-B089-9379D710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31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7831250D-1A1E-444F-B83B-6C8740EE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32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B8AC8815-AE79-4DF2-B33F-B69465F6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33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A6D28B22-1082-4D18-90E6-42CE5A3D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34" name="level-index">
            <a:extLst xmlns:a="http://schemas.openxmlformats.org/drawingml/2006/main">
              <a:ext uri="{FF2B5EF4-FFF2-40B4-BE49-F238E27FC236}">
                <a16:creationId xmlns:a16="http://schemas.microsoft.com/office/drawing/2014/main" id="{996DEBCA-AD32-435E-8E7F-0696C58B5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35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072421F2-3F74-4D0D-A957-FF57AD62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36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3384DA92-6300-40CC-B02E-92D8CCA4D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37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8FD602EA-B11F-442F-9E00-D633B3B1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38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619CF47D-EF5F-46BF-87E7-C2629221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39" name="four-level-answer">
            <a:extLst xmlns:a="http://schemas.openxmlformats.org/drawingml/2006/main">
              <a:ext uri="{FF2B5EF4-FFF2-40B4-BE49-F238E27FC236}">
                <a16:creationId xmlns:a16="http://schemas.microsoft.com/office/drawing/2014/main" id="{BA6CF9C0-D1E3-4010-9220-B9C9A34F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4级 → 2 bit</a:t>
            </a:r>
          </a:p>
        </p:txBody>
      </p:sp>
      <p:sp>
        <p:nvSpPr>
          <p:cNvPr id="40" name="level-index">
            <a:extLst xmlns:a="http://schemas.openxmlformats.org/drawingml/2006/main">
              <a:ext uri="{FF2B5EF4-FFF2-40B4-BE49-F238E27FC236}">
                <a16:creationId xmlns:a16="http://schemas.microsoft.com/office/drawing/2014/main" id="{3BBC49C3-1FCE-4801-8D81-C863F0DA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41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B81DDDEC-7A08-442F-A5C6-9734A039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42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308CA047-C96D-4327-AE7F-66420FEAD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43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1FA59AF9-9EFE-4926-870E-3E3D1890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44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E700D77F-36F5-44BA-91E2-9F29C499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45" name="level-code-2">
            <a:extLst xmlns:a="http://schemas.openxmlformats.org/drawingml/2006/main">
              <a:ext uri="{FF2B5EF4-FFF2-40B4-BE49-F238E27FC236}">
                <a16:creationId xmlns:a16="http://schemas.microsoft.com/office/drawing/2014/main" id="{8E702935-CAE5-43D4-B3A6-31998F8D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46" name="level-code-digit-2">
            <a:extLst xmlns:a="http://schemas.openxmlformats.org/drawingml/2006/main">
              <a:ext uri="{FF2B5EF4-FFF2-40B4-BE49-F238E27FC236}">
                <a16:creationId xmlns:a16="http://schemas.microsoft.com/office/drawing/2014/main" id="{B391241E-B8EA-47CE-A21C-64883C24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47" name="level-index">
            <a:extLst xmlns:a="http://schemas.openxmlformats.org/drawingml/2006/main">
              <a:ext uri="{FF2B5EF4-FFF2-40B4-BE49-F238E27FC236}">
                <a16:creationId xmlns:a16="http://schemas.microsoft.com/office/drawing/2014/main" id="{1987B801-AF79-4FC1-AAD8-A9C0E99C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48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AF5F465D-EB16-43E4-A984-839BD504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49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ADF6A3DE-FBE1-4ACB-AC5F-016A1193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50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795FE50D-1314-43F7-9919-940FD0BC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51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41A6A416-BF25-4D78-B19B-56270313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52" name="level-code-2">
            <a:extLst xmlns:a="http://schemas.openxmlformats.org/drawingml/2006/main">
              <a:ext uri="{FF2B5EF4-FFF2-40B4-BE49-F238E27FC236}">
                <a16:creationId xmlns:a16="http://schemas.microsoft.com/office/drawing/2014/main" id="{7E270BC8-8088-4F9C-AC86-B8979338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53" name="level-code-digit-2">
            <a:extLst xmlns:a="http://schemas.openxmlformats.org/drawingml/2006/main">
              <a:ext uri="{FF2B5EF4-FFF2-40B4-BE49-F238E27FC236}">
                <a16:creationId xmlns:a16="http://schemas.microsoft.com/office/drawing/2014/main" id="{E2A9E4FE-77F7-47A8-B813-A1E21B448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54" name="level-index">
            <a:extLst xmlns:a="http://schemas.openxmlformats.org/drawingml/2006/main">
              <a:ext uri="{FF2B5EF4-FFF2-40B4-BE49-F238E27FC236}">
                <a16:creationId xmlns:a16="http://schemas.microsoft.com/office/drawing/2014/main" id="{E979CBD3-BE8C-4235-882F-102B9403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55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C45AD941-87F5-4F47-BC12-47A0EE33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56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360D1A5A-7BD1-4B62-A285-2F2D088A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57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C3B485FB-30CF-4C22-AC3B-E575A03F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58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C72285E6-83C7-450F-A18C-BA18B4BC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59" name="level-code-2">
            <a:extLst xmlns:a="http://schemas.openxmlformats.org/drawingml/2006/main">
              <a:ext uri="{FF2B5EF4-FFF2-40B4-BE49-F238E27FC236}">
                <a16:creationId xmlns:a16="http://schemas.microsoft.com/office/drawing/2014/main" id="{C6D1FC98-1B32-4BB8-BB02-B233BA17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60" name="level-code-digit-2">
            <a:extLst xmlns:a="http://schemas.openxmlformats.org/drawingml/2006/main">
              <a:ext uri="{FF2B5EF4-FFF2-40B4-BE49-F238E27FC236}">
                <a16:creationId xmlns:a16="http://schemas.microsoft.com/office/drawing/2014/main" id="{A3F0AB73-B1B6-426C-95E3-B96482CF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61" name="level-index">
            <a:extLst xmlns:a="http://schemas.openxmlformats.org/drawingml/2006/main">
              <a:ext uri="{FF2B5EF4-FFF2-40B4-BE49-F238E27FC236}">
                <a16:creationId xmlns:a16="http://schemas.microsoft.com/office/drawing/2014/main" id="{B74B7804-175C-47AB-AAA6-C20B36C6C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62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DDC07D9F-79B2-4CB0-A745-07BC04481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63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A79A2D56-37EF-4882-88D0-8102E820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64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703EDDC2-36BF-4100-BAB9-0109F660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65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13128480-465C-462F-A914-47323D32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66" name="level-code-2">
            <a:extLst xmlns:a="http://schemas.openxmlformats.org/drawingml/2006/main">
              <a:ext uri="{FF2B5EF4-FFF2-40B4-BE49-F238E27FC236}">
                <a16:creationId xmlns:a16="http://schemas.microsoft.com/office/drawing/2014/main" id="{F560689B-9018-47FB-AA78-49DA0F62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67" name="level-code-digit-2">
            <a:extLst xmlns:a="http://schemas.openxmlformats.org/drawingml/2006/main">
              <a:ext uri="{FF2B5EF4-FFF2-40B4-BE49-F238E27FC236}">
                <a16:creationId xmlns:a16="http://schemas.microsoft.com/office/drawing/2014/main" id="{1E07E084-7367-4297-9B11-9AC4F347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68" name="level-index">
            <a:extLst xmlns:a="http://schemas.openxmlformats.org/drawingml/2006/main">
              <a:ext uri="{FF2B5EF4-FFF2-40B4-BE49-F238E27FC236}">
                <a16:creationId xmlns:a16="http://schemas.microsoft.com/office/drawing/2014/main" id="{BFBC62F2-0551-4D72-B4E1-4C4115C4F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11480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</a:t>
            </a:r>
          </a:p>
        </p:txBody>
      </p:sp>
      <p:sp>
        <p:nvSpPr>
          <p:cNvPr id="69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D93F6F23-64A7-486C-962F-ADA3EC4F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5624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70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C539EE90-9790-409D-ACEC-A4ADCFF8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5910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71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180297FC-6BDC-4600-9BD9-E6438F95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5624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72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064FA15F-C1A1-4FBB-A1BB-B11EF090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5910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73" name="level-code-2">
            <a:extLst xmlns:a="http://schemas.openxmlformats.org/drawingml/2006/main">
              <a:ext uri="{FF2B5EF4-FFF2-40B4-BE49-F238E27FC236}">
                <a16:creationId xmlns:a16="http://schemas.microsoft.com/office/drawing/2014/main" id="{D1EFD8FC-C696-4A8D-AF12-42323AC0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5624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74" name="level-code-digit-2">
            <a:extLst xmlns:a="http://schemas.openxmlformats.org/drawingml/2006/main">
              <a:ext uri="{FF2B5EF4-FFF2-40B4-BE49-F238E27FC236}">
                <a16:creationId xmlns:a16="http://schemas.microsoft.com/office/drawing/2014/main" id="{933ADCCC-3250-4D30-8A30-E1AC8DDAB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5910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75" name="level-index">
            <a:extLst xmlns:a="http://schemas.openxmlformats.org/drawingml/2006/main">
              <a:ext uri="{FF2B5EF4-FFF2-40B4-BE49-F238E27FC236}">
                <a16:creationId xmlns:a16="http://schemas.microsoft.com/office/drawing/2014/main" id="{7D7BFC8C-4992-4EA0-8860-40EECEDA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11480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5</a:t>
            </a:r>
          </a:p>
        </p:txBody>
      </p:sp>
      <p:sp>
        <p:nvSpPr>
          <p:cNvPr id="76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3E4E9CCE-6DEE-44DE-9009-B2A3E4A3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5624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77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F98D9E35-D196-40D6-AAD8-0C0B7AAAE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5910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78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75281F57-C509-437E-8864-6698F2C6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5624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79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9784B1AB-C236-4C88-AE46-6D28CBF71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5910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80" name="level-code-2">
            <a:extLst xmlns:a="http://schemas.openxmlformats.org/drawingml/2006/main">
              <a:ext uri="{FF2B5EF4-FFF2-40B4-BE49-F238E27FC236}">
                <a16:creationId xmlns:a16="http://schemas.microsoft.com/office/drawing/2014/main" id="{E9CA3BCC-29E0-4C08-8853-4BC7736A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5624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81" name="level-code-digit-2">
            <a:extLst xmlns:a="http://schemas.openxmlformats.org/drawingml/2006/main">
              <a:ext uri="{FF2B5EF4-FFF2-40B4-BE49-F238E27FC236}">
                <a16:creationId xmlns:a16="http://schemas.microsoft.com/office/drawing/2014/main" id="{CF565CC8-3C21-4C68-8AAA-7E8D4704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5910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82" name="level-index">
            <a:extLst xmlns:a="http://schemas.openxmlformats.org/drawingml/2006/main">
              <a:ext uri="{FF2B5EF4-FFF2-40B4-BE49-F238E27FC236}">
                <a16:creationId xmlns:a16="http://schemas.microsoft.com/office/drawing/2014/main" id="{B7019E66-4579-431B-87FD-EC2AEF22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11480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6</a:t>
            </a:r>
          </a:p>
        </p:txBody>
      </p:sp>
      <p:sp>
        <p:nvSpPr>
          <p:cNvPr id="83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8C3C57AA-C146-4A5C-A3EF-F3ABF0C5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5624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84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C8B7F4F4-B6CD-46FD-A59C-7CF4CD441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5910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85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B7F9D814-660D-470C-A0C5-EF2C66E2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5624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86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1E281A0F-C595-4BEA-96CC-88465EF15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5910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87" name="level-code-2">
            <a:extLst xmlns:a="http://schemas.openxmlformats.org/drawingml/2006/main">
              <a:ext uri="{FF2B5EF4-FFF2-40B4-BE49-F238E27FC236}">
                <a16:creationId xmlns:a16="http://schemas.microsoft.com/office/drawing/2014/main" id="{9AA87E40-6CF1-40DE-B8AD-96AF251C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45624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88" name="level-code-digit-2">
            <a:extLst xmlns:a="http://schemas.openxmlformats.org/drawingml/2006/main">
              <a:ext uri="{FF2B5EF4-FFF2-40B4-BE49-F238E27FC236}">
                <a16:creationId xmlns:a16="http://schemas.microsoft.com/office/drawing/2014/main" id="{ACBBF6B3-63CF-43EC-94EC-D004A4E2D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45910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89" name="level-index">
            <a:extLst xmlns:a="http://schemas.openxmlformats.org/drawingml/2006/main">
              <a:ext uri="{FF2B5EF4-FFF2-40B4-BE49-F238E27FC236}">
                <a16:creationId xmlns:a16="http://schemas.microsoft.com/office/drawing/2014/main" id="{3DDEE4F6-2597-442E-939C-9B38D4B2C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411480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7</a:t>
            </a:r>
          </a:p>
        </p:txBody>
      </p:sp>
      <p:sp>
        <p:nvSpPr>
          <p:cNvPr id="90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A022A9D6-69DF-48C4-9D03-C9EAE8442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45624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91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33EEDBF6-70C2-4BBE-8F7B-49E4036DC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45910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92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475FB41C-65B7-47F3-8AA1-606853034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45624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93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E4D279A2-0CDE-43BC-8393-7F4CEE2C8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45910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94" name="level-code-2">
            <a:extLst xmlns:a="http://schemas.openxmlformats.org/drawingml/2006/main">
              <a:ext uri="{FF2B5EF4-FFF2-40B4-BE49-F238E27FC236}">
                <a16:creationId xmlns:a16="http://schemas.microsoft.com/office/drawing/2014/main" id="{374B4B9B-BF64-494C-BCBD-DC0C93F2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45624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95" name="level-code-digit-2">
            <a:extLst xmlns:a="http://schemas.openxmlformats.org/drawingml/2006/main">
              <a:ext uri="{FF2B5EF4-FFF2-40B4-BE49-F238E27FC236}">
                <a16:creationId xmlns:a16="http://schemas.microsoft.com/office/drawing/2014/main" id="{DB9F02A5-8772-4651-9AE8-91893D29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45910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96" name="eight-level-answer">
            <a:extLst xmlns:a="http://schemas.openxmlformats.org/drawingml/2006/main">
              <a:ext uri="{FF2B5EF4-FFF2-40B4-BE49-F238E27FC236}">
                <a16:creationId xmlns:a16="http://schemas.microsoft.com/office/drawing/2014/main" id="{4A5A7C29-DC0E-45BB-ACCD-443AC0B7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5245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8级 → 3 bit</a:t>
            </a:r>
          </a:p>
        </p:txBody>
      </p:sp>
      <p:sp>
        <p:nvSpPr>
          <p:cNvPr id="97" name="code-capacity">
            <a:extLst xmlns:a="http://schemas.openxmlformats.org/drawingml/2006/main">
              <a:ext uri="{FF2B5EF4-FFF2-40B4-BE49-F238E27FC236}">
                <a16:creationId xmlns:a16="http://schemas.microsoft.com/office/drawing/2014/main" id="{FF730525-1CF4-49CC-9C94-01E6FBC4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n bit可提供2的n次方个码字。</a:t>
            </a:r>
          </a:p>
        </p:txBody>
      </p:sp>
    </p:spTree>
    <p:extLst>
      <p:ext uri="{BB962C8B-B14F-4D97-AF65-F5344CB8AC3E}">
        <p14:creationId xmlns:p14="http://schemas.microsoft.com/office/powerpoint/2010/main" val="39011596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9" name="top-rail">
            <a:extLst xmlns:a="http://schemas.openxmlformats.org/drawingml/2006/main">
              <a:ext uri="{FF2B5EF4-FFF2-40B4-BE49-F238E27FC236}">
                <a16:creationId xmlns:a16="http://schemas.microsoft.com/office/drawing/2014/main" id="{8210D657-23ED-496D-999E-2D9D9566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5E04058C-0B82-4DE4-B598-F754B7384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B082385C-EE9F-4DAA-8955-770BBBF71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这十个等级，怎样写成等长码字？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2D2326F-F221-487B-91A8-A7D9F9D73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点旁为等级编号；8级，每个样本使用3 bit码字。</a:t>
            </a:r>
          </a:p>
        </p:txBody>
      </p:sp>
      <p:sp>
        <p:nvSpPr>
          <p:cNvPr id="5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F465BD44-9C83-4F32-A09C-F97016B7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935016"/>
            <a:ext cx="8572500" cy="9525"/>
          </a:xfrm>
          <a:custGeom xmlns:a="http://schemas.openxmlformats.org/drawingml/2006/main">
            <a:pathLst>
              <a:path w="8572500" h="9525">
                <a:moveTo>
                  <a:pt x="0" y="0"/>
                </a:moveTo>
                <a:lnTo>
                  <a:pt x="857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" name="level-value">
            <a:extLst xmlns:a="http://schemas.openxmlformats.org/drawingml/2006/main">
              <a:ext uri="{FF2B5EF4-FFF2-40B4-BE49-F238E27FC236}">
                <a16:creationId xmlns:a16="http://schemas.microsoft.com/office/drawing/2014/main" id="{3C197C56-5153-4E2E-8173-17E8540AF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820716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-0.875</a:t>
            </a:r>
          </a:p>
        </p:txBody>
      </p:sp>
      <p:sp>
        <p:nvSpPr>
          <p:cNvPr id="7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058D617C-BC8F-44DF-8501-D9E5FDB9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727847"/>
            <a:ext cx="8572500" cy="9525"/>
          </a:xfrm>
          <a:custGeom xmlns:a="http://schemas.openxmlformats.org/drawingml/2006/main">
            <a:pathLst>
              <a:path w="8572500" h="9525">
                <a:moveTo>
                  <a:pt x="0" y="0"/>
                </a:moveTo>
                <a:lnTo>
                  <a:pt x="857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8" name="level-value">
            <a:extLst xmlns:a="http://schemas.openxmlformats.org/drawingml/2006/main">
              <a:ext uri="{FF2B5EF4-FFF2-40B4-BE49-F238E27FC236}">
                <a16:creationId xmlns:a16="http://schemas.microsoft.com/office/drawing/2014/main" id="{6E6C560D-D156-4AD5-A5C6-BEE610785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613547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-0.625</a:t>
            </a:r>
          </a:p>
        </p:txBody>
      </p:sp>
      <p:sp>
        <p:nvSpPr>
          <p:cNvPr id="9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363F5096-95D5-4F2C-B826-C8A39C06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520678"/>
            <a:ext cx="8572500" cy="9525"/>
          </a:xfrm>
          <a:custGeom xmlns:a="http://schemas.openxmlformats.org/drawingml/2006/main">
            <a:pathLst>
              <a:path w="8572500" h="9525">
                <a:moveTo>
                  <a:pt x="0" y="0"/>
                </a:moveTo>
                <a:lnTo>
                  <a:pt x="857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0" name="level-value">
            <a:extLst xmlns:a="http://schemas.openxmlformats.org/drawingml/2006/main">
              <a:ext uri="{FF2B5EF4-FFF2-40B4-BE49-F238E27FC236}">
                <a16:creationId xmlns:a16="http://schemas.microsoft.com/office/drawing/2014/main" id="{474FE38E-0601-48D8-9E4A-3D1C3448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406378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-0.375</a:t>
            </a:r>
          </a:p>
        </p:txBody>
      </p:sp>
      <p:sp>
        <p:nvSpPr>
          <p:cNvPr id="11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6E389499-5006-4ED8-AF81-B26173DDE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313509"/>
            <a:ext cx="8572500" cy="9525"/>
          </a:xfrm>
          <a:custGeom xmlns:a="http://schemas.openxmlformats.org/drawingml/2006/main">
            <a:pathLst>
              <a:path w="8572500" h="9525">
                <a:moveTo>
                  <a:pt x="0" y="0"/>
                </a:moveTo>
                <a:lnTo>
                  <a:pt x="857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2" name="level-value">
            <a:extLst xmlns:a="http://schemas.openxmlformats.org/drawingml/2006/main">
              <a:ext uri="{FF2B5EF4-FFF2-40B4-BE49-F238E27FC236}">
                <a16:creationId xmlns:a16="http://schemas.microsoft.com/office/drawing/2014/main" id="{384FA7A0-A19C-4586-9B1D-B431E57C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199209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-0.125</a:t>
            </a:r>
          </a:p>
        </p:txBody>
      </p:sp>
      <p:sp>
        <p:nvSpPr>
          <p:cNvPr id="13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F5096318-57C9-461C-B305-E658A098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106341"/>
            <a:ext cx="8572500" cy="9525"/>
          </a:xfrm>
          <a:custGeom xmlns:a="http://schemas.openxmlformats.org/drawingml/2006/main">
            <a:pathLst>
              <a:path w="8572500" h="9525">
                <a:moveTo>
                  <a:pt x="0" y="0"/>
                </a:moveTo>
                <a:lnTo>
                  <a:pt x="857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4" name="level-value">
            <a:extLst xmlns:a="http://schemas.openxmlformats.org/drawingml/2006/main">
              <a:ext uri="{FF2B5EF4-FFF2-40B4-BE49-F238E27FC236}">
                <a16:creationId xmlns:a16="http://schemas.microsoft.com/office/drawing/2014/main" id="{C8EBF6E4-CC8E-4911-9929-2C78001E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992041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0.125</a:t>
            </a:r>
          </a:p>
        </p:txBody>
      </p:sp>
      <p:sp>
        <p:nvSpPr>
          <p:cNvPr id="15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0EE13CEF-84EF-4A2B-B73C-1AA05661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899172"/>
            <a:ext cx="8572500" cy="9525"/>
          </a:xfrm>
          <a:custGeom xmlns:a="http://schemas.openxmlformats.org/drawingml/2006/main">
            <a:pathLst>
              <a:path w="8572500" h="9525">
                <a:moveTo>
                  <a:pt x="0" y="0"/>
                </a:moveTo>
                <a:lnTo>
                  <a:pt x="857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6" name="level-value">
            <a:extLst xmlns:a="http://schemas.openxmlformats.org/drawingml/2006/main">
              <a:ext uri="{FF2B5EF4-FFF2-40B4-BE49-F238E27FC236}">
                <a16:creationId xmlns:a16="http://schemas.microsoft.com/office/drawing/2014/main" id="{A6905CFD-639A-4804-8CDD-5BE462C4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784872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0.375</a:t>
            </a:r>
          </a:p>
        </p:txBody>
      </p:sp>
      <p:sp>
        <p:nvSpPr>
          <p:cNvPr id="17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0F551A3B-9B7F-4C25-8F38-A0A32C60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92003"/>
            <a:ext cx="8572500" cy="9525"/>
          </a:xfrm>
          <a:custGeom xmlns:a="http://schemas.openxmlformats.org/drawingml/2006/main">
            <a:pathLst>
              <a:path w="8572500" h="9525">
                <a:moveTo>
                  <a:pt x="0" y="0"/>
                </a:moveTo>
                <a:lnTo>
                  <a:pt x="857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8" name="level-value">
            <a:extLst xmlns:a="http://schemas.openxmlformats.org/drawingml/2006/main">
              <a:ext uri="{FF2B5EF4-FFF2-40B4-BE49-F238E27FC236}">
                <a16:creationId xmlns:a16="http://schemas.microsoft.com/office/drawing/2014/main" id="{C8BE0056-3218-4AC1-B953-C5AB2C89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577703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0.625</a:t>
            </a:r>
          </a:p>
        </p:txBody>
      </p:sp>
      <p:sp>
        <p:nvSpPr>
          <p:cNvPr id="19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1913035A-841C-4EB7-8DD5-13122CF2D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484834"/>
            <a:ext cx="8572500" cy="9525"/>
          </a:xfrm>
          <a:custGeom xmlns:a="http://schemas.openxmlformats.org/drawingml/2006/main">
            <a:pathLst>
              <a:path w="8572500" h="9525">
                <a:moveTo>
                  <a:pt x="0" y="0"/>
                </a:moveTo>
                <a:lnTo>
                  <a:pt x="857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20" name="level-value">
            <a:extLst xmlns:a="http://schemas.openxmlformats.org/drawingml/2006/main">
              <a:ext uri="{FF2B5EF4-FFF2-40B4-BE49-F238E27FC236}">
                <a16:creationId xmlns:a16="http://schemas.microsoft.com/office/drawing/2014/main" id="{C3662C2B-3B23-4C83-88A8-3A4F3BCBF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370534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0.875</a:t>
            </a:r>
          </a:p>
        </p:txBody>
      </p:sp>
      <p:sp>
        <p:nvSpPr>
          <p:cNvPr id="21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831B03AD-7BD0-4E2B-9B0A-D8360E024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266950"/>
            <a:ext cx="9525" cy="1847850"/>
          </a:xfrm>
          <a:custGeom xmlns:a="http://schemas.openxmlformats.org/drawingml/2006/main">
            <a:pathLst>
              <a:path w="9525" h="1847850">
                <a:moveTo>
                  <a:pt x="0" y="0"/>
                </a:moveTo>
                <a:lnTo>
                  <a:pt x="0" y="18478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22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6583CF11-3466-44A8-8009-E3654273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09925"/>
            <a:ext cx="8686800" cy="9525"/>
          </a:xfrm>
          <a:custGeom xmlns:a="http://schemas.openxmlformats.org/drawingml/2006/main">
            <a:pathLst>
              <a:path w="8686800" h="9525">
                <a:moveTo>
                  <a:pt x="0" y="0"/>
                </a:moveTo>
                <a:lnTo>
                  <a:pt x="8686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23" name="time-axis">
            <a:extLst xmlns:a="http://schemas.openxmlformats.org/drawingml/2006/main">
              <a:ext uri="{FF2B5EF4-FFF2-40B4-BE49-F238E27FC236}">
                <a16:creationId xmlns:a16="http://schemas.microsoft.com/office/drawing/2014/main" id="{3C910888-C17E-4D4F-A96A-A61FF557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114800"/>
            <a:ext cx="8686800" cy="9525"/>
          </a:xfrm>
          <a:custGeom xmlns:a="http://schemas.openxmlformats.org/drawingml/2006/main">
            <a:pathLst>
              <a:path w="8686800" h="9525">
                <a:moveTo>
                  <a:pt x="0" y="0"/>
                </a:moveTo>
                <a:lnTo>
                  <a:pt x="8686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24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6B6B6670-196A-4A51-9A30-7ACC34D6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423202"/>
            <a:ext cx="8572500" cy="1381588"/>
          </a:xfrm>
          <a:custGeom xmlns:a="http://schemas.openxmlformats.org/drawingml/2006/main">
            <a:pathLst>
              <a:path w="8572500" h="1381588">
                <a:moveTo>
                  <a:pt x="0" y="1101620"/>
                </a:moveTo>
                <a:lnTo>
                  <a:pt x="42863" y="1090488"/>
                </a:lnTo>
                <a:lnTo>
                  <a:pt x="85725" y="1077862"/>
                </a:lnTo>
                <a:lnTo>
                  <a:pt x="128588" y="1063823"/>
                </a:lnTo>
                <a:lnTo>
                  <a:pt x="171450" y="1048452"/>
                </a:lnTo>
                <a:lnTo>
                  <a:pt x="214313" y="1031830"/>
                </a:lnTo>
                <a:lnTo>
                  <a:pt x="257175" y="1014037"/>
                </a:lnTo>
                <a:lnTo>
                  <a:pt x="300038" y="995155"/>
                </a:lnTo>
                <a:lnTo>
                  <a:pt x="342900" y="975263"/>
                </a:lnTo>
                <a:lnTo>
                  <a:pt x="385763" y="954444"/>
                </a:lnTo>
                <a:lnTo>
                  <a:pt x="428625" y="932777"/>
                </a:lnTo>
                <a:lnTo>
                  <a:pt x="471488" y="910344"/>
                </a:lnTo>
                <a:lnTo>
                  <a:pt x="514350" y="887225"/>
                </a:lnTo>
                <a:lnTo>
                  <a:pt x="557213" y="863501"/>
                </a:lnTo>
                <a:lnTo>
                  <a:pt x="600075" y="839253"/>
                </a:lnTo>
                <a:lnTo>
                  <a:pt x="642938" y="814562"/>
                </a:lnTo>
                <a:lnTo>
                  <a:pt x="685800" y="789508"/>
                </a:lnTo>
                <a:lnTo>
                  <a:pt x="728663" y="764172"/>
                </a:lnTo>
                <a:lnTo>
                  <a:pt x="771525" y="738635"/>
                </a:lnTo>
                <a:lnTo>
                  <a:pt x="814388" y="712979"/>
                </a:lnTo>
                <a:lnTo>
                  <a:pt x="857250" y="687282"/>
                </a:lnTo>
                <a:lnTo>
                  <a:pt x="900113" y="660430"/>
                </a:lnTo>
                <a:lnTo>
                  <a:pt x="942975" y="631442"/>
                </a:lnTo>
                <a:lnTo>
                  <a:pt x="985838" y="600609"/>
                </a:lnTo>
                <a:lnTo>
                  <a:pt x="1028700" y="568218"/>
                </a:lnTo>
                <a:lnTo>
                  <a:pt x="1071563" y="534560"/>
                </a:lnTo>
                <a:lnTo>
                  <a:pt x="1114425" y="499923"/>
                </a:lnTo>
                <a:lnTo>
                  <a:pt x="1157288" y="464596"/>
                </a:lnTo>
                <a:lnTo>
                  <a:pt x="1200150" y="428868"/>
                </a:lnTo>
                <a:lnTo>
                  <a:pt x="1243013" y="393029"/>
                </a:lnTo>
                <a:lnTo>
                  <a:pt x="1285875" y="357366"/>
                </a:lnTo>
                <a:lnTo>
                  <a:pt x="1328738" y="322170"/>
                </a:lnTo>
                <a:lnTo>
                  <a:pt x="1371600" y="287728"/>
                </a:lnTo>
                <a:lnTo>
                  <a:pt x="1414463" y="254331"/>
                </a:lnTo>
                <a:lnTo>
                  <a:pt x="1457325" y="222267"/>
                </a:lnTo>
                <a:lnTo>
                  <a:pt x="1500188" y="191825"/>
                </a:lnTo>
                <a:lnTo>
                  <a:pt x="1543050" y="163295"/>
                </a:lnTo>
                <a:lnTo>
                  <a:pt x="1585913" y="136964"/>
                </a:lnTo>
                <a:lnTo>
                  <a:pt x="1628775" y="113122"/>
                </a:lnTo>
                <a:lnTo>
                  <a:pt x="1671638" y="92059"/>
                </a:lnTo>
                <a:lnTo>
                  <a:pt x="1714500" y="74063"/>
                </a:lnTo>
                <a:lnTo>
                  <a:pt x="1757363" y="58756"/>
                </a:lnTo>
                <a:lnTo>
                  <a:pt x="1800225" y="45494"/>
                </a:lnTo>
                <a:lnTo>
                  <a:pt x="1843088" y="34170"/>
                </a:lnTo>
                <a:lnTo>
                  <a:pt x="1885950" y="24674"/>
                </a:lnTo>
                <a:lnTo>
                  <a:pt x="1928813" y="16897"/>
                </a:lnTo>
                <a:lnTo>
                  <a:pt x="1971675" y="10731"/>
                </a:lnTo>
                <a:lnTo>
                  <a:pt x="2014538" y="6067"/>
                </a:lnTo>
                <a:lnTo>
                  <a:pt x="2057400" y="2797"/>
                </a:lnTo>
                <a:lnTo>
                  <a:pt x="2100263" y="811"/>
                </a:lnTo>
                <a:lnTo>
                  <a:pt x="2143125" y="0"/>
                </a:lnTo>
                <a:lnTo>
                  <a:pt x="2185988" y="256"/>
                </a:lnTo>
                <a:lnTo>
                  <a:pt x="2228850" y="1471"/>
                </a:lnTo>
                <a:lnTo>
                  <a:pt x="2271713" y="3535"/>
                </a:lnTo>
                <a:lnTo>
                  <a:pt x="2314575" y="6339"/>
                </a:lnTo>
                <a:lnTo>
                  <a:pt x="2357438" y="9776"/>
                </a:lnTo>
                <a:lnTo>
                  <a:pt x="2400300" y="13735"/>
                </a:lnTo>
                <a:lnTo>
                  <a:pt x="2443163" y="18109"/>
                </a:lnTo>
                <a:lnTo>
                  <a:pt x="2486025" y="22789"/>
                </a:lnTo>
                <a:lnTo>
                  <a:pt x="2528888" y="27665"/>
                </a:lnTo>
                <a:lnTo>
                  <a:pt x="2571750" y="32629"/>
                </a:lnTo>
                <a:lnTo>
                  <a:pt x="2614613" y="38042"/>
                </a:lnTo>
                <a:lnTo>
                  <a:pt x="2657475" y="44318"/>
                </a:lnTo>
                <a:lnTo>
                  <a:pt x="2700338" y="51428"/>
                </a:lnTo>
                <a:lnTo>
                  <a:pt x="2743200" y="59346"/>
                </a:lnTo>
                <a:lnTo>
                  <a:pt x="2786063" y="68042"/>
                </a:lnTo>
                <a:lnTo>
                  <a:pt x="2828925" y="77489"/>
                </a:lnTo>
                <a:lnTo>
                  <a:pt x="2871788" y="87660"/>
                </a:lnTo>
                <a:lnTo>
                  <a:pt x="2914650" y="98525"/>
                </a:lnTo>
                <a:lnTo>
                  <a:pt x="2957513" y="110058"/>
                </a:lnTo>
                <a:lnTo>
                  <a:pt x="3000375" y="122230"/>
                </a:lnTo>
                <a:lnTo>
                  <a:pt x="3043238" y="135012"/>
                </a:lnTo>
                <a:lnTo>
                  <a:pt x="3086100" y="148378"/>
                </a:lnTo>
                <a:lnTo>
                  <a:pt x="3128963" y="162300"/>
                </a:lnTo>
                <a:lnTo>
                  <a:pt x="3171825" y="176748"/>
                </a:lnTo>
                <a:lnTo>
                  <a:pt x="3214688" y="191696"/>
                </a:lnTo>
                <a:lnTo>
                  <a:pt x="3257550" y="207115"/>
                </a:lnTo>
                <a:lnTo>
                  <a:pt x="3300413" y="222977"/>
                </a:lnTo>
                <a:lnTo>
                  <a:pt x="3343275" y="239255"/>
                </a:lnTo>
                <a:lnTo>
                  <a:pt x="3386138" y="255920"/>
                </a:lnTo>
                <a:lnTo>
                  <a:pt x="3429000" y="272945"/>
                </a:lnTo>
                <a:lnTo>
                  <a:pt x="3471863" y="290724"/>
                </a:lnTo>
                <a:lnTo>
                  <a:pt x="3514725" y="309601"/>
                </a:lnTo>
                <a:lnTo>
                  <a:pt x="3557588" y="329475"/>
                </a:lnTo>
                <a:lnTo>
                  <a:pt x="3600450" y="350244"/>
                </a:lnTo>
                <a:lnTo>
                  <a:pt x="3643313" y="371803"/>
                </a:lnTo>
                <a:lnTo>
                  <a:pt x="3686175" y="394052"/>
                </a:lnTo>
                <a:lnTo>
                  <a:pt x="3729038" y="416886"/>
                </a:lnTo>
                <a:lnTo>
                  <a:pt x="3771900" y="440205"/>
                </a:lnTo>
                <a:lnTo>
                  <a:pt x="3814763" y="463904"/>
                </a:lnTo>
                <a:lnTo>
                  <a:pt x="3857625" y="487882"/>
                </a:lnTo>
                <a:lnTo>
                  <a:pt x="3900488" y="512037"/>
                </a:lnTo>
                <a:lnTo>
                  <a:pt x="3943350" y="536265"/>
                </a:lnTo>
                <a:lnTo>
                  <a:pt x="3986213" y="560463"/>
                </a:lnTo>
                <a:lnTo>
                  <a:pt x="4029075" y="584531"/>
                </a:lnTo>
                <a:lnTo>
                  <a:pt x="4071938" y="608364"/>
                </a:lnTo>
                <a:lnTo>
                  <a:pt x="4114800" y="631861"/>
                </a:lnTo>
                <a:lnTo>
                  <a:pt x="4157663" y="654918"/>
                </a:lnTo>
                <a:lnTo>
                  <a:pt x="4200525" y="677434"/>
                </a:lnTo>
                <a:lnTo>
                  <a:pt x="4243388" y="699305"/>
                </a:lnTo>
                <a:lnTo>
                  <a:pt x="4286250" y="720429"/>
                </a:lnTo>
                <a:lnTo>
                  <a:pt x="4329113" y="741359"/>
                </a:lnTo>
                <a:lnTo>
                  <a:pt x="4371975" y="762650"/>
                </a:lnTo>
                <a:lnTo>
                  <a:pt x="4414838" y="784211"/>
                </a:lnTo>
                <a:lnTo>
                  <a:pt x="4457700" y="805949"/>
                </a:lnTo>
                <a:lnTo>
                  <a:pt x="4500563" y="827769"/>
                </a:lnTo>
                <a:lnTo>
                  <a:pt x="4543425" y="849578"/>
                </a:lnTo>
                <a:lnTo>
                  <a:pt x="4586288" y="871284"/>
                </a:lnTo>
                <a:lnTo>
                  <a:pt x="4629150" y="892794"/>
                </a:lnTo>
                <a:lnTo>
                  <a:pt x="4672013" y="914013"/>
                </a:lnTo>
                <a:lnTo>
                  <a:pt x="4714875" y="934849"/>
                </a:lnTo>
                <a:lnTo>
                  <a:pt x="4757738" y="955208"/>
                </a:lnTo>
                <a:lnTo>
                  <a:pt x="4800600" y="974998"/>
                </a:lnTo>
                <a:lnTo>
                  <a:pt x="4843463" y="994125"/>
                </a:lnTo>
                <a:lnTo>
                  <a:pt x="4886325" y="1012496"/>
                </a:lnTo>
                <a:lnTo>
                  <a:pt x="4929188" y="1030017"/>
                </a:lnTo>
                <a:lnTo>
                  <a:pt x="4972050" y="1046596"/>
                </a:lnTo>
                <a:lnTo>
                  <a:pt x="5014913" y="1062139"/>
                </a:lnTo>
                <a:lnTo>
                  <a:pt x="5057775" y="1076552"/>
                </a:lnTo>
                <a:lnTo>
                  <a:pt x="5100638" y="1089744"/>
                </a:lnTo>
                <a:lnTo>
                  <a:pt x="5143500" y="1101620"/>
                </a:lnTo>
                <a:lnTo>
                  <a:pt x="5186363" y="1111872"/>
                </a:lnTo>
                <a:lnTo>
                  <a:pt x="5229225" y="1120369"/>
                </a:lnTo>
                <a:lnTo>
                  <a:pt x="5272088" y="1127280"/>
                </a:lnTo>
                <a:lnTo>
                  <a:pt x="5314950" y="1132778"/>
                </a:lnTo>
                <a:lnTo>
                  <a:pt x="5357813" y="1137033"/>
                </a:lnTo>
                <a:lnTo>
                  <a:pt x="5400675" y="1140215"/>
                </a:lnTo>
                <a:lnTo>
                  <a:pt x="5443538" y="1142497"/>
                </a:lnTo>
                <a:lnTo>
                  <a:pt x="5486400" y="1144048"/>
                </a:lnTo>
                <a:lnTo>
                  <a:pt x="5529263" y="1145040"/>
                </a:lnTo>
                <a:lnTo>
                  <a:pt x="5572125" y="1145643"/>
                </a:lnTo>
                <a:lnTo>
                  <a:pt x="5614988" y="1146029"/>
                </a:lnTo>
                <a:lnTo>
                  <a:pt x="5657850" y="1146368"/>
                </a:lnTo>
                <a:lnTo>
                  <a:pt x="5700713" y="1146832"/>
                </a:lnTo>
                <a:lnTo>
                  <a:pt x="5743575" y="1147591"/>
                </a:lnTo>
                <a:lnTo>
                  <a:pt x="5786438" y="1148815"/>
                </a:lnTo>
                <a:lnTo>
                  <a:pt x="5829300" y="1150677"/>
                </a:lnTo>
                <a:lnTo>
                  <a:pt x="5872163" y="1153347"/>
                </a:lnTo>
                <a:lnTo>
                  <a:pt x="5915025" y="1156996"/>
                </a:lnTo>
                <a:lnTo>
                  <a:pt x="5957888" y="1161795"/>
                </a:lnTo>
                <a:lnTo>
                  <a:pt x="6000750" y="1167914"/>
                </a:lnTo>
                <a:lnTo>
                  <a:pt x="6043613" y="1175911"/>
                </a:lnTo>
                <a:lnTo>
                  <a:pt x="6086475" y="1186020"/>
                </a:lnTo>
                <a:lnTo>
                  <a:pt x="6129338" y="1197933"/>
                </a:lnTo>
                <a:lnTo>
                  <a:pt x="6172200" y="1211336"/>
                </a:lnTo>
                <a:lnTo>
                  <a:pt x="6215063" y="1225921"/>
                </a:lnTo>
                <a:lnTo>
                  <a:pt x="6257925" y="1241376"/>
                </a:lnTo>
                <a:lnTo>
                  <a:pt x="6300788" y="1257390"/>
                </a:lnTo>
                <a:lnTo>
                  <a:pt x="6343650" y="1273653"/>
                </a:lnTo>
                <a:lnTo>
                  <a:pt x="6386513" y="1289853"/>
                </a:lnTo>
                <a:lnTo>
                  <a:pt x="6429375" y="1305681"/>
                </a:lnTo>
                <a:lnTo>
                  <a:pt x="6472238" y="1320825"/>
                </a:lnTo>
                <a:lnTo>
                  <a:pt x="6515100" y="1334975"/>
                </a:lnTo>
                <a:lnTo>
                  <a:pt x="6557963" y="1347819"/>
                </a:lnTo>
                <a:lnTo>
                  <a:pt x="6600825" y="1359048"/>
                </a:lnTo>
                <a:lnTo>
                  <a:pt x="6643688" y="1368350"/>
                </a:lnTo>
                <a:lnTo>
                  <a:pt x="6686550" y="1375414"/>
                </a:lnTo>
                <a:lnTo>
                  <a:pt x="6729413" y="1379930"/>
                </a:lnTo>
                <a:lnTo>
                  <a:pt x="6772275" y="1381588"/>
                </a:lnTo>
                <a:lnTo>
                  <a:pt x="6815138" y="1380075"/>
                </a:lnTo>
                <a:lnTo>
                  <a:pt x="6858000" y="1375083"/>
                </a:lnTo>
                <a:lnTo>
                  <a:pt x="6900863" y="1366245"/>
                </a:lnTo>
                <a:lnTo>
                  <a:pt x="6943725" y="1353645"/>
                </a:lnTo>
                <a:lnTo>
                  <a:pt x="6986588" y="1337643"/>
                </a:lnTo>
                <a:lnTo>
                  <a:pt x="7029450" y="1318600"/>
                </a:lnTo>
                <a:lnTo>
                  <a:pt x="7072313" y="1296876"/>
                </a:lnTo>
                <a:lnTo>
                  <a:pt x="7115175" y="1272832"/>
                </a:lnTo>
                <a:lnTo>
                  <a:pt x="7158038" y="1246829"/>
                </a:lnTo>
                <a:lnTo>
                  <a:pt x="7200900" y="1219225"/>
                </a:lnTo>
                <a:lnTo>
                  <a:pt x="7243762" y="1190383"/>
                </a:lnTo>
                <a:lnTo>
                  <a:pt x="7286625" y="1160663"/>
                </a:lnTo>
                <a:lnTo>
                  <a:pt x="7329488" y="1130425"/>
                </a:lnTo>
                <a:lnTo>
                  <a:pt x="7372350" y="1100029"/>
                </a:lnTo>
                <a:lnTo>
                  <a:pt x="7415213" y="1069836"/>
                </a:lnTo>
                <a:lnTo>
                  <a:pt x="7458075" y="1040207"/>
                </a:lnTo>
                <a:lnTo>
                  <a:pt x="7500938" y="1011501"/>
                </a:lnTo>
                <a:lnTo>
                  <a:pt x="7543800" y="984081"/>
                </a:lnTo>
                <a:lnTo>
                  <a:pt x="7586663" y="958305"/>
                </a:lnTo>
                <a:lnTo>
                  <a:pt x="7629525" y="934534"/>
                </a:lnTo>
                <a:lnTo>
                  <a:pt x="7672387" y="913129"/>
                </a:lnTo>
                <a:lnTo>
                  <a:pt x="7715250" y="894451"/>
                </a:lnTo>
                <a:lnTo>
                  <a:pt x="7758113" y="877677"/>
                </a:lnTo>
                <a:lnTo>
                  <a:pt x="7800975" y="861727"/>
                </a:lnTo>
                <a:lnTo>
                  <a:pt x="7843838" y="846576"/>
                </a:lnTo>
                <a:lnTo>
                  <a:pt x="7886700" y="832201"/>
                </a:lnTo>
                <a:lnTo>
                  <a:pt x="7929563" y="818576"/>
                </a:lnTo>
                <a:lnTo>
                  <a:pt x="7972425" y="805675"/>
                </a:lnTo>
                <a:lnTo>
                  <a:pt x="8015288" y="793475"/>
                </a:lnTo>
                <a:lnTo>
                  <a:pt x="8058150" y="781950"/>
                </a:lnTo>
                <a:lnTo>
                  <a:pt x="8101013" y="771076"/>
                </a:lnTo>
                <a:lnTo>
                  <a:pt x="8143875" y="760827"/>
                </a:lnTo>
                <a:lnTo>
                  <a:pt x="8186738" y="751179"/>
                </a:lnTo>
                <a:lnTo>
                  <a:pt x="8229600" y="742107"/>
                </a:lnTo>
                <a:lnTo>
                  <a:pt x="8272463" y="733587"/>
                </a:lnTo>
                <a:lnTo>
                  <a:pt x="8315325" y="725592"/>
                </a:lnTo>
                <a:lnTo>
                  <a:pt x="8358188" y="718099"/>
                </a:lnTo>
                <a:lnTo>
                  <a:pt x="8401050" y="711082"/>
                </a:lnTo>
                <a:lnTo>
                  <a:pt x="8443913" y="704517"/>
                </a:lnTo>
                <a:lnTo>
                  <a:pt x="8486775" y="698378"/>
                </a:lnTo>
                <a:lnTo>
                  <a:pt x="8529638" y="692642"/>
                </a:lnTo>
                <a:lnTo>
                  <a:pt x="8572500" y="687282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808080"/>
            </a:solidFill>
          </a:ln>
        </p:spPr>
      </p:sp>
      <p:sp>
        <p:nvSpPr>
          <p:cNvPr id="25" name="time-label">
            <a:extLst xmlns:a="http://schemas.openxmlformats.org/drawingml/2006/main">
              <a:ext uri="{FF2B5EF4-FFF2-40B4-BE49-F238E27FC236}">
                <a16:creationId xmlns:a16="http://schemas.microsoft.com/office/drawing/2014/main" id="{5537B5D9-5569-4894-A4A0-EBB8C9EB9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4481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26" name="line">
            <a:extLst xmlns:a="http://schemas.openxmlformats.org/drawingml/2006/main">
              <a:ext uri="{FF2B5EF4-FFF2-40B4-BE49-F238E27FC236}">
                <a16:creationId xmlns:a16="http://schemas.microsoft.com/office/drawing/2014/main" id="{8140E9D5-313D-4AF6-B207-0CCA08092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1148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7" name="time-tick">
            <a:extLst xmlns:a="http://schemas.openxmlformats.org/drawingml/2006/main">
              <a:ext uri="{FF2B5EF4-FFF2-40B4-BE49-F238E27FC236}">
                <a16:creationId xmlns:a16="http://schemas.microsoft.com/office/drawing/2014/main" id="{4CB6C12B-56C3-469D-95A3-9F760D37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2100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28" name="line">
            <a:extLst xmlns:a="http://schemas.openxmlformats.org/drawingml/2006/main">
              <a:ext uri="{FF2B5EF4-FFF2-40B4-BE49-F238E27FC236}">
                <a16:creationId xmlns:a16="http://schemas.microsoft.com/office/drawing/2014/main" id="{B8E75B96-D010-4230-B2DB-EC0D995F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1148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9" name="time-tick">
            <a:extLst xmlns:a="http://schemas.openxmlformats.org/drawingml/2006/main">
              <a:ext uri="{FF2B5EF4-FFF2-40B4-BE49-F238E27FC236}">
                <a16:creationId xmlns:a16="http://schemas.microsoft.com/office/drawing/2014/main" id="{CD2AAE35-B885-43FA-B07C-2C2525FCD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2100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30" name="line">
            <a:extLst xmlns:a="http://schemas.openxmlformats.org/drawingml/2006/main">
              <a:ext uri="{FF2B5EF4-FFF2-40B4-BE49-F238E27FC236}">
                <a16:creationId xmlns:a16="http://schemas.microsoft.com/office/drawing/2014/main" id="{847EEFA7-4ED1-409E-88F6-6DA9DC212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1148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31" name="time-tick">
            <a:extLst xmlns:a="http://schemas.openxmlformats.org/drawingml/2006/main">
              <a:ext uri="{FF2B5EF4-FFF2-40B4-BE49-F238E27FC236}">
                <a16:creationId xmlns:a16="http://schemas.microsoft.com/office/drawing/2014/main" id="{B4797E20-8D5B-49B0-A45D-DFC34D258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2100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32" name="line">
            <a:extLst xmlns:a="http://schemas.openxmlformats.org/drawingml/2006/main">
              <a:ext uri="{FF2B5EF4-FFF2-40B4-BE49-F238E27FC236}">
                <a16:creationId xmlns:a16="http://schemas.microsoft.com/office/drawing/2014/main" id="{940519DD-376A-4655-BFCB-5A9C1E57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1148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33" name="time-tick">
            <a:extLst xmlns:a="http://schemas.openxmlformats.org/drawingml/2006/main">
              <a:ext uri="{FF2B5EF4-FFF2-40B4-BE49-F238E27FC236}">
                <a16:creationId xmlns:a16="http://schemas.microsoft.com/office/drawing/2014/main" id="{1E82E9B9-67FA-4679-9C56-C3E02FF3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2100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34" name="line">
            <a:extLst xmlns:a="http://schemas.openxmlformats.org/drawingml/2006/main">
              <a:ext uri="{FF2B5EF4-FFF2-40B4-BE49-F238E27FC236}">
                <a16:creationId xmlns:a16="http://schemas.microsoft.com/office/drawing/2014/main" id="{94200D51-D798-4DBE-BD4E-6E18146D9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1148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35" name="time-tick">
            <a:extLst xmlns:a="http://schemas.openxmlformats.org/drawingml/2006/main">
              <a:ext uri="{FF2B5EF4-FFF2-40B4-BE49-F238E27FC236}">
                <a16:creationId xmlns:a16="http://schemas.microsoft.com/office/drawing/2014/main" id="{60D2E87D-675C-4972-89CA-431845D1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42100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36" name="line">
            <a:extLst xmlns:a="http://schemas.openxmlformats.org/drawingml/2006/main">
              <a:ext uri="{FF2B5EF4-FFF2-40B4-BE49-F238E27FC236}">
                <a16:creationId xmlns:a16="http://schemas.microsoft.com/office/drawing/2014/main" id="{D5ED3ED7-7EBF-4A4C-9A9F-B7059B53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1148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37" name="time-tick">
            <a:extLst xmlns:a="http://schemas.openxmlformats.org/drawingml/2006/main">
              <a:ext uri="{FF2B5EF4-FFF2-40B4-BE49-F238E27FC236}">
                <a16:creationId xmlns:a16="http://schemas.microsoft.com/office/drawing/2014/main" id="{917E2915-059E-4251-9C6B-02BFA2B5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42100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  <p:sp>
        <p:nvSpPr>
          <p:cNvPr id="3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7BC5851B-8407-476C-838F-246049CC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520678"/>
            <a:ext cx="9525" cy="9525"/>
          </a:xfrm>
          <a:custGeom xmlns:a="http://schemas.openxmlformats.org/drawingml/2006/main">
            <a:pathLst>
              <a:path w="9525" h="9525">
                <a:moveTo>
                  <a:pt x="0" y="41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9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3DA9EF46-C95A-4CB4-A062-78D6461B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7719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0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8F9CFE4C-BBFF-4E7C-B53C-1B64C0F5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7305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1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D50D8A96-C37E-46EC-BDD8-9B1A30FB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106341"/>
            <a:ext cx="9525" cy="9525"/>
          </a:xfrm>
          <a:custGeom xmlns:a="http://schemas.openxmlformats.org/drawingml/2006/main">
            <a:pathLst>
              <a:path w="9525" h="9525">
                <a:moveTo>
                  <a:pt x="0" y="41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2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55B6BF46-A834-47FC-8803-F3D15DE5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6285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3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33DFD460-980D-47F8-8021-7A674432B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58716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4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036971E2-DBB5-48C8-9714-D3D98DDD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484834"/>
            <a:ext cx="9525" cy="12430"/>
          </a:xfrm>
          <a:custGeom xmlns:a="http://schemas.openxmlformats.org/drawingml/2006/main">
            <a:pathLst>
              <a:path w="9525" h="12430">
                <a:moveTo>
                  <a:pt x="0" y="124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5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00781528-0979-425F-ADD4-4C92B776E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4964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6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F93927DD-338C-4EC4-B2C5-5384C9C5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37209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7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54D93BE4-9E5D-4057-8832-21E0F11BA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455831"/>
            <a:ext cx="9525" cy="29004"/>
          </a:xfrm>
          <a:custGeom xmlns:a="http://schemas.openxmlformats.org/drawingml/2006/main">
            <a:pathLst>
              <a:path w="9525" h="29004">
                <a:moveTo>
                  <a:pt x="0" y="0"/>
                </a:moveTo>
                <a:lnTo>
                  <a:pt x="0" y="2900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8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D7C48325-4ECC-44B0-8F54-D9E80A6B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0820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9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30D1BE1E-D2FF-45C9-A198-F8971E241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37209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FE8B425C-6DD9-498C-A8E2-BFC258B9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692003"/>
            <a:ext cx="9525" cy="9525"/>
          </a:xfrm>
          <a:custGeom xmlns:a="http://schemas.openxmlformats.org/drawingml/2006/main">
            <a:pathLst>
              <a:path w="9525" h="9525">
                <a:moveTo>
                  <a:pt x="0" y="41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1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C30293F8-2345-4B76-B2D0-46820C1A6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48522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52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F54019D9-61BF-48B5-9CC1-033DCBE9A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44378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AB8C3346-2729-462A-BD69-E73387EC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106341"/>
            <a:ext cx="9525" cy="37290"/>
          </a:xfrm>
          <a:custGeom xmlns:a="http://schemas.openxmlformats.org/drawingml/2006/main">
            <a:pathLst>
              <a:path w="9525" h="37290">
                <a:moveTo>
                  <a:pt x="0" y="372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4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4E2E7170-A80C-49DC-B9BA-F6A32C40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9600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55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3A397339-CE1B-474E-AE2D-6536B0F29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58716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6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2A5E17E8-912D-4806-ABC3-CE56389A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520678"/>
            <a:ext cx="9525" cy="9525"/>
          </a:xfrm>
          <a:custGeom xmlns:a="http://schemas.openxmlformats.org/drawingml/2006/main">
            <a:pathLst>
              <a:path w="9525" h="9525">
                <a:moveTo>
                  <a:pt x="0" y="41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7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ED8B88E3-AD7E-45EC-891C-8EAC384A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7719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58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FDF93C37-CF66-4DEC-A894-E0E8AE08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7305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9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B4B77F0E-1332-449D-84BB-6F5D8AF4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520678"/>
            <a:ext cx="9525" cy="70437"/>
          </a:xfrm>
          <a:custGeom xmlns:a="http://schemas.openxmlformats.org/drawingml/2006/main">
            <a:pathLst>
              <a:path w="9525" h="70437">
                <a:moveTo>
                  <a:pt x="0" y="7043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0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E5881C23-7147-4BA5-9A3B-5F9CA53A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4349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61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4141FB83-35FD-4F4B-B8C5-AA235E3C0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7305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62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ABB3B4BC-0073-4F7B-BFC3-95CE1F5D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727847"/>
            <a:ext cx="9525" cy="70437"/>
          </a:xfrm>
          <a:custGeom xmlns:a="http://schemas.openxmlformats.org/drawingml/2006/main">
            <a:pathLst>
              <a:path w="9525" h="70437">
                <a:moveTo>
                  <a:pt x="0" y="7043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3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FE4128E4-D328-40A9-95ED-F6DD89EC9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5065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64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C9A56324-A8BE-4879-B01D-BBB2CD47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80222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6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5439267C-A967-407A-B00D-52860840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313509"/>
            <a:ext cx="9525" cy="9525"/>
          </a:xfrm>
          <a:custGeom xmlns:a="http://schemas.openxmlformats.org/drawingml/2006/main">
            <a:pathLst>
              <a:path w="9525" h="9525">
                <a:moveTo>
                  <a:pt x="0" y="41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6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5482E6C4-7F86-4C18-8FBC-B1AE4240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7002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67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5383B675-B91E-4A73-AEB0-90F93A54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65884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68" name="sample-grade-0">
            <a:extLst xmlns:a="http://schemas.openxmlformats.org/drawingml/2006/main">
              <a:ext uri="{FF2B5EF4-FFF2-40B4-BE49-F238E27FC236}">
                <a16:creationId xmlns:a16="http://schemas.microsoft.com/office/drawing/2014/main" id="{AB67645F-CCDE-4B3D-8815-0F8A73F6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187303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69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0A1D968C-601D-4E21-81C7-3C6FC1EF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0" name="sample-code-0-0">
            <a:extLst xmlns:a="http://schemas.openxmlformats.org/drawingml/2006/main">
              <a:ext uri="{FF2B5EF4-FFF2-40B4-BE49-F238E27FC236}">
                <a16:creationId xmlns:a16="http://schemas.microsoft.com/office/drawing/2014/main" id="{ECB78BFF-2EF4-4CBF-B2DC-59EB7D0F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71" name="sample-code-0-digit-0">
            <a:extLst xmlns:a="http://schemas.openxmlformats.org/drawingml/2006/main">
              <a:ext uri="{FF2B5EF4-FFF2-40B4-BE49-F238E27FC236}">
                <a16:creationId xmlns:a16="http://schemas.microsoft.com/office/drawing/2014/main" id="{166DD4CA-F7C8-4CC9-8E60-FADDBB98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72" name="sample-code-0-1">
            <a:extLst xmlns:a="http://schemas.openxmlformats.org/drawingml/2006/main">
              <a:ext uri="{FF2B5EF4-FFF2-40B4-BE49-F238E27FC236}">
                <a16:creationId xmlns:a16="http://schemas.microsoft.com/office/drawing/2014/main" id="{511559DC-E98C-41F7-93FA-3923A6A5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73" name="sample-code-0-digit-1">
            <a:extLst xmlns:a="http://schemas.openxmlformats.org/drawingml/2006/main">
              <a:ext uri="{FF2B5EF4-FFF2-40B4-BE49-F238E27FC236}">
                <a16:creationId xmlns:a16="http://schemas.microsoft.com/office/drawing/2014/main" id="{BF53DC1F-907A-4514-BA92-43C8F95E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74" name="sample-code-0-2">
            <a:extLst xmlns:a="http://schemas.openxmlformats.org/drawingml/2006/main">
              <a:ext uri="{FF2B5EF4-FFF2-40B4-BE49-F238E27FC236}">
                <a16:creationId xmlns:a16="http://schemas.microsoft.com/office/drawing/2014/main" id="{E915556E-0701-4BE2-975A-D7CE5841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75" name="sample-code-0-digit-2">
            <a:extLst xmlns:a="http://schemas.openxmlformats.org/drawingml/2006/main">
              <a:ext uri="{FF2B5EF4-FFF2-40B4-BE49-F238E27FC236}">
                <a16:creationId xmlns:a16="http://schemas.microsoft.com/office/drawing/2014/main" id="{06170475-689A-42AD-AE21-D6A2C7B1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76" name="sample-grade-1">
            <a:extLst xmlns:a="http://schemas.openxmlformats.org/drawingml/2006/main">
              <a:ext uri="{FF2B5EF4-FFF2-40B4-BE49-F238E27FC236}">
                <a16:creationId xmlns:a16="http://schemas.microsoft.com/office/drawing/2014/main" id="{DAB0932B-8E52-4D88-A5A1-905166BE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772966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</a:t>
            </a:r>
          </a:p>
        </p:txBody>
      </p:sp>
      <p:sp>
        <p:nvSpPr>
          <p:cNvPr id="77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EBAA8E96-2BC7-458B-80EE-0416A00FA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8" name="sample-code-1-0">
            <a:extLst xmlns:a="http://schemas.openxmlformats.org/drawingml/2006/main">
              <a:ext uri="{FF2B5EF4-FFF2-40B4-BE49-F238E27FC236}">
                <a16:creationId xmlns:a16="http://schemas.microsoft.com/office/drawing/2014/main" id="{62662264-3108-4C5B-ABAF-A42E3BAE9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79" name="sample-code-1-digit-0">
            <a:extLst xmlns:a="http://schemas.openxmlformats.org/drawingml/2006/main">
              <a:ext uri="{FF2B5EF4-FFF2-40B4-BE49-F238E27FC236}">
                <a16:creationId xmlns:a16="http://schemas.microsoft.com/office/drawing/2014/main" id="{FCE9CE28-9B86-4922-A9CF-D6483DD6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0" name="sample-code-1-1">
            <a:extLst xmlns:a="http://schemas.openxmlformats.org/drawingml/2006/main">
              <a:ext uri="{FF2B5EF4-FFF2-40B4-BE49-F238E27FC236}">
                <a16:creationId xmlns:a16="http://schemas.microsoft.com/office/drawing/2014/main" id="{439248DD-6713-4BDE-8EDB-FAF1122EA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81" name="sample-code-1-digit-1">
            <a:extLst xmlns:a="http://schemas.openxmlformats.org/drawingml/2006/main">
              <a:ext uri="{FF2B5EF4-FFF2-40B4-BE49-F238E27FC236}">
                <a16:creationId xmlns:a16="http://schemas.microsoft.com/office/drawing/2014/main" id="{4199388C-08D3-49E9-BD85-5D7C4B65E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2" name="sample-code-1-2">
            <a:extLst xmlns:a="http://schemas.openxmlformats.org/drawingml/2006/main">
              <a:ext uri="{FF2B5EF4-FFF2-40B4-BE49-F238E27FC236}">
                <a16:creationId xmlns:a16="http://schemas.microsoft.com/office/drawing/2014/main" id="{592ECF2D-31B7-427A-A3A7-CC5FC419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83" name="sample-code-1-digit-2">
            <a:extLst xmlns:a="http://schemas.openxmlformats.org/drawingml/2006/main">
              <a:ext uri="{FF2B5EF4-FFF2-40B4-BE49-F238E27FC236}">
                <a16:creationId xmlns:a16="http://schemas.microsoft.com/office/drawing/2014/main" id="{CB4207A8-75DE-4F5A-AD38-C6B22D0F6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4" name="sample-grade-2">
            <a:extLst xmlns:a="http://schemas.openxmlformats.org/drawingml/2006/main">
              <a:ext uri="{FF2B5EF4-FFF2-40B4-BE49-F238E27FC236}">
                <a16:creationId xmlns:a16="http://schemas.microsoft.com/office/drawing/2014/main" id="{5D16C6BA-A697-4E04-A937-AA788F17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151459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7</a:t>
            </a:r>
          </a:p>
        </p:txBody>
      </p:sp>
      <p:sp>
        <p:nvSpPr>
          <p:cNvPr id="85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F3F05742-382A-46A8-9555-0944C32E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86" name="sample-code-2-0">
            <a:extLst xmlns:a="http://schemas.openxmlformats.org/drawingml/2006/main">
              <a:ext uri="{FF2B5EF4-FFF2-40B4-BE49-F238E27FC236}">
                <a16:creationId xmlns:a16="http://schemas.microsoft.com/office/drawing/2014/main" id="{19FF4025-88DA-49E5-8F20-A9D9990B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87" name="sample-code-2-digit-0">
            <a:extLst xmlns:a="http://schemas.openxmlformats.org/drawingml/2006/main">
              <a:ext uri="{FF2B5EF4-FFF2-40B4-BE49-F238E27FC236}">
                <a16:creationId xmlns:a16="http://schemas.microsoft.com/office/drawing/2014/main" id="{D8368342-8807-43F0-89C4-08F3B0CD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8" name="sample-code-2-1">
            <a:extLst xmlns:a="http://schemas.openxmlformats.org/drawingml/2006/main">
              <a:ext uri="{FF2B5EF4-FFF2-40B4-BE49-F238E27FC236}">
                <a16:creationId xmlns:a16="http://schemas.microsoft.com/office/drawing/2014/main" id="{0B6A5305-82D4-4EAD-AD10-A0C4E9E2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89" name="sample-code-2-digit-1">
            <a:extLst xmlns:a="http://schemas.openxmlformats.org/drawingml/2006/main">
              <a:ext uri="{FF2B5EF4-FFF2-40B4-BE49-F238E27FC236}">
                <a16:creationId xmlns:a16="http://schemas.microsoft.com/office/drawing/2014/main" id="{67BF065E-1C65-4F89-8482-7BB07FAC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90" name="sample-code-2-2">
            <a:extLst xmlns:a="http://schemas.openxmlformats.org/drawingml/2006/main">
              <a:ext uri="{FF2B5EF4-FFF2-40B4-BE49-F238E27FC236}">
                <a16:creationId xmlns:a16="http://schemas.microsoft.com/office/drawing/2014/main" id="{34D14510-035A-4225-A8B0-807B19CDE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91" name="sample-code-2-digit-2">
            <a:extLst xmlns:a="http://schemas.openxmlformats.org/drawingml/2006/main">
              <a:ext uri="{FF2B5EF4-FFF2-40B4-BE49-F238E27FC236}">
                <a16:creationId xmlns:a16="http://schemas.microsoft.com/office/drawing/2014/main" id="{4B996A42-B827-4D88-9B84-DD0E3B076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92" name="sample-grade-3">
            <a:extLst xmlns:a="http://schemas.openxmlformats.org/drawingml/2006/main">
              <a:ext uri="{FF2B5EF4-FFF2-40B4-BE49-F238E27FC236}">
                <a16:creationId xmlns:a16="http://schemas.microsoft.com/office/drawing/2014/main" id="{0AF05ACA-5185-461D-8296-8FED9D8A4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151459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7</a:t>
            </a:r>
          </a:p>
        </p:txBody>
      </p:sp>
      <p:sp>
        <p:nvSpPr>
          <p:cNvPr id="93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40AE543E-E797-4F29-B1BC-61A133354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94" name="sample-code-3-0">
            <a:extLst xmlns:a="http://schemas.openxmlformats.org/drawingml/2006/main">
              <a:ext uri="{FF2B5EF4-FFF2-40B4-BE49-F238E27FC236}">
                <a16:creationId xmlns:a16="http://schemas.microsoft.com/office/drawing/2014/main" id="{C68A1558-09B7-4D14-B145-8B9A21F4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95" name="sample-code-3-digit-0">
            <a:extLst xmlns:a="http://schemas.openxmlformats.org/drawingml/2006/main">
              <a:ext uri="{FF2B5EF4-FFF2-40B4-BE49-F238E27FC236}">
                <a16:creationId xmlns:a16="http://schemas.microsoft.com/office/drawing/2014/main" id="{CA761D49-8583-47B0-95F7-A5175C55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96" name="sample-code-3-1">
            <a:extLst xmlns:a="http://schemas.openxmlformats.org/drawingml/2006/main">
              <a:ext uri="{FF2B5EF4-FFF2-40B4-BE49-F238E27FC236}">
                <a16:creationId xmlns:a16="http://schemas.microsoft.com/office/drawing/2014/main" id="{88B4AB69-A781-49E0-BE09-974EF571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97" name="sample-code-3-digit-1">
            <a:extLst xmlns:a="http://schemas.openxmlformats.org/drawingml/2006/main">
              <a:ext uri="{FF2B5EF4-FFF2-40B4-BE49-F238E27FC236}">
                <a16:creationId xmlns:a16="http://schemas.microsoft.com/office/drawing/2014/main" id="{DA2B7B38-D50A-43AA-AEAF-DD194365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98" name="sample-code-3-2">
            <a:extLst xmlns:a="http://schemas.openxmlformats.org/drawingml/2006/main">
              <a:ext uri="{FF2B5EF4-FFF2-40B4-BE49-F238E27FC236}">
                <a16:creationId xmlns:a16="http://schemas.microsoft.com/office/drawing/2014/main" id="{5872E8DA-5F74-4735-B790-17222C60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99" name="sample-code-3-digit-2">
            <a:extLst xmlns:a="http://schemas.openxmlformats.org/drawingml/2006/main">
              <a:ext uri="{FF2B5EF4-FFF2-40B4-BE49-F238E27FC236}">
                <a16:creationId xmlns:a16="http://schemas.microsoft.com/office/drawing/2014/main" id="{6ABD657B-9423-46E6-ACD2-318D87D8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00" name="sample-grade-4">
            <a:extLst xmlns:a="http://schemas.openxmlformats.org/drawingml/2006/main">
              <a:ext uri="{FF2B5EF4-FFF2-40B4-BE49-F238E27FC236}">
                <a16:creationId xmlns:a16="http://schemas.microsoft.com/office/drawing/2014/main" id="{274D0CEC-209E-4892-AD77-FD661B1D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358628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6</a:t>
            </a:r>
          </a:p>
        </p:txBody>
      </p:sp>
      <p:sp>
        <p:nvSpPr>
          <p:cNvPr id="101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8B625F99-C20E-4746-A8CA-6714CA48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02" name="sample-code-4-0">
            <a:extLst xmlns:a="http://schemas.openxmlformats.org/drawingml/2006/main">
              <a:ext uri="{FF2B5EF4-FFF2-40B4-BE49-F238E27FC236}">
                <a16:creationId xmlns:a16="http://schemas.microsoft.com/office/drawing/2014/main" id="{1290B8B9-B76E-477D-8AD5-7A7DB2BD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03" name="sample-code-4-digit-0">
            <a:extLst xmlns:a="http://schemas.openxmlformats.org/drawingml/2006/main">
              <a:ext uri="{FF2B5EF4-FFF2-40B4-BE49-F238E27FC236}">
                <a16:creationId xmlns:a16="http://schemas.microsoft.com/office/drawing/2014/main" id="{9E76A7A4-B4AE-46D1-8363-D07575ED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04" name="sample-code-4-1">
            <a:extLst xmlns:a="http://schemas.openxmlformats.org/drawingml/2006/main">
              <a:ext uri="{FF2B5EF4-FFF2-40B4-BE49-F238E27FC236}">
                <a16:creationId xmlns:a16="http://schemas.microsoft.com/office/drawing/2014/main" id="{F66A18F9-BE61-481F-ADC0-F7F2D946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05" name="sample-code-4-digit-1">
            <a:extLst xmlns:a="http://schemas.openxmlformats.org/drawingml/2006/main">
              <a:ext uri="{FF2B5EF4-FFF2-40B4-BE49-F238E27FC236}">
                <a16:creationId xmlns:a16="http://schemas.microsoft.com/office/drawing/2014/main" id="{38292268-AF33-4D25-A5EC-10F356D9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06" name="sample-code-4-2">
            <a:extLst xmlns:a="http://schemas.openxmlformats.org/drawingml/2006/main">
              <a:ext uri="{FF2B5EF4-FFF2-40B4-BE49-F238E27FC236}">
                <a16:creationId xmlns:a16="http://schemas.microsoft.com/office/drawing/2014/main" id="{2B1E4E50-EE81-460E-B0BE-08FF80DE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07" name="sample-code-4-digit-2">
            <a:extLst xmlns:a="http://schemas.openxmlformats.org/drawingml/2006/main">
              <a:ext uri="{FF2B5EF4-FFF2-40B4-BE49-F238E27FC236}">
                <a16:creationId xmlns:a16="http://schemas.microsoft.com/office/drawing/2014/main" id="{405BBFEA-F03F-4984-9F21-39632020E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08" name="sample-grade-5">
            <a:extLst xmlns:a="http://schemas.openxmlformats.org/drawingml/2006/main">
              <a:ext uri="{FF2B5EF4-FFF2-40B4-BE49-F238E27FC236}">
                <a16:creationId xmlns:a16="http://schemas.microsoft.com/office/drawing/2014/main" id="{EF397D64-CED8-44B4-9CF3-4A02566C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772966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</a:t>
            </a:r>
          </a:p>
        </p:txBody>
      </p:sp>
      <p:sp>
        <p:nvSpPr>
          <p:cNvPr id="109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D705A814-5290-4A5D-856E-CE1E69D4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10" name="sample-code-5-0">
            <a:extLst xmlns:a="http://schemas.openxmlformats.org/drawingml/2006/main">
              <a:ext uri="{FF2B5EF4-FFF2-40B4-BE49-F238E27FC236}">
                <a16:creationId xmlns:a16="http://schemas.microsoft.com/office/drawing/2014/main" id="{38D0658E-D455-45A8-A502-6D8A9A06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11" name="sample-code-5-digit-0">
            <a:extLst xmlns:a="http://schemas.openxmlformats.org/drawingml/2006/main">
              <a:ext uri="{FF2B5EF4-FFF2-40B4-BE49-F238E27FC236}">
                <a16:creationId xmlns:a16="http://schemas.microsoft.com/office/drawing/2014/main" id="{C2894824-0C1B-40B1-8F00-EC7EF2EE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12" name="sample-code-5-1">
            <a:extLst xmlns:a="http://schemas.openxmlformats.org/drawingml/2006/main">
              <a:ext uri="{FF2B5EF4-FFF2-40B4-BE49-F238E27FC236}">
                <a16:creationId xmlns:a16="http://schemas.microsoft.com/office/drawing/2014/main" id="{9BF90C8B-917D-4BEA-93DE-DF5370504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13" name="sample-code-5-digit-1">
            <a:extLst xmlns:a="http://schemas.openxmlformats.org/drawingml/2006/main">
              <a:ext uri="{FF2B5EF4-FFF2-40B4-BE49-F238E27FC236}">
                <a16:creationId xmlns:a16="http://schemas.microsoft.com/office/drawing/2014/main" id="{B3334F5C-EB4F-44DB-8D31-FAF45D5BD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14" name="sample-code-5-2">
            <a:extLst xmlns:a="http://schemas.openxmlformats.org/drawingml/2006/main">
              <a:ext uri="{FF2B5EF4-FFF2-40B4-BE49-F238E27FC236}">
                <a16:creationId xmlns:a16="http://schemas.microsoft.com/office/drawing/2014/main" id="{746494E3-A3F5-4FB6-96AE-20070FC0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15" name="sample-code-5-digit-2">
            <a:extLst xmlns:a="http://schemas.openxmlformats.org/drawingml/2006/main">
              <a:ext uri="{FF2B5EF4-FFF2-40B4-BE49-F238E27FC236}">
                <a16:creationId xmlns:a16="http://schemas.microsoft.com/office/drawing/2014/main" id="{62C82DDF-9BBA-46A0-A5B5-91EF2F3D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16" name="sample-grade-6">
            <a:extLst xmlns:a="http://schemas.openxmlformats.org/drawingml/2006/main">
              <a:ext uri="{FF2B5EF4-FFF2-40B4-BE49-F238E27FC236}">
                <a16:creationId xmlns:a16="http://schemas.microsoft.com/office/drawing/2014/main" id="{3712A2B2-D906-471B-ADBB-5AD725BE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187303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117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E37A4E03-E614-44D7-8463-9A11273B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18" name="sample-code-6-0">
            <a:extLst xmlns:a="http://schemas.openxmlformats.org/drawingml/2006/main">
              <a:ext uri="{FF2B5EF4-FFF2-40B4-BE49-F238E27FC236}">
                <a16:creationId xmlns:a16="http://schemas.microsoft.com/office/drawing/2014/main" id="{23B9C537-5586-44A2-9880-0E7C2897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19" name="sample-code-6-digit-0">
            <a:extLst xmlns:a="http://schemas.openxmlformats.org/drawingml/2006/main">
              <a:ext uri="{FF2B5EF4-FFF2-40B4-BE49-F238E27FC236}">
                <a16:creationId xmlns:a16="http://schemas.microsoft.com/office/drawing/2014/main" id="{403C05DC-A0AA-403F-910D-EC3A5B32A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20" name="sample-code-6-1">
            <a:extLst xmlns:a="http://schemas.openxmlformats.org/drawingml/2006/main">
              <a:ext uri="{FF2B5EF4-FFF2-40B4-BE49-F238E27FC236}">
                <a16:creationId xmlns:a16="http://schemas.microsoft.com/office/drawing/2014/main" id="{42B8B3A1-CFAB-457E-AF80-D54AE8C5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21" name="sample-code-6-digit-1">
            <a:extLst xmlns:a="http://schemas.openxmlformats.org/drawingml/2006/main">
              <a:ext uri="{FF2B5EF4-FFF2-40B4-BE49-F238E27FC236}">
                <a16:creationId xmlns:a16="http://schemas.microsoft.com/office/drawing/2014/main" id="{B59F3181-7A9E-4BC0-A825-7F8D02AF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22" name="sample-code-6-2">
            <a:extLst xmlns:a="http://schemas.openxmlformats.org/drawingml/2006/main">
              <a:ext uri="{FF2B5EF4-FFF2-40B4-BE49-F238E27FC236}">
                <a16:creationId xmlns:a16="http://schemas.microsoft.com/office/drawing/2014/main" id="{F711EAB5-5583-4110-B81C-9557D2B8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23" name="sample-code-6-digit-2">
            <a:extLst xmlns:a="http://schemas.openxmlformats.org/drawingml/2006/main">
              <a:ext uri="{FF2B5EF4-FFF2-40B4-BE49-F238E27FC236}">
                <a16:creationId xmlns:a16="http://schemas.microsoft.com/office/drawing/2014/main" id="{AD563DDA-658D-426E-ACB8-545436A9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24" name="sample-grade-7">
            <a:extLst xmlns:a="http://schemas.openxmlformats.org/drawingml/2006/main">
              <a:ext uri="{FF2B5EF4-FFF2-40B4-BE49-F238E27FC236}">
                <a16:creationId xmlns:a16="http://schemas.microsoft.com/office/drawing/2014/main" id="{484EFB15-C949-4C1B-8137-AD9E54C6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187303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125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1F347600-A03F-4632-9083-A6F577A02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26" name="sample-code-7-0">
            <a:extLst xmlns:a="http://schemas.openxmlformats.org/drawingml/2006/main">
              <a:ext uri="{FF2B5EF4-FFF2-40B4-BE49-F238E27FC236}">
                <a16:creationId xmlns:a16="http://schemas.microsoft.com/office/drawing/2014/main" id="{1C7E1ADB-4E39-457E-A1BE-AFB42B65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27" name="sample-code-7-digit-0">
            <a:extLst xmlns:a="http://schemas.openxmlformats.org/drawingml/2006/main">
              <a:ext uri="{FF2B5EF4-FFF2-40B4-BE49-F238E27FC236}">
                <a16:creationId xmlns:a16="http://schemas.microsoft.com/office/drawing/2014/main" id="{708F4F0E-4521-4DAD-9A9B-B3C3D076C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28" name="sample-code-7-1">
            <a:extLst xmlns:a="http://schemas.openxmlformats.org/drawingml/2006/main">
              <a:ext uri="{FF2B5EF4-FFF2-40B4-BE49-F238E27FC236}">
                <a16:creationId xmlns:a16="http://schemas.microsoft.com/office/drawing/2014/main" id="{162232E8-7BA3-43DC-B747-4079FA21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29" name="sample-code-7-digit-1">
            <a:extLst xmlns:a="http://schemas.openxmlformats.org/drawingml/2006/main">
              <a:ext uri="{FF2B5EF4-FFF2-40B4-BE49-F238E27FC236}">
                <a16:creationId xmlns:a16="http://schemas.microsoft.com/office/drawing/2014/main" id="{A6737314-A466-4D27-A1E3-A5C374DBE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30" name="sample-code-7-2">
            <a:extLst xmlns:a="http://schemas.openxmlformats.org/drawingml/2006/main">
              <a:ext uri="{FF2B5EF4-FFF2-40B4-BE49-F238E27FC236}">
                <a16:creationId xmlns:a16="http://schemas.microsoft.com/office/drawing/2014/main" id="{AD5F99B0-2F01-4514-A21B-CDF0D38B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31" name="sample-code-7-digit-2">
            <a:extLst xmlns:a="http://schemas.openxmlformats.org/drawingml/2006/main">
              <a:ext uri="{FF2B5EF4-FFF2-40B4-BE49-F238E27FC236}">
                <a16:creationId xmlns:a16="http://schemas.microsoft.com/office/drawing/2014/main" id="{706334A9-DF2E-443D-8DB8-A1F0E990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32" name="sample-grade-8">
            <a:extLst xmlns:a="http://schemas.openxmlformats.org/drawingml/2006/main">
              <a:ext uri="{FF2B5EF4-FFF2-40B4-BE49-F238E27FC236}">
                <a16:creationId xmlns:a16="http://schemas.microsoft.com/office/drawing/2014/main" id="{F73A1ED2-0C0E-4154-B8AF-50940179B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394472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133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70D41302-C7F8-4F8D-986A-78B111CC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34" name="sample-code-8-0">
            <a:extLst xmlns:a="http://schemas.openxmlformats.org/drawingml/2006/main">
              <a:ext uri="{FF2B5EF4-FFF2-40B4-BE49-F238E27FC236}">
                <a16:creationId xmlns:a16="http://schemas.microsoft.com/office/drawing/2014/main" id="{D46CC568-76BE-46FD-9A5A-3E66C1476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35" name="sample-code-8-digit-0">
            <a:extLst xmlns:a="http://schemas.openxmlformats.org/drawingml/2006/main">
              <a:ext uri="{FF2B5EF4-FFF2-40B4-BE49-F238E27FC236}">
                <a16:creationId xmlns:a16="http://schemas.microsoft.com/office/drawing/2014/main" id="{31F2B20E-F554-411F-8CE5-8BAD29A9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36" name="sample-code-8-1">
            <a:extLst xmlns:a="http://schemas.openxmlformats.org/drawingml/2006/main">
              <a:ext uri="{FF2B5EF4-FFF2-40B4-BE49-F238E27FC236}">
                <a16:creationId xmlns:a16="http://schemas.microsoft.com/office/drawing/2014/main" id="{2C5F594C-7702-4C51-8801-A4D8331E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37" name="sample-code-8-digit-1">
            <a:extLst xmlns:a="http://schemas.openxmlformats.org/drawingml/2006/main">
              <a:ext uri="{FF2B5EF4-FFF2-40B4-BE49-F238E27FC236}">
                <a16:creationId xmlns:a16="http://schemas.microsoft.com/office/drawing/2014/main" id="{6DE02BEC-837A-4411-85FD-8EA940A00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38" name="sample-code-8-2">
            <a:extLst xmlns:a="http://schemas.openxmlformats.org/drawingml/2006/main">
              <a:ext uri="{FF2B5EF4-FFF2-40B4-BE49-F238E27FC236}">
                <a16:creationId xmlns:a16="http://schemas.microsoft.com/office/drawing/2014/main" id="{F8579534-3918-43E6-9BF5-A8867A1A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39" name="sample-code-8-digit-2">
            <a:extLst xmlns:a="http://schemas.openxmlformats.org/drawingml/2006/main">
              <a:ext uri="{FF2B5EF4-FFF2-40B4-BE49-F238E27FC236}">
                <a16:creationId xmlns:a16="http://schemas.microsoft.com/office/drawing/2014/main" id="{BCF480FC-D4EA-4FF2-BB5B-9BF88F5E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40" name="sample-grade-9">
            <a:extLst xmlns:a="http://schemas.openxmlformats.org/drawingml/2006/main">
              <a:ext uri="{FF2B5EF4-FFF2-40B4-BE49-F238E27FC236}">
                <a16:creationId xmlns:a16="http://schemas.microsoft.com/office/drawing/2014/main" id="{A1B13B65-97AF-4E11-BB7A-36FC19FB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980134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41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DEEA75F6-611F-4AB5-A043-5D5768E7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42" name="sample-code-9-0">
            <a:extLst xmlns:a="http://schemas.openxmlformats.org/drawingml/2006/main">
              <a:ext uri="{FF2B5EF4-FFF2-40B4-BE49-F238E27FC236}">
                <a16:creationId xmlns:a16="http://schemas.microsoft.com/office/drawing/2014/main" id="{8B53758A-B448-44A1-9996-E0CEBB56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43" name="sample-code-9-digit-0">
            <a:extLst xmlns:a="http://schemas.openxmlformats.org/drawingml/2006/main">
              <a:ext uri="{FF2B5EF4-FFF2-40B4-BE49-F238E27FC236}">
                <a16:creationId xmlns:a16="http://schemas.microsoft.com/office/drawing/2014/main" id="{9D56E6EE-37AF-4923-B1B5-12FB8959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44" name="sample-code-9-1">
            <a:extLst xmlns:a="http://schemas.openxmlformats.org/drawingml/2006/main">
              <a:ext uri="{FF2B5EF4-FFF2-40B4-BE49-F238E27FC236}">
                <a16:creationId xmlns:a16="http://schemas.microsoft.com/office/drawing/2014/main" id="{3926B7CE-5B25-4620-A76E-1117A83B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45" name="sample-code-9-digit-1">
            <a:extLst xmlns:a="http://schemas.openxmlformats.org/drawingml/2006/main">
              <a:ext uri="{FF2B5EF4-FFF2-40B4-BE49-F238E27FC236}">
                <a16:creationId xmlns:a16="http://schemas.microsoft.com/office/drawing/2014/main" id="{D22EB2EA-7F81-45CE-A40F-FE599E144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46" name="sample-code-9-2">
            <a:extLst xmlns:a="http://schemas.openxmlformats.org/drawingml/2006/main">
              <a:ext uri="{FF2B5EF4-FFF2-40B4-BE49-F238E27FC236}">
                <a16:creationId xmlns:a16="http://schemas.microsoft.com/office/drawing/2014/main" id="{174B7D96-4CD9-4ECB-BB2E-A89D03C51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47" name="sample-code-9-digit-2">
            <a:extLst xmlns:a="http://schemas.openxmlformats.org/drawingml/2006/main">
              <a:ext uri="{FF2B5EF4-FFF2-40B4-BE49-F238E27FC236}">
                <a16:creationId xmlns:a16="http://schemas.microsoft.com/office/drawing/2014/main" id="{80EC628E-DB2D-4442-9F77-5CB4D330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48" name="code-row-label">
            <a:extLst xmlns:a="http://schemas.openxmlformats.org/drawingml/2006/main">
              <a:ext uri="{FF2B5EF4-FFF2-40B4-BE49-F238E27FC236}">
                <a16:creationId xmlns:a16="http://schemas.microsoft.com/office/drawing/2014/main" id="{AA537896-C7A3-460A-B0B9-A49E7430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码字</a:t>
            </a:r>
          </a:p>
        </p:txBody>
      </p:sp>
    </p:spTree>
    <p:extLst>
      <p:ext uri="{BB962C8B-B14F-4D97-AF65-F5344CB8AC3E}">
        <p14:creationId xmlns:p14="http://schemas.microsoft.com/office/powerpoint/2010/main" val="201275812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2" name="top-rail">
            <a:extLst xmlns:a="http://schemas.openxmlformats.org/drawingml/2006/main">
              <a:ext uri="{FF2B5EF4-FFF2-40B4-BE49-F238E27FC236}">
                <a16:creationId xmlns:a16="http://schemas.microsoft.com/office/drawing/2014/main" id="{8210D657-23ED-496D-999E-2D9D9566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5E04058C-0B82-4DE4-B598-F754B7384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B082385C-EE9F-4DAA-8955-770BBBF71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这十个等级，怎样写成等长码字？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2D2326F-F221-487B-91A8-A7D9F9D73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点旁为等级编号；8级，每个样本使用3 bit码字。</a:t>
            </a:r>
          </a:p>
        </p:txBody>
      </p:sp>
      <p:sp>
        <p:nvSpPr>
          <p:cNvPr id="5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F465BD44-9C83-4F32-A09C-F97016B7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935016"/>
            <a:ext cx="8572500" cy="9525"/>
          </a:xfrm>
          <a:custGeom xmlns:a="http://schemas.openxmlformats.org/drawingml/2006/main">
            <a:pathLst>
              <a:path w="8572500" h="9525">
                <a:moveTo>
                  <a:pt x="0" y="0"/>
                </a:moveTo>
                <a:lnTo>
                  <a:pt x="857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" name="level-value">
            <a:extLst xmlns:a="http://schemas.openxmlformats.org/drawingml/2006/main">
              <a:ext uri="{FF2B5EF4-FFF2-40B4-BE49-F238E27FC236}">
                <a16:creationId xmlns:a16="http://schemas.microsoft.com/office/drawing/2014/main" id="{3C197C56-5153-4E2E-8173-17E8540AF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820716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-0.875</a:t>
            </a:r>
          </a:p>
        </p:txBody>
      </p:sp>
      <p:sp>
        <p:nvSpPr>
          <p:cNvPr id="7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058D617C-BC8F-44DF-8501-D9E5FDB9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727847"/>
            <a:ext cx="8572500" cy="9525"/>
          </a:xfrm>
          <a:custGeom xmlns:a="http://schemas.openxmlformats.org/drawingml/2006/main">
            <a:pathLst>
              <a:path w="8572500" h="9525">
                <a:moveTo>
                  <a:pt x="0" y="0"/>
                </a:moveTo>
                <a:lnTo>
                  <a:pt x="857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8" name="level-value">
            <a:extLst xmlns:a="http://schemas.openxmlformats.org/drawingml/2006/main">
              <a:ext uri="{FF2B5EF4-FFF2-40B4-BE49-F238E27FC236}">
                <a16:creationId xmlns:a16="http://schemas.microsoft.com/office/drawing/2014/main" id="{6E6C560D-D156-4AD5-A5C6-BEE610785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613547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-0.625</a:t>
            </a:r>
          </a:p>
        </p:txBody>
      </p:sp>
      <p:sp>
        <p:nvSpPr>
          <p:cNvPr id="9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363F5096-95D5-4F2C-B826-C8A39C06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520678"/>
            <a:ext cx="8572500" cy="9525"/>
          </a:xfrm>
          <a:custGeom xmlns:a="http://schemas.openxmlformats.org/drawingml/2006/main">
            <a:pathLst>
              <a:path w="8572500" h="9525">
                <a:moveTo>
                  <a:pt x="0" y="0"/>
                </a:moveTo>
                <a:lnTo>
                  <a:pt x="857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0" name="level-value">
            <a:extLst xmlns:a="http://schemas.openxmlformats.org/drawingml/2006/main">
              <a:ext uri="{FF2B5EF4-FFF2-40B4-BE49-F238E27FC236}">
                <a16:creationId xmlns:a16="http://schemas.microsoft.com/office/drawing/2014/main" id="{474FE38E-0601-48D8-9E4A-3D1C3448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406378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-0.375</a:t>
            </a:r>
          </a:p>
        </p:txBody>
      </p:sp>
      <p:sp>
        <p:nvSpPr>
          <p:cNvPr id="11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6E389499-5006-4ED8-AF81-B26173DDE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313509"/>
            <a:ext cx="8572500" cy="9525"/>
          </a:xfrm>
          <a:custGeom xmlns:a="http://schemas.openxmlformats.org/drawingml/2006/main">
            <a:pathLst>
              <a:path w="8572500" h="9525">
                <a:moveTo>
                  <a:pt x="0" y="0"/>
                </a:moveTo>
                <a:lnTo>
                  <a:pt x="857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2" name="level-value">
            <a:extLst xmlns:a="http://schemas.openxmlformats.org/drawingml/2006/main">
              <a:ext uri="{FF2B5EF4-FFF2-40B4-BE49-F238E27FC236}">
                <a16:creationId xmlns:a16="http://schemas.microsoft.com/office/drawing/2014/main" id="{384FA7A0-A19C-4586-9B1D-B431E57C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199209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-0.125</a:t>
            </a:r>
          </a:p>
        </p:txBody>
      </p:sp>
      <p:sp>
        <p:nvSpPr>
          <p:cNvPr id="13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F5096318-57C9-461C-B305-E658A098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106341"/>
            <a:ext cx="8572500" cy="9525"/>
          </a:xfrm>
          <a:custGeom xmlns:a="http://schemas.openxmlformats.org/drawingml/2006/main">
            <a:pathLst>
              <a:path w="8572500" h="9525">
                <a:moveTo>
                  <a:pt x="0" y="0"/>
                </a:moveTo>
                <a:lnTo>
                  <a:pt x="857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4" name="level-value">
            <a:extLst xmlns:a="http://schemas.openxmlformats.org/drawingml/2006/main">
              <a:ext uri="{FF2B5EF4-FFF2-40B4-BE49-F238E27FC236}">
                <a16:creationId xmlns:a16="http://schemas.microsoft.com/office/drawing/2014/main" id="{C8EBF6E4-CC8E-4911-9929-2C78001E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992041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0.125</a:t>
            </a:r>
          </a:p>
        </p:txBody>
      </p:sp>
      <p:sp>
        <p:nvSpPr>
          <p:cNvPr id="15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0EE13CEF-84EF-4A2B-B73C-1AA05661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899172"/>
            <a:ext cx="8572500" cy="9525"/>
          </a:xfrm>
          <a:custGeom xmlns:a="http://schemas.openxmlformats.org/drawingml/2006/main">
            <a:pathLst>
              <a:path w="8572500" h="9525">
                <a:moveTo>
                  <a:pt x="0" y="0"/>
                </a:moveTo>
                <a:lnTo>
                  <a:pt x="857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6" name="level-value">
            <a:extLst xmlns:a="http://schemas.openxmlformats.org/drawingml/2006/main">
              <a:ext uri="{FF2B5EF4-FFF2-40B4-BE49-F238E27FC236}">
                <a16:creationId xmlns:a16="http://schemas.microsoft.com/office/drawing/2014/main" id="{A6905CFD-639A-4804-8CDD-5BE462C4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784872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0.375</a:t>
            </a:r>
          </a:p>
        </p:txBody>
      </p:sp>
      <p:sp>
        <p:nvSpPr>
          <p:cNvPr id="17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0F551A3B-9B7F-4C25-8F38-A0A32C60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92003"/>
            <a:ext cx="8572500" cy="9525"/>
          </a:xfrm>
          <a:custGeom xmlns:a="http://schemas.openxmlformats.org/drawingml/2006/main">
            <a:pathLst>
              <a:path w="8572500" h="9525">
                <a:moveTo>
                  <a:pt x="0" y="0"/>
                </a:moveTo>
                <a:lnTo>
                  <a:pt x="857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8" name="level-value">
            <a:extLst xmlns:a="http://schemas.openxmlformats.org/drawingml/2006/main">
              <a:ext uri="{FF2B5EF4-FFF2-40B4-BE49-F238E27FC236}">
                <a16:creationId xmlns:a16="http://schemas.microsoft.com/office/drawing/2014/main" id="{C8BE0056-3218-4AC1-B953-C5AB2C89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577703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0.625</a:t>
            </a:r>
          </a:p>
        </p:txBody>
      </p:sp>
      <p:sp>
        <p:nvSpPr>
          <p:cNvPr id="19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1913035A-841C-4EB7-8DD5-13122CF2D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484834"/>
            <a:ext cx="8572500" cy="9525"/>
          </a:xfrm>
          <a:custGeom xmlns:a="http://schemas.openxmlformats.org/drawingml/2006/main">
            <a:pathLst>
              <a:path w="8572500" h="9525">
                <a:moveTo>
                  <a:pt x="0" y="0"/>
                </a:moveTo>
                <a:lnTo>
                  <a:pt x="857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20" name="level-value">
            <a:extLst xmlns:a="http://schemas.openxmlformats.org/drawingml/2006/main">
              <a:ext uri="{FF2B5EF4-FFF2-40B4-BE49-F238E27FC236}">
                <a16:creationId xmlns:a16="http://schemas.microsoft.com/office/drawing/2014/main" id="{C3662C2B-3B23-4C83-88A8-3A4F3BCBF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370534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0.875</a:t>
            </a:r>
          </a:p>
        </p:txBody>
      </p:sp>
      <p:sp>
        <p:nvSpPr>
          <p:cNvPr id="21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831B03AD-7BD0-4E2B-9B0A-D8360E024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266950"/>
            <a:ext cx="9525" cy="1847850"/>
          </a:xfrm>
          <a:custGeom xmlns:a="http://schemas.openxmlformats.org/drawingml/2006/main">
            <a:pathLst>
              <a:path w="9525" h="1847850">
                <a:moveTo>
                  <a:pt x="0" y="0"/>
                </a:moveTo>
                <a:lnTo>
                  <a:pt x="0" y="18478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22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6583CF11-3466-44A8-8009-E3654273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09925"/>
            <a:ext cx="8686800" cy="9525"/>
          </a:xfrm>
          <a:custGeom xmlns:a="http://schemas.openxmlformats.org/drawingml/2006/main">
            <a:pathLst>
              <a:path w="8686800" h="9525">
                <a:moveTo>
                  <a:pt x="0" y="0"/>
                </a:moveTo>
                <a:lnTo>
                  <a:pt x="8686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23" name="time-axis">
            <a:extLst xmlns:a="http://schemas.openxmlformats.org/drawingml/2006/main">
              <a:ext uri="{FF2B5EF4-FFF2-40B4-BE49-F238E27FC236}">
                <a16:creationId xmlns:a16="http://schemas.microsoft.com/office/drawing/2014/main" id="{3C910888-C17E-4D4F-A96A-A61FF557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114800"/>
            <a:ext cx="8686800" cy="9525"/>
          </a:xfrm>
          <a:custGeom xmlns:a="http://schemas.openxmlformats.org/drawingml/2006/main">
            <a:pathLst>
              <a:path w="8686800" h="9525">
                <a:moveTo>
                  <a:pt x="0" y="0"/>
                </a:moveTo>
                <a:lnTo>
                  <a:pt x="8686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24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6B6B6670-196A-4A51-9A30-7ACC34D6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423202"/>
            <a:ext cx="8572500" cy="1381588"/>
          </a:xfrm>
          <a:custGeom xmlns:a="http://schemas.openxmlformats.org/drawingml/2006/main">
            <a:pathLst>
              <a:path w="8572500" h="1381588">
                <a:moveTo>
                  <a:pt x="0" y="1101620"/>
                </a:moveTo>
                <a:lnTo>
                  <a:pt x="42863" y="1090488"/>
                </a:lnTo>
                <a:lnTo>
                  <a:pt x="85725" y="1077862"/>
                </a:lnTo>
                <a:lnTo>
                  <a:pt x="128588" y="1063823"/>
                </a:lnTo>
                <a:lnTo>
                  <a:pt x="171450" y="1048452"/>
                </a:lnTo>
                <a:lnTo>
                  <a:pt x="214313" y="1031830"/>
                </a:lnTo>
                <a:lnTo>
                  <a:pt x="257175" y="1014037"/>
                </a:lnTo>
                <a:lnTo>
                  <a:pt x="300038" y="995155"/>
                </a:lnTo>
                <a:lnTo>
                  <a:pt x="342900" y="975263"/>
                </a:lnTo>
                <a:lnTo>
                  <a:pt x="385763" y="954444"/>
                </a:lnTo>
                <a:lnTo>
                  <a:pt x="428625" y="932777"/>
                </a:lnTo>
                <a:lnTo>
                  <a:pt x="471488" y="910344"/>
                </a:lnTo>
                <a:lnTo>
                  <a:pt x="514350" y="887225"/>
                </a:lnTo>
                <a:lnTo>
                  <a:pt x="557213" y="863501"/>
                </a:lnTo>
                <a:lnTo>
                  <a:pt x="600075" y="839253"/>
                </a:lnTo>
                <a:lnTo>
                  <a:pt x="642938" y="814562"/>
                </a:lnTo>
                <a:lnTo>
                  <a:pt x="685800" y="789508"/>
                </a:lnTo>
                <a:lnTo>
                  <a:pt x="728663" y="764172"/>
                </a:lnTo>
                <a:lnTo>
                  <a:pt x="771525" y="738635"/>
                </a:lnTo>
                <a:lnTo>
                  <a:pt x="814388" y="712979"/>
                </a:lnTo>
                <a:lnTo>
                  <a:pt x="857250" y="687282"/>
                </a:lnTo>
                <a:lnTo>
                  <a:pt x="900113" y="660430"/>
                </a:lnTo>
                <a:lnTo>
                  <a:pt x="942975" y="631442"/>
                </a:lnTo>
                <a:lnTo>
                  <a:pt x="985838" y="600609"/>
                </a:lnTo>
                <a:lnTo>
                  <a:pt x="1028700" y="568218"/>
                </a:lnTo>
                <a:lnTo>
                  <a:pt x="1071563" y="534560"/>
                </a:lnTo>
                <a:lnTo>
                  <a:pt x="1114425" y="499923"/>
                </a:lnTo>
                <a:lnTo>
                  <a:pt x="1157288" y="464596"/>
                </a:lnTo>
                <a:lnTo>
                  <a:pt x="1200150" y="428868"/>
                </a:lnTo>
                <a:lnTo>
                  <a:pt x="1243013" y="393029"/>
                </a:lnTo>
                <a:lnTo>
                  <a:pt x="1285875" y="357366"/>
                </a:lnTo>
                <a:lnTo>
                  <a:pt x="1328738" y="322170"/>
                </a:lnTo>
                <a:lnTo>
                  <a:pt x="1371600" y="287728"/>
                </a:lnTo>
                <a:lnTo>
                  <a:pt x="1414463" y="254331"/>
                </a:lnTo>
                <a:lnTo>
                  <a:pt x="1457325" y="222267"/>
                </a:lnTo>
                <a:lnTo>
                  <a:pt x="1500188" y="191825"/>
                </a:lnTo>
                <a:lnTo>
                  <a:pt x="1543050" y="163295"/>
                </a:lnTo>
                <a:lnTo>
                  <a:pt x="1585913" y="136964"/>
                </a:lnTo>
                <a:lnTo>
                  <a:pt x="1628775" y="113122"/>
                </a:lnTo>
                <a:lnTo>
                  <a:pt x="1671638" y="92059"/>
                </a:lnTo>
                <a:lnTo>
                  <a:pt x="1714500" y="74063"/>
                </a:lnTo>
                <a:lnTo>
                  <a:pt x="1757363" y="58756"/>
                </a:lnTo>
                <a:lnTo>
                  <a:pt x="1800225" y="45494"/>
                </a:lnTo>
                <a:lnTo>
                  <a:pt x="1843088" y="34170"/>
                </a:lnTo>
                <a:lnTo>
                  <a:pt x="1885950" y="24674"/>
                </a:lnTo>
                <a:lnTo>
                  <a:pt x="1928813" y="16897"/>
                </a:lnTo>
                <a:lnTo>
                  <a:pt x="1971675" y="10731"/>
                </a:lnTo>
                <a:lnTo>
                  <a:pt x="2014538" y="6067"/>
                </a:lnTo>
                <a:lnTo>
                  <a:pt x="2057400" y="2797"/>
                </a:lnTo>
                <a:lnTo>
                  <a:pt x="2100263" y="811"/>
                </a:lnTo>
                <a:lnTo>
                  <a:pt x="2143125" y="0"/>
                </a:lnTo>
                <a:lnTo>
                  <a:pt x="2185988" y="256"/>
                </a:lnTo>
                <a:lnTo>
                  <a:pt x="2228850" y="1471"/>
                </a:lnTo>
                <a:lnTo>
                  <a:pt x="2271713" y="3535"/>
                </a:lnTo>
                <a:lnTo>
                  <a:pt x="2314575" y="6339"/>
                </a:lnTo>
                <a:lnTo>
                  <a:pt x="2357438" y="9776"/>
                </a:lnTo>
                <a:lnTo>
                  <a:pt x="2400300" y="13735"/>
                </a:lnTo>
                <a:lnTo>
                  <a:pt x="2443163" y="18109"/>
                </a:lnTo>
                <a:lnTo>
                  <a:pt x="2486025" y="22789"/>
                </a:lnTo>
                <a:lnTo>
                  <a:pt x="2528888" y="27665"/>
                </a:lnTo>
                <a:lnTo>
                  <a:pt x="2571750" y="32629"/>
                </a:lnTo>
                <a:lnTo>
                  <a:pt x="2614613" y="38042"/>
                </a:lnTo>
                <a:lnTo>
                  <a:pt x="2657475" y="44318"/>
                </a:lnTo>
                <a:lnTo>
                  <a:pt x="2700338" y="51428"/>
                </a:lnTo>
                <a:lnTo>
                  <a:pt x="2743200" y="59346"/>
                </a:lnTo>
                <a:lnTo>
                  <a:pt x="2786063" y="68042"/>
                </a:lnTo>
                <a:lnTo>
                  <a:pt x="2828925" y="77489"/>
                </a:lnTo>
                <a:lnTo>
                  <a:pt x="2871788" y="87660"/>
                </a:lnTo>
                <a:lnTo>
                  <a:pt x="2914650" y="98525"/>
                </a:lnTo>
                <a:lnTo>
                  <a:pt x="2957513" y="110058"/>
                </a:lnTo>
                <a:lnTo>
                  <a:pt x="3000375" y="122230"/>
                </a:lnTo>
                <a:lnTo>
                  <a:pt x="3043238" y="135012"/>
                </a:lnTo>
                <a:lnTo>
                  <a:pt x="3086100" y="148378"/>
                </a:lnTo>
                <a:lnTo>
                  <a:pt x="3128963" y="162300"/>
                </a:lnTo>
                <a:lnTo>
                  <a:pt x="3171825" y="176748"/>
                </a:lnTo>
                <a:lnTo>
                  <a:pt x="3214688" y="191696"/>
                </a:lnTo>
                <a:lnTo>
                  <a:pt x="3257550" y="207115"/>
                </a:lnTo>
                <a:lnTo>
                  <a:pt x="3300413" y="222977"/>
                </a:lnTo>
                <a:lnTo>
                  <a:pt x="3343275" y="239255"/>
                </a:lnTo>
                <a:lnTo>
                  <a:pt x="3386138" y="255920"/>
                </a:lnTo>
                <a:lnTo>
                  <a:pt x="3429000" y="272945"/>
                </a:lnTo>
                <a:lnTo>
                  <a:pt x="3471863" y="290724"/>
                </a:lnTo>
                <a:lnTo>
                  <a:pt x="3514725" y="309601"/>
                </a:lnTo>
                <a:lnTo>
                  <a:pt x="3557588" y="329475"/>
                </a:lnTo>
                <a:lnTo>
                  <a:pt x="3600450" y="350244"/>
                </a:lnTo>
                <a:lnTo>
                  <a:pt x="3643313" y="371803"/>
                </a:lnTo>
                <a:lnTo>
                  <a:pt x="3686175" y="394052"/>
                </a:lnTo>
                <a:lnTo>
                  <a:pt x="3729038" y="416886"/>
                </a:lnTo>
                <a:lnTo>
                  <a:pt x="3771900" y="440205"/>
                </a:lnTo>
                <a:lnTo>
                  <a:pt x="3814763" y="463904"/>
                </a:lnTo>
                <a:lnTo>
                  <a:pt x="3857625" y="487882"/>
                </a:lnTo>
                <a:lnTo>
                  <a:pt x="3900488" y="512037"/>
                </a:lnTo>
                <a:lnTo>
                  <a:pt x="3943350" y="536265"/>
                </a:lnTo>
                <a:lnTo>
                  <a:pt x="3986213" y="560463"/>
                </a:lnTo>
                <a:lnTo>
                  <a:pt x="4029075" y="584531"/>
                </a:lnTo>
                <a:lnTo>
                  <a:pt x="4071938" y="608364"/>
                </a:lnTo>
                <a:lnTo>
                  <a:pt x="4114800" y="631861"/>
                </a:lnTo>
                <a:lnTo>
                  <a:pt x="4157663" y="654918"/>
                </a:lnTo>
                <a:lnTo>
                  <a:pt x="4200525" y="677434"/>
                </a:lnTo>
                <a:lnTo>
                  <a:pt x="4243388" y="699305"/>
                </a:lnTo>
                <a:lnTo>
                  <a:pt x="4286250" y="720429"/>
                </a:lnTo>
                <a:lnTo>
                  <a:pt x="4329113" y="741359"/>
                </a:lnTo>
                <a:lnTo>
                  <a:pt x="4371975" y="762650"/>
                </a:lnTo>
                <a:lnTo>
                  <a:pt x="4414838" y="784211"/>
                </a:lnTo>
                <a:lnTo>
                  <a:pt x="4457700" y="805949"/>
                </a:lnTo>
                <a:lnTo>
                  <a:pt x="4500563" y="827769"/>
                </a:lnTo>
                <a:lnTo>
                  <a:pt x="4543425" y="849578"/>
                </a:lnTo>
                <a:lnTo>
                  <a:pt x="4586288" y="871284"/>
                </a:lnTo>
                <a:lnTo>
                  <a:pt x="4629150" y="892794"/>
                </a:lnTo>
                <a:lnTo>
                  <a:pt x="4672013" y="914013"/>
                </a:lnTo>
                <a:lnTo>
                  <a:pt x="4714875" y="934849"/>
                </a:lnTo>
                <a:lnTo>
                  <a:pt x="4757738" y="955208"/>
                </a:lnTo>
                <a:lnTo>
                  <a:pt x="4800600" y="974998"/>
                </a:lnTo>
                <a:lnTo>
                  <a:pt x="4843463" y="994125"/>
                </a:lnTo>
                <a:lnTo>
                  <a:pt x="4886325" y="1012496"/>
                </a:lnTo>
                <a:lnTo>
                  <a:pt x="4929188" y="1030017"/>
                </a:lnTo>
                <a:lnTo>
                  <a:pt x="4972050" y="1046596"/>
                </a:lnTo>
                <a:lnTo>
                  <a:pt x="5014913" y="1062139"/>
                </a:lnTo>
                <a:lnTo>
                  <a:pt x="5057775" y="1076552"/>
                </a:lnTo>
                <a:lnTo>
                  <a:pt x="5100638" y="1089744"/>
                </a:lnTo>
                <a:lnTo>
                  <a:pt x="5143500" y="1101620"/>
                </a:lnTo>
                <a:lnTo>
                  <a:pt x="5186363" y="1111872"/>
                </a:lnTo>
                <a:lnTo>
                  <a:pt x="5229225" y="1120369"/>
                </a:lnTo>
                <a:lnTo>
                  <a:pt x="5272088" y="1127280"/>
                </a:lnTo>
                <a:lnTo>
                  <a:pt x="5314950" y="1132778"/>
                </a:lnTo>
                <a:lnTo>
                  <a:pt x="5357813" y="1137033"/>
                </a:lnTo>
                <a:lnTo>
                  <a:pt x="5400675" y="1140215"/>
                </a:lnTo>
                <a:lnTo>
                  <a:pt x="5443538" y="1142497"/>
                </a:lnTo>
                <a:lnTo>
                  <a:pt x="5486400" y="1144048"/>
                </a:lnTo>
                <a:lnTo>
                  <a:pt x="5529263" y="1145040"/>
                </a:lnTo>
                <a:lnTo>
                  <a:pt x="5572125" y="1145643"/>
                </a:lnTo>
                <a:lnTo>
                  <a:pt x="5614988" y="1146029"/>
                </a:lnTo>
                <a:lnTo>
                  <a:pt x="5657850" y="1146368"/>
                </a:lnTo>
                <a:lnTo>
                  <a:pt x="5700713" y="1146832"/>
                </a:lnTo>
                <a:lnTo>
                  <a:pt x="5743575" y="1147591"/>
                </a:lnTo>
                <a:lnTo>
                  <a:pt x="5786438" y="1148815"/>
                </a:lnTo>
                <a:lnTo>
                  <a:pt x="5829300" y="1150677"/>
                </a:lnTo>
                <a:lnTo>
                  <a:pt x="5872163" y="1153347"/>
                </a:lnTo>
                <a:lnTo>
                  <a:pt x="5915025" y="1156996"/>
                </a:lnTo>
                <a:lnTo>
                  <a:pt x="5957888" y="1161795"/>
                </a:lnTo>
                <a:lnTo>
                  <a:pt x="6000750" y="1167914"/>
                </a:lnTo>
                <a:lnTo>
                  <a:pt x="6043613" y="1175911"/>
                </a:lnTo>
                <a:lnTo>
                  <a:pt x="6086475" y="1186020"/>
                </a:lnTo>
                <a:lnTo>
                  <a:pt x="6129338" y="1197933"/>
                </a:lnTo>
                <a:lnTo>
                  <a:pt x="6172200" y="1211336"/>
                </a:lnTo>
                <a:lnTo>
                  <a:pt x="6215063" y="1225921"/>
                </a:lnTo>
                <a:lnTo>
                  <a:pt x="6257925" y="1241376"/>
                </a:lnTo>
                <a:lnTo>
                  <a:pt x="6300788" y="1257390"/>
                </a:lnTo>
                <a:lnTo>
                  <a:pt x="6343650" y="1273653"/>
                </a:lnTo>
                <a:lnTo>
                  <a:pt x="6386513" y="1289853"/>
                </a:lnTo>
                <a:lnTo>
                  <a:pt x="6429375" y="1305681"/>
                </a:lnTo>
                <a:lnTo>
                  <a:pt x="6472238" y="1320825"/>
                </a:lnTo>
                <a:lnTo>
                  <a:pt x="6515100" y="1334975"/>
                </a:lnTo>
                <a:lnTo>
                  <a:pt x="6557963" y="1347819"/>
                </a:lnTo>
                <a:lnTo>
                  <a:pt x="6600825" y="1359048"/>
                </a:lnTo>
                <a:lnTo>
                  <a:pt x="6643688" y="1368350"/>
                </a:lnTo>
                <a:lnTo>
                  <a:pt x="6686550" y="1375414"/>
                </a:lnTo>
                <a:lnTo>
                  <a:pt x="6729413" y="1379930"/>
                </a:lnTo>
                <a:lnTo>
                  <a:pt x="6772275" y="1381588"/>
                </a:lnTo>
                <a:lnTo>
                  <a:pt x="6815138" y="1380075"/>
                </a:lnTo>
                <a:lnTo>
                  <a:pt x="6858000" y="1375083"/>
                </a:lnTo>
                <a:lnTo>
                  <a:pt x="6900863" y="1366245"/>
                </a:lnTo>
                <a:lnTo>
                  <a:pt x="6943725" y="1353645"/>
                </a:lnTo>
                <a:lnTo>
                  <a:pt x="6986588" y="1337643"/>
                </a:lnTo>
                <a:lnTo>
                  <a:pt x="7029450" y="1318600"/>
                </a:lnTo>
                <a:lnTo>
                  <a:pt x="7072313" y="1296876"/>
                </a:lnTo>
                <a:lnTo>
                  <a:pt x="7115175" y="1272832"/>
                </a:lnTo>
                <a:lnTo>
                  <a:pt x="7158038" y="1246829"/>
                </a:lnTo>
                <a:lnTo>
                  <a:pt x="7200900" y="1219225"/>
                </a:lnTo>
                <a:lnTo>
                  <a:pt x="7243762" y="1190383"/>
                </a:lnTo>
                <a:lnTo>
                  <a:pt x="7286625" y="1160663"/>
                </a:lnTo>
                <a:lnTo>
                  <a:pt x="7329488" y="1130425"/>
                </a:lnTo>
                <a:lnTo>
                  <a:pt x="7372350" y="1100029"/>
                </a:lnTo>
                <a:lnTo>
                  <a:pt x="7415213" y="1069836"/>
                </a:lnTo>
                <a:lnTo>
                  <a:pt x="7458075" y="1040207"/>
                </a:lnTo>
                <a:lnTo>
                  <a:pt x="7500938" y="1011501"/>
                </a:lnTo>
                <a:lnTo>
                  <a:pt x="7543800" y="984081"/>
                </a:lnTo>
                <a:lnTo>
                  <a:pt x="7586663" y="958305"/>
                </a:lnTo>
                <a:lnTo>
                  <a:pt x="7629525" y="934534"/>
                </a:lnTo>
                <a:lnTo>
                  <a:pt x="7672387" y="913129"/>
                </a:lnTo>
                <a:lnTo>
                  <a:pt x="7715250" y="894451"/>
                </a:lnTo>
                <a:lnTo>
                  <a:pt x="7758113" y="877677"/>
                </a:lnTo>
                <a:lnTo>
                  <a:pt x="7800975" y="861727"/>
                </a:lnTo>
                <a:lnTo>
                  <a:pt x="7843838" y="846576"/>
                </a:lnTo>
                <a:lnTo>
                  <a:pt x="7886700" y="832201"/>
                </a:lnTo>
                <a:lnTo>
                  <a:pt x="7929563" y="818576"/>
                </a:lnTo>
                <a:lnTo>
                  <a:pt x="7972425" y="805675"/>
                </a:lnTo>
                <a:lnTo>
                  <a:pt x="8015288" y="793475"/>
                </a:lnTo>
                <a:lnTo>
                  <a:pt x="8058150" y="781950"/>
                </a:lnTo>
                <a:lnTo>
                  <a:pt x="8101013" y="771076"/>
                </a:lnTo>
                <a:lnTo>
                  <a:pt x="8143875" y="760827"/>
                </a:lnTo>
                <a:lnTo>
                  <a:pt x="8186738" y="751179"/>
                </a:lnTo>
                <a:lnTo>
                  <a:pt x="8229600" y="742107"/>
                </a:lnTo>
                <a:lnTo>
                  <a:pt x="8272463" y="733587"/>
                </a:lnTo>
                <a:lnTo>
                  <a:pt x="8315325" y="725592"/>
                </a:lnTo>
                <a:lnTo>
                  <a:pt x="8358188" y="718099"/>
                </a:lnTo>
                <a:lnTo>
                  <a:pt x="8401050" y="711082"/>
                </a:lnTo>
                <a:lnTo>
                  <a:pt x="8443913" y="704517"/>
                </a:lnTo>
                <a:lnTo>
                  <a:pt x="8486775" y="698378"/>
                </a:lnTo>
                <a:lnTo>
                  <a:pt x="8529638" y="692642"/>
                </a:lnTo>
                <a:lnTo>
                  <a:pt x="8572500" y="687282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808080"/>
            </a:solidFill>
          </a:ln>
        </p:spPr>
      </p:sp>
      <p:sp>
        <p:nvSpPr>
          <p:cNvPr id="25" name="time-label">
            <a:extLst xmlns:a="http://schemas.openxmlformats.org/drawingml/2006/main">
              <a:ext uri="{FF2B5EF4-FFF2-40B4-BE49-F238E27FC236}">
                <a16:creationId xmlns:a16="http://schemas.microsoft.com/office/drawing/2014/main" id="{5537B5D9-5569-4894-A4A0-EBB8C9EB9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4481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26" name="line">
            <a:extLst xmlns:a="http://schemas.openxmlformats.org/drawingml/2006/main">
              <a:ext uri="{FF2B5EF4-FFF2-40B4-BE49-F238E27FC236}">
                <a16:creationId xmlns:a16="http://schemas.microsoft.com/office/drawing/2014/main" id="{8140E9D5-313D-4AF6-B207-0CCA08092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1148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7" name="time-tick">
            <a:extLst xmlns:a="http://schemas.openxmlformats.org/drawingml/2006/main">
              <a:ext uri="{FF2B5EF4-FFF2-40B4-BE49-F238E27FC236}">
                <a16:creationId xmlns:a16="http://schemas.microsoft.com/office/drawing/2014/main" id="{4CB6C12B-56C3-469D-95A3-9F760D37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2100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28" name="line">
            <a:extLst xmlns:a="http://schemas.openxmlformats.org/drawingml/2006/main">
              <a:ext uri="{FF2B5EF4-FFF2-40B4-BE49-F238E27FC236}">
                <a16:creationId xmlns:a16="http://schemas.microsoft.com/office/drawing/2014/main" id="{B8E75B96-D010-4230-B2DB-EC0D995F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1148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9" name="time-tick">
            <a:extLst xmlns:a="http://schemas.openxmlformats.org/drawingml/2006/main">
              <a:ext uri="{FF2B5EF4-FFF2-40B4-BE49-F238E27FC236}">
                <a16:creationId xmlns:a16="http://schemas.microsoft.com/office/drawing/2014/main" id="{CD2AAE35-B885-43FA-B07C-2C2525FCD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2100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30" name="line">
            <a:extLst xmlns:a="http://schemas.openxmlformats.org/drawingml/2006/main">
              <a:ext uri="{FF2B5EF4-FFF2-40B4-BE49-F238E27FC236}">
                <a16:creationId xmlns:a16="http://schemas.microsoft.com/office/drawing/2014/main" id="{847EEFA7-4ED1-409E-88F6-6DA9DC212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1148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31" name="time-tick">
            <a:extLst xmlns:a="http://schemas.openxmlformats.org/drawingml/2006/main">
              <a:ext uri="{FF2B5EF4-FFF2-40B4-BE49-F238E27FC236}">
                <a16:creationId xmlns:a16="http://schemas.microsoft.com/office/drawing/2014/main" id="{B4797E20-8D5B-49B0-A45D-DFC34D258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2100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32" name="line">
            <a:extLst xmlns:a="http://schemas.openxmlformats.org/drawingml/2006/main">
              <a:ext uri="{FF2B5EF4-FFF2-40B4-BE49-F238E27FC236}">
                <a16:creationId xmlns:a16="http://schemas.microsoft.com/office/drawing/2014/main" id="{940519DD-376A-4655-BFCB-5A9C1E57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1148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33" name="time-tick">
            <a:extLst xmlns:a="http://schemas.openxmlformats.org/drawingml/2006/main">
              <a:ext uri="{FF2B5EF4-FFF2-40B4-BE49-F238E27FC236}">
                <a16:creationId xmlns:a16="http://schemas.microsoft.com/office/drawing/2014/main" id="{1E82E9B9-67FA-4679-9C56-C3E02FF3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2100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34" name="line">
            <a:extLst xmlns:a="http://schemas.openxmlformats.org/drawingml/2006/main">
              <a:ext uri="{FF2B5EF4-FFF2-40B4-BE49-F238E27FC236}">
                <a16:creationId xmlns:a16="http://schemas.microsoft.com/office/drawing/2014/main" id="{94200D51-D798-4DBE-BD4E-6E18146D9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1148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35" name="time-tick">
            <a:extLst xmlns:a="http://schemas.openxmlformats.org/drawingml/2006/main">
              <a:ext uri="{FF2B5EF4-FFF2-40B4-BE49-F238E27FC236}">
                <a16:creationId xmlns:a16="http://schemas.microsoft.com/office/drawing/2014/main" id="{60D2E87D-675C-4972-89CA-431845D1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42100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36" name="line">
            <a:extLst xmlns:a="http://schemas.openxmlformats.org/drawingml/2006/main">
              <a:ext uri="{FF2B5EF4-FFF2-40B4-BE49-F238E27FC236}">
                <a16:creationId xmlns:a16="http://schemas.microsoft.com/office/drawing/2014/main" id="{D5ED3ED7-7EBF-4A4C-9A9F-B7059B53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1148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37" name="time-tick">
            <a:extLst xmlns:a="http://schemas.openxmlformats.org/drawingml/2006/main">
              <a:ext uri="{FF2B5EF4-FFF2-40B4-BE49-F238E27FC236}">
                <a16:creationId xmlns:a16="http://schemas.microsoft.com/office/drawing/2014/main" id="{917E2915-059E-4251-9C6B-02BFA2B5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42100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  <p:sp>
        <p:nvSpPr>
          <p:cNvPr id="3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7BC5851B-8407-476C-838F-246049CC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520678"/>
            <a:ext cx="9525" cy="9525"/>
          </a:xfrm>
          <a:custGeom xmlns:a="http://schemas.openxmlformats.org/drawingml/2006/main">
            <a:pathLst>
              <a:path w="9525" h="9525">
                <a:moveTo>
                  <a:pt x="0" y="41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9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3DA9EF46-C95A-4CB4-A062-78D6461B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7719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0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8F9CFE4C-BBFF-4E7C-B53C-1B64C0F5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7305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1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D50D8A96-C37E-46EC-BDD8-9B1A30FB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106341"/>
            <a:ext cx="9525" cy="9525"/>
          </a:xfrm>
          <a:custGeom xmlns:a="http://schemas.openxmlformats.org/drawingml/2006/main">
            <a:pathLst>
              <a:path w="9525" h="9525">
                <a:moveTo>
                  <a:pt x="0" y="41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2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55B6BF46-A834-47FC-8803-F3D15DE5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6285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3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33DFD460-980D-47F8-8021-7A674432B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58716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4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036971E2-DBB5-48C8-9714-D3D98DDD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484834"/>
            <a:ext cx="9525" cy="12430"/>
          </a:xfrm>
          <a:custGeom xmlns:a="http://schemas.openxmlformats.org/drawingml/2006/main">
            <a:pathLst>
              <a:path w="9525" h="12430">
                <a:moveTo>
                  <a:pt x="0" y="124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5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00781528-0979-425F-ADD4-4C92B776E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4964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6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F93927DD-338C-4EC4-B2C5-5384C9C5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37209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7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54D93BE4-9E5D-4057-8832-21E0F11BA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455831"/>
            <a:ext cx="9525" cy="29004"/>
          </a:xfrm>
          <a:custGeom xmlns:a="http://schemas.openxmlformats.org/drawingml/2006/main">
            <a:pathLst>
              <a:path w="9525" h="29004">
                <a:moveTo>
                  <a:pt x="0" y="0"/>
                </a:moveTo>
                <a:lnTo>
                  <a:pt x="0" y="2900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8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D7C48325-4ECC-44B0-8F54-D9E80A6B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0820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9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30D1BE1E-D2FF-45C9-A198-F8971E241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37209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FE8B425C-6DD9-498C-A8E2-BFC258B9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692003"/>
            <a:ext cx="9525" cy="9525"/>
          </a:xfrm>
          <a:custGeom xmlns:a="http://schemas.openxmlformats.org/drawingml/2006/main">
            <a:pathLst>
              <a:path w="9525" h="9525">
                <a:moveTo>
                  <a:pt x="0" y="41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1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C30293F8-2345-4B76-B2D0-46820C1A6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48522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52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F54019D9-61BF-48B5-9CC1-033DCBE9A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44378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AB8C3346-2729-462A-BD69-E73387EC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106341"/>
            <a:ext cx="9525" cy="37290"/>
          </a:xfrm>
          <a:custGeom xmlns:a="http://schemas.openxmlformats.org/drawingml/2006/main">
            <a:pathLst>
              <a:path w="9525" h="37290">
                <a:moveTo>
                  <a:pt x="0" y="372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4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4E2E7170-A80C-49DC-B9BA-F6A32C40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9600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55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3A397339-CE1B-474E-AE2D-6536B0F29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58716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6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2A5E17E8-912D-4806-ABC3-CE56389A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520678"/>
            <a:ext cx="9525" cy="9525"/>
          </a:xfrm>
          <a:custGeom xmlns:a="http://schemas.openxmlformats.org/drawingml/2006/main">
            <a:pathLst>
              <a:path w="9525" h="9525">
                <a:moveTo>
                  <a:pt x="0" y="41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7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ED8B88E3-AD7E-45EC-891C-8EAC384A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7719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58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FDF93C37-CF66-4DEC-A894-E0E8AE08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7305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9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B4B77F0E-1332-449D-84BB-6F5D8AF4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520678"/>
            <a:ext cx="9525" cy="70437"/>
          </a:xfrm>
          <a:custGeom xmlns:a="http://schemas.openxmlformats.org/drawingml/2006/main">
            <a:pathLst>
              <a:path w="9525" h="70437">
                <a:moveTo>
                  <a:pt x="0" y="7043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0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E5881C23-7147-4BA5-9A3B-5F9CA53A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4349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61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4141FB83-35FD-4F4B-B8C5-AA235E3C0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7305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62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ABB3B4BC-0073-4F7B-BFC3-95CE1F5D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727847"/>
            <a:ext cx="9525" cy="70437"/>
          </a:xfrm>
          <a:custGeom xmlns:a="http://schemas.openxmlformats.org/drawingml/2006/main">
            <a:pathLst>
              <a:path w="9525" h="70437">
                <a:moveTo>
                  <a:pt x="0" y="7043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3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FE4128E4-D328-40A9-95ED-F6DD89EC9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5065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64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C9A56324-A8BE-4879-B01D-BBB2CD47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80222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6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5439267C-A967-407A-B00D-52860840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313509"/>
            <a:ext cx="9525" cy="9525"/>
          </a:xfrm>
          <a:custGeom xmlns:a="http://schemas.openxmlformats.org/drawingml/2006/main">
            <a:pathLst>
              <a:path w="9525" h="9525">
                <a:moveTo>
                  <a:pt x="0" y="41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6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5482E6C4-7F86-4C18-8FBC-B1AE4240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7002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67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5383B675-B91E-4A73-AEB0-90F93A54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65884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68" name="sample-grade-0">
            <a:extLst xmlns:a="http://schemas.openxmlformats.org/drawingml/2006/main">
              <a:ext uri="{FF2B5EF4-FFF2-40B4-BE49-F238E27FC236}">
                <a16:creationId xmlns:a16="http://schemas.microsoft.com/office/drawing/2014/main" id="{AB67645F-CCDE-4B3D-8815-0F8A73F6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187303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69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0A1D968C-601D-4E21-81C7-3C6FC1EF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0" name="sample-code-0-0">
            <a:extLst xmlns:a="http://schemas.openxmlformats.org/drawingml/2006/main">
              <a:ext uri="{FF2B5EF4-FFF2-40B4-BE49-F238E27FC236}">
                <a16:creationId xmlns:a16="http://schemas.microsoft.com/office/drawing/2014/main" id="{ECB78BFF-2EF4-4CBF-B2DC-59EB7D0F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71" name="sample-code-0-digit-0">
            <a:extLst xmlns:a="http://schemas.openxmlformats.org/drawingml/2006/main">
              <a:ext uri="{FF2B5EF4-FFF2-40B4-BE49-F238E27FC236}">
                <a16:creationId xmlns:a16="http://schemas.microsoft.com/office/drawing/2014/main" id="{166DD4CA-F7C8-4CC9-8E60-FADDBB98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72" name="sample-code-0-1">
            <a:extLst xmlns:a="http://schemas.openxmlformats.org/drawingml/2006/main">
              <a:ext uri="{FF2B5EF4-FFF2-40B4-BE49-F238E27FC236}">
                <a16:creationId xmlns:a16="http://schemas.microsoft.com/office/drawing/2014/main" id="{511559DC-E98C-41F7-93FA-3923A6A5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73" name="sample-code-0-digit-1">
            <a:extLst xmlns:a="http://schemas.openxmlformats.org/drawingml/2006/main">
              <a:ext uri="{FF2B5EF4-FFF2-40B4-BE49-F238E27FC236}">
                <a16:creationId xmlns:a16="http://schemas.microsoft.com/office/drawing/2014/main" id="{BF53DC1F-907A-4514-BA92-43C8F95E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74" name="sample-code-0-2">
            <a:extLst xmlns:a="http://schemas.openxmlformats.org/drawingml/2006/main">
              <a:ext uri="{FF2B5EF4-FFF2-40B4-BE49-F238E27FC236}">
                <a16:creationId xmlns:a16="http://schemas.microsoft.com/office/drawing/2014/main" id="{E915556E-0701-4BE2-975A-D7CE5841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75" name="sample-code-0-digit-2">
            <a:extLst xmlns:a="http://schemas.openxmlformats.org/drawingml/2006/main">
              <a:ext uri="{FF2B5EF4-FFF2-40B4-BE49-F238E27FC236}">
                <a16:creationId xmlns:a16="http://schemas.microsoft.com/office/drawing/2014/main" id="{06170475-689A-42AD-AE21-D6A2C7B1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76" name="sample-grade-1">
            <a:extLst xmlns:a="http://schemas.openxmlformats.org/drawingml/2006/main">
              <a:ext uri="{FF2B5EF4-FFF2-40B4-BE49-F238E27FC236}">
                <a16:creationId xmlns:a16="http://schemas.microsoft.com/office/drawing/2014/main" id="{DAB0932B-8E52-4D88-A5A1-905166BE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772966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</a:t>
            </a:r>
          </a:p>
        </p:txBody>
      </p:sp>
      <p:sp>
        <p:nvSpPr>
          <p:cNvPr id="77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EBAA8E96-2BC7-458B-80EE-0416A00FA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8" name="sample-code-1-0">
            <a:extLst xmlns:a="http://schemas.openxmlformats.org/drawingml/2006/main">
              <a:ext uri="{FF2B5EF4-FFF2-40B4-BE49-F238E27FC236}">
                <a16:creationId xmlns:a16="http://schemas.microsoft.com/office/drawing/2014/main" id="{62662264-3108-4C5B-ABAF-A42E3BAE9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79" name="sample-code-1-digit-0">
            <a:extLst xmlns:a="http://schemas.openxmlformats.org/drawingml/2006/main">
              <a:ext uri="{FF2B5EF4-FFF2-40B4-BE49-F238E27FC236}">
                <a16:creationId xmlns:a16="http://schemas.microsoft.com/office/drawing/2014/main" id="{FCE9CE28-9B86-4922-A9CF-D6483DD6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80" name="sample-code-1-1">
            <a:extLst xmlns:a="http://schemas.openxmlformats.org/drawingml/2006/main">
              <a:ext uri="{FF2B5EF4-FFF2-40B4-BE49-F238E27FC236}">
                <a16:creationId xmlns:a16="http://schemas.microsoft.com/office/drawing/2014/main" id="{439248DD-6713-4BDE-8EDB-FAF1122EA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81" name="sample-code-1-digit-1">
            <a:extLst xmlns:a="http://schemas.openxmlformats.org/drawingml/2006/main">
              <a:ext uri="{FF2B5EF4-FFF2-40B4-BE49-F238E27FC236}">
                <a16:creationId xmlns:a16="http://schemas.microsoft.com/office/drawing/2014/main" id="{4199388C-08D3-49E9-BD85-5D7C4B65E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82" name="sample-code-1-2">
            <a:extLst xmlns:a="http://schemas.openxmlformats.org/drawingml/2006/main">
              <a:ext uri="{FF2B5EF4-FFF2-40B4-BE49-F238E27FC236}">
                <a16:creationId xmlns:a16="http://schemas.microsoft.com/office/drawing/2014/main" id="{592ECF2D-31B7-427A-A3A7-CC5FC419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83" name="sample-code-1-digit-2">
            <a:extLst xmlns:a="http://schemas.openxmlformats.org/drawingml/2006/main">
              <a:ext uri="{FF2B5EF4-FFF2-40B4-BE49-F238E27FC236}">
                <a16:creationId xmlns:a16="http://schemas.microsoft.com/office/drawing/2014/main" id="{CB4207A8-75DE-4F5A-AD38-C6B22D0F6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84" name="sample-grade-2">
            <a:extLst xmlns:a="http://schemas.openxmlformats.org/drawingml/2006/main">
              <a:ext uri="{FF2B5EF4-FFF2-40B4-BE49-F238E27FC236}">
                <a16:creationId xmlns:a16="http://schemas.microsoft.com/office/drawing/2014/main" id="{5D16C6BA-A697-4E04-A937-AA788F17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151459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7</a:t>
            </a:r>
          </a:p>
        </p:txBody>
      </p:sp>
      <p:sp>
        <p:nvSpPr>
          <p:cNvPr id="85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F3F05742-382A-46A8-9555-0944C32E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86" name="sample-code-2-0">
            <a:extLst xmlns:a="http://schemas.openxmlformats.org/drawingml/2006/main">
              <a:ext uri="{FF2B5EF4-FFF2-40B4-BE49-F238E27FC236}">
                <a16:creationId xmlns:a16="http://schemas.microsoft.com/office/drawing/2014/main" id="{19FF4025-88DA-49E5-8F20-A9D9990B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87" name="sample-code-2-digit-0">
            <a:extLst xmlns:a="http://schemas.openxmlformats.org/drawingml/2006/main">
              <a:ext uri="{FF2B5EF4-FFF2-40B4-BE49-F238E27FC236}">
                <a16:creationId xmlns:a16="http://schemas.microsoft.com/office/drawing/2014/main" id="{D8368342-8807-43F0-89C4-08F3B0CD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88" name="sample-code-2-1">
            <a:extLst xmlns:a="http://schemas.openxmlformats.org/drawingml/2006/main">
              <a:ext uri="{FF2B5EF4-FFF2-40B4-BE49-F238E27FC236}">
                <a16:creationId xmlns:a16="http://schemas.microsoft.com/office/drawing/2014/main" id="{0B6A5305-82D4-4EAD-AD10-A0C4E9E2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89" name="sample-code-2-digit-1">
            <a:extLst xmlns:a="http://schemas.openxmlformats.org/drawingml/2006/main">
              <a:ext uri="{FF2B5EF4-FFF2-40B4-BE49-F238E27FC236}">
                <a16:creationId xmlns:a16="http://schemas.microsoft.com/office/drawing/2014/main" id="{67BF065E-1C65-4F89-8482-7BB07FAC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90" name="sample-code-2-2">
            <a:extLst xmlns:a="http://schemas.openxmlformats.org/drawingml/2006/main">
              <a:ext uri="{FF2B5EF4-FFF2-40B4-BE49-F238E27FC236}">
                <a16:creationId xmlns:a16="http://schemas.microsoft.com/office/drawing/2014/main" id="{34D14510-035A-4225-A8B0-807B19CDE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91" name="sample-code-2-digit-2">
            <a:extLst xmlns:a="http://schemas.openxmlformats.org/drawingml/2006/main">
              <a:ext uri="{FF2B5EF4-FFF2-40B4-BE49-F238E27FC236}">
                <a16:creationId xmlns:a16="http://schemas.microsoft.com/office/drawing/2014/main" id="{4B996A42-B827-4D88-9B84-DD0E3B076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92" name="sample-grade-3">
            <a:extLst xmlns:a="http://schemas.openxmlformats.org/drawingml/2006/main">
              <a:ext uri="{FF2B5EF4-FFF2-40B4-BE49-F238E27FC236}">
                <a16:creationId xmlns:a16="http://schemas.microsoft.com/office/drawing/2014/main" id="{0AF05ACA-5185-461D-8296-8FED9D8A4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151459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7</a:t>
            </a:r>
          </a:p>
        </p:txBody>
      </p:sp>
      <p:sp>
        <p:nvSpPr>
          <p:cNvPr id="93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40AE543E-E797-4F29-B1BC-61A133354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94" name="sample-code-3-0">
            <a:extLst xmlns:a="http://schemas.openxmlformats.org/drawingml/2006/main">
              <a:ext uri="{FF2B5EF4-FFF2-40B4-BE49-F238E27FC236}">
                <a16:creationId xmlns:a16="http://schemas.microsoft.com/office/drawing/2014/main" id="{C68A1558-09B7-4D14-B145-8B9A21F4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95" name="sample-code-3-digit-0">
            <a:extLst xmlns:a="http://schemas.openxmlformats.org/drawingml/2006/main">
              <a:ext uri="{FF2B5EF4-FFF2-40B4-BE49-F238E27FC236}">
                <a16:creationId xmlns:a16="http://schemas.microsoft.com/office/drawing/2014/main" id="{CA761D49-8583-47B0-95F7-A5175C55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96" name="sample-code-3-1">
            <a:extLst xmlns:a="http://schemas.openxmlformats.org/drawingml/2006/main">
              <a:ext uri="{FF2B5EF4-FFF2-40B4-BE49-F238E27FC236}">
                <a16:creationId xmlns:a16="http://schemas.microsoft.com/office/drawing/2014/main" id="{88B4AB69-A781-49E0-BE09-974EF571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97" name="sample-code-3-digit-1">
            <a:extLst xmlns:a="http://schemas.openxmlformats.org/drawingml/2006/main">
              <a:ext uri="{FF2B5EF4-FFF2-40B4-BE49-F238E27FC236}">
                <a16:creationId xmlns:a16="http://schemas.microsoft.com/office/drawing/2014/main" id="{DA2B7B38-D50A-43AA-AEAF-DD194365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98" name="sample-code-3-2">
            <a:extLst xmlns:a="http://schemas.openxmlformats.org/drawingml/2006/main">
              <a:ext uri="{FF2B5EF4-FFF2-40B4-BE49-F238E27FC236}">
                <a16:creationId xmlns:a16="http://schemas.microsoft.com/office/drawing/2014/main" id="{5872E8DA-5F74-4735-B790-17222C60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99" name="sample-code-3-digit-2">
            <a:extLst xmlns:a="http://schemas.openxmlformats.org/drawingml/2006/main">
              <a:ext uri="{FF2B5EF4-FFF2-40B4-BE49-F238E27FC236}">
                <a16:creationId xmlns:a16="http://schemas.microsoft.com/office/drawing/2014/main" id="{6ABD657B-9423-46E6-ACD2-318D87D8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100" name="sample-grade-4">
            <a:extLst xmlns:a="http://schemas.openxmlformats.org/drawingml/2006/main">
              <a:ext uri="{FF2B5EF4-FFF2-40B4-BE49-F238E27FC236}">
                <a16:creationId xmlns:a16="http://schemas.microsoft.com/office/drawing/2014/main" id="{274D0CEC-209E-4892-AD77-FD661B1D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358628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6</a:t>
            </a:r>
          </a:p>
        </p:txBody>
      </p:sp>
      <p:sp>
        <p:nvSpPr>
          <p:cNvPr id="101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8B625F99-C20E-4746-A8CA-6714CA48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02" name="sample-code-4-0">
            <a:extLst xmlns:a="http://schemas.openxmlformats.org/drawingml/2006/main">
              <a:ext uri="{FF2B5EF4-FFF2-40B4-BE49-F238E27FC236}">
                <a16:creationId xmlns:a16="http://schemas.microsoft.com/office/drawing/2014/main" id="{1290B8B9-B76E-477D-8AD5-7A7DB2BD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03" name="sample-code-4-digit-0">
            <a:extLst xmlns:a="http://schemas.openxmlformats.org/drawingml/2006/main">
              <a:ext uri="{FF2B5EF4-FFF2-40B4-BE49-F238E27FC236}">
                <a16:creationId xmlns:a16="http://schemas.microsoft.com/office/drawing/2014/main" id="{9E76A7A4-B4AE-46D1-8363-D07575ED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104" name="sample-code-4-1">
            <a:extLst xmlns:a="http://schemas.openxmlformats.org/drawingml/2006/main">
              <a:ext uri="{FF2B5EF4-FFF2-40B4-BE49-F238E27FC236}">
                <a16:creationId xmlns:a16="http://schemas.microsoft.com/office/drawing/2014/main" id="{F66A18F9-BE61-481F-ADC0-F7F2D946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05" name="sample-code-4-digit-1">
            <a:extLst xmlns:a="http://schemas.openxmlformats.org/drawingml/2006/main">
              <a:ext uri="{FF2B5EF4-FFF2-40B4-BE49-F238E27FC236}">
                <a16:creationId xmlns:a16="http://schemas.microsoft.com/office/drawing/2014/main" id="{38292268-AF33-4D25-A5EC-10F356D9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106" name="sample-code-4-2">
            <a:extLst xmlns:a="http://schemas.openxmlformats.org/drawingml/2006/main">
              <a:ext uri="{FF2B5EF4-FFF2-40B4-BE49-F238E27FC236}">
                <a16:creationId xmlns:a16="http://schemas.microsoft.com/office/drawing/2014/main" id="{2B1E4E50-EE81-460E-B0BE-08FF80DE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07" name="sample-code-4-digit-2">
            <a:extLst xmlns:a="http://schemas.openxmlformats.org/drawingml/2006/main">
              <a:ext uri="{FF2B5EF4-FFF2-40B4-BE49-F238E27FC236}">
                <a16:creationId xmlns:a16="http://schemas.microsoft.com/office/drawing/2014/main" id="{405BBFEA-F03F-4984-9F21-39632020E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108" name="sample-grade-5">
            <a:extLst xmlns:a="http://schemas.openxmlformats.org/drawingml/2006/main">
              <a:ext uri="{FF2B5EF4-FFF2-40B4-BE49-F238E27FC236}">
                <a16:creationId xmlns:a16="http://schemas.microsoft.com/office/drawing/2014/main" id="{EF397D64-CED8-44B4-9CF3-4A02566C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772966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</a:t>
            </a:r>
          </a:p>
        </p:txBody>
      </p:sp>
      <p:sp>
        <p:nvSpPr>
          <p:cNvPr id="109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D705A814-5290-4A5D-856E-CE1E69D4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10" name="sample-code-5-0">
            <a:extLst xmlns:a="http://schemas.openxmlformats.org/drawingml/2006/main">
              <a:ext uri="{FF2B5EF4-FFF2-40B4-BE49-F238E27FC236}">
                <a16:creationId xmlns:a16="http://schemas.microsoft.com/office/drawing/2014/main" id="{38D0658E-D455-45A8-A502-6D8A9A06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11" name="sample-code-5-digit-0">
            <a:extLst xmlns:a="http://schemas.openxmlformats.org/drawingml/2006/main">
              <a:ext uri="{FF2B5EF4-FFF2-40B4-BE49-F238E27FC236}">
                <a16:creationId xmlns:a16="http://schemas.microsoft.com/office/drawing/2014/main" id="{C2894824-0C1B-40B1-8F00-EC7EF2EE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112" name="sample-code-5-1">
            <a:extLst xmlns:a="http://schemas.openxmlformats.org/drawingml/2006/main">
              <a:ext uri="{FF2B5EF4-FFF2-40B4-BE49-F238E27FC236}">
                <a16:creationId xmlns:a16="http://schemas.microsoft.com/office/drawing/2014/main" id="{9BF90C8B-917D-4BEA-93DE-DF5370504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13" name="sample-code-5-digit-1">
            <a:extLst xmlns:a="http://schemas.openxmlformats.org/drawingml/2006/main">
              <a:ext uri="{FF2B5EF4-FFF2-40B4-BE49-F238E27FC236}">
                <a16:creationId xmlns:a16="http://schemas.microsoft.com/office/drawing/2014/main" id="{B3334F5C-EB4F-44DB-8D31-FAF45D5BD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114" name="sample-code-5-2">
            <a:extLst xmlns:a="http://schemas.openxmlformats.org/drawingml/2006/main">
              <a:ext uri="{FF2B5EF4-FFF2-40B4-BE49-F238E27FC236}">
                <a16:creationId xmlns:a16="http://schemas.microsoft.com/office/drawing/2014/main" id="{746494E3-A3F5-4FB6-96AE-20070FC0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15" name="sample-code-5-digit-2">
            <a:extLst xmlns:a="http://schemas.openxmlformats.org/drawingml/2006/main">
              <a:ext uri="{FF2B5EF4-FFF2-40B4-BE49-F238E27FC236}">
                <a16:creationId xmlns:a16="http://schemas.microsoft.com/office/drawing/2014/main" id="{62C82DDF-9BBA-46A0-A5B5-91EF2F3D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116" name="sample-grade-6">
            <a:extLst xmlns:a="http://schemas.openxmlformats.org/drawingml/2006/main">
              <a:ext uri="{FF2B5EF4-FFF2-40B4-BE49-F238E27FC236}">
                <a16:creationId xmlns:a16="http://schemas.microsoft.com/office/drawing/2014/main" id="{3712A2B2-D906-471B-ADBB-5AD725BE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187303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117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E37A4E03-E614-44D7-8463-9A11273B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18" name="sample-code-6-0">
            <a:extLst xmlns:a="http://schemas.openxmlformats.org/drawingml/2006/main">
              <a:ext uri="{FF2B5EF4-FFF2-40B4-BE49-F238E27FC236}">
                <a16:creationId xmlns:a16="http://schemas.microsoft.com/office/drawing/2014/main" id="{23B9C537-5586-44A2-9880-0E7C2897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19" name="sample-code-6-digit-0">
            <a:extLst xmlns:a="http://schemas.openxmlformats.org/drawingml/2006/main">
              <a:ext uri="{FF2B5EF4-FFF2-40B4-BE49-F238E27FC236}">
                <a16:creationId xmlns:a16="http://schemas.microsoft.com/office/drawing/2014/main" id="{403C05DC-A0AA-403F-910D-EC3A5B32A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120" name="sample-code-6-1">
            <a:extLst xmlns:a="http://schemas.openxmlformats.org/drawingml/2006/main">
              <a:ext uri="{FF2B5EF4-FFF2-40B4-BE49-F238E27FC236}">
                <a16:creationId xmlns:a16="http://schemas.microsoft.com/office/drawing/2014/main" id="{42B8B3A1-CFAB-457E-AF80-D54AE8C5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21" name="sample-code-6-digit-1">
            <a:extLst xmlns:a="http://schemas.openxmlformats.org/drawingml/2006/main">
              <a:ext uri="{FF2B5EF4-FFF2-40B4-BE49-F238E27FC236}">
                <a16:creationId xmlns:a16="http://schemas.microsoft.com/office/drawing/2014/main" id="{B59F3181-7A9E-4BC0-A825-7F8D02AF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122" name="sample-code-6-2">
            <a:extLst xmlns:a="http://schemas.openxmlformats.org/drawingml/2006/main">
              <a:ext uri="{FF2B5EF4-FFF2-40B4-BE49-F238E27FC236}">
                <a16:creationId xmlns:a16="http://schemas.microsoft.com/office/drawing/2014/main" id="{F711EAB5-5583-4110-B81C-9557D2B8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23" name="sample-code-6-digit-2">
            <a:extLst xmlns:a="http://schemas.openxmlformats.org/drawingml/2006/main">
              <a:ext uri="{FF2B5EF4-FFF2-40B4-BE49-F238E27FC236}">
                <a16:creationId xmlns:a16="http://schemas.microsoft.com/office/drawing/2014/main" id="{AD563DDA-658D-426E-ACB8-545436A9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124" name="sample-grade-7">
            <a:extLst xmlns:a="http://schemas.openxmlformats.org/drawingml/2006/main">
              <a:ext uri="{FF2B5EF4-FFF2-40B4-BE49-F238E27FC236}">
                <a16:creationId xmlns:a16="http://schemas.microsoft.com/office/drawing/2014/main" id="{484EFB15-C949-4C1B-8137-AD9E54C6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187303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125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1F347600-A03F-4632-9083-A6F577A02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26" name="sample-code-7-0">
            <a:extLst xmlns:a="http://schemas.openxmlformats.org/drawingml/2006/main">
              <a:ext uri="{FF2B5EF4-FFF2-40B4-BE49-F238E27FC236}">
                <a16:creationId xmlns:a16="http://schemas.microsoft.com/office/drawing/2014/main" id="{1C7E1ADB-4E39-457E-A1BE-AFB42B65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27" name="sample-code-7-digit-0">
            <a:extLst xmlns:a="http://schemas.openxmlformats.org/drawingml/2006/main">
              <a:ext uri="{FF2B5EF4-FFF2-40B4-BE49-F238E27FC236}">
                <a16:creationId xmlns:a16="http://schemas.microsoft.com/office/drawing/2014/main" id="{708F4F0E-4521-4DAD-9A9B-B3C3D076C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128" name="sample-code-7-1">
            <a:extLst xmlns:a="http://schemas.openxmlformats.org/drawingml/2006/main">
              <a:ext uri="{FF2B5EF4-FFF2-40B4-BE49-F238E27FC236}">
                <a16:creationId xmlns:a16="http://schemas.microsoft.com/office/drawing/2014/main" id="{162232E8-7BA3-43DC-B747-4079FA21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29" name="sample-code-7-digit-1">
            <a:extLst xmlns:a="http://schemas.openxmlformats.org/drawingml/2006/main">
              <a:ext uri="{FF2B5EF4-FFF2-40B4-BE49-F238E27FC236}">
                <a16:creationId xmlns:a16="http://schemas.microsoft.com/office/drawing/2014/main" id="{A6737314-A466-4D27-A1E3-A5C374DBE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130" name="sample-code-7-2">
            <a:extLst xmlns:a="http://schemas.openxmlformats.org/drawingml/2006/main">
              <a:ext uri="{FF2B5EF4-FFF2-40B4-BE49-F238E27FC236}">
                <a16:creationId xmlns:a16="http://schemas.microsoft.com/office/drawing/2014/main" id="{AD5F99B0-2F01-4514-A21B-CDF0D38B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31" name="sample-code-7-digit-2">
            <a:extLst xmlns:a="http://schemas.openxmlformats.org/drawingml/2006/main">
              <a:ext uri="{FF2B5EF4-FFF2-40B4-BE49-F238E27FC236}">
                <a16:creationId xmlns:a16="http://schemas.microsoft.com/office/drawing/2014/main" id="{706334A9-DF2E-443D-8DB8-A1F0E990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132" name="sample-grade-8">
            <a:extLst xmlns:a="http://schemas.openxmlformats.org/drawingml/2006/main">
              <a:ext uri="{FF2B5EF4-FFF2-40B4-BE49-F238E27FC236}">
                <a16:creationId xmlns:a16="http://schemas.microsoft.com/office/drawing/2014/main" id="{F73A1ED2-0C0E-4154-B8AF-50940179B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394472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133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70D41302-C7F8-4F8D-986A-78B111CC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34" name="sample-code-8-0">
            <a:extLst xmlns:a="http://schemas.openxmlformats.org/drawingml/2006/main">
              <a:ext uri="{FF2B5EF4-FFF2-40B4-BE49-F238E27FC236}">
                <a16:creationId xmlns:a16="http://schemas.microsoft.com/office/drawing/2014/main" id="{D46CC568-76BE-46FD-9A5A-3E66C1476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35" name="sample-code-8-digit-0">
            <a:extLst xmlns:a="http://schemas.openxmlformats.org/drawingml/2006/main">
              <a:ext uri="{FF2B5EF4-FFF2-40B4-BE49-F238E27FC236}">
                <a16:creationId xmlns:a16="http://schemas.microsoft.com/office/drawing/2014/main" id="{31F2B20E-F554-411F-8CE5-8BAD29A9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136" name="sample-code-8-1">
            <a:extLst xmlns:a="http://schemas.openxmlformats.org/drawingml/2006/main">
              <a:ext uri="{FF2B5EF4-FFF2-40B4-BE49-F238E27FC236}">
                <a16:creationId xmlns:a16="http://schemas.microsoft.com/office/drawing/2014/main" id="{2C5F594C-7702-4C51-8801-A4D8331E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37" name="sample-code-8-digit-1">
            <a:extLst xmlns:a="http://schemas.openxmlformats.org/drawingml/2006/main">
              <a:ext uri="{FF2B5EF4-FFF2-40B4-BE49-F238E27FC236}">
                <a16:creationId xmlns:a16="http://schemas.microsoft.com/office/drawing/2014/main" id="{6DE02BEC-837A-4411-85FD-8EA940A00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138" name="sample-code-8-2">
            <a:extLst xmlns:a="http://schemas.openxmlformats.org/drawingml/2006/main">
              <a:ext uri="{FF2B5EF4-FFF2-40B4-BE49-F238E27FC236}">
                <a16:creationId xmlns:a16="http://schemas.microsoft.com/office/drawing/2014/main" id="{F8579534-3918-43E6-9BF5-A8867A1A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39" name="sample-code-8-digit-2">
            <a:extLst xmlns:a="http://schemas.openxmlformats.org/drawingml/2006/main">
              <a:ext uri="{FF2B5EF4-FFF2-40B4-BE49-F238E27FC236}">
                <a16:creationId xmlns:a16="http://schemas.microsoft.com/office/drawing/2014/main" id="{BCF480FC-D4EA-4FF2-BB5B-9BF88F5E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140" name="sample-grade-9">
            <a:extLst xmlns:a="http://schemas.openxmlformats.org/drawingml/2006/main">
              <a:ext uri="{FF2B5EF4-FFF2-40B4-BE49-F238E27FC236}">
                <a16:creationId xmlns:a16="http://schemas.microsoft.com/office/drawing/2014/main" id="{A1B13B65-97AF-4E11-BB7A-36FC19FB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980134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41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DEEA75F6-611F-4AB5-A043-5D5768E7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42" name="sample-code-9-0">
            <a:extLst xmlns:a="http://schemas.openxmlformats.org/drawingml/2006/main">
              <a:ext uri="{FF2B5EF4-FFF2-40B4-BE49-F238E27FC236}">
                <a16:creationId xmlns:a16="http://schemas.microsoft.com/office/drawing/2014/main" id="{8B53758A-B448-44A1-9996-E0CEBB56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43" name="sample-code-9-digit-0">
            <a:extLst xmlns:a="http://schemas.openxmlformats.org/drawingml/2006/main">
              <a:ext uri="{FF2B5EF4-FFF2-40B4-BE49-F238E27FC236}">
                <a16:creationId xmlns:a16="http://schemas.microsoft.com/office/drawing/2014/main" id="{9D56E6EE-37AF-4923-B1B5-12FB8959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144" name="sample-code-9-1">
            <a:extLst xmlns:a="http://schemas.openxmlformats.org/drawingml/2006/main">
              <a:ext uri="{FF2B5EF4-FFF2-40B4-BE49-F238E27FC236}">
                <a16:creationId xmlns:a16="http://schemas.microsoft.com/office/drawing/2014/main" id="{3926B7CE-5B25-4620-A76E-1117A83B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45" name="sample-code-9-digit-1">
            <a:extLst xmlns:a="http://schemas.openxmlformats.org/drawingml/2006/main">
              <a:ext uri="{FF2B5EF4-FFF2-40B4-BE49-F238E27FC236}">
                <a16:creationId xmlns:a16="http://schemas.microsoft.com/office/drawing/2014/main" id="{D22EB2EA-7F81-45CE-A40F-FE599E144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146" name="sample-code-9-2">
            <a:extLst xmlns:a="http://schemas.openxmlformats.org/drawingml/2006/main">
              <a:ext uri="{FF2B5EF4-FFF2-40B4-BE49-F238E27FC236}">
                <a16:creationId xmlns:a16="http://schemas.microsoft.com/office/drawing/2014/main" id="{174B7D96-4CD9-4ECB-BB2E-A89D03C51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47" name="sample-code-9-digit-2">
            <a:extLst xmlns:a="http://schemas.openxmlformats.org/drawingml/2006/main">
              <a:ext uri="{FF2B5EF4-FFF2-40B4-BE49-F238E27FC236}">
                <a16:creationId xmlns:a16="http://schemas.microsoft.com/office/drawing/2014/main" id="{80EC628E-DB2D-4442-9F77-5CB4D330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148" name="code-row-label">
            <a:extLst xmlns:a="http://schemas.openxmlformats.org/drawingml/2006/main">
              <a:ext uri="{FF2B5EF4-FFF2-40B4-BE49-F238E27FC236}">
                <a16:creationId xmlns:a16="http://schemas.microsoft.com/office/drawing/2014/main" id="{AA537896-C7A3-460A-B0B9-A49E7430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码字</a:t>
            </a:r>
          </a:p>
        </p:txBody>
      </p:sp>
      <p:sp>
        <p:nvSpPr>
          <p:cNvPr id="149" name="last-code-focus">
            <a:extLst xmlns:a="http://schemas.openxmlformats.org/drawingml/2006/main">
              <a:ext uri="{FF2B5EF4-FFF2-40B4-BE49-F238E27FC236}">
                <a16:creationId xmlns:a16="http://schemas.microsoft.com/office/drawing/2014/main" id="{76CC84AA-83E7-40AD-8294-6CBB6EA67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733925"/>
            <a:ext cx="933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150" name="answer-1">
            <a:extLst xmlns:a="http://schemas.openxmlformats.org/drawingml/2006/main">
              <a:ext uri="{FF2B5EF4-FFF2-40B4-BE49-F238E27FC236}">
                <a16:creationId xmlns:a16="http://schemas.microsoft.com/office/drawing/2014/main" id="{6E9D80C6-E747-4986-960F-61580E25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同一时刻的代表值 → 等级编号 → 码字。</a:t>
            </a:r>
          </a:p>
        </p:txBody>
      </p:sp>
      <p:sp>
        <p:nvSpPr>
          <p:cNvPr id="151" name="answer-2">
            <a:extLst xmlns:a="http://schemas.openxmlformats.org/drawingml/2006/main">
              <a:ext uri="{FF2B5EF4-FFF2-40B4-BE49-F238E27FC236}">
                <a16:creationId xmlns:a16="http://schemas.microsoft.com/office/drawing/2014/main" id="{CB89CC13-AB34-49C9-AFE7-0AF48028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 → 011；本课编码可以不压缩。</a:t>
            </a:r>
          </a:p>
        </p:txBody>
      </p:sp>
    </p:spTree>
    <p:extLst>
      <p:ext uri="{BB962C8B-B14F-4D97-AF65-F5344CB8AC3E}">
        <p14:creationId xmlns:p14="http://schemas.microsoft.com/office/powerpoint/2010/main" val="201275812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op-rail">
            <a:extLst xmlns:a="http://schemas.openxmlformats.org/drawingml/2006/main">
              <a:ext uri="{FF2B5EF4-FFF2-40B4-BE49-F238E27FC236}">
                <a16:creationId xmlns:a16="http://schemas.microsoft.com/office/drawing/2014/main" id="{4BC65C51-1B09-4D04-9F67-68718F39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840E3849-D842-47E0-8AC2-FE948E10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6CC75C3-664B-4F6D-B01A-16737248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时刻、幅度和码字，各解决什么问题？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9EB0D336-D9F7-40D9-ABA6-C9FC1F815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019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8C64E1"/>
            </a:solidFill>
          </a:ln>
        </p:spPr>
      </p:sp>
      <p:sp>
        <p:nvSpPr>
          <p:cNvPr id="5" name="tree-root-label">
            <a:extLst xmlns:a="http://schemas.openxmlformats.org/drawingml/2006/main">
              <a:ext uri="{FF2B5EF4-FFF2-40B4-BE49-F238E27FC236}">
                <a16:creationId xmlns:a16="http://schemas.microsoft.com/office/drawing/2014/main" id="{E3742C38-C37E-4D58-B3A3-CF815531C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175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声音数字化</a:t>
            </a:r>
          </a:p>
        </p:txBody>
      </p:sp>
      <p:sp>
        <p:nvSpPr>
          <p:cNvPr id="6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D79869AA-F777-42B5-B203-31B62740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7" name="tree-trunk-0">
            <a:extLst xmlns:a="http://schemas.openxmlformats.org/drawingml/2006/main">
              <a:ext uri="{FF2B5EF4-FFF2-40B4-BE49-F238E27FC236}">
                <a16:creationId xmlns:a16="http://schemas.microsoft.com/office/drawing/2014/main" id="{B25B9983-8540-4CEA-8ADD-BF444DF7E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ree-relationship-0">
            <a:extLst xmlns:a="http://schemas.openxmlformats.org/drawingml/2006/main">
              <a:ext uri="{FF2B5EF4-FFF2-40B4-BE49-F238E27FC236}">
                <a16:creationId xmlns:a16="http://schemas.microsoft.com/office/drawing/2014/main" id="{CD59F08B-0DA0-4C7D-A8DD-078AA10EF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9" name="tree-node-0">
            <a:extLst xmlns:a="http://schemas.openxmlformats.org/drawingml/2006/main">
              <a:ext uri="{FF2B5EF4-FFF2-40B4-BE49-F238E27FC236}">
                <a16:creationId xmlns:a16="http://schemas.microsoft.com/office/drawing/2014/main" id="{2F54B71D-E36C-43FF-B0DB-EB917399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7526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ree-heading-0">
            <a:extLst xmlns:a="http://schemas.openxmlformats.org/drawingml/2006/main">
              <a:ext uri="{FF2B5EF4-FFF2-40B4-BE49-F238E27FC236}">
                <a16:creationId xmlns:a16="http://schemas.microsoft.com/office/drawing/2014/main" id="{19AE0DF8-3F8D-4607-88C7-09DD083E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288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</a:t>
            </a:r>
          </a:p>
        </p:txBody>
      </p:sp>
      <p:sp>
        <p:nvSpPr>
          <p:cNvPr id="11" name="tree-detail-0">
            <a:extLst xmlns:a="http://schemas.openxmlformats.org/drawingml/2006/main">
              <a:ext uri="{FF2B5EF4-FFF2-40B4-BE49-F238E27FC236}">
                <a16:creationId xmlns:a16="http://schemas.microsoft.com/office/drawing/2014/main" id="{7D23208D-DC11-49DE-9E3D-6F893996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90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按时刻取值</a:t>
            </a:r>
          </a:p>
        </p:txBody>
      </p:sp>
      <p:sp>
        <p:nvSpPr>
          <p:cNvPr id="12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4541669E-9AE0-4211-AAC6-FF38F2CB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3" name="tree-relation-label-0">
            <a:extLst xmlns:a="http://schemas.openxmlformats.org/drawingml/2006/main">
              <a:ext uri="{FF2B5EF4-FFF2-40B4-BE49-F238E27FC236}">
                <a16:creationId xmlns:a16="http://schemas.microsoft.com/office/drawing/2014/main" id="{A97DF86F-EB9C-4970-A727-D4D1F7ECA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288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 × 时长</a:t>
            </a:r>
          </a:p>
        </p:txBody>
      </p:sp>
      <p:sp>
        <p:nvSpPr>
          <p:cNvPr id="14" name="tree-relation-detail-0">
            <a:extLst xmlns:a="http://schemas.openxmlformats.org/drawingml/2006/main">
              <a:ext uri="{FF2B5EF4-FFF2-40B4-BE49-F238E27FC236}">
                <a16:creationId xmlns:a16="http://schemas.microsoft.com/office/drawing/2014/main" id="{E6EB6F03-984D-48DE-BB92-8F7D9417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907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每声道有多少样本</a:t>
            </a:r>
          </a:p>
        </p:txBody>
      </p:sp>
      <p:sp>
        <p:nvSpPr>
          <p:cNvPr id="15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1B6D047A-073B-462D-B33A-6D842B29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6" name="tree-trunk-1">
            <a:extLst xmlns:a="http://schemas.openxmlformats.org/drawingml/2006/main">
              <a:ext uri="{FF2B5EF4-FFF2-40B4-BE49-F238E27FC236}">
                <a16:creationId xmlns:a16="http://schemas.microsoft.com/office/drawing/2014/main" id="{709CF863-1C31-499A-9490-C42CD7A4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1104900"/>
          </a:xfrm>
          <a:custGeom xmlns:a="http://schemas.openxmlformats.org/drawingml/2006/main">
            <a:pathLst>
              <a:path w="9525" h="1104900">
                <a:moveTo>
                  <a:pt x="0" y="0"/>
                </a:moveTo>
                <a:lnTo>
                  <a:pt x="0" y="11049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7" name="tree-relationship-1">
            <a:extLst xmlns:a="http://schemas.openxmlformats.org/drawingml/2006/main">
              <a:ext uri="{FF2B5EF4-FFF2-40B4-BE49-F238E27FC236}">
                <a16:creationId xmlns:a16="http://schemas.microsoft.com/office/drawing/2014/main" id="{8C177387-F65B-448D-B449-B8F33B2C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670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8" name="tree-node-1">
            <a:extLst xmlns:a="http://schemas.openxmlformats.org/drawingml/2006/main">
              <a:ext uri="{FF2B5EF4-FFF2-40B4-BE49-F238E27FC236}">
                <a16:creationId xmlns:a16="http://schemas.microsoft.com/office/drawing/2014/main" id="{28BBC193-C6DA-429C-9E3C-799D90FB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575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9" name="tree-heading-1">
            <a:extLst xmlns:a="http://schemas.openxmlformats.org/drawingml/2006/main">
              <a:ext uri="{FF2B5EF4-FFF2-40B4-BE49-F238E27FC236}">
                <a16:creationId xmlns:a16="http://schemas.microsoft.com/office/drawing/2014/main" id="{E801EC08-8F54-4675-96ED-6E65DA8FA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337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量化</a:t>
            </a:r>
          </a:p>
        </p:txBody>
      </p:sp>
      <p:sp>
        <p:nvSpPr>
          <p:cNvPr id="20" name="tree-detail-1">
            <a:extLst xmlns:a="http://schemas.openxmlformats.org/drawingml/2006/main">
              <a:ext uri="{FF2B5EF4-FFF2-40B4-BE49-F238E27FC236}">
                <a16:creationId xmlns:a16="http://schemas.microsoft.com/office/drawing/2014/main" id="{F77633DC-3E9A-4D6E-B14F-602638DC0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956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幅度取有限等级</a:t>
            </a:r>
          </a:p>
        </p:txBody>
      </p:sp>
      <p:sp>
        <p:nvSpPr>
          <p:cNvPr id="21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7DF7D8BA-861F-4413-9FB9-8C2157F9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527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22" name="tree-relation-label-1">
            <a:extLst xmlns:a="http://schemas.openxmlformats.org/drawingml/2006/main">
              <a:ext uri="{FF2B5EF4-FFF2-40B4-BE49-F238E27FC236}">
                <a16:creationId xmlns:a16="http://schemas.microsoft.com/office/drawing/2014/main" id="{68EDD0E4-FDEF-43A3-A831-57F21592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337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固定范围：等级数决定步长</a:t>
            </a:r>
          </a:p>
        </p:txBody>
      </p:sp>
      <p:sp>
        <p:nvSpPr>
          <p:cNvPr id="23" name="tree-relation-detail-1">
            <a:extLst xmlns:a="http://schemas.openxmlformats.org/drawingml/2006/main">
              <a:ext uri="{FF2B5EF4-FFF2-40B4-BE49-F238E27FC236}">
                <a16:creationId xmlns:a16="http://schemas.microsoft.com/office/drawing/2014/main" id="{51F45078-0EC7-4E35-91EA-8D3D0B3E9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956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等级越多，步长越小</a:t>
            </a:r>
          </a:p>
        </p:txBody>
      </p:sp>
    </p:spTree>
    <p:extLst>
      <p:ext uri="{BB962C8B-B14F-4D97-AF65-F5344CB8AC3E}">
        <p14:creationId xmlns:p14="http://schemas.microsoft.com/office/powerpoint/2010/main" val="54959270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top-rail">
            <a:extLst xmlns:a="http://schemas.openxmlformats.org/drawingml/2006/main">
              <a:ext uri="{FF2B5EF4-FFF2-40B4-BE49-F238E27FC236}">
                <a16:creationId xmlns:a16="http://schemas.microsoft.com/office/drawing/2014/main" id="{4BC65C51-1B09-4D04-9F67-68718F39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840E3849-D842-47E0-8AC2-FE948E10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6CC75C3-664B-4F6D-B01A-16737248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时刻、幅度和码字，各解决什么问题？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9EB0D336-D9F7-40D9-ABA6-C9FC1F815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019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8C64E1"/>
            </a:solidFill>
          </a:ln>
        </p:spPr>
      </p:sp>
      <p:sp>
        <p:nvSpPr>
          <p:cNvPr id="5" name="tree-root-label">
            <a:extLst xmlns:a="http://schemas.openxmlformats.org/drawingml/2006/main">
              <a:ext uri="{FF2B5EF4-FFF2-40B4-BE49-F238E27FC236}">
                <a16:creationId xmlns:a16="http://schemas.microsoft.com/office/drawing/2014/main" id="{E3742C38-C37E-4D58-B3A3-CF815531C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175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声音数字化</a:t>
            </a:r>
          </a:p>
        </p:txBody>
      </p:sp>
      <p:sp>
        <p:nvSpPr>
          <p:cNvPr id="6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D79869AA-F777-42B5-B203-31B62740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7" name="tree-trunk-0">
            <a:extLst xmlns:a="http://schemas.openxmlformats.org/drawingml/2006/main">
              <a:ext uri="{FF2B5EF4-FFF2-40B4-BE49-F238E27FC236}">
                <a16:creationId xmlns:a16="http://schemas.microsoft.com/office/drawing/2014/main" id="{B25B9983-8540-4CEA-8ADD-BF444DF7E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ree-relationship-0">
            <a:extLst xmlns:a="http://schemas.openxmlformats.org/drawingml/2006/main">
              <a:ext uri="{FF2B5EF4-FFF2-40B4-BE49-F238E27FC236}">
                <a16:creationId xmlns:a16="http://schemas.microsoft.com/office/drawing/2014/main" id="{CD59F08B-0DA0-4C7D-A8DD-078AA10EF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9" name="tree-node-0">
            <a:extLst xmlns:a="http://schemas.openxmlformats.org/drawingml/2006/main">
              <a:ext uri="{FF2B5EF4-FFF2-40B4-BE49-F238E27FC236}">
                <a16:creationId xmlns:a16="http://schemas.microsoft.com/office/drawing/2014/main" id="{2F54B71D-E36C-43FF-B0DB-EB917399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7526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ree-heading-0">
            <a:extLst xmlns:a="http://schemas.openxmlformats.org/drawingml/2006/main">
              <a:ext uri="{FF2B5EF4-FFF2-40B4-BE49-F238E27FC236}">
                <a16:creationId xmlns:a16="http://schemas.microsoft.com/office/drawing/2014/main" id="{19AE0DF8-3F8D-4607-88C7-09DD083E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288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</a:t>
            </a:r>
          </a:p>
        </p:txBody>
      </p:sp>
      <p:sp>
        <p:nvSpPr>
          <p:cNvPr id="11" name="tree-detail-0">
            <a:extLst xmlns:a="http://schemas.openxmlformats.org/drawingml/2006/main">
              <a:ext uri="{FF2B5EF4-FFF2-40B4-BE49-F238E27FC236}">
                <a16:creationId xmlns:a16="http://schemas.microsoft.com/office/drawing/2014/main" id="{7D23208D-DC11-49DE-9E3D-6F893996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90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按时刻取值</a:t>
            </a:r>
          </a:p>
        </p:txBody>
      </p:sp>
      <p:sp>
        <p:nvSpPr>
          <p:cNvPr id="12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4541669E-9AE0-4211-AAC6-FF38F2CB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3" name="tree-relation-label-0">
            <a:extLst xmlns:a="http://schemas.openxmlformats.org/drawingml/2006/main">
              <a:ext uri="{FF2B5EF4-FFF2-40B4-BE49-F238E27FC236}">
                <a16:creationId xmlns:a16="http://schemas.microsoft.com/office/drawing/2014/main" id="{A97DF86F-EB9C-4970-A727-D4D1F7ECA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288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 × 时长</a:t>
            </a:r>
          </a:p>
        </p:txBody>
      </p:sp>
      <p:sp>
        <p:nvSpPr>
          <p:cNvPr id="14" name="tree-relation-detail-0">
            <a:extLst xmlns:a="http://schemas.openxmlformats.org/drawingml/2006/main">
              <a:ext uri="{FF2B5EF4-FFF2-40B4-BE49-F238E27FC236}">
                <a16:creationId xmlns:a16="http://schemas.microsoft.com/office/drawing/2014/main" id="{E6EB6F03-984D-48DE-BB92-8F7D9417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907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每声道有多少样本</a:t>
            </a:r>
          </a:p>
        </p:txBody>
      </p:sp>
      <p:sp>
        <p:nvSpPr>
          <p:cNvPr id="15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1B6D047A-073B-462D-B33A-6D842B29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6" name="tree-trunk-1">
            <a:extLst xmlns:a="http://schemas.openxmlformats.org/drawingml/2006/main">
              <a:ext uri="{FF2B5EF4-FFF2-40B4-BE49-F238E27FC236}">
                <a16:creationId xmlns:a16="http://schemas.microsoft.com/office/drawing/2014/main" id="{709CF863-1C31-499A-9490-C42CD7A4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1104900"/>
          </a:xfrm>
          <a:custGeom xmlns:a="http://schemas.openxmlformats.org/drawingml/2006/main">
            <a:pathLst>
              <a:path w="9525" h="1104900">
                <a:moveTo>
                  <a:pt x="0" y="0"/>
                </a:moveTo>
                <a:lnTo>
                  <a:pt x="0" y="11049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7" name="tree-relationship-1">
            <a:extLst xmlns:a="http://schemas.openxmlformats.org/drawingml/2006/main">
              <a:ext uri="{FF2B5EF4-FFF2-40B4-BE49-F238E27FC236}">
                <a16:creationId xmlns:a16="http://schemas.microsoft.com/office/drawing/2014/main" id="{8C177387-F65B-448D-B449-B8F33B2C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670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8" name="tree-node-1">
            <a:extLst xmlns:a="http://schemas.openxmlformats.org/drawingml/2006/main">
              <a:ext uri="{FF2B5EF4-FFF2-40B4-BE49-F238E27FC236}">
                <a16:creationId xmlns:a16="http://schemas.microsoft.com/office/drawing/2014/main" id="{28BBC193-C6DA-429C-9E3C-799D90FB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575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9" name="tree-heading-1">
            <a:extLst xmlns:a="http://schemas.openxmlformats.org/drawingml/2006/main">
              <a:ext uri="{FF2B5EF4-FFF2-40B4-BE49-F238E27FC236}">
                <a16:creationId xmlns:a16="http://schemas.microsoft.com/office/drawing/2014/main" id="{E801EC08-8F54-4675-96ED-6E65DA8FA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337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量化</a:t>
            </a:r>
          </a:p>
        </p:txBody>
      </p:sp>
      <p:sp>
        <p:nvSpPr>
          <p:cNvPr id="20" name="tree-detail-1">
            <a:extLst xmlns:a="http://schemas.openxmlformats.org/drawingml/2006/main">
              <a:ext uri="{FF2B5EF4-FFF2-40B4-BE49-F238E27FC236}">
                <a16:creationId xmlns:a16="http://schemas.microsoft.com/office/drawing/2014/main" id="{F77633DC-3E9A-4D6E-B14F-602638DC0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956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幅度取有限等级</a:t>
            </a:r>
          </a:p>
        </p:txBody>
      </p:sp>
      <p:sp>
        <p:nvSpPr>
          <p:cNvPr id="21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7DF7D8BA-861F-4413-9FB9-8C2157F9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527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22" name="tree-relation-label-1">
            <a:extLst xmlns:a="http://schemas.openxmlformats.org/drawingml/2006/main">
              <a:ext uri="{FF2B5EF4-FFF2-40B4-BE49-F238E27FC236}">
                <a16:creationId xmlns:a16="http://schemas.microsoft.com/office/drawing/2014/main" id="{68EDD0E4-FDEF-43A3-A831-57F21592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337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固定范围：等级数决定步长</a:t>
            </a:r>
          </a:p>
        </p:txBody>
      </p:sp>
      <p:sp>
        <p:nvSpPr>
          <p:cNvPr id="23" name="tree-relation-detail-1">
            <a:extLst xmlns:a="http://schemas.openxmlformats.org/drawingml/2006/main">
              <a:ext uri="{FF2B5EF4-FFF2-40B4-BE49-F238E27FC236}">
                <a16:creationId xmlns:a16="http://schemas.microsoft.com/office/drawing/2014/main" id="{51F45078-0EC7-4E35-91EA-8D3D0B3E9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956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等级越多，步长越小</a:t>
            </a:r>
          </a:p>
        </p:txBody>
      </p:sp>
      <p:sp>
        <p:nvSpPr>
          <p:cNvPr id="24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62551B11-3720-453C-B7DE-08552DCCE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5" name="tree-trunk-2">
            <a:extLst xmlns:a="http://schemas.openxmlformats.org/drawingml/2006/main">
              <a:ext uri="{FF2B5EF4-FFF2-40B4-BE49-F238E27FC236}">
                <a16:creationId xmlns:a16="http://schemas.microsoft.com/office/drawing/2014/main" id="{9BAF1EEB-433E-481F-8FD9-A3F8A97D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2209800"/>
          </a:xfrm>
          <a:custGeom xmlns:a="http://schemas.openxmlformats.org/drawingml/2006/main">
            <a:pathLst>
              <a:path w="9525" h="2209800">
                <a:moveTo>
                  <a:pt x="0" y="0"/>
                </a:moveTo>
                <a:lnTo>
                  <a:pt x="0" y="22098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6" name="tree-relationship-2">
            <a:extLst xmlns:a="http://schemas.openxmlformats.org/drawingml/2006/main">
              <a:ext uri="{FF2B5EF4-FFF2-40B4-BE49-F238E27FC236}">
                <a16:creationId xmlns:a16="http://schemas.microsoft.com/office/drawing/2014/main" id="{4B267F6F-35FC-4424-B6FD-2CAD3E966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719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7" name="tree-node-2">
            <a:extLst xmlns:a="http://schemas.openxmlformats.org/drawingml/2006/main">
              <a:ext uri="{FF2B5EF4-FFF2-40B4-BE49-F238E27FC236}">
                <a16:creationId xmlns:a16="http://schemas.microsoft.com/office/drawing/2014/main" id="{F1901A1A-4178-459D-AC99-3753734A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9624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8" name="tree-heading-2">
            <a:extLst xmlns:a="http://schemas.openxmlformats.org/drawingml/2006/main">
              <a:ext uri="{FF2B5EF4-FFF2-40B4-BE49-F238E27FC236}">
                <a16:creationId xmlns:a16="http://schemas.microsoft.com/office/drawing/2014/main" id="{BB5D9597-0B11-4D57-8674-3C026928C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0386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编码</a:t>
            </a:r>
          </a:p>
        </p:txBody>
      </p:sp>
      <p:sp>
        <p:nvSpPr>
          <p:cNvPr id="29" name="tree-detail-2">
            <a:extLst xmlns:a="http://schemas.openxmlformats.org/drawingml/2006/main">
              <a:ext uri="{FF2B5EF4-FFF2-40B4-BE49-F238E27FC236}">
                <a16:creationId xmlns:a16="http://schemas.microsoft.com/office/drawing/2014/main" id="{B2381B69-8DD1-48B3-B1DF-7580C4E81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005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用码字表示等级</a:t>
            </a:r>
          </a:p>
        </p:txBody>
      </p:sp>
      <p:sp>
        <p:nvSpPr>
          <p:cNvPr id="30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BFFBF1D9-36F2-43B3-A5B6-894133CAB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576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31" name="tree-relation-label-2">
            <a:extLst xmlns:a="http://schemas.openxmlformats.org/drawingml/2006/main">
              <a:ext uri="{FF2B5EF4-FFF2-40B4-BE49-F238E27FC236}">
                <a16:creationId xmlns:a16="http://schemas.microsoft.com/office/drawing/2014/main" id="{4019F7CE-488A-443B-BD55-99651641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386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等级编号 → 等长码字</a:t>
            </a:r>
          </a:p>
        </p:txBody>
      </p:sp>
      <p:sp>
        <p:nvSpPr>
          <p:cNvPr id="32" name="tree-relation-detail-2">
            <a:extLst xmlns:a="http://schemas.openxmlformats.org/drawingml/2006/main">
              <a:ext uri="{FF2B5EF4-FFF2-40B4-BE49-F238E27FC236}">
                <a16:creationId xmlns:a16="http://schemas.microsoft.com/office/drawing/2014/main" id="{0DEF4D57-AC26-47B9-A6F6-F1BFF27B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005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本课编码可以不压缩</a:t>
            </a:r>
          </a:p>
        </p:txBody>
      </p:sp>
      <p:sp>
        <p:nvSpPr>
          <p:cNvPr id="33" name="new-tree-focus">
            <a:extLst xmlns:a="http://schemas.openxmlformats.org/drawingml/2006/main">
              <a:ext uri="{FF2B5EF4-FFF2-40B4-BE49-F238E27FC236}">
                <a16:creationId xmlns:a16="http://schemas.microsoft.com/office/drawing/2014/main" id="{6168CB47-9B16-45E0-858A-3777C5300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924300"/>
            <a:ext cx="8534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34" name="new-tree-label">
            <a:extLst xmlns:a="http://schemas.openxmlformats.org/drawingml/2006/main">
              <a:ext uri="{FF2B5EF4-FFF2-40B4-BE49-F238E27FC236}">
                <a16:creationId xmlns:a16="http://schemas.microsoft.com/office/drawing/2014/main" id="{89D40D67-A8FE-4F10-BA7E-26A4F45C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057650"/>
            <a:ext cx="80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18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新增</a:t>
            </a:r>
          </a:p>
        </p:txBody>
      </p:sp>
    </p:spTree>
    <p:extLst>
      <p:ext uri="{BB962C8B-B14F-4D97-AF65-F5344CB8AC3E}">
        <p14:creationId xmlns:p14="http://schemas.microsoft.com/office/powerpoint/2010/main" val="54959270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-rail">
            <a:extLst xmlns:a="http://schemas.openxmlformats.org/drawingml/2006/main">
              <a:ext uri="{FF2B5EF4-FFF2-40B4-BE49-F238E27FC236}">
                <a16:creationId xmlns:a16="http://schemas.microsoft.com/office/drawing/2014/main" id="{9513B33B-2447-4C43-B2BD-F1352EAB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4FD83F2F-11D5-4B9B-A525-C549D9315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3954677B-75D9-4FA6-8FA8-319105EAD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这些名称在录音流程的哪一层？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3E8F0EB-28F8-4F8A-91DE-93C9C08B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WAV、PCM、MP3、WMA、MIDI</a:t>
            </a:r>
          </a:p>
        </p:txBody>
      </p:sp>
      <p:sp>
        <p:nvSpPr>
          <p:cNvPr id="5" name="recorded-route">
            <a:extLst xmlns:a="http://schemas.openxmlformats.org/drawingml/2006/main">
              <a:ext uri="{FF2B5EF4-FFF2-40B4-BE49-F238E27FC236}">
                <a16:creationId xmlns:a16="http://schemas.microsoft.com/office/drawing/2014/main" id="{6F394213-93B8-420E-85A1-B3FFD29AF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录音样本</a:t>
            </a:r>
          </a:p>
        </p:txBody>
      </p:sp>
      <p:sp>
        <p:nvSpPr>
          <p:cNvPr id="6" name="recorded-content">
            <a:extLst xmlns:a="http://schemas.openxmlformats.org/drawingml/2006/main">
              <a:ext uri="{FF2B5EF4-FFF2-40B4-BE49-F238E27FC236}">
                <a16:creationId xmlns:a16="http://schemas.microsoft.com/office/drawing/2014/main" id="{E84C4F98-BE39-46FC-8D5C-03342A06A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66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按时刻保存幅度</a:t>
            </a:r>
          </a:p>
        </p:txBody>
      </p:sp>
      <p:sp>
        <p:nvSpPr>
          <p:cNvPr id="7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D41934D3-5034-450C-9998-E98E67EE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62225"/>
            <a:ext cx="4953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8" name="audio-encoding-slot">
            <a:extLst xmlns:a="http://schemas.openxmlformats.org/drawingml/2006/main">
              <a:ext uri="{FF2B5EF4-FFF2-40B4-BE49-F238E27FC236}">
                <a16:creationId xmlns:a16="http://schemas.microsoft.com/office/drawing/2014/main" id="{1C9611A6-009E-484D-8ABC-8351A491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43150"/>
            <a:ext cx="3286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编码方法？</a:t>
            </a:r>
          </a:p>
        </p:txBody>
      </p:sp>
      <p:sp>
        <p:nvSpPr>
          <p:cNvPr id="9" name="codec-example-slot">
            <a:extLst xmlns:a="http://schemas.openxmlformats.org/drawingml/2006/main">
              <a:ext uri="{FF2B5EF4-FFF2-40B4-BE49-F238E27FC236}">
                <a16:creationId xmlns:a16="http://schemas.microsoft.com/office/drawing/2014/main" id="{1BF2333B-FA4B-4570-A542-925D8A67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809875"/>
            <a:ext cx="428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怎样表示这些数据？</a:t>
            </a:r>
          </a:p>
        </p:txBody>
      </p:sp>
      <p:sp>
        <p:nvSpPr>
          <p:cNvPr id="10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B5146C41-CB9D-4172-8F61-1DE73DE6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62225"/>
            <a:ext cx="4953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1" name="container-outline">
            <a:extLst xmlns:a="http://schemas.openxmlformats.org/drawingml/2006/main">
              <a:ext uri="{FF2B5EF4-FFF2-40B4-BE49-F238E27FC236}">
                <a16:creationId xmlns:a16="http://schemas.microsoft.com/office/drawing/2014/main" id="{CE7DAC27-0F84-40D7-B4A0-52588441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09800"/>
            <a:ext cx="21526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8080"/>
            </a:solidFill>
          </a:ln>
        </p:spPr>
      </p:sp>
      <p:sp>
        <p:nvSpPr>
          <p:cNvPr id="12" name="container-slot">
            <a:extLst xmlns:a="http://schemas.openxmlformats.org/drawingml/2006/main">
              <a:ext uri="{FF2B5EF4-FFF2-40B4-BE49-F238E27FC236}">
                <a16:creationId xmlns:a16="http://schemas.microsoft.com/office/drawing/2014/main" id="{33570619-6470-442E-844D-FBA15B9B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8125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文件包装？</a:t>
            </a:r>
          </a:p>
        </p:txBody>
      </p:sp>
      <p:sp>
        <p:nvSpPr>
          <p:cNvPr id="13" name="pcm-container-example">
            <a:extLst xmlns:a="http://schemas.openxmlformats.org/drawingml/2006/main">
              <a:ext uri="{FF2B5EF4-FFF2-40B4-BE49-F238E27FC236}">
                <a16:creationId xmlns:a16="http://schemas.microsoft.com/office/drawing/2014/main" id="{AC0062AD-AB47-4672-A39B-3480CC29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8575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本课装PCM</a:t>
            </a:r>
          </a:p>
        </p:txBody>
      </p:sp>
      <p:sp>
        <p:nvSpPr>
          <p:cNvPr id="14" name="event-route">
            <a:extLst xmlns:a="http://schemas.openxmlformats.org/drawingml/2006/main">
              <a:ext uri="{FF2B5EF4-FFF2-40B4-BE49-F238E27FC236}">
                <a16:creationId xmlns:a16="http://schemas.microsoft.com/office/drawing/2014/main" id="{678BE68C-57FE-4E42-97AD-18C14149C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0527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演奏事件</a:t>
            </a:r>
          </a:p>
        </p:txBody>
      </p:sp>
      <p:sp>
        <p:nvSpPr>
          <p:cNvPr id="15" name="event-content">
            <a:extLst xmlns:a="http://schemas.openxmlformats.org/drawingml/2006/main">
              <a:ext uri="{FF2B5EF4-FFF2-40B4-BE49-F238E27FC236}">
                <a16:creationId xmlns:a16="http://schemas.microsoft.com/office/drawing/2014/main" id="{C95C2224-7859-44FB-8DB7-A92A0B9E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285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音符、时长、乐器</a:t>
            </a:r>
          </a:p>
        </p:txBody>
      </p:sp>
      <p:sp>
        <p:nvSpPr>
          <p:cNvPr id="16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F6CBB7B6-8623-44B8-8964-DB24037E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24350"/>
            <a:ext cx="4953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7" name="midi-slot">
            <a:extLst xmlns:a="http://schemas.openxmlformats.org/drawingml/2006/main">
              <a:ext uri="{FF2B5EF4-FFF2-40B4-BE49-F238E27FC236}">
                <a16:creationId xmlns:a16="http://schemas.microsoft.com/office/drawing/2014/main" id="{4F1F0233-0E2A-4CFA-9D7C-8CCC8979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105275"/>
            <a:ext cx="3286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指令格式？</a:t>
            </a:r>
          </a:p>
        </p:txBody>
      </p:sp>
      <p:sp>
        <p:nvSpPr>
          <p:cNvPr id="18" name="synthesizer">
            <a:extLst xmlns:a="http://schemas.openxmlformats.org/drawingml/2006/main">
              <a:ext uri="{FF2B5EF4-FFF2-40B4-BE49-F238E27FC236}">
                <a16:creationId xmlns:a16="http://schemas.microsoft.com/office/drawing/2014/main" id="{9D2B77EC-5E2D-443C-8E9D-07DD51DE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57200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由合成器解释</a:t>
            </a:r>
          </a:p>
        </p:txBody>
      </p:sp>
      <p:sp>
        <p:nvSpPr>
          <p:cNvPr id="19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786937E1-1F02-486E-B02B-FD7511AE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324350"/>
            <a:ext cx="4953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20" name="synthesized-sound">
            <a:extLst xmlns:a="http://schemas.openxmlformats.org/drawingml/2006/main">
              <a:ext uri="{FF2B5EF4-FFF2-40B4-BE49-F238E27FC236}">
                <a16:creationId xmlns:a16="http://schemas.microsoft.com/office/drawing/2014/main" id="{017902C9-CF9A-461B-91DF-607CF648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05275"/>
            <a:ext cx="2076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产生声音</a:t>
            </a:r>
          </a:p>
        </p:txBody>
      </p:sp>
    </p:spTree>
    <p:extLst>
      <p:ext uri="{BB962C8B-B14F-4D97-AF65-F5344CB8AC3E}">
        <p14:creationId xmlns:p14="http://schemas.microsoft.com/office/powerpoint/2010/main" val="32498599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-rail">
            <a:extLst xmlns:a="http://schemas.openxmlformats.org/drawingml/2006/main">
              <a:ext uri="{FF2B5EF4-FFF2-40B4-BE49-F238E27FC236}">
                <a16:creationId xmlns:a16="http://schemas.microsoft.com/office/drawing/2014/main" id="{9513B33B-2447-4C43-B2BD-F1352EAB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4FD83F2F-11D5-4B9B-A525-C549D9315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3954677B-75D9-4FA6-8FA8-319105EAD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这些名称在录音流程的哪一层？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3E8F0EB-28F8-4F8A-91DE-93C9C08B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WAV、PCM、MP3、WMA、MIDI</a:t>
            </a:r>
          </a:p>
        </p:txBody>
      </p:sp>
      <p:sp>
        <p:nvSpPr>
          <p:cNvPr id="5" name="recorded-route">
            <a:extLst xmlns:a="http://schemas.openxmlformats.org/drawingml/2006/main">
              <a:ext uri="{FF2B5EF4-FFF2-40B4-BE49-F238E27FC236}">
                <a16:creationId xmlns:a16="http://schemas.microsoft.com/office/drawing/2014/main" id="{6F394213-93B8-420E-85A1-B3FFD29AF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录音样本</a:t>
            </a:r>
          </a:p>
        </p:txBody>
      </p:sp>
      <p:sp>
        <p:nvSpPr>
          <p:cNvPr id="6" name="recorded-content">
            <a:extLst xmlns:a="http://schemas.openxmlformats.org/drawingml/2006/main">
              <a:ext uri="{FF2B5EF4-FFF2-40B4-BE49-F238E27FC236}">
                <a16:creationId xmlns:a16="http://schemas.microsoft.com/office/drawing/2014/main" id="{E84C4F98-BE39-46FC-8D5C-03342A06A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66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按时刻保存幅度</a:t>
            </a:r>
          </a:p>
        </p:txBody>
      </p:sp>
      <p:sp>
        <p:nvSpPr>
          <p:cNvPr id="7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D41934D3-5034-450C-9998-E98E67EE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62225"/>
            <a:ext cx="4953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8" name="audio-encoding-slot">
            <a:extLst xmlns:a="http://schemas.openxmlformats.org/drawingml/2006/main">
              <a:ext uri="{FF2B5EF4-FFF2-40B4-BE49-F238E27FC236}">
                <a16:creationId xmlns:a16="http://schemas.microsoft.com/office/drawing/2014/main" id="{1C9611A6-009E-484D-8ABC-8351A491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43150"/>
            <a:ext cx="3286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PCM等音频编码</a:t>
            </a:r>
          </a:p>
        </p:txBody>
      </p:sp>
      <p:sp>
        <p:nvSpPr>
          <p:cNvPr id="9" name="codec-example-slot">
            <a:extLst xmlns:a="http://schemas.openxmlformats.org/drawingml/2006/main">
              <a:ext uri="{FF2B5EF4-FFF2-40B4-BE49-F238E27FC236}">
                <a16:creationId xmlns:a16="http://schemas.microsoft.com/office/drawing/2014/main" id="{1BF2333B-FA4B-4570-A542-925D8A67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809875"/>
            <a:ext cx="428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也可选择MP3、WMA等</a:t>
            </a:r>
          </a:p>
        </p:txBody>
      </p:sp>
      <p:sp>
        <p:nvSpPr>
          <p:cNvPr id="10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B5146C41-CB9D-4172-8F61-1DE73DE6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62225"/>
            <a:ext cx="4953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1" name="container-outline">
            <a:extLst xmlns:a="http://schemas.openxmlformats.org/drawingml/2006/main">
              <a:ext uri="{FF2B5EF4-FFF2-40B4-BE49-F238E27FC236}">
                <a16:creationId xmlns:a16="http://schemas.microsoft.com/office/drawing/2014/main" id="{CE7DAC27-0F84-40D7-B4A0-52588441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09800"/>
            <a:ext cx="21526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8080"/>
            </a:solidFill>
          </a:ln>
        </p:spPr>
      </p:sp>
      <p:sp>
        <p:nvSpPr>
          <p:cNvPr id="12" name="container-slot">
            <a:extLst xmlns:a="http://schemas.openxmlformats.org/drawingml/2006/main">
              <a:ext uri="{FF2B5EF4-FFF2-40B4-BE49-F238E27FC236}">
                <a16:creationId xmlns:a16="http://schemas.microsoft.com/office/drawing/2014/main" id="{33570619-6470-442E-844D-FBA15B9B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8125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WAV：容器</a:t>
            </a:r>
          </a:p>
        </p:txBody>
      </p:sp>
      <p:sp>
        <p:nvSpPr>
          <p:cNvPr id="13" name="pcm-container-example">
            <a:extLst xmlns:a="http://schemas.openxmlformats.org/drawingml/2006/main">
              <a:ext uri="{FF2B5EF4-FFF2-40B4-BE49-F238E27FC236}">
                <a16:creationId xmlns:a16="http://schemas.microsoft.com/office/drawing/2014/main" id="{AC0062AD-AB47-4672-A39B-3480CC29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8575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本课装PCM</a:t>
            </a:r>
          </a:p>
        </p:txBody>
      </p:sp>
      <p:sp>
        <p:nvSpPr>
          <p:cNvPr id="14" name="event-route">
            <a:extLst xmlns:a="http://schemas.openxmlformats.org/drawingml/2006/main">
              <a:ext uri="{FF2B5EF4-FFF2-40B4-BE49-F238E27FC236}">
                <a16:creationId xmlns:a16="http://schemas.microsoft.com/office/drawing/2014/main" id="{678BE68C-57FE-4E42-97AD-18C14149C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0527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演奏事件</a:t>
            </a:r>
          </a:p>
        </p:txBody>
      </p:sp>
      <p:sp>
        <p:nvSpPr>
          <p:cNvPr id="15" name="event-content">
            <a:extLst xmlns:a="http://schemas.openxmlformats.org/drawingml/2006/main">
              <a:ext uri="{FF2B5EF4-FFF2-40B4-BE49-F238E27FC236}">
                <a16:creationId xmlns:a16="http://schemas.microsoft.com/office/drawing/2014/main" id="{C95C2224-7859-44FB-8DB7-A92A0B9E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285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音符、时长、乐器</a:t>
            </a:r>
          </a:p>
        </p:txBody>
      </p:sp>
      <p:sp>
        <p:nvSpPr>
          <p:cNvPr id="16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F6CBB7B6-8623-44B8-8964-DB24037E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24350"/>
            <a:ext cx="4953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7" name="midi-slot">
            <a:extLst xmlns:a="http://schemas.openxmlformats.org/drawingml/2006/main">
              <a:ext uri="{FF2B5EF4-FFF2-40B4-BE49-F238E27FC236}">
                <a16:creationId xmlns:a16="http://schemas.microsoft.com/office/drawing/2014/main" id="{4F1F0233-0E2A-4CFA-9D7C-8CCC8979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105275"/>
            <a:ext cx="3286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MIDI指令</a:t>
            </a:r>
          </a:p>
        </p:txBody>
      </p:sp>
      <p:sp>
        <p:nvSpPr>
          <p:cNvPr id="18" name="synthesizer">
            <a:extLst xmlns:a="http://schemas.openxmlformats.org/drawingml/2006/main">
              <a:ext uri="{FF2B5EF4-FFF2-40B4-BE49-F238E27FC236}">
                <a16:creationId xmlns:a16="http://schemas.microsoft.com/office/drawing/2014/main" id="{9D2B77EC-5E2D-443C-8E9D-07DD51DE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57200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由合成器解释</a:t>
            </a:r>
          </a:p>
        </p:txBody>
      </p:sp>
      <p:sp>
        <p:nvSpPr>
          <p:cNvPr id="19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786937E1-1F02-486E-B02B-FD7511AE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324350"/>
            <a:ext cx="4953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20" name="synthesized-sound">
            <a:extLst xmlns:a="http://schemas.openxmlformats.org/drawingml/2006/main">
              <a:ext uri="{FF2B5EF4-FFF2-40B4-BE49-F238E27FC236}">
                <a16:creationId xmlns:a16="http://schemas.microsoft.com/office/drawing/2014/main" id="{017902C9-CF9A-461B-91DF-607CF648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05275"/>
            <a:ext cx="2076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产生声音</a:t>
            </a:r>
          </a:p>
        </p:txBody>
      </p:sp>
      <p:sp>
        <p:nvSpPr>
          <p:cNvPr id="21" name="answer-1">
            <a:extLst xmlns:a="http://schemas.openxmlformats.org/drawingml/2006/main">
              <a:ext uri="{FF2B5EF4-FFF2-40B4-BE49-F238E27FC236}">
                <a16:creationId xmlns:a16="http://schemas.microsoft.com/office/drawing/2014/main" id="{13FBC4D7-CDB9-4BE9-8291-8099F4F6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WAV是容器；MIDI与录音样本走不同路径。</a:t>
            </a:r>
          </a:p>
        </p:txBody>
      </p:sp>
    </p:spTree>
    <p:extLst>
      <p:ext uri="{BB962C8B-B14F-4D97-AF65-F5344CB8AC3E}">
        <p14:creationId xmlns:p14="http://schemas.microsoft.com/office/powerpoint/2010/main" val="32498599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212629C9-CE90-42E9-84D6-8D5D4143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B55609F9-68BB-4B43-B2AB-AA2E80A5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218123B0-0380-4B3D-9FCE-6D8A23CD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MP3一定压缩到原来的1/10吗？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C7FD621-E506-4F72-A8D5-6D09F66A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相同时长；只比较数据，不计文件结构开销。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BA89357-A44C-4E0D-A08D-B1A432FF3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PCM：1,411,200 bit/s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29C7B7E-39D7-4008-814B-74DAF0D31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MP3：128,000 bit/s（本例固定码率）</a:t>
            </a:r>
          </a:p>
        </p:txBody>
      </p:sp>
    </p:spTree>
    <p:extLst>
      <p:ext uri="{BB962C8B-B14F-4D97-AF65-F5344CB8AC3E}">
        <p14:creationId xmlns:p14="http://schemas.microsoft.com/office/powerpoint/2010/main" val="66978666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ail">
            <a:extLst xmlns:a="http://schemas.openxmlformats.org/drawingml/2006/main">
              <a:ext uri="{FF2B5EF4-FFF2-40B4-BE49-F238E27FC236}">
                <a16:creationId xmlns:a16="http://schemas.microsoft.com/office/drawing/2014/main" id="{212629C9-CE90-42E9-84D6-8D5D4143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B55609F9-68BB-4B43-B2AB-AA2E80A5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218123B0-0380-4B3D-9FCE-6D8A23CD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MP3一定压缩到原来的1/10吗？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C7FD621-E506-4F72-A8D5-6D09F66A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相同时长；只比较数据，不计文件结构开销。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BA89357-A44C-4E0D-A08D-B1A432FF3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PCM：1,411,200 bit/s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29C7B7E-39D7-4008-814B-74DAF0D31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MP3：128,000 bit/s（本例固定码率）</a:t>
            </a:r>
          </a:p>
        </p:txBody>
      </p:sp>
      <p:sp>
        <p:nvSpPr>
          <p:cNvPr id="7" name="pcm-rate-bar">
            <a:extLst xmlns:a="http://schemas.openxmlformats.org/drawingml/2006/main">
              <a:ext uri="{FF2B5EF4-FFF2-40B4-BE49-F238E27FC236}">
                <a16:creationId xmlns:a16="http://schemas.microsoft.com/office/drawing/2014/main" id="{486D58A5-4721-40C6-A33C-F8E15330E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1009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8" name="mp3-rate-bar">
            <a:extLst xmlns:a="http://schemas.openxmlformats.org/drawingml/2006/main">
              <a:ext uri="{FF2B5EF4-FFF2-40B4-BE49-F238E27FC236}">
                <a16:creationId xmlns:a16="http://schemas.microsoft.com/office/drawing/2014/main" id="{34894414-63DC-4BD5-B621-18AC8E02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915782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0">
            <a:noFill/>
          </a:ln>
        </p:spPr>
      </p:sp>
      <p:sp>
        <p:nvSpPr>
          <p:cNvPr id="9" name="answer-1">
            <a:extLst xmlns:a="http://schemas.openxmlformats.org/drawingml/2006/main">
              <a:ext uri="{FF2B5EF4-FFF2-40B4-BE49-F238E27FC236}">
                <a16:creationId xmlns:a16="http://schemas.microsoft.com/office/drawing/2014/main" id="{4B3E12E0-0DB6-405E-B9C3-366DAC968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128,000 ÷ 1,411,200 ≈ 9.1%。</a:t>
            </a:r>
          </a:p>
        </p:txBody>
      </p:sp>
      <p:sp>
        <p:nvSpPr>
          <p:cNvPr id="10" name="answer-2">
            <a:extLst xmlns:a="http://schemas.openxmlformats.org/drawingml/2006/main">
              <a:ext uri="{FF2B5EF4-FFF2-40B4-BE49-F238E27FC236}">
                <a16:creationId xmlns:a16="http://schemas.microsoft.com/office/drawing/2014/main" id="{B97E193E-3DC4-4618-8D6A-2B8DBB0F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比例取决于参数与码率，不能固定为1/10。</a:t>
            </a:r>
          </a:p>
        </p:txBody>
      </p:sp>
    </p:spTree>
    <p:extLst>
      <p:ext uri="{BB962C8B-B14F-4D97-AF65-F5344CB8AC3E}">
        <p14:creationId xmlns:p14="http://schemas.microsoft.com/office/powerpoint/2010/main" val="66978666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top-rail">
            <a:extLst xmlns:a="http://schemas.openxmlformats.org/drawingml/2006/main">
              <a:ext uri="{FF2B5EF4-FFF2-40B4-BE49-F238E27FC236}">
                <a16:creationId xmlns:a16="http://schemas.microsoft.com/office/drawing/2014/main" id="{361D1511-9B08-43DF-B98A-CC65273DF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C9E2BE86-429C-4D3C-B3B7-4501CC7D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1B03E9FB-D1AD-42C5-8364-719119B3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这8个样本一共占多少byte？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06DD4D8-4269-474C-98CF-5B73BD78D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计数模型：4 Hz、2 s、16 bit / 样本、单声道。</a:t>
            </a:r>
          </a:p>
        </p:txBody>
      </p:sp>
      <p:sp>
        <p:nvSpPr>
          <p:cNvPr id="5" name="toy-time-0">
            <a:extLst xmlns:a="http://schemas.openxmlformats.org/drawingml/2006/main">
              <a:ext uri="{FF2B5EF4-FFF2-40B4-BE49-F238E27FC236}">
                <a16:creationId xmlns:a16="http://schemas.microsoft.com/office/drawing/2014/main" id="{BC9777E7-FC49-46DA-8179-86E366852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6" name="toy-sample-0">
            <a:extLst xmlns:a="http://schemas.openxmlformats.org/drawingml/2006/main">
              <a:ext uri="{FF2B5EF4-FFF2-40B4-BE49-F238E27FC236}">
                <a16:creationId xmlns:a16="http://schemas.microsoft.com/office/drawing/2014/main" id="{75193453-5305-482F-8E55-D74DD802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7" name="toy-width-0">
            <a:extLst xmlns:a="http://schemas.openxmlformats.org/drawingml/2006/main">
              <a:ext uri="{FF2B5EF4-FFF2-40B4-BE49-F238E27FC236}">
                <a16:creationId xmlns:a16="http://schemas.microsoft.com/office/drawing/2014/main" id="{A6BD21FF-3CBE-4138-B156-4511294FC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8" name="toy-time-1">
            <a:extLst xmlns:a="http://schemas.openxmlformats.org/drawingml/2006/main">
              <a:ext uri="{FF2B5EF4-FFF2-40B4-BE49-F238E27FC236}">
                <a16:creationId xmlns:a16="http://schemas.microsoft.com/office/drawing/2014/main" id="{505872B0-22C0-48F7-A1CB-9E1C6F1B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0.25</a:t>
            </a:r>
          </a:p>
        </p:txBody>
      </p:sp>
      <p:sp>
        <p:nvSpPr>
          <p:cNvPr id="9" name="toy-sample-1">
            <a:extLst xmlns:a="http://schemas.openxmlformats.org/drawingml/2006/main">
              <a:ext uri="{FF2B5EF4-FFF2-40B4-BE49-F238E27FC236}">
                <a16:creationId xmlns:a16="http://schemas.microsoft.com/office/drawing/2014/main" id="{33A541DD-F651-4782-A7F5-A225D76A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oy-width-1">
            <a:extLst xmlns:a="http://schemas.openxmlformats.org/drawingml/2006/main">
              <a:ext uri="{FF2B5EF4-FFF2-40B4-BE49-F238E27FC236}">
                <a16:creationId xmlns:a16="http://schemas.microsoft.com/office/drawing/2014/main" id="{8B39B93E-43B8-4927-B61D-5EFD2269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11" name="toy-time-2">
            <a:extLst xmlns:a="http://schemas.openxmlformats.org/drawingml/2006/main">
              <a:ext uri="{FF2B5EF4-FFF2-40B4-BE49-F238E27FC236}">
                <a16:creationId xmlns:a16="http://schemas.microsoft.com/office/drawing/2014/main" id="{C6C6AC03-4995-442A-9E53-AF6DCF9CB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0.5</a:t>
            </a:r>
          </a:p>
        </p:txBody>
      </p:sp>
      <p:sp>
        <p:nvSpPr>
          <p:cNvPr id="12" name="toy-sample-2">
            <a:extLst xmlns:a="http://schemas.openxmlformats.org/drawingml/2006/main">
              <a:ext uri="{FF2B5EF4-FFF2-40B4-BE49-F238E27FC236}">
                <a16:creationId xmlns:a16="http://schemas.microsoft.com/office/drawing/2014/main" id="{1CB908E3-EABF-4F7A-B59C-3F7D010F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3" name="toy-width-2">
            <a:extLst xmlns:a="http://schemas.openxmlformats.org/drawingml/2006/main">
              <a:ext uri="{FF2B5EF4-FFF2-40B4-BE49-F238E27FC236}">
                <a16:creationId xmlns:a16="http://schemas.microsoft.com/office/drawing/2014/main" id="{C70ECD6E-0500-4477-AD13-8A7E0E575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14" name="toy-time-3">
            <a:extLst xmlns:a="http://schemas.openxmlformats.org/drawingml/2006/main">
              <a:ext uri="{FF2B5EF4-FFF2-40B4-BE49-F238E27FC236}">
                <a16:creationId xmlns:a16="http://schemas.microsoft.com/office/drawing/2014/main" id="{2F3E2FB9-4B81-4433-8758-20B945C4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0.75</a:t>
            </a:r>
          </a:p>
        </p:txBody>
      </p:sp>
      <p:sp>
        <p:nvSpPr>
          <p:cNvPr id="15" name="toy-sample-3">
            <a:extLst xmlns:a="http://schemas.openxmlformats.org/drawingml/2006/main">
              <a:ext uri="{FF2B5EF4-FFF2-40B4-BE49-F238E27FC236}">
                <a16:creationId xmlns:a16="http://schemas.microsoft.com/office/drawing/2014/main" id="{66528F6C-F1D3-483B-BD40-1FD9E574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6" name="toy-width-3">
            <a:extLst xmlns:a="http://schemas.openxmlformats.org/drawingml/2006/main">
              <a:ext uri="{FF2B5EF4-FFF2-40B4-BE49-F238E27FC236}">
                <a16:creationId xmlns:a16="http://schemas.microsoft.com/office/drawing/2014/main" id="{4BB9A401-6710-45D4-87A7-D9F9C0CF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17" name="toy-time-4">
            <a:extLst xmlns:a="http://schemas.openxmlformats.org/drawingml/2006/main">
              <a:ext uri="{FF2B5EF4-FFF2-40B4-BE49-F238E27FC236}">
                <a16:creationId xmlns:a16="http://schemas.microsoft.com/office/drawing/2014/main" id="{8DB04C14-76D0-4B49-B6D5-F12805DA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18" name="toy-sample-4">
            <a:extLst xmlns:a="http://schemas.openxmlformats.org/drawingml/2006/main">
              <a:ext uri="{FF2B5EF4-FFF2-40B4-BE49-F238E27FC236}">
                <a16:creationId xmlns:a16="http://schemas.microsoft.com/office/drawing/2014/main" id="{75D87F20-7232-4BAE-9F4F-003FF5918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9" name="toy-width-4">
            <a:extLst xmlns:a="http://schemas.openxmlformats.org/drawingml/2006/main">
              <a:ext uri="{FF2B5EF4-FFF2-40B4-BE49-F238E27FC236}">
                <a16:creationId xmlns:a16="http://schemas.microsoft.com/office/drawing/2014/main" id="{4BF15C38-AEB7-4458-B34E-BE1650F8F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20" name="toy-time-5">
            <a:extLst xmlns:a="http://schemas.openxmlformats.org/drawingml/2006/main">
              <a:ext uri="{FF2B5EF4-FFF2-40B4-BE49-F238E27FC236}">
                <a16:creationId xmlns:a16="http://schemas.microsoft.com/office/drawing/2014/main" id="{20E7FEF8-3D48-48DF-B66D-2871B6DC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1.25</a:t>
            </a:r>
          </a:p>
        </p:txBody>
      </p:sp>
      <p:sp>
        <p:nvSpPr>
          <p:cNvPr id="21" name="toy-sample-5">
            <a:extLst xmlns:a="http://schemas.openxmlformats.org/drawingml/2006/main">
              <a:ext uri="{FF2B5EF4-FFF2-40B4-BE49-F238E27FC236}">
                <a16:creationId xmlns:a16="http://schemas.microsoft.com/office/drawing/2014/main" id="{802DED9D-62DC-46DB-8AD7-E5F0AF76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2" name="toy-width-5">
            <a:extLst xmlns:a="http://schemas.openxmlformats.org/drawingml/2006/main">
              <a:ext uri="{FF2B5EF4-FFF2-40B4-BE49-F238E27FC236}">
                <a16:creationId xmlns:a16="http://schemas.microsoft.com/office/drawing/2014/main" id="{7E3F9820-9B48-49AD-8F1A-1F7C9B3B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23" name="toy-time-6">
            <a:extLst xmlns:a="http://schemas.openxmlformats.org/drawingml/2006/main">
              <a:ext uri="{FF2B5EF4-FFF2-40B4-BE49-F238E27FC236}">
                <a16:creationId xmlns:a16="http://schemas.microsoft.com/office/drawing/2014/main" id="{1AAFB7C4-2090-4139-9756-E3247360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1.5</a:t>
            </a:r>
          </a:p>
        </p:txBody>
      </p:sp>
      <p:sp>
        <p:nvSpPr>
          <p:cNvPr id="24" name="toy-sample-6">
            <a:extLst xmlns:a="http://schemas.openxmlformats.org/drawingml/2006/main">
              <a:ext uri="{FF2B5EF4-FFF2-40B4-BE49-F238E27FC236}">
                <a16:creationId xmlns:a16="http://schemas.microsoft.com/office/drawing/2014/main" id="{2156E668-B105-488E-A4A2-F7842E654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5" name="toy-width-6">
            <a:extLst xmlns:a="http://schemas.openxmlformats.org/drawingml/2006/main">
              <a:ext uri="{FF2B5EF4-FFF2-40B4-BE49-F238E27FC236}">
                <a16:creationId xmlns:a16="http://schemas.microsoft.com/office/drawing/2014/main" id="{57F5943E-D55E-4E48-B052-BD362CAE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26" name="toy-time-7">
            <a:extLst xmlns:a="http://schemas.openxmlformats.org/drawingml/2006/main">
              <a:ext uri="{FF2B5EF4-FFF2-40B4-BE49-F238E27FC236}">
                <a16:creationId xmlns:a16="http://schemas.microsoft.com/office/drawing/2014/main" id="{AE65C11E-4D7F-40F1-BBEC-4E6D8476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1.75</a:t>
            </a:r>
          </a:p>
        </p:txBody>
      </p:sp>
      <p:sp>
        <p:nvSpPr>
          <p:cNvPr id="27" name="toy-sample-7">
            <a:extLst xmlns:a="http://schemas.openxmlformats.org/drawingml/2006/main">
              <a:ext uri="{FF2B5EF4-FFF2-40B4-BE49-F238E27FC236}">
                <a16:creationId xmlns:a16="http://schemas.microsoft.com/office/drawing/2014/main" id="{79224951-90AB-46BF-8F44-CB636E92F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8" name="toy-width-7">
            <a:extLst xmlns:a="http://schemas.openxmlformats.org/drawingml/2006/main">
              <a:ext uri="{FF2B5EF4-FFF2-40B4-BE49-F238E27FC236}">
                <a16:creationId xmlns:a16="http://schemas.microsoft.com/office/drawing/2014/main" id="{ACF0B2A6-69D4-4C78-90A6-B1DC35632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29" name="toy-time-unit">
            <a:extLst xmlns:a="http://schemas.openxmlformats.org/drawingml/2006/main">
              <a:ext uri="{FF2B5EF4-FFF2-40B4-BE49-F238E27FC236}">
                <a16:creationId xmlns:a16="http://schemas.microsoft.com/office/drawing/2014/main" id="{C1641855-8DBB-4631-813B-1967318D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30" name="toy-timeline">
            <a:extLst xmlns:a="http://schemas.openxmlformats.org/drawingml/2006/main">
              <a:ext uri="{FF2B5EF4-FFF2-40B4-BE49-F238E27FC236}">
                <a16:creationId xmlns:a16="http://schemas.microsoft.com/office/drawing/2014/main" id="{0E01CFE3-4D1E-426B-8479-65C776F81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886075"/>
            <a:ext cx="9448800" cy="9525"/>
          </a:xfrm>
          <a:custGeom xmlns:a="http://schemas.openxmlformats.org/drawingml/2006/main">
            <a:pathLst>
              <a:path w="9448800" h="9525">
                <a:moveTo>
                  <a:pt x="0" y="0"/>
                </a:moveTo>
                <a:lnTo>
                  <a:pt x="9448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31" name="toy-expand-heading">
            <a:extLst xmlns:a="http://schemas.openxmlformats.org/drawingml/2006/main">
              <a:ext uri="{FF2B5EF4-FFF2-40B4-BE49-F238E27FC236}">
                <a16:creationId xmlns:a16="http://schemas.microsoft.com/office/drawing/2014/main" id="{9765043D-9752-4063-9ADB-3DB2A4A4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展开一个样本：每格1 bit</a:t>
            </a:r>
          </a:p>
        </p:txBody>
      </p:sp>
      <p:sp>
        <p:nvSpPr>
          <p:cNvPr id="32" name="toy-expanded-bit-0">
            <a:extLst xmlns:a="http://schemas.openxmlformats.org/drawingml/2006/main">
              <a:ext uri="{FF2B5EF4-FFF2-40B4-BE49-F238E27FC236}">
                <a16:creationId xmlns:a16="http://schemas.microsoft.com/office/drawing/2014/main" id="{685A742E-DFA5-4F80-967D-ED59BCD9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3" name="toy-expanded-bit-1">
            <a:extLst xmlns:a="http://schemas.openxmlformats.org/drawingml/2006/main">
              <a:ext uri="{FF2B5EF4-FFF2-40B4-BE49-F238E27FC236}">
                <a16:creationId xmlns:a16="http://schemas.microsoft.com/office/drawing/2014/main" id="{10CA18B6-FB62-4135-9ED8-AF9E1F5D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4" name="toy-expanded-bit-2">
            <a:extLst xmlns:a="http://schemas.openxmlformats.org/drawingml/2006/main">
              <a:ext uri="{FF2B5EF4-FFF2-40B4-BE49-F238E27FC236}">
                <a16:creationId xmlns:a16="http://schemas.microsoft.com/office/drawing/2014/main" id="{A71F4975-FFBA-4C79-9CB7-C97B319D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5" name="toy-expanded-bit-3">
            <a:extLst xmlns:a="http://schemas.openxmlformats.org/drawingml/2006/main">
              <a:ext uri="{FF2B5EF4-FFF2-40B4-BE49-F238E27FC236}">
                <a16:creationId xmlns:a16="http://schemas.microsoft.com/office/drawing/2014/main" id="{04C64698-C1AD-4100-A334-EA1F925D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6" name="toy-expanded-bit-4">
            <a:extLst xmlns:a="http://schemas.openxmlformats.org/drawingml/2006/main">
              <a:ext uri="{FF2B5EF4-FFF2-40B4-BE49-F238E27FC236}">
                <a16:creationId xmlns:a16="http://schemas.microsoft.com/office/drawing/2014/main" id="{FF1E143E-02B7-44B8-9539-B08C572F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7" name="toy-expanded-bit-5">
            <a:extLst xmlns:a="http://schemas.openxmlformats.org/drawingml/2006/main">
              <a:ext uri="{FF2B5EF4-FFF2-40B4-BE49-F238E27FC236}">
                <a16:creationId xmlns:a16="http://schemas.microsoft.com/office/drawing/2014/main" id="{3DB1242E-ED5D-41E0-982D-E191A5403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8" name="toy-expanded-bit-6">
            <a:extLst xmlns:a="http://schemas.openxmlformats.org/drawingml/2006/main">
              <a:ext uri="{FF2B5EF4-FFF2-40B4-BE49-F238E27FC236}">
                <a16:creationId xmlns:a16="http://schemas.microsoft.com/office/drawing/2014/main" id="{542A9C3E-CBEA-4995-890A-67DA0A9A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9" name="toy-expanded-bit-7">
            <a:extLst xmlns:a="http://schemas.openxmlformats.org/drawingml/2006/main">
              <a:ext uri="{FF2B5EF4-FFF2-40B4-BE49-F238E27FC236}">
                <a16:creationId xmlns:a16="http://schemas.microsoft.com/office/drawing/2014/main" id="{D4A99412-A5DF-4CDE-9A13-BCB28C3B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0" name="toy-expanded-bit-8">
            <a:extLst xmlns:a="http://schemas.openxmlformats.org/drawingml/2006/main">
              <a:ext uri="{FF2B5EF4-FFF2-40B4-BE49-F238E27FC236}">
                <a16:creationId xmlns:a16="http://schemas.microsoft.com/office/drawing/2014/main" id="{F10DF08D-2AAE-4AF0-98BA-4A316606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7C9B"/>
            </a:solidFill>
          </a:ln>
        </p:spPr>
      </p:sp>
      <p:sp>
        <p:nvSpPr>
          <p:cNvPr id="41" name="toy-expanded-bit-9">
            <a:extLst xmlns:a="http://schemas.openxmlformats.org/drawingml/2006/main">
              <a:ext uri="{FF2B5EF4-FFF2-40B4-BE49-F238E27FC236}">
                <a16:creationId xmlns:a16="http://schemas.microsoft.com/office/drawing/2014/main" id="{69CD3AEB-EC53-4350-BF59-7741B915F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2" name="toy-expanded-bit-10">
            <a:extLst xmlns:a="http://schemas.openxmlformats.org/drawingml/2006/main">
              <a:ext uri="{FF2B5EF4-FFF2-40B4-BE49-F238E27FC236}">
                <a16:creationId xmlns:a16="http://schemas.microsoft.com/office/drawing/2014/main" id="{90CD83BD-7871-4DA4-9995-720F328E9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3" name="toy-expanded-bit-11">
            <a:extLst xmlns:a="http://schemas.openxmlformats.org/drawingml/2006/main">
              <a:ext uri="{FF2B5EF4-FFF2-40B4-BE49-F238E27FC236}">
                <a16:creationId xmlns:a16="http://schemas.microsoft.com/office/drawing/2014/main" id="{B9976B09-F06A-48ED-846F-99E3CF2FE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4" name="toy-expanded-bit-12">
            <a:extLst xmlns:a="http://schemas.openxmlformats.org/drawingml/2006/main">
              <a:ext uri="{FF2B5EF4-FFF2-40B4-BE49-F238E27FC236}">
                <a16:creationId xmlns:a16="http://schemas.microsoft.com/office/drawing/2014/main" id="{1BC73B18-D241-40F8-906E-6B99C7EA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5" name="toy-expanded-bit-13">
            <a:extLst xmlns:a="http://schemas.openxmlformats.org/drawingml/2006/main">
              <a:ext uri="{FF2B5EF4-FFF2-40B4-BE49-F238E27FC236}">
                <a16:creationId xmlns:a16="http://schemas.microsoft.com/office/drawing/2014/main" id="{3B2822D5-81ED-4784-AA58-A32230C4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6" name="toy-expanded-bit-14">
            <a:extLst xmlns:a="http://schemas.openxmlformats.org/drawingml/2006/main">
              <a:ext uri="{FF2B5EF4-FFF2-40B4-BE49-F238E27FC236}">
                <a16:creationId xmlns:a16="http://schemas.microsoft.com/office/drawing/2014/main" id="{AF6F3AFC-BDA9-4870-9693-67FEF18A8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7" name="toy-expanded-bit-15">
            <a:extLst xmlns:a="http://schemas.openxmlformats.org/drawingml/2006/main">
              <a:ext uri="{FF2B5EF4-FFF2-40B4-BE49-F238E27FC236}">
                <a16:creationId xmlns:a16="http://schemas.microsoft.com/office/drawing/2014/main" id="{A972F6B3-FDB9-4BDC-A34C-07A99AE5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8" name="toy-expanded-byte-boundary">
            <a:extLst xmlns:a="http://schemas.openxmlformats.org/drawingml/2006/main">
              <a:ext uri="{FF2B5EF4-FFF2-40B4-BE49-F238E27FC236}">
                <a16:creationId xmlns:a16="http://schemas.microsoft.com/office/drawing/2014/main" id="{ACF326D9-4B77-4654-A233-94C5183B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600575"/>
            <a:ext cx="9525" cy="476250"/>
          </a:xfrm>
          <a:custGeom xmlns:a="http://schemas.openxmlformats.org/drawingml/2006/main">
            <a:pathLst>
              <a:path w="9525" h="476250">
                <a:moveTo>
                  <a:pt x="0" y="0"/>
                </a:moveTo>
                <a:lnTo>
                  <a:pt x="0" y="4762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7C9B"/>
            </a:solidFill>
          </a:ln>
        </p:spPr>
      </p:sp>
      <p:sp>
        <p:nvSpPr>
          <p:cNvPr id="49" name="toy-expanded-byte-1">
            <a:extLst xmlns:a="http://schemas.openxmlformats.org/drawingml/2006/main">
              <a:ext uri="{FF2B5EF4-FFF2-40B4-BE49-F238E27FC236}">
                <a16:creationId xmlns:a16="http://schemas.microsoft.com/office/drawing/2014/main" id="{F7CACCE6-A0E3-4654-A514-15403A9F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0292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50" name="toy-expanded-byte-1">
            <a:extLst xmlns:a="http://schemas.openxmlformats.org/drawingml/2006/main">
              <a:ext uri="{FF2B5EF4-FFF2-40B4-BE49-F238E27FC236}">
                <a16:creationId xmlns:a16="http://schemas.microsoft.com/office/drawing/2014/main" id="{053380CC-A274-4A2E-99A3-7C4A11E4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105400"/>
            <a:ext cx="2057400" cy="9525"/>
          </a:xfrm>
          <a:custGeom xmlns:a="http://schemas.openxmlformats.org/drawingml/2006/main">
            <a:pathLst>
              <a:path w="2057400" h="9525">
                <a:moveTo>
                  <a:pt x="0" y="0"/>
                </a:moveTo>
                <a:lnTo>
                  <a:pt x="2057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51" name="toy-expanded-byte-1">
            <a:extLst xmlns:a="http://schemas.openxmlformats.org/drawingml/2006/main">
              <a:ext uri="{FF2B5EF4-FFF2-40B4-BE49-F238E27FC236}">
                <a16:creationId xmlns:a16="http://schemas.microsoft.com/office/drawing/2014/main" id="{68F0FBDE-6B44-4322-A2C4-8821867F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0292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52" name="toy-expanded-byte-1-label">
            <a:extLst xmlns:a="http://schemas.openxmlformats.org/drawingml/2006/main">
              <a:ext uri="{FF2B5EF4-FFF2-40B4-BE49-F238E27FC236}">
                <a16:creationId xmlns:a16="http://schemas.microsoft.com/office/drawing/2014/main" id="{88577023-A3DD-405D-A41E-1A5D5A43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200650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rPr>
              <a:t>8 bit</a:t>
            </a:r>
          </a:p>
        </p:txBody>
      </p:sp>
      <p:sp>
        <p:nvSpPr>
          <p:cNvPr id="53" name="toy-expanded-byte-2">
            <a:extLst xmlns:a="http://schemas.openxmlformats.org/drawingml/2006/main">
              <a:ext uri="{FF2B5EF4-FFF2-40B4-BE49-F238E27FC236}">
                <a16:creationId xmlns:a16="http://schemas.microsoft.com/office/drawing/2014/main" id="{F33800E0-3FC3-41F3-AFC9-BDEADF8D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0292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7C9B"/>
            </a:solidFill>
          </a:ln>
        </p:spPr>
      </p:sp>
      <p:sp>
        <p:nvSpPr>
          <p:cNvPr id="54" name="toy-expanded-byte-2">
            <a:extLst xmlns:a="http://schemas.openxmlformats.org/drawingml/2006/main">
              <a:ext uri="{FF2B5EF4-FFF2-40B4-BE49-F238E27FC236}">
                <a16:creationId xmlns:a16="http://schemas.microsoft.com/office/drawing/2014/main" id="{72250957-1F2F-4860-8557-0043B5A8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105400"/>
            <a:ext cx="2057400" cy="9525"/>
          </a:xfrm>
          <a:custGeom xmlns:a="http://schemas.openxmlformats.org/drawingml/2006/main">
            <a:pathLst>
              <a:path w="2057400" h="9525">
                <a:moveTo>
                  <a:pt x="0" y="0"/>
                </a:moveTo>
                <a:lnTo>
                  <a:pt x="2057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7C9B"/>
            </a:solidFill>
          </a:ln>
        </p:spPr>
      </p:sp>
      <p:sp>
        <p:nvSpPr>
          <p:cNvPr id="55" name="toy-expanded-byte-2">
            <a:extLst xmlns:a="http://schemas.openxmlformats.org/drawingml/2006/main">
              <a:ext uri="{FF2B5EF4-FFF2-40B4-BE49-F238E27FC236}">
                <a16:creationId xmlns:a16="http://schemas.microsoft.com/office/drawing/2014/main" id="{570DBE69-3D84-4C92-941F-FA8FA006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0292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7C9B"/>
            </a:solidFill>
          </a:ln>
        </p:spPr>
      </p:sp>
      <p:sp>
        <p:nvSpPr>
          <p:cNvPr id="56" name="toy-expanded-byte-2-label">
            <a:extLst xmlns:a="http://schemas.openxmlformats.org/drawingml/2006/main">
              <a:ext uri="{FF2B5EF4-FFF2-40B4-BE49-F238E27FC236}">
                <a16:creationId xmlns:a16="http://schemas.microsoft.com/office/drawing/2014/main" id="{36094D2C-6AA3-410C-83A2-6E222986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200650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8 bit</a:t>
            </a:r>
          </a:p>
        </p:txBody>
      </p:sp>
    </p:spTree>
    <p:extLst>
      <p:ext uri="{BB962C8B-B14F-4D97-AF65-F5344CB8AC3E}">
        <p14:creationId xmlns:p14="http://schemas.microsoft.com/office/powerpoint/2010/main" val="105175925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top-rail">
            <a:extLst xmlns:a="http://schemas.openxmlformats.org/drawingml/2006/main">
              <a:ext uri="{FF2B5EF4-FFF2-40B4-BE49-F238E27FC236}">
                <a16:creationId xmlns:a16="http://schemas.microsoft.com/office/drawing/2014/main" id="{361D1511-9B08-43DF-B98A-CC65273DF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C9E2BE86-429C-4D3C-B3B7-4501CC7D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1B03E9FB-D1AD-42C5-8364-719119B3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这8个样本一共占多少byte？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06DD4D8-4269-474C-98CF-5B73BD78D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计数模型：4 Hz、2 s、16 bit / 样本、单声道。</a:t>
            </a:r>
          </a:p>
        </p:txBody>
      </p:sp>
      <p:sp>
        <p:nvSpPr>
          <p:cNvPr id="5" name="toy-time-0">
            <a:extLst xmlns:a="http://schemas.openxmlformats.org/drawingml/2006/main">
              <a:ext uri="{FF2B5EF4-FFF2-40B4-BE49-F238E27FC236}">
                <a16:creationId xmlns:a16="http://schemas.microsoft.com/office/drawing/2014/main" id="{BC9777E7-FC49-46DA-8179-86E366852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6" name="toy-sample-0">
            <a:extLst xmlns:a="http://schemas.openxmlformats.org/drawingml/2006/main">
              <a:ext uri="{FF2B5EF4-FFF2-40B4-BE49-F238E27FC236}">
                <a16:creationId xmlns:a16="http://schemas.microsoft.com/office/drawing/2014/main" id="{75193453-5305-482F-8E55-D74DD802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7" name="toy-width-0">
            <a:extLst xmlns:a="http://schemas.openxmlformats.org/drawingml/2006/main">
              <a:ext uri="{FF2B5EF4-FFF2-40B4-BE49-F238E27FC236}">
                <a16:creationId xmlns:a16="http://schemas.microsoft.com/office/drawing/2014/main" id="{A6BD21FF-3CBE-4138-B156-4511294FC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8" name="toy-time-1">
            <a:extLst xmlns:a="http://schemas.openxmlformats.org/drawingml/2006/main">
              <a:ext uri="{FF2B5EF4-FFF2-40B4-BE49-F238E27FC236}">
                <a16:creationId xmlns:a16="http://schemas.microsoft.com/office/drawing/2014/main" id="{505872B0-22C0-48F7-A1CB-9E1C6F1B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0.25</a:t>
            </a:r>
          </a:p>
        </p:txBody>
      </p:sp>
      <p:sp>
        <p:nvSpPr>
          <p:cNvPr id="9" name="toy-sample-1">
            <a:extLst xmlns:a="http://schemas.openxmlformats.org/drawingml/2006/main">
              <a:ext uri="{FF2B5EF4-FFF2-40B4-BE49-F238E27FC236}">
                <a16:creationId xmlns:a16="http://schemas.microsoft.com/office/drawing/2014/main" id="{33A541DD-F651-4782-A7F5-A225D76A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oy-width-1">
            <a:extLst xmlns:a="http://schemas.openxmlformats.org/drawingml/2006/main">
              <a:ext uri="{FF2B5EF4-FFF2-40B4-BE49-F238E27FC236}">
                <a16:creationId xmlns:a16="http://schemas.microsoft.com/office/drawing/2014/main" id="{8B39B93E-43B8-4927-B61D-5EFD2269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11" name="toy-time-2">
            <a:extLst xmlns:a="http://schemas.openxmlformats.org/drawingml/2006/main">
              <a:ext uri="{FF2B5EF4-FFF2-40B4-BE49-F238E27FC236}">
                <a16:creationId xmlns:a16="http://schemas.microsoft.com/office/drawing/2014/main" id="{C6C6AC03-4995-442A-9E53-AF6DCF9CB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0.5</a:t>
            </a:r>
          </a:p>
        </p:txBody>
      </p:sp>
      <p:sp>
        <p:nvSpPr>
          <p:cNvPr id="12" name="toy-sample-2">
            <a:extLst xmlns:a="http://schemas.openxmlformats.org/drawingml/2006/main">
              <a:ext uri="{FF2B5EF4-FFF2-40B4-BE49-F238E27FC236}">
                <a16:creationId xmlns:a16="http://schemas.microsoft.com/office/drawing/2014/main" id="{1CB908E3-EABF-4F7A-B59C-3F7D010F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3" name="toy-width-2">
            <a:extLst xmlns:a="http://schemas.openxmlformats.org/drawingml/2006/main">
              <a:ext uri="{FF2B5EF4-FFF2-40B4-BE49-F238E27FC236}">
                <a16:creationId xmlns:a16="http://schemas.microsoft.com/office/drawing/2014/main" id="{C70ECD6E-0500-4477-AD13-8A7E0E575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14" name="toy-time-3">
            <a:extLst xmlns:a="http://schemas.openxmlformats.org/drawingml/2006/main">
              <a:ext uri="{FF2B5EF4-FFF2-40B4-BE49-F238E27FC236}">
                <a16:creationId xmlns:a16="http://schemas.microsoft.com/office/drawing/2014/main" id="{2F3E2FB9-4B81-4433-8758-20B945C4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0.75</a:t>
            </a:r>
          </a:p>
        </p:txBody>
      </p:sp>
      <p:sp>
        <p:nvSpPr>
          <p:cNvPr id="15" name="toy-sample-3">
            <a:extLst xmlns:a="http://schemas.openxmlformats.org/drawingml/2006/main">
              <a:ext uri="{FF2B5EF4-FFF2-40B4-BE49-F238E27FC236}">
                <a16:creationId xmlns:a16="http://schemas.microsoft.com/office/drawing/2014/main" id="{66528F6C-F1D3-483B-BD40-1FD9E574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6" name="toy-width-3">
            <a:extLst xmlns:a="http://schemas.openxmlformats.org/drawingml/2006/main">
              <a:ext uri="{FF2B5EF4-FFF2-40B4-BE49-F238E27FC236}">
                <a16:creationId xmlns:a16="http://schemas.microsoft.com/office/drawing/2014/main" id="{4BB9A401-6710-45D4-87A7-D9F9C0CF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17" name="toy-time-4">
            <a:extLst xmlns:a="http://schemas.openxmlformats.org/drawingml/2006/main">
              <a:ext uri="{FF2B5EF4-FFF2-40B4-BE49-F238E27FC236}">
                <a16:creationId xmlns:a16="http://schemas.microsoft.com/office/drawing/2014/main" id="{8DB04C14-76D0-4B49-B6D5-F12805DA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18" name="toy-sample-4">
            <a:extLst xmlns:a="http://schemas.openxmlformats.org/drawingml/2006/main">
              <a:ext uri="{FF2B5EF4-FFF2-40B4-BE49-F238E27FC236}">
                <a16:creationId xmlns:a16="http://schemas.microsoft.com/office/drawing/2014/main" id="{75D87F20-7232-4BAE-9F4F-003FF5918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9" name="toy-width-4">
            <a:extLst xmlns:a="http://schemas.openxmlformats.org/drawingml/2006/main">
              <a:ext uri="{FF2B5EF4-FFF2-40B4-BE49-F238E27FC236}">
                <a16:creationId xmlns:a16="http://schemas.microsoft.com/office/drawing/2014/main" id="{4BF15C38-AEB7-4458-B34E-BE1650F8F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20" name="toy-time-5">
            <a:extLst xmlns:a="http://schemas.openxmlformats.org/drawingml/2006/main">
              <a:ext uri="{FF2B5EF4-FFF2-40B4-BE49-F238E27FC236}">
                <a16:creationId xmlns:a16="http://schemas.microsoft.com/office/drawing/2014/main" id="{20E7FEF8-3D48-48DF-B66D-2871B6DC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1.25</a:t>
            </a:r>
          </a:p>
        </p:txBody>
      </p:sp>
      <p:sp>
        <p:nvSpPr>
          <p:cNvPr id="21" name="toy-sample-5">
            <a:extLst xmlns:a="http://schemas.openxmlformats.org/drawingml/2006/main">
              <a:ext uri="{FF2B5EF4-FFF2-40B4-BE49-F238E27FC236}">
                <a16:creationId xmlns:a16="http://schemas.microsoft.com/office/drawing/2014/main" id="{802DED9D-62DC-46DB-8AD7-E5F0AF76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2" name="toy-width-5">
            <a:extLst xmlns:a="http://schemas.openxmlformats.org/drawingml/2006/main">
              <a:ext uri="{FF2B5EF4-FFF2-40B4-BE49-F238E27FC236}">
                <a16:creationId xmlns:a16="http://schemas.microsoft.com/office/drawing/2014/main" id="{7E3F9820-9B48-49AD-8F1A-1F7C9B3B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23" name="toy-time-6">
            <a:extLst xmlns:a="http://schemas.openxmlformats.org/drawingml/2006/main">
              <a:ext uri="{FF2B5EF4-FFF2-40B4-BE49-F238E27FC236}">
                <a16:creationId xmlns:a16="http://schemas.microsoft.com/office/drawing/2014/main" id="{1AAFB7C4-2090-4139-9756-E3247360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1.5</a:t>
            </a:r>
          </a:p>
        </p:txBody>
      </p:sp>
      <p:sp>
        <p:nvSpPr>
          <p:cNvPr id="24" name="toy-sample-6">
            <a:extLst xmlns:a="http://schemas.openxmlformats.org/drawingml/2006/main">
              <a:ext uri="{FF2B5EF4-FFF2-40B4-BE49-F238E27FC236}">
                <a16:creationId xmlns:a16="http://schemas.microsoft.com/office/drawing/2014/main" id="{2156E668-B105-488E-A4A2-F7842E654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5" name="toy-width-6">
            <a:extLst xmlns:a="http://schemas.openxmlformats.org/drawingml/2006/main">
              <a:ext uri="{FF2B5EF4-FFF2-40B4-BE49-F238E27FC236}">
                <a16:creationId xmlns:a16="http://schemas.microsoft.com/office/drawing/2014/main" id="{57F5943E-D55E-4E48-B052-BD362CAE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26" name="toy-time-7">
            <a:extLst xmlns:a="http://schemas.openxmlformats.org/drawingml/2006/main">
              <a:ext uri="{FF2B5EF4-FFF2-40B4-BE49-F238E27FC236}">
                <a16:creationId xmlns:a16="http://schemas.microsoft.com/office/drawing/2014/main" id="{AE65C11E-4D7F-40F1-BBEC-4E6D8476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1.75</a:t>
            </a:r>
          </a:p>
        </p:txBody>
      </p:sp>
      <p:sp>
        <p:nvSpPr>
          <p:cNvPr id="27" name="toy-sample-7">
            <a:extLst xmlns:a="http://schemas.openxmlformats.org/drawingml/2006/main">
              <a:ext uri="{FF2B5EF4-FFF2-40B4-BE49-F238E27FC236}">
                <a16:creationId xmlns:a16="http://schemas.microsoft.com/office/drawing/2014/main" id="{79224951-90AB-46BF-8F44-CB636E92F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8" name="toy-width-7">
            <a:extLst xmlns:a="http://schemas.openxmlformats.org/drawingml/2006/main">
              <a:ext uri="{FF2B5EF4-FFF2-40B4-BE49-F238E27FC236}">
                <a16:creationId xmlns:a16="http://schemas.microsoft.com/office/drawing/2014/main" id="{ACF0B2A6-69D4-4C78-90A6-B1DC35632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29" name="toy-time-unit">
            <a:extLst xmlns:a="http://schemas.openxmlformats.org/drawingml/2006/main">
              <a:ext uri="{FF2B5EF4-FFF2-40B4-BE49-F238E27FC236}">
                <a16:creationId xmlns:a16="http://schemas.microsoft.com/office/drawing/2014/main" id="{C1641855-8DBB-4631-813B-1967318D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30" name="toy-timeline">
            <a:extLst xmlns:a="http://schemas.openxmlformats.org/drawingml/2006/main">
              <a:ext uri="{FF2B5EF4-FFF2-40B4-BE49-F238E27FC236}">
                <a16:creationId xmlns:a16="http://schemas.microsoft.com/office/drawing/2014/main" id="{0E01CFE3-4D1E-426B-8479-65C776F81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886075"/>
            <a:ext cx="9448800" cy="9525"/>
          </a:xfrm>
          <a:custGeom xmlns:a="http://schemas.openxmlformats.org/drawingml/2006/main">
            <a:pathLst>
              <a:path w="9448800" h="9525">
                <a:moveTo>
                  <a:pt x="0" y="0"/>
                </a:moveTo>
                <a:lnTo>
                  <a:pt x="9448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31" name="toy-expand-heading">
            <a:extLst xmlns:a="http://schemas.openxmlformats.org/drawingml/2006/main">
              <a:ext uri="{FF2B5EF4-FFF2-40B4-BE49-F238E27FC236}">
                <a16:creationId xmlns:a16="http://schemas.microsoft.com/office/drawing/2014/main" id="{9765043D-9752-4063-9ADB-3DB2A4A4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展开一个样本：每格1 bit</a:t>
            </a:r>
          </a:p>
        </p:txBody>
      </p:sp>
      <p:sp>
        <p:nvSpPr>
          <p:cNvPr id="32" name="toy-expanded-bit-0">
            <a:extLst xmlns:a="http://schemas.openxmlformats.org/drawingml/2006/main">
              <a:ext uri="{FF2B5EF4-FFF2-40B4-BE49-F238E27FC236}">
                <a16:creationId xmlns:a16="http://schemas.microsoft.com/office/drawing/2014/main" id="{685A742E-DFA5-4F80-967D-ED59BCD9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3" name="toy-expanded-bit-1">
            <a:extLst xmlns:a="http://schemas.openxmlformats.org/drawingml/2006/main">
              <a:ext uri="{FF2B5EF4-FFF2-40B4-BE49-F238E27FC236}">
                <a16:creationId xmlns:a16="http://schemas.microsoft.com/office/drawing/2014/main" id="{10CA18B6-FB62-4135-9ED8-AF9E1F5D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4" name="toy-expanded-bit-2">
            <a:extLst xmlns:a="http://schemas.openxmlformats.org/drawingml/2006/main">
              <a:ext uri="{FF2B5EF4-FFF2-40B4-BE49-F238E27FC236}">
                <a16:creationId xmlns:a16="http://schemas.microsoft.com/office/drawing/2014/main" id="{A71F4975-FFBA-4C79-9CB7-C97B319D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5" name="toy-expanded-bit-3">
            <a:extLst xmlns:a="http://schemas.openxmlformats.org/drawingml/2006/main">
              <a:ext uri="{FF2B5EF4-FFF2-40B4-BE49-F238E27FC236}">
                <a16:creationId xmlns:a16="http://schemas.microsoft.com/office/drawing/2014/main" id="{04C64698-C1AD-4100-A334-EA1F925D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6" name="toy-expanded-bit-4">
            <a:extLst xmlns:a="http://schemas.openxmlformats.org/drawingml/2006/main">
              <a:ext uri="{FF2B5EF4-FFF2-40B4-BE49-F238E27FC236}">
                <a16:creationId xmlns:a16="http://schemas.microsoft.com/office/drawing/2014/main" id="{FF1E143E-02B7-44B8-9539-B08C572F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7" name="toy-expanded-bit-5">
            <a:extLst xmlns:a="http://schemas.openxmlformats.org/drawingml/2006/main">
              <a:ext uri="{FF2B5EF4-FFF2-40B4-BE49-F238E27FC236}">
                <a16:creationId xmlns:a16="http://schemas.microsoft.com/office/drawing/2014/main" id="{3DB1242E-ED5D-41E0-982D-E191A5403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8" name="toy-expanded-bit-6">
            <a:extLst xmlns:a="http://schemas.openxmlformats.org/drawingml/2006/main">
              <a:ext uri="{FF2B5EF4-FFF2-40B4-BE49-F238E27FC236}">
                <a16:creationId xmlns:a16="http://schemas.microsoft.com/office/drawing/2014/main" id="{542A9C3E-CBEA-4995-890A-67DA0A9A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9" name="toy-expanded-bit-7">
            <a:extLst xmlns:a="http://schemas.openxmlformats.org/drawingml/2006/main">
              <a:ext uri="{FF2B5EF4-FFF2-40B4-BE49-F238E27FC236}">
                <a16:creationId xmlns:a16="http://schemas.microsoft.com/office/drawing/2014/main" id="{D4A99412-A5DF-4CDE-9A13-BCB28C3B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0" name="toy-expanded-bit-8">
            <a:extLst xmlns:a="http://schemas.openxmlformats.org/drawingml/2006/main">
              <a:ext uri="{FF2B5EF4-FFF2-40B4-BE49-F238E27FC236}">
                <a16:creationId xmlns:a16="http://schemas.microsoft.com/office/drawing/2014/main" id="{F10DF08D-2AAE-4AF0-98BA-4A316606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7C9B"/>
            </a:solidFill>
          </a:ln>
        </p:spPr>
      </p:sp>
      <p:sp>
        <p:nvSpPr>
          <p:cNvPr id="41" name="toy-expanded-bit-9">
            <a:extLst xmlns:a="http://schemas.openxmlformats.org/drawingml/2006/main">
              <a:ext uri="{FF2B5EF4-FFF2-40B4-BE49-F238E27FC236}">
                <a16:creationId xmlns:a16="http://schemas.microsoft.com/office/drawing/2014/main" id="{69CD3AEB-EC53-4350-BF59-7741B915F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2" name="toy-expanded-bit-10">
            <a:extLst xmlns:a="http://schemas.openxmlformats.org/drawingml/2006/main">
              <a:ext uri="{FF2B5EF4-FFF2-40B4-BE49-F238E27FC236}">
                <a16:creationId xmlns:a16="http://schemas.microsoft.com/office/drawing/2014/main" id="{90CD83BD-7871-4DA4-9995-720F328E9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3" name="toy-expanded-bit-11">
            <a:extLst xmlns:a="http://schemas.openxmlformats.org/drawingml/2006/main">
              <a:ext uri="{FF2B5EF4-FFF2-40B4-BE49-F238E27FC236}">
                <a16:creationId xmlns:a16="http://schemas.microsoft.com/office/drawing/2014/main" id="{B9976B09-F06A-48ED-846F-99E3CF2FE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4" name="toy-expanded-bit-12">
            <a:extLst xmlns:a="http://schemas.openxmlformats.org/drawingml/2006/main">
              <a:ext uri="{FF2B5EF4-FFF2-40B4-BE49-F238E27FC236}">
                <a16:creationId xmlns:a16="http://schemas.microsoft.com/office/drawing/2014/main" id="{1BC73B18-D241-40F8-906E-6B99C7EA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5" name="toy-expanded-bit-13">
            <a:extLst xmlns:a="http://schemas.openxmlformats.org/drawingml/2006/main">
              <a:ext uri="{FF2B5EF4-FFF2-40B4-BE49-F238E27FC236}">
                <a16:creationId xmlns:a16="http://schemas.microsoft.com/office/drawing/2014/main" id="{3B2822D5-81ED-4784-AA58-A32230C4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6" name="toy-expanded-bit-14">
            <a:extLst xmlns:a="http://schemas.openxmlformats.org/drawingml/2006/main">
              <a:ext uri="{FF2B5EF4-FFF2-40B4-BE49-F238E27FC236}">
                <a16:creationId xmlns:a16="http://schemas.microsoft.com/office/drawing/2014/main" id="{AF6F3AFC-BDA9-4870-9693-67FEF18A8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7" name="toy-expanded-bit-15">
            <a:extLst xmlns:a="http://schemas.openxmlformats.org/drawingml/2006/main">
              <a:ext uri="{FF2B5EF4-FFF2-40B4-BE49-F238E27FC236}">
                <a16:creationId xmlns:a16="http://schemas.microsoft.com/office/drawing/2014/main" id="{A972F6B3-FDB9-4BDC-A34C-07A99AE5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8" name="toy-expanded-byte-boundary">
            <a:extLst xmlns:a="http://schemas.openxmlformats.org/drawingml/2006/main">
              <a:ext uri="{FF2B5EF4-FFF2-40B4-BE49-F238E27FC236}">
                <a16:creationId xmlns:a16="http://schemas.microsoft.com/office/drawing/2014/main" id="{ACF326D9-4B77-4654-A233-94C5183B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600575"/>
            <a:ext cx="9525" cy="476250"/>
          </a:xfrm>
          <a:custGeom xmlns:a="http://schemas.openxmlformats.org/drawingml/2006/main">
            <a:pathLst>
              <a:path w="9525" h="476250">
                <a:moveTo>
                  <a:pt x="0" y="0"/>
                </a:moveTo>
                <a:lnTo>
                  <a:pt x="0" y="4762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7C9B"/>
            </a:solidFill>
          </a:ln>
        </p:spPr>
      </p:sp>
      <p:sp>
        <p:nvSpPr>
          <p:cNvPr id="49" name="toy-expanded-byte-1">
            <a:extLst xmlns:a="http://schemas.openxmlformats.org/drawingml/2006/main">
              <a:ext uri="{FF2B5EF4-FFF2-40B4-BE49-F238E27FC236}">
                <a16:creationId xmlns:a16="http://schemas.microsoft.com/office/drawing/2014/main" id="{F7CACCE6-A0E3-4654-A514-15403A9F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0292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50" name="toy-expanded-byte-1">
            <a:extLst xmlns:a="http://schemas.openxmlformats.org/drawingml/2006/main">
              <a:ext uri="{FF2B5EF4-FFF2-40B4-BE49-F238E27FC236}">
                <a16:creationId xmlns:a16="http://schemas.microsoft.com/office/drawing/2014/main" id="{053380CC-A274-4A2E-99A3-7C4A11E4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105400"/>
            <a:ext cx="2057400" cy="9525"/>
          </a:xfrm>
          <a:custGeom xmlns:a="http://schemas.openxmlformats.org/drawingml/2006/main">
            <a:pathLst>
              <a:path w="2057400" h="9525">
                <a:moveTo>
                  <a:pt x="0" y="0"/>
                </a:moveTo>
                <a:lnTo>
                  <a:pt x="2057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51" name="toy-expanded-byte-1">
            <a:extLst xmlns:a="http://schemas.openxmlformats.org/drawingml/2006/main">
              <a:ext uri="{FF2B5EF4-FFF2-40B4-BE49-F238E27FC236}">
                <a16:creationId xmlns:a16="http://schemas.microsoft.com/office/drawing/2014/main" id="{68F0FBDE-6B44-4322-A2C4-8821867F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0292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52" name="toy-expanded-byte-1-label">
            <a:extLst xmlns:a="http://schemas.openxmlformats.org/drawingml/2006/main">
              <a:ext uri="{FF2B5EF4-FFF2-40B4-BE49-F238E27FC236}">
                <a16:creationId xmlns:a16="http://schemas.microsoft.com/office/drawing/2014/main" id="{88577023-A3DD-405D-A41E-1A5D5A43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200650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rPr>
              <a:t>8 bit</a:t>
            </a:r>
          </a:p>
        </p:txBody>
      </p:sp>
      <p:sp>
        <p:nvSpPr>
          <p:cNvPr id="53" name="toy-expanded-byte-2">
            <a:extLst xmlns:a="http://schemas.openxmlformats.org/drawingml/2006/main">
              <a:ext uri="{FF2B5EF4-FFF2-40B4-BE49-F238E27FC236}">
                <a16:creationId xmlns:a16="http://schemas.microsoft.com/office/drawing/2014/main" id="{F33800E0-3FC3-41F3-AFC9-BDEADF8D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0292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7C9B"/>
            </a:solidFill>
          </a:ln>
        </p:spPr>
      </p:sp>
      <p:sp>
        <p:nvSpPr>
          <p:cNvPr id="54" name="toy-expanded-byte-2">
            <a:extLst xmlns:a="http://schemas.openxmlformats.org/drawingml/2006/main">
              <a:ext uri="{FF2B5EF4-FFF2-40B4-BE49-F238E27FC236}">
                <a16:creationId xmlns:a16="http://schemas.microsoft.com/office/drawing/2014/main" id="{72250957-1F2F-4860-8557-0043B5A8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105400"/>
            <a:ext cx="2057400" cy="9525"/>
          </a:xfrm>
          <a:custGeom xmlns:a="http://schemas.openxmlformats.org/drawingml/2006/main">
            <a:pathLst>
              <a:path w="2057400" h="9525">
                <a:moveTo>
                  <a:pt x="0" y="0"/>
                </a:moveTo>
                <a:lnTo>
                  <a:pt x="2057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7C9B"/>
            </a:solidFill>
          </a:ln>
        </p:spPr>
      </p:sp>
      <p:sp>
        <p:nvSpPr>
          <p:cNvPr id="55" name="toy-expanded-byte-2">
            <a:extLst xmlns:a="http://schemas.openxmlformats.org/drawingml/2006/main">
              <a:ext uri="{FF2B5EF4-FFF2-40B4-BE49-F238E27FC236}">
                <a16:creationId xmlns:a16="http://schemas.microsoft.com/office/drawing/2014/main" id="{570DBE69-3D84-4C92-941F-FA8FA006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0292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7C9B"/>
            </a:solidFill>
          </a:ln>
        </p:spPr>
      </p:sp>
      <p:sp>
        <p:nvSpPr>
          <p:cNvPr id="56" name="toy-expanded-byte-2-label">
            <a:extLst xmlns:a="http://schemas.openxmlformats.org/drawingml/2006/main">
              <a:ext uri="{FF2B5EF4-FFF2-40B4-BE49-F238E27FC236}">
                <a16:creationId xmlns:a16="http://schemas.microsoft.com/office/drawing/2014/main" id="{36094D2C-6AA3-410C-83A2-6E222986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200650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8 bit</a:t>
            </a:r>
          </a:p>
        </p:txBody>
      </p:sp>
      <p:sp>
        <p:nvSpPr>
          <p:cNvPr id="57" name="toy-total">
            <a:extLst xmlns:a="http://schemas.openxmlformats.org/drawingml/2006/main">
              <a:ext uri="{FF2B5EF4-FFF2-40B4-BE49-F238E27FC236}">
                <a16:creationId xmlns:a16="http://schemas.microsoft.com/office/drawing/2014/main" id="{D31CE0D0-CD15-4E2B-B140-C48FCB79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8个样本 × 2 B / 样本＝16 B</a:t>
            </a:r>
          </a:p>
        </p:txBody>
      </p:sp>
    </p:spTree>
    <p:extLst>
      <p:ext uri="{BB962C8B-B14F-4D97-AF65-F5344CB8AC3E}">
        <p14:creationId xmlns:p14="http://schemas.microsoft.com/office/powerpoint/2010/main" val="105175925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op-rail">
            <a:extLst xmlns:a="http://schemas.openxmlformats.org/drawingml/2006/main">
              <a:ext uri="{FF2B5EF4-FFF2-40B4-BE49-F238E27FC236}">
                <a16:creationId xmlns:a16="http://schemas.microsoft.com/office/drawing/2014/main" id="{56FCE321-B8F0-45AB-A579-4B2DD173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60D33B06-073E-4ECE-AE32-0BBA7FB5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A1718A3F-AC81-4AF7-A714-A525FD76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2秒单声道PCM，需要多少样本数据？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69B2024-84D6-43CF-9A1A-5E137061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8,000 Hz｜2 s｜16 bit / 样本｜单声道</a:t>
            </a:r>
          </a:p>
        </p:txBody>
      </p:sp>
      <p:sp>
        <p:nvSpPr>
          <p:cNvPr id="5" name="recording-time-axis">
            <a:extLst xmlns:a="http://schemas.openxmlformats.org/drawingml/2006/main">
              <a:ext uri="{FF2B5EF4-FFF2-40B4-BE49-F238E27FC236}">
                <a16:creationId xmlns:a16="http://schemas.microsoft.com/office/drawing/2014/main" id="{044CD6E9-755F-4B0E-B0FC-6171909E1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28925"/>
            <a:ext cx="8953500" cy="9525"/>
          </a:xfrm>
          <a:custGeom xmlns:a="http://schemas.openxmlformats.org/drawingml/2006/main">
            <a:pathLst>
              <a:path w="8953500" h="9525">
                <a:moveTo>
                  <a:pt x="0" y="0"/>
                </a:moveTo>
                <a:lnTo>
                  <a:pt x="8953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62626"/>
            </a:solidFill>
          </a:ln>
        </p:spPr>
      </p:sp>
      <p:sp>
        <p:nvSpPr>
          <p:cNvPr id="6" name="second-label-0">
            <a:extLst xmlns:a="http://schemas.openxmlformats.org/drawingml/2006/main">
              <a:ext uri="{FF2B5EF4-FFF2-40B4-BE49-F238E27FC236}">
                <a16:creationId xmlns:a16="http://schemas.microsoft.com/office/drawing/2014/main" id="{0FC89495-43AA-4DDA-A43B-C20F2C58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35267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第1秒</a:t>
            </a:r>
          </a:p>
        </p:txBody>
      </p:sp>
      <p:sp>
        <p:nvSpPr>
          <p:cNvPr id="7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E995BCF5-24AF-4C13-BD88-4BBE3C9A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29076359-C187-4106-B0C0-A5F3FCCF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9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87EBC1AB-3D0D-44B4-AC76-C9D47685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65BC80FC-FACA-4FE9-9F06-8EF02BE0A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11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E0D7A8A6-B8C0-4F65-8C61-014B7416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28950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12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19B1B191-7ED1-4DD4-8CB2-FEB9B608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3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F79B7D9B-3581-4BD5-A35D-67B276F0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14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CD23F467-15EE-471B-A21C-01FA2C1E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5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C9509A99-8356-41A5-AB09-F1E54572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76650"/>
            <a:ext cx="4248150" cy="9525"/>
          </a:xfrm>
          <a:custGeom xmlns:a="http://schemas.openxmlformats.org/drawingml/2006/main">
            <a:pathLst>
              <a:path w="4248150" h="9525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6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D127DD8F-1589-455B-AF13-BD133ABA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7" name="second-count-0-label">
            <a:extLst xmlns:a="http://schemas.openxmlformats.org/drawingml/2006/main">
              <a:ext uri="{FF2B5EF4-FFF2-40B4-BE49-F238E27FC236}">
                <a16:creationId xmlns:a16="http://schemas.microsoft.com/office/drawing/2014/main" id="{9B738A21-678C-487B-B83D-46C5CDEB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771900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每声道8,000个样本</a:t>
            </a:r>
          </a:p>
        </p:txBody>
      </p:sp>
      <p:sp>
        <p:nvSpPr>
          <p:cNvPr id="18" name="second-label-1">
            <a:extLst xmlns:a="http://schemas.openxmlformats.org/drawingml/2006/main">
              <a:ext uri="{FF2B5EF4-FFF2-40B4-BE49-F238E27FC236}">
                <a16:creationId xmlns:a16="http://schemas.microsoft.com/office/drawing/2014/main" id="{CF6FADC7-500B-41F1-BEAB-567F49A3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5267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第2秒</a:t>
            </a:r>
          </a:p>
        </p:txBody>
      </p:sp>
      <p:sp>
        <p:nvSpPr>
          <p:cNvPr id="19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0052E0A1-30BE-49C4-8F7D-B4DAD30D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0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5ECB1030-73E2-42A1-8536-A3607FA8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1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0C7B83E9-42EC-4F31-AA17-C962D694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2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6FACB4A6-125F-4655-9ECD-A4BBECDC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3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108F9ECF-CD35-43EC-934A-A50905A3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28950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24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AD1B3839-FE0C-430A-AF3B-0708051BA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5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2730C067-D300-4B02-97F2-94AD2138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6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1ED9DC6B-69B9-4643-88F6-F15FF110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7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8C2AA647-BD46-4F33-AF6B-F43F141A0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76650"/>
            <a:ext cx="4248150" cy="9525"/>
          </a:xfrm>
          <a:custGeom xmlns:a="http://schemas.openxmlformats.org/drawingml/2006/main">
            <a:pathLst>
              <a:path w="4248150" h="9525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8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365C0D6B-2BEE-4918-BF55-8EE4E3BC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9" name="second-count-1-label">
            <a:extLst xmlns:a="http://schemas.openxmlformats.org/drawingml/2006/main">
              <a:ext uri="{FF2B5EF4-FFF2-40B4-BE49-F238E27FC236}">
                <a16:creationId xmlns:a16="http://schemas.microsoft.com/office/drawing/2014/main" id="{414F67FB-E23B-49A8-9048-737222735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71900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每声道8,000个样本</a:t>
            </a:r>
          </a:p>
        </p:txBody>
      </p:sp>
      <p:sp>
        <p:nvSpPr>
          <p:cNvPr id="30" name="channel-name-0">
            <a:extLst xmlns:a="http://schemas.openxmlformats.org/drawingml/2006/main">
              <a:ext uri="{FF2B5EF4-FFF2-40B4-BE49-F238E27FC236}">
                <a16:creationId xmlns:a16="http://schemas.microsoft.com/office/drawing/2014/main" id="{7D4C5162-AEE5-4B10-A917-FEFA5552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单声道</a:t>
            </a:r>
          </a:p>
        </p:txBody>
      </p:sp>
      <p:sp>
        <p:nvSpPr>
          <p:cNvPr id="31" name="schematic-count-boundary">
            <a:extLst xmlns:a="http://schemas.openxmlformats.org/drawingml/2006/main">
              <a:ext uri="{FF2B5EF4-FFF2-40B4-BE49-F238E27FC236}">
                <a16:creationId xmlns:a16="http://schemas.microsoft.com/office/drawing/2014/main" id="{E00B5182-8C49-44C4-83D0-D9CCBCBD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只画部分样本；每个时刻，每声道保存一个16 bit值。</a:t>
            </a:r>
          </a:p>
        </p:txBody>
      </p:sp>
    </p:spTree>
    <p:extLst>
      <p:ext uri="{BB962C8B-B14F-4D97-AF65-F5344CB8AC3E}">
        <p14:creationId xmlns:p14="http://schemas.microsoft.com/office/powerpoint/2010/main" val="81196088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op-rail">
            <a:extLst xmlns:a="http://schemas.openxmlformats.org/drawingml/2006/main">
              <a:ext uri="{FF2B5EF4-FFF2-40B4-BE49-F238E27FC236}">
                <a16:creationId xmlns:a16="http://schemas.microsoft.com/office/drawing/2014/main" id="{56FCE321-B8F0-45AB-A579-4B2DD173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60D33B06-073E-4ECE-AE32-0BBA7FB5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A1718A3F-AC81-4AF7-A714-A525FD76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2秒单声道PCM，需要多少样本数据？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69B2024-84D6-43CF-9A1A-5E137061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8,000 Hz｜2 s｜16 bit / 样本｜单声道</a:t>
            </a:r>
          </a:p>
        </p:txBody>
      </p:sp>
      <p:sp>
        <p:nvSpPr>
          <p:cNvPr id="5" name="recording-time-axis">
            <a:extLst xmlns:a="http://schemas.openxmlformats.org/drawingml/2006/main">
              <a:ext uri="{FF2B5EF4-FFF2-40B4-BE49-F238E27FC236}">
                <a16:creationId xmlns:a16="http://schemas.microsoft.com/office/drawing/2014/main" id="{044CD6E9-755F-4B0E-B0FC-6171909E1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28925"/>
            <a:ext cx="8953500" cy="9525"/>
          </a:xfrm>
          <a:custGeom xmlns:a="http://schemas.openxmlformats.org/drawingml/2006/main">
            <a:pathLst>
              <a:path w="8953500" h="9525">
                <a:moveTo>
                  <a:pt x="0" y="0"/>
                </a:moveTo>
                <a:lnTo>
                  <a:pt x="8953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62626"/>
            </a:solidFill>
          </a:ln>
        </p:spPr>
      </p:sp>
      <p:sp>
        <p:nvSpPr>
          <p:cNvPr id="6" name="second-label-0">
            <a:extLst xmlns:a="http://schemas.openxmlformats.org/drawingml/2006/main">
              <a:ext uri="{FF2B5EF4-FFF2-40B4-BE49-F238E27FC236}">
                <a16:creationId xmlns:a16="http://schemas.microsoft.com/office/drawing/2014/main" id="{0FC89495-43AA-4DDA-A43B-C20F2C58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35267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第1秒</a:t>
            </a:r>
          </a:p>
        </p:txBody>
      </p:sp>
      <p:sp>
        <p:nvSpPr>
          <p:cNvPr id="7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E995BCF5-24AF-4C13-BD88-4BBE3C9A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29076359-C187-4106-B0C0-A5F3FCCF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9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87EBC1AB-3D0D-44B4-AC76-C9D47685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65BC80FC-FACA-4FE9-9F06-8EF02BE0A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11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E0D7A8A6-B8C0-4F65-8C61-014B7416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28950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12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19B1B191-7ED1-4DD4-8CB2-FEB9B608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3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F79B7D9B-3581-4BD5-A35D-67B276F0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14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CD23F467-15EE-471B-A21C-01FA2C1E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5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C9509A99-8356-41A5-AB09-F1E54572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76650"/>
            <a:ext cx="4248150" cy="9525"/>
          </a:xfrm>
          <a:custGeom xmlns:a="http://schemas.openxmlformats.org/drawingml/2006/main">
            <a:pathLst>
              <a:path w="4248150" h="9525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6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D127DD8F-1589-455B-AF13-BD133ABA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7" name="second-count-0-label">
            <a:extLst xmlns:a="http://schemas.openxmlformats.org/drawingml/2006/main">
              <a:ext uri="{FF2B5EF4-FFF2-40B4-BE49-F238E27FC236}">
                <a16:creationId xmlns:a16="http://schemas.microsoft.com/office/drawing/2014/main" id="{9B738A21-678C-487B-B83D-46C5CDEB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771900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每声道8,000个样本</a:t>
            </a:r>
          </a:p>
        </p:txBody>
      </p:sp>
      <p:sp>
        <p:nvSpPr>
          <p:cNvPr id="18" name="second-label-1">
            <a:extLst xmlns:a="http://schemas.openxmlformats.org/drawingml/2006/main">
              <a:ext uri="{FF2B5EF4-FFF2-40B4-BE49-F238E27FC236}">
                <a16:creationId xmlns:a16="http://schemas.microsoft.com/office/drawing/2014/main" id="{CF6FADC7-500B-41F1-BEAB-567F49A3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5267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第2秒</a:t>
            </a:r>
          </a:p>
        </p:txBody>
      </p:sp>
      <p:sp>
        <p:nvSpPr>
          <p:cNvPr id="19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0052E0A1-30BE-49C4-8F7D-B4DAD30D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0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5ECB1030-73E2-42A1-8536-A3607FA8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1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0C7B83E9-42EC-4F31-AA17-C962D694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2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6FACB4A6-125F-4655-9ECD-A4BBECDC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3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108F9ECF-CD35-43EC-934A-A50905A3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28950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24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AD1B3839-FE0C-430A-AF3B-0708051BA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5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2730C067-D300-4B02-97F2-94AD2138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6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1ED9DC6B-69B9-4643-88F6-F15FF110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7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8C2AA647-BD46-4F33-AF6B-F43F141A0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76650"/>
            <a:ext cx="4248150" cy="9525"/>
          </a:xfrm>
          <a:custGeom xmlns:a="http://schemas.openxmlformats.org/drawingml/2006/main">
            <a:pathLst>
              <a:path w="4248150" h="9525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8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365C0D6B-2BEE-4918-BF55-8EE4E3BC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9" name="second-count-1-label">
            <a:extLst xmlns:a="http://schemas.openxmlformats.org/drawingml/2006/main">
              <a:ext uri="{FF2B5EF4-FFF2-40B4-BE49-F238E27FC236}">
                <a16:creationId xmlns:a16="http://schemas.microsoft.com/office/drawing/2014/main" id="{414F67FB-E23B-49A8-9048-737222735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71900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每声道8,000个样本</a:t>
            </a:r>
          </a:p>
        </p:txBody>
      </p:sp>
      <p:sp>
        <p:nvSpPr>
          <p:cNvPr id="30" name="channel-name-0">
            <a:extLst xmlns:a="http://schemas.openxmlformats.org/drawingml/2006/main">
              <a:ext uri="{FF2B5EF4-FFF2-40B4-BE49-F238E27FC236}">
                <a16:creationId xmlns:a16="http://schemas.microsoft.com/office/drawing/2014/main" id="{7D4C5162-AEE5-4B10-A917-FEFA5552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单声道</a:t>
            </a:r>
          </a:p>
        </p:txBody>
      </p:sp>
      <p:sp>
        <p:nvSpPr>
          <p:cNvPr id="31" name="schematic-count-boundary">
            <a:extLst xmlns:a="http://schemas.openxmlformats.org/drawingml/2006/main">
              <a:ext uri="{FF2B5EF4-FFF2-40B4-BE49-F238E27FC236}">
                <a16:creationId xmlns:a16="http://schemas.microsoft.com/office/drawing/2014/main" id="{E00B5182-8C49-44C4-83D0-D9CCBCBD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只画部分样本；每个时刻，每声道保存一个16 bit值。</a:t>
            </a:r>
          </a:p>
        </p:txBody>
      </p:sp>
      <p:sp>
        <p:nvSpPr>
          <p:cNvPr id="32" name="answer-1">
            <a:extLst xmlns:a="http://schemas.openxmlformats.org/drawingml/2006/main">
              <a:ext uri="{FF2B5EF4-FFF2-40B4-BE49-F238E27FC236}">
                <a16:creationId xmlns:a16="http://schemas.microsoft.com/office/drawing/2014/main" id="{37FC394A-A0E3-4343-941C-EB934984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8,000 个/秒 × 2 秒＝16,000个样本。</a:t>
            </a:r>
          </a:p>
        </p:txBody>
      </p:sp>
    </p:spTree>
    <p:extLst>
      <p:ext uri="{BB962C8B-B14F-4D97-AF65-F5344CB8AC3E}">
        <p14:creationId xmlns:p14="http://schemas.microsoft.com/office/powerpoint/2010/main" val="81196088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top-rail">
            <a:extLst xmlns:a="http://schemas.openxmlformats.org/drawingml/2006/main">
              <a:ext uri="{FF2B5EF4-FFF2-40B4-BE49-F238E27FC236}">
                <a16:creationId xmlns:a16="http://schemas.microsoft.com/office/drawing/2014/main" id="{56FCE321-B8F0-45AB-A579-4B2DD173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60D33B06-073E-4ECE-AE32-0BBA7FB5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A1718A3F-AC81-4AF7-A714-A525FD76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2秒单声道PCM，需要多少样本数据？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69B2024-84D6-43CF-9A1A-5E137061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8,000 Hz｜2 s｜16 bit / 样本｜单声道</a:t>
            </a:r>
          </a:p>
        </p:txBody>
      </p:sp>
      <p:sp>
        <p:nvSpPr>
          <p:cNvPr id="5" name="recording-time-axis">
            <a:extLst xmlns:a="http://schemas.openxmlformats.org/drawingml/2006/main">
              <a:ext uri="{FF2B5EF4-FFF2-40B4-BE49-F238E27FC236}">
                <a16:creationId xmlns:a16="http://schemas.microsoft.com/office/drawing/2014/main" id="{044CD6E9-755F-4B0E-B0FC-6171909E1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28925"/>
            <a:ext cx="8953500" cy="9525"/>
          </a:xfrm>
          <a:custGeom xmlns:a="http://schemas.openxmlformats.org/drawingml/2006/main">
            <a:pathLst>
              <a:path w="8953500" h="9525">
                <a:moveTo>
                  <a:pt x="0" y="0"/>
                </a:moveTo>
                <a:lnTo>
                  <a:pt x="8953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62626"/>
            </a:solidFill>
          </a:ln>
        </p:spPr>
      </p:sp>
      <p:sp>
        <p:nvSpPr>
          <p:cNvPr id="6" name="second-label-0">
            <a:extLst xmlns:a="http://schemas.openxmlformats.org/drawingml/2006/main">
              <a:ext uri="{FF2B5EF4-FFF2-40B4-BE49-F238E27FC236}">
                <a16:creationId xmlns:a16="http://schemas.microsoft.com/office/drawing/2014/main" id="{0FC89495-43AA-4DDA-A43B-C20F2C58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35267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第1秒</a:t>
            </a:r>
          </a:p>
        </p:txBody>
      </p:sp>
      <p:sp>
        <p:nvSpPr>
          <p:cNvPr id="7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E995BCF5-24AF-4C13-BD88-4BBE3C9A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29076359-C187-4106-B0C0-A5F3FCCF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9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87EBC1AB-3D0D-44B4-AC76-C9D47685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65BC80FC-FACA-4FE9-9F06-8EF02BE0A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11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E0D7A8A6-B8C0-4F65-8C61-014B7416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28950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12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19B1B191-7ED1-4DD4-8CB2-FEB9B608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3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F79B7D9B-3581-4BD5-A35D-67B276F0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14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CD23F467-15EE-471B-A21C-01FA2C1E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5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C9509A99-8356-41A5-AB09-F1E54572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76650"/>
            <a:ext cx="4248150" cy="9525"/>
          </a:xfrm>
          <a:custGeom xmlns:a="http://schemas.openxmlformats.org/drawingml/2006/main">
            <a:pathLst>
              <a:path w="4248150" h="9525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6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D127DD8F-1589-455B-AF13-BD133ABA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7" name="second-count-0-label">
            <a:extLst xmlns:a="http://schemas.openxmlformats.org/drawingml/2006/main">
              <a:ext uri="{FF2B5EF4-FFF2-40B4-BE49-F238E27FC236}">
                <a16:creationId xmlns:a16="http://schemas.microsoft.com/office/drawing/2014/main" id="{9B738A21-678C-487B-B83D-46C5CDEB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771900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每声道8,000个样本</a:t>
            </a:r>
          </a:p>
        </p:txBody>
      </p:sp>
      <p:sp>
        <p:nvSpPr>
          <p:cNvPr id="18" name="second-label-1">
            <a:extLst xmlns:a="http://schemas.openxmlformats.org/drawingml/2006/main">
              <a:ext uri="{FF2B5EF4-FFF2-40B4-BE49-F238E27FC236}">
                <a16:creationId xmlns:a16="http://schemas.microsoft.com/office/drawing/2014/main" id="{CF6FADC7-500B-41F1-BEAB-567F49A3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5267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第2秒</a:t>
            </a:r>
          </a:p>
        </p:txBody>
      </p:sp>
      <p:sp>
        <p:nvSpPr>
          <p:cNvPr id="19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0052E0A1-30BE-49C4-8F7D-B4DAD30D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0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5ECB1030-73E2-42A1-8536-A3607FA8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1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0C7B83E9-42EC-4F31-AA17-C962D694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2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6FACB4A6-125F-4655-9ECD-A4BBECDC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3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108F9ECF-CD35-43EC-934A-A50905A3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28950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24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AD1B3839-FE0C-430A-AF3B-0708051BA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5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2730C067-D300-4B02-97F2-94AD2138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6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1ED9DC6B-69B9-4643-88F6-F15FF110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7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8C2AA647-BD46-4F33-AF6B-F43F141A0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76650"/>
            <a:ext cx="4248150" cy="9525"/>
          </a:xfrm>
          <a:custGeom xmlns:a="http://schemas.openxmlformats.org/drawingml/2006/main">
            <a:pathLst>
              <a:path w="4248150" h="9525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8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365C0D6B-2BEE-4918-BF55-8EE4E3BC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9" name="second-count-1-label">
            <a:extLst xmlns:a="http://schemas.openxmlformats.org/drawingml/2006/main">
              <a:ext uri="{FF2B5EF4-FFF2-40B4-BE49-F238E27FC236}">
                <a16:creationId xmlns:a16="http://schemas.microsoft.com/office/drawing/2014/main" id="{414F67FB-E23B-49A8-9048-737222735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71900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每声道8,000个样本</a:t>
            </a:r>
          </a:p>
        </p:txBody>
      </p:sp>
      <p:sp>
        <p:nvSpPr>
          <p:cNvPr id="30" name="channel-name-0">
            <a:extLst xmlns:a="http://schemas.openxmlformats.org/drawingml/2006/main">
              <a:ext uri="{FF2B5EF4-FFF2-40B4-BE49-F238E27FC236}">
                <a16:creationId xmlns:a16="http://schemas.microsoft.com/office/drawing/2014/main" id="{7D4C5162-AEE5-4B10-A917-FEFA5552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单声道</a:t>
            </a:r>
          </a:p>
        </p:txBody>
      </p:sp>
      <p:sp>
        <p:nvSpPr>
          <p:cNvPr id="31" name="schematic-count-boundary">
            <a:extLst xmlns:a="http://schemas.openxmlformats.org/drawingml/2006/main">
              <a:ext uri="{FF2B5EF4-FFF2-40B4-BE49-F238E27FC236}">
                <a16:creationId xmlns:a16="http://schemas.microsoft.com/office/drawing/2014/main" id="{E00B5182-8C49-44C4-83D0-D9CCBCBD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只画部分样本；每个时刻，每声道保存一个16 bit值。</a:t>
            </a:r>
          </a:p>
        </p:txBody>
      </p:sp>
      <p:sp>
        <p:nvSpPr>
          <p:cNvPr id="32" name="answer-1">
            <a:extLst xmlns:a="http://schemas.openxmlformats.org/drawingml/2006/main">
              <a:ext uri="{FF2B5EF4-FFF2-40B4-BE49-F238E27FC236}">
                <a16:creationId xmlns:a16="http://schemas.microsoft.com/office/drawing/2014/main" id="{37FC394A-A0E3-4343-941C-EB934984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8,000 个/秒 × 2 秒＝16,000个样本。</a:t>
            </a:r>
          </a:p>
        </p:txBody>
      </p:sp>
      <p:sp>
        <p:nvSpPr>
          <p:cNvPr id="33" name="sample-width-answer">
            <a:extLst xmlns:a="http://schemas.openxmlformats.org/drawingml/2006/main">
              <a:ext uri="{FF2B5EF4-FFF2-40B4-BE49-F238E27FC236}">
                <a16:creationId xmlns:a16="http://schemas.microsoft.com/office/drawing/2014/main" id="{9DD4D1F5-2409-47A1-96C8-1961620C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16 bit / 样本 ÷ 8＝2 B / 样本</a:t>
            </a:r>
          </a:p>
        </p:txBody>
      </p:sp>
    </p:spTree>
    <p:extLst>
      <p:ext uri="{BB962C8B-B14F-4D97-AF65-F5344CB8AC3E}">
        <p14:creationId xmlns:p14="http://schemas.microsoft.com/office/powerpoint/2010/main" val="81196088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top-rail">
            <a:extLst xmlns:a="http://schemas.openxmlformats.org/drawingml/2006/main">
              <a:ext uri="{FF2B5EF4-FFF2-40B4-BE49-F238E27FC236}">
                <a16:creationId xmlns:a16="http://schemas.microsoft.com/office/drawing/2014/main" id="{56FCE321-B8F0-45AB-A579-4B2DD173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60D33B06-073E-4ECE-AE32-0BBA7FB5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A1718A3F-AC81-4AF7-A714-A525FD76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2秒单声道PCM，需要多少样本数据？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69B2024-84D6-43CF-9A1A-5E137061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8,000 Hz｜2 s｜16 bit / 样本｜单声道</a:t>
            </a:r>
          </a:p>
        </p:txBody>
      </p:sp>
      <p:sp>
        <p:nvSpPr>
          <p:cNvPr id="5" name="recording-time-axis">
            <a:extLst xmlns:a="http://schemas.openxmlformats.org/drawingml/2006/main">
              <a:ext uri="{FF2B5EF4-FFF2-40B4-BE49-F238E27FC236}">
                <a16:creationId xmlns:a16="http://schemas.microsoft.com/office/drawing/2014/main" id="{044CD6E9-755F-4B0E-B0FC-6171909E1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28925"/>
            <a:ext cx="8953500" cy="9525"/>
          </a:xfrm>
          <a:custGeom xmlns:a="http://schemas.openxmlformats.org/drawingml/2006/main">
            <a:pathLst>
              <a:path w="8953500" h="9525">
                <a:moveTo>
                  <a:pt x="0" y="0"/>
                </a:moveTo>
                <a:lnTo>
                  <a:pt x="8953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62626"/>
            </a:solidFill>
          </a:ln>
        </p:spPr>
      </p:sp>
      <p:sp>
        <p:nvSpPr>
          <p:cNvPr id="6" name="second-label-0">
            <a:extLst xmlns:a="http://schemas.openxmlformats.org/drawingml/2006/main">
              <a:ext uri="{FF2B5EF4-FFF2-40B4-BE49-F238E27FC236}">
                <a16:creationId xmlns:a16="http://schemas.microsoft.com/office/drawing/2014/main" id="{0FC89495-43AA-4DDA-A43B-C20F2C58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35267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第1秒</a:t>
            </a:r>
          </a:p>
        </p:txBody>
      </p:sp>
      <p:sp>
        <p:nvSpPr>
          <p:cNvPr id="7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E995BCF5-24AF-4C13-BD88-4BBE3C9A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29076359-C187-4106-B0C0-A5F3FCCF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9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87EBC1AB-3D0D-44B4-AC76-C9D47685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65BC80FC-FACA-4FE9-9F06-8EF02BE0A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11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E0D7A8A6-B8C0-4F65-8C61-014B7416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28950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12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19B1B191-7ED1-4DD4-8CB2-FEB9B608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3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F79B7D9B-3581-4BD5-A35D-67B276F0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14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CD23F467-15EE-471B-A21C-01FA2C1E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5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C9509A99-8356-41A5-AB09-F1E54572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76650"/>
            <a:ext cx="4248150" cy="9525"/>
          </a:xfrm>
          <a:custGeom xmlns:a="http://schemas.openxmlformats.org/drawingml/2006/main">
            <a:pathLst>
              <a:path w="4248150" h="9525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6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D127DD8F-1589-455B-AF13-BD133ABA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7" name="second-count-0-label">
            <a:extLst xmlns:a="http://schemas.openxmlformats.org/drawingml/2006/main">
              <a:ext uri="{FF2B5EF4-FFF2-40B4-BE49-F238E27FC236}">
                <a16:creationId xmlns:a16="http://schemas.microsoft.com/office/drawing/2014/main" id="{9B738A21-678C-487B-B83D-46C5CDEB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771900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每声道8,000个样本</a:t>
            </a:r>
          </a:p>
        </p:txBody>
      </p:sp>
      <p:sp>
        <p:nvSpPr>
          <p:cNvPr id="18" name="second-label-1">
            <a:extLst xmlns:a="http://schemas.openxmlformats.org/drawingml/2006/main">
              <a:ext uri="{FF2B5EF4-FFF2-40B4-BE49-F238E27FC236}">
                <a16:creationId xmlns:a16="http://schemas.microsoft.com/office/drawing/2014/main" id="{CF6FADC7-500B-41F1-BEAB-567F49A3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5267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第2秒</a:t>
            </a:r>
          </a:p>
        </p:txBody>
      </p:sp>
      <p:sp>
        <p:nvSpPr>
          <p:cNvPr id="19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0052E0A1-30BE-49C4-8F7D-B4DAD30D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0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5ECB1030-73E2-42A1-8536-A3607FA8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1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0C7B83E9-42EC-4F31-AA17-C962D694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2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6FACB4A6-125F-4655-9ECD-A4BBECDC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3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108F9ECF-CD35-43EC-934A-A50905A3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28950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24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AD1B3839-FE0C-430A-AF3B-0708051BA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5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2730C067-D300-4B02-97F2-94AD2138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6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1ED9DC6B-69B9-4643-88F6-F15FF110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7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8C2AA647-BD46-4F33-AF6B-F43F141A0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76650"/>
            <a:ext cx="4248150" cy="9525"/>
          </a:xfrm>
          <a:custGeom xmlns:a="http://schemas.openxmlformats.org/drawingml/2006/main">
            <a:pathLst>
              <a:path w="4248150" h="9525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8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365C0D6B-2BEE-4918-BF55-8EE4E3BC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9" name="second-count-1-label">
            <a:extLst xmlns:a="http://schemas.openxmlformats.org/drawingml/2006/main">
              <a:ext uri="{FF2B5EF4-FFF2-40B4-BE49-F238E27FC236}">
                <a16:creationId xmlns:a16="http://schemas.microsoft.com/office/drawing/2014/main" id="{414F67FB-E23B-49A8-9048-737222735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71900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每声道8,000个样本</a:t>
            </a:r>
          </a:p>
        </p:txBody>
      </p:sp>
      <p:sp>
        <p:nvSpPr>
          <p:cNvPr id="30" name="channel-name-0">
            <a:extLst xmlns:a="http://schemas.openxmlformats.org/drawingml/2006/main">
              <a:ext uri="{FF2B5EF4-FFF2-40B4-BE49-F238E27FC236}">
                <a16:creationId xmlns:a16="http://schemas.microsoft.com/office/drawing/2014/main" id="{7D4C5162-AEE5-4B10-A917-FEFA5552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单声道</a:t>
            </a:r>
          </a:p>
        </p:txBody>
      </p:sp>
      <p:sp>
        <p:nvSpPr>
          <p:cNvPr id="31" name="schematic-count-boundary">
            <a:extLst xmlns:a="http://schemas.openxmlformats.org/drawingml/2006/main">
              <a:ext uri="{FF2B5EF4-FFF2-40B4-BE49-F238E27FC236}">
                <a16:creationId xmlns:a16="http://schemas.microsoft.com/office/drawing/2014/main" id="{E00B5182-8C49-44C4-83D0-D9CCBCBD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只画部分样本；每个时刻，每声道保存一个16 bit值。</a:t>
            </a:r>
          </a:p>
        </p:txBody>
      </p:sp>
      <p:sp>
        <p:nvSpPr>
          <p:cNvPr id="32" name="answer-1">
            <a:extLst xmlns:a="http://schemas.openxmlformats.org/drawingml/2006/main">
              <a:ext uri="{FF2B5EF4-FFF2-40B4-BE49-F238E27FC236}">
                <a16:creationId xmlns:a16="http://schemas.microsoft.com/office/drawing/2014/main" id="{37FC394A-A0E3-4343-941C-EB934984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8,000 个/秒 × 2 秒＝16,000个样本。</a:t>
            </a:r>
          </a:p>
        </p:txBody>
      </p:sp>
      <p:sp>
        <p:nvSpPr>
          <p:cNvPr id="33" name="sample-width-answer">
            <a:extLst xmlns:a="http://schemas.openxmlformats.org/drawingml/2006/main">
              <a:ext uri="{FF2B5EF4-FFF2-40B4-BE49-F238E27FC236}">
                <a16:creationId xmlns:a16="http://schemas.microsoft.com/office/drawing/2014/main" id="{9DD4D1F5-2409-47A1-96C8-1961620C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16 bit / 样本 ÷ 8＝2 B / 样本</a:t>
            </a:r>
          </a:p>
        </p:txBody>
      </p:sp>
      <p:sp>
        <p:nvSpPr>
          <p:cNvPr id="34" name="pcm-payload-result">
            <a:extLst xmlns:a="http://schemas.openxmlformats.org/drawingml/2006/main">
              <a:ext uri="{FF2B5EF4-FFF2-40B4-BE49-F238E27FC236}">
                <a16:creationId xmlns:a16="http://schemas.microsoft.com/office/drawing/2014/main" id="{0B05E03B-473E-4FAA-9616-0EB32BDFD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16,000个样本 × 2 B / 样本＝32,000 B</a:t>
            </a:r>
          </a:p>
        </p:txBody>
      </p:sp>
    </p:spTree>
    <p:extLst>
      <p:ext uri="{BB962C8B-B14F-4D97-AF65-F5344CB8AC3E}">
        <p14:creationId xmlns:p14="http://schemas.microsoft.com/office/powerpoint/2010/main" val="811960881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top-rail">
            <a:extLst xmlns:a="http://schemas.openxmlformats.org/drawingml/2006/main">
              <a:ext uri="{FF2B5EF4-FFF2-40B4-BE49-F238E27FC236}">
                <a16:creationId xmlns:a16="http://schemas.microsoft.com/office/drawing/2014/main" id="{73F80736-1469-4FF4-998C-E7981DDF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C2FB0507-FBEC-4A2D-B4E1-F1B994DF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689D3675-641E-48E1-9468-F5BC9FCFD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增加右声道，哪些记录多了一份？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59C99E1-2678-46E0-A47E-7BEE9AEC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8,000 Hz｜2 s｜16 bit / 样本｜双声道</a:t>
            </a:r>
          </a:p>
        </p:txBody>
      </p:sp>
      <p:sp>
        <p:nvSpPr>
          <p:cNvPr id="5" name="recording-time-axis">
            <a:extLst xmlns:a="http://schemas.openxmlformats.org/drawingml/2006/main">
              <a:ext uri="{FF2B5EF4-FFF2-40B4-BE49-F238E27FC236}">
                <a16:creationId xmlns:a16="http://schemas.microsoft.com/office/drawing/2014/main" id="{168B94B0-3A06-4064-A459-E2ADB456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609850"/>
            <a:ext cx="8953500" cy="9525"/>
          </a:xfrm>
          <a:custGeom xmlns:a="http://schemas.openxmlformats.org/drawingml/2006/main">
            <a:pathLst>
              <a:path w="8953500" h="9525">
                <a:moveTo>
                  <a:pt x="0" y="0"/>
                </a:moveTo>
                <a:lnTo>
                  <a:pt x="8953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62626"/>
            </a:solidFill>
          </a:ln>
        </p:spPr>
      </p:sp>
      <p:sp>
        <p:nvSpPr>
          <p:cNvPr id="6" name="second-label-0">
            <a:extLst xmlns:a="http://schemas.openxmlformats.org/drawingml/2006/main">
              <a:ext uri="{FF2B5EF4-FFF2-40B4-BE49-F238E27FC236}">
                <a16:creationId xmlns:a16="http://schemas.microsoft.com/office/drawing/2014/main" id="{B66FD81E-8DC1-4E04-A56E-CA1F2A71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1336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第1秒</a:t>
            </a:r>
          </a:p>
        </p:txBody>
      </p:sp>
      <p:sp>
        <p:nvSpPr>
          <p:cNvPr id="7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4EF31460-0264-46E9-AEA1-61F686E4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7813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F15BD1CE-8734-46D6-82DE-ECBB5F4D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7813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9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025F16A3-1E37-4CC8-BA1D-504C19E1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7813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CECA023B-BDEB-49A9-88C9-C9037A15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7813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11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BC4509E4-1432-4D58-B0C2-CEB5F255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098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12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6C0E5C62-5777-4036-A79A-79BC4C4F9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7813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3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9F823A5F-C85F-4857-9B61-6D843758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7813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14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FCB6A137-2AAC-4367-9F64-3EB7012B1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6195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9B"/>
            </a:solidFill>
          </a:ln>
        </p:spPr>
      </p:sp>
      <p:sp>
        <p:nvSpPr>
          <p:cNvPr id="15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5EC70774-09A3-46A5-BF78-4943CDEE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6195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C9B"/>
            </a:solidFill>
          </a:ln>
        </p:spPr>
      </p:sp>
      <p:sp>
        <p:nvSpPr>
          <p:cNvPr id="16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4F7E28B8-1697-4338-BF29-5CCD548B3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6195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9B"/>
            </a:solidFill>
          </a:ln>
        </p:spPr>
      </p:sp>
      <p:sp>
        <p:nvSpPr>
          <p:cNvPr id="17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916255CD-AC07-46CC-A808-9C739B52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6195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C9B"/>
            </a:solidFill>
          </a:ln>
        </p:spPr>
      </p:sp>
      <p:sp>
        <p:nvSpPr>
          <p:cNvPr id="18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F0BB7078-3F00-4A16-8D56-38ADA3E8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480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19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73C301FC-E4AB-4750-90F8-CD1F30E8B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6195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9B"/>
            </a:solidFill>
          </a:ln>
        </p:spPr>
      </p:sp>
      <p:sp>
        <p:nvSpPr>
          <p:cNvPr id="20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7CFAEB75-D86C-45D3-8C99-D68DB20E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6195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C9B"/>
            </a:solidFill>
          </a:ln>
        </p:spPr>
      </p:sp>
      <p:sp>
        <p:nvSpPr>
          <p:cNvPr id="21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A68BC3FC-A8AC-48E0-9670-6EAAF3A0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21957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2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D2783A7B-6E7B-463B-8873-4F18A328D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295775"/>
            <a:ext cx="4248150" cy="9525"/>
          </a:xfrm>
          <a:custGeom xmlns:a="http://schemas.openxmlformats.org/drawingml/2006/main">
            <a:pathLst>
              <a:path w="4248150" h="9525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3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AFB4D3D5-8B24-4103-A6FF-AA456A1D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1957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4" name="second-count-0-label">
            <a:extLst xmlns:a="http://schemas.openxmlformats.org/drawingml/2006/main">
              <a:ext uri="{FF2B5EF4-FFF2-40B4-BE49-F238E27FC236}">
                <a16:creationId xmlns:a16="http://schemas.microsoft.com/office/drawing/2014/main" id="{F25D9A4A-CAD4-4E98-BEDA-9423C4DF1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391025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每声道8,000个样本</a:t>
            </a:r>
          </a:p>
        </p:txBody>
      </p:sp>
      <p:sp>
        <p:nvSpPr>
          <p:cNvPr id="25" name="second-label-1">
            <a:extLst xmlns:a="http://schemas.openxmlformats.org/drawingml/2006/main">
              <a:ext uri="{FF2B5EF4-FFF2-40B4-BE49-F238E27FC236}">
                <a16:creationId xmlns:a16="http://schemas.microsoft.com/office/drawing/2014/main" id="{CAFFB401-C065-4CD2-B00B-F6916084A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336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第2秒</a:t>
            </a:r>
          </a:p>
        </p:txBody>
      </p:sp>
      <p:sp>
        <p:nvSpPr>
          <p:cNvPr id="26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276F2EE2-CC0D-4C0A-9D97-0AE2021FA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813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7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A2FAAF89-7C43-4756-86BC-67E0DF34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7813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8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880E5DD8-B1B0-4AB1-BACB-1F6D53C7D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7813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9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56F9E787-74CC-4F59-90A6-8D3364001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7813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30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8565A8AA-CEDB-4BBB-961B-559482A3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098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31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EA48323D-771B-465E-9066-3133FDFE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7813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2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5E580870-2B72-44D6-98D8-6D976284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7813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33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E8BF2E4B-02BB-41C8-983F-50534C4E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195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9B"/>
            </a:solidFill>
          </a:ln>
        </p:spPr>
      </p:sp>
      <p:sp>
        <p:nvSpPr>
          <p:cNvPr id="34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CBCC7A32-643F-40AE-8C97-A00ADD2C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6195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C9B"/>
            </a:solidFill>
          </a:ln>
        </p:spPr>
      </p:sp>
      <p:sp>
        <p:nvSpPr>
          <p:cNvPr id="35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0800EAFD-3A8C-4438-9F2D-90842328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6195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9B"/>
            </a:solidFill>
          </a:ln>
        </p:spPr>
      </p:sp>
      <p:sp>
        <p:nvSpPr>
          <p:cNvPr id="36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F73B84C0-4DCE-482E-B62C-36AE55D1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6195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C9B"/>
            </a:solidFill>
          </a:ln>
        </p:spPr>
      </p:sp>
      <p:sp>
        <p:nvSpPr>
          <p:cNvPr id="37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A51CCD1C-2824-4F97-ACEB-667D4569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6480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38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9AC0E9A1-FED4-469D-AECC-576530A34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6195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9B"/>
            </a:solidFill>
          </a:ln>
        </p:spPr>
      </p:sp>
      <p:sp>
        <p:nvSpPr>
          <p:cNvPr id="39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E5B22E8E-74B4-494D-9876-D041EC66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6195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C9B"/>
            </a:solidFill>
          </a:ln>
        </p:spPr>
      </p:sp>
      <p:sp>
        <p:nvSpPr>
          <p:cNvPr id="40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2D1351AC-5F4F-4293-9D3F-CE332D03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21957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41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7BC2A7D4-EAB2-47E8-9024-79B30E4B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295775"/>
            <a:ext cx="4248150" cy="9525"/>
          </a:xfrm>
          <a:custGeom xmlns:a="http://schemas.openxmlformats.org/drawingml/2006/main">
            <a:pathLst>
              <a:path w="4248150" h="9525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42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57C3DF05-8784-44F5-9481-AF335646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21957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43" name="second-count-1-label">
            <a:extLst xmlns:a="http://schemas.openxmlformats.org/drawingml/2006/main">
              <a:ext uri="{FF2B5EF4-FFF2-40B4-BE49-F238E27FC236}">
                <a16:creationId xmlns:a16="http://schemas.microsoft.com/office/drawing/2014/main" id="{D514D852-C275-4A37-932C-55AF1E6A7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91025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每声道8,000个样本</a:t>
            </a:r>
          </a:p>
        </p:txBody>
      </p:sp>
      <p:sp>
        <p:nvSpPr>
          <p:cNvPr id="44" name="channel-name-0">
            <a:extLst xmlns:a="http://schemas.openxmlformats.org/drawingml/2006/main">
              <a:ext uri="{FF2B5EF4-FFF2-40B4-BE49-F238E27FC236}">
                <a16:creationId xmlns:a16="http://schemas.microsoft.com/office/drawing/2014/main" id="{8A1A0FCD-F3EF-488C-8C8A-3B4C4E8BB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左声道 L</a:t>
            </a:r>
          </a:p>
        </p:txBody>
      </p:sp>
      <p:sp>
        <p:nvSpPr>
          <p:cNvPr id="45" name="channel-name-1">
            <a:extLst xmlns:a="http://schemas.openxmlformats.org/drawingml/2006/main">
              <a:ext uri="{FF2B5EF4-FFF2-40B4-BE49-F238E27FC236}">
                <a16:creationId xmlns:a16="http://schemas.microsoft.com/office/drawing/2014/main" id="{C371B191-98DB-47AE-AE58-2DFC6A3F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右声道 R</a:t>
            </a:r>
          </a:p>
        </p:txBody>
      </p:sp>
      <p:sp>
        <p:nvSpPr>
          <p:cNvPr id="46" name="schematic-count-boundary">
            <a:extLst xmlns:a="http://schemas.openxmlformats.org/drawingml/2006/main">
              <a:ext uri="{FF2B5EF4-FFF2-40B4-BE49-F238E27FC236}">
                <a16:creationId xmlns:a16="http://schemas.microsoft.com/office/drawing/2014/main" id="{0D7317BA-72F4-4BAB-AE4D-3267B10B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只画部分样本；每个时刻，每声道保存一个16 bit值。</a:t>
            </a:r>
          </a:p>
        </p:txBody>
      </p:sp>
    </p:spTree>
    <p:extLst>
      <p:ext uri="{BB962C8B-B14F-4D97-AF65-F5344CB8AC3E}">
        <p14:creationId xmlns:p14="http://schemas.microsoft.com/office/powerpoint/2010/main" val="1584783776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top-rail">
            <a:extLst xmlns:a="http://schemas.openxmlformats.org/drawingml/2006/main">
              <a:ext uri="{FF2B5EF4-FFF2-40B4-BE49-F238E27FC236}">
                <a16:creationId xmlns:a16="http://schemas.microsoft.com/office/drawing/2014/main" id="{73F80736-1469-4FF4-998C-E7981DDF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C2FB0507-FBEC-4A2D-B4E1-F1B994DF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689D3675-641E-48E1-9468-F5BC9FCFD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增加右声道，哪些记录多了一份？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59C99E1-2678-46E0-A47E-7BEE9AEC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8,000 Hz｜2 s｜16 bit / 样本｜双声道</a:t>
            </a:r>
          </a:p>
        </p:txBody>
      </p:sp>
      <p:sp>
        <p:nvSpPr>
          <p:cNvPr id="5" name="recording-time-axis">
            <a:extLst xmlns:a="http://schemas.openxmlformats.org/drawingml/2006/main">
              <a:ext uri="{FF2B5EF4-FFF2-40B4-BE49-F238E27FC236}">
                <a16:creationId xmlns:a16="http://schemas.microsoft.com/office/drawing/2014/main" id="{168B94B0-3A06-4064-A459-E2ADB456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609850"/>
            <a:ext cx="8953500" cy="9525"/>
          </a:xfrm>
          <a:custGeom xmlns:a="http://schemas.openxmlformats.org/drawingml/2006/main">
            <a:pathLst>
              <a:path w="8953500" h="9525">
                <a:moveTo>
                  <a:pt x="0" y="0"/>
                </a:moveTo>
                <a:lnTo>
                  <a:pt x="8953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62626"/>
            </a:solidFill>
          </a:ln>
        </p:spPr>
      </p:sp>
      <p:sp>
        <p:nvSpPr>
          <p:cNvPr id="6" name="second-label-0">
            <a:extLst xmlns:a="http://schemas.openxmlformats.org/drawingml/2006/main">
              <a:ext uri="{FF2B5EF4-FFF2-40B4-BE49-F238E27FC236}">
                <a16:creationId xmlns:a16="http://schemas.microsoft.com/office/drawing/2014/main" id="{B66FD81E-8DC1-4E04-A56E-CA1F2A71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1336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第1秒</a:t>
            </a:r>
          </a:p>
        </p:txBody>
      </p:sp>
      <p:sp>
        <p:nvSpPr>
          <p:cNvPr id="7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4EF31460-0264-46E9-AEA1-61F686E4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7813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F15BD1CE-8734-46D6-82DE-ECBB5F4D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7813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9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025F16A3-1E37-4CC8-BA1D-504C19E1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7813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CECA023B-BDEB-49A9-88C9-C9037A15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7813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11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BC4509E4-1432-4D58-B0C2-CEB5F255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098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12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6C0E5C62-5777-4036-A79A-79BC4C4F9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7813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3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9F823A5F-C85F-4857-9B61-6D843758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7813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14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FCB6A137-2AAC-4367-9F64-3EB7012B1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6195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9B"/>
            </a:solidFill>
          </a:ln>
        </p:spPr>
      </p:sp>
      <p:sp>
        <p:nvSpPr>
          <p:cNvPr id="15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5EC70774-09A3-46A5-BF78-4943CDEE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6195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C9B"/>
            </a:solidFill>
          </a:ln>
        </p:spPr>
      </p:sp>
      <p:sp>
        <p:nvSpPr>
          <p:cNvPr id="16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4F7E28B8-1697-4338-BF29-5CCD548B3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6195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9B"/>
            </a:solidFill>
          </a:ln>
        </p:spPr>
      </p:sp>
      <p:sp>
        <p:nvSpPr>
          <p:cNvPr id="17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916255CD-AC07-46CC-A808-9C739B52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6195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C9B"/>
            </a:solidFill>
          </a:ln>
        </p:spPr>
      </p:sp>
      <p:sp>
        <p:nvSpPr>
          <p:cNvPr id="18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F0BB7078-3F00-4A16-8D56-38ADA3E8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480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19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73C301FC-E4AB-4750-90F8-CD1F30E8B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6195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9B"/>
            </a:solidFill>
          </a:ln>
        </p:spPr>
      </p:sp>
      <p:sp>
        <p:nvSpPr>
          <p:cNvPr id="20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7CFAEB75-D86C-45D3-8C99-D68DB20E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6195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C9B"/>
            </a:solidFill>
          </a:ln>
        </p:spPr>
      </p:sp>
      <p:sp>
        <p:nvSpPr>
          <p:cNvPr id="21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A68BC3FC-A8AC-48E0-9670-6EAAF3A0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21957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2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D2783A7B-6E7B-463B-8873-4F18A328D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295775"/>
            <a:ext cx="4248150" cy="9525"/>
          </a:xfrm>
          <a:custGeom xmlns:a="http://schemas.openxmlformats.org/drawingml/2006/main">
            <a:pathLst>
              <a:path w="4248150" h="9525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3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AFB4D3D5-8B24-4103-A6FF-AA456A1D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1957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4" name="second-count-0-label">
            <a:extLst xmlns:a="http://schemas.openxmlformats.org/drawingml/2006/main">
              <a:ext uri="{FF2B5EF4-FFF2-40B4-BE49-F238E27FC236}">
                <a16:creationId xmlns:a16="http://schemas.microsoft.com/office/drawing/2014/main" id="{F25D9A4A-CAD4-4E98-BEDA-9423C4DF1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391025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每声道8,000个样本</a:t>
            </a:r>
          </a:p>
        </p:txBody>
      </p:sp>
      <p:sp>
        <p:nvSpPr>
          <p:cNvPr id="25" name="second-label-1">
            <a:extLst xmlns:a="http://schemas.openxmlformats.org/drawingml/2006/main">
              <a:ext uri="{FF2B5EF4-FFF2-40B4-BE49-F238E27FC236}">
                <a16:creationId xmlns:a16="http://schemas.microsoft.com/office/drawing/2014/main" id="{CAFFB401-C065-4CD2-B00B-F6916084A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336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第2秒</a:t>
            </a:r>
          </a:p>
        </p:txBody>
      </p:sp>
      <p:sp>
        <p:nvSpPr>
          <p:cNvPr id="26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276F2EE2-CC0D-4C0A-9D97-0AE2021FA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813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7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A2FAAF89-7C43-4756-86BC-67E0DF34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7813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8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880E5DD8-B1B0-4AB1-BACB-1F6D53C7D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7813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9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56F9E787-74CC-4F59-90A6-8D3364001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7813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30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8565A8AA-CEDB-4BBB-961B-559482A3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098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31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EA48323D-771B-465E-9066-3133FDFE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7813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2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5E580870-2B72-44D6-98D8-6D976284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7813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33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E8BF2E4B-02BB-41C8-983F-50534C4E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195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9B"/>
            </a:solidFill>
          </a:ln>
        </p:spPr>
      </p:sp>
      <p:sp>
        <p:nvSpPr>
          <p:cNvPr id="34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CBCC7A32-643F-40AE-8C97-A00ADD2C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6195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C9B"/>
            </a:solidFill>
          </a:ln>
        </p:spPr>
      </p:sp>
      <p:sp>
        <p:nvSpPr>
          <p:cNvPr id="35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0800EAFD-3A8C-4438-9F2D-90842328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6195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9B"/>
            </a:solidFill>
          </a:ln>
        </p:spPr>
      </p:sp>
      <p:sp>
        <p:nvSpPr>
          <p:cNvPr id="36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F73B84C0-4DCE-482E-B62C-36AE55D1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6195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C9B"/>
            </a:solidFill>
          </a:ln>
        </p:spPr>
      </p:sp>
      <p:sp>
        <p:nvSpPr>
          <p:cNvPr id="37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A51CCD1C-2824-4F97-ACEB-667D4569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6480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38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9AC0E9A1-FED4-469D-AECC-576530A34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6195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9B"/>
            </a:solidFill>
          </a:ln>
        </p:spPr>
      </p:sp>
      <p:sp>
        <p:nvSpPr>
          <p:cNvPr id="39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E5B22E8E-74B4-494D-9876-D041EC66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6195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C9B"/>
            </a:solidFill>
          </a:ln>
        </p:spPr>
      </p:sp>
      <p:sp>
        <p:nvSpPr>
          <p:cNvPr id="40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2D1351AC-5F4F-4293-9D3F-CE332D03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21957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41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7BC2A7D4-EAB2-47E8-9024-79B30E4B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295775"/>
            <a:ext cx="4248150" cy="9525"/>
          </a:xfrm>
          <a:custGeom xmlns:a="http://schemas.openxmlformats.org/drawingml/2006/main">
            <a:pathLst>
              <a:path w="4248150" h="9525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42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57C3DF05-8784-44F5-9481-AF335646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21957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43" name="second-count-1-label">
            <a:extLst xmlns:a="http://schemas.openxmlformats.org/drawingml/2006/main">
              <a:ext uri="{FF2B5EF4-FFF2-40B4-BE49-F238E27FC236}">
                <a16:creationId xmlns:a16="http://schemas.microsoft.com/office/drawing/2014/main" id="{D514D852-C275-4A37-932C-55AF1E6A7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91025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每声道8,000个样本</a:t>
            </a:r>
          </a:p>
        </p:txBody>
      </p:sp>
      <p:sp>
        <p:nvSpPr>
          <p:cNvPr id="44" name="channel-name-0">
            <a:extLst xmlns:a="http://schemas.openxmlformats.org/drawingml/2006/main">
              <a:ext uri="{FF2B5EF4-FFF2-40B4-BE49-F238E27FC236}">
                <a16:creationId xmlns:a16="http://schemas.microsoft.com/office/drawing/2014/main" id="{8A1A0FCD-F3EF-488C-8C8A-3B4C4E8BB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左声道 L</a:t>
            </a:r>
          </a:p>
        </p:txBody>
      </p:sp>
      <p:sp>
        <p:nvSpPr>
          <p:cNvPr id="45" name="channel-name-1">
            <a:extLst xmlns:a="http://schemas.openxmlformats.org/drawingml/2006/main">
              <a:ext uri="{FF2B5EF4-FFF2-40B4-BE49-F238E27FC236}">
                <a16:creationId xmlns:a16="http://schemas.microsoft.com/office/drawing/2014/main" id="{C371B191-98DB-47AE-AE58-2DFC6A3F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右声道 R</a:t>
            </a:r>
          </a:p>
        </p:txBody>
      </p:sp>
      <p:sp>
        <p:nvSpPr>
          <p:cNvPr id="46" name="schematic-count-boundary">
            <a:extLst xmlns:a="http://schemas.openxmlformats.org/drawingml/2006/main">
              <a:ext uri="{FF2B5EF4-FFF2-40B4-BE49-F238E27FC236}">
                <a16:creationId xmlns:a16="http://schemas.microsoft.com/office/drawing/2014/main" id="{0D7317BA-72F4-4BAB-AE4D-3267B10B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只画部分样本；每个时刻，每声道保存一个16 bit值。</a:t>
            </a:r>
          </a:p>
        </p:txBody>
      </p:sp>
      <p:sp>
        <p:nvSpPr>
          <p:cNvPr id="47" name="answer-1">
            <a:extLst xmlns:a="http://schemas.openxmlformats.org/drawingml/2006/main">
              <a:ext uri="{FF2B5EF4-FFF2-40B4-BE49-F238E27FC236}">
                <a16:creationId xmlns:a16="http://schemas.microsoft.com/office/drawing/2014/main" id="{07EC2E27-60BF-466E-BF7E-205BACB6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每个时刻：2 B＋2 B＝4 B。</a:t>
            </a:r>
          </a:p>
        </p:txBody>
      </p:sp>
      <p:sp>
        <p:nvSpPr>
          <p:cNvPr id="48" name="answer-2">
            <a:extLst xmlns:a="http://schemas.openxmlformats.org/drawingml/2006/main">
              <a:ext uri="{FF2B5EF4-FFF2-40B4-BE49-F238E27FC236}">
                <a16:creationId xmlns:a16="http://schemas.microsoft.com/office/drawing/2014/main" id="{1FCA8F82-C826-4082-AEE0-57287D9C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16,000 × 4＝64,000 B（样本数据）。</a:t>
            </a:r>
          </a:p>
        </p:txBody>
      </p:sp>
    </p:spTree>
    <p:extLst>
      <p:ext uri="{BB962C8B-B14F-4D97-AF65-F5344CB8AC3E}">
        <p14:creationId xmlns:p14="http://schemas.microsoft.com/office/powerpoint/2010/main" val="158478377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op-rail">
            <a:extLst xmlns:a="http://schemas.openxmlformats.org/drawingml/2006/main">
              <a:ext uri="{FF2B5EF4-FFF2-40B4-BE49-F238E27FC236}">
                <a16:creationId xmlns:a16="http://schemas.microsoft.com/office/drawing/2014/main" id="{F8E269C3-12D4-4A78-8524-B966FF836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39C58BC0-5E20-4C89-BC3E-502BD14FB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1F194C1-D52E-4A9E-B144-00A443E6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算出32,000 B，完整文件一定同样大吗？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151FF73-B8B2-486A-B167-D6D531E7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本例：8kHz、2秒、16bit、单声道PCM WAV。</a:t>
            </a:r>
          </a:p>
        </p:txBody>
      </p:sp>
      <p:sp>
        <p:nvSpPr>
          <p:cNvPr id="5" name="file-block">
            <a:extLst xmlns:a="http://schemas.openxmlformats.org/drawingml/2006/main">
              <a:ext uri="{FF2B5EF4-FFF2-40B4-BE49-F238E27FC236}">
                <a16:creationId xmlns:a16="http://schemas.microsoft.com/office/drawing/2014/main" id="{7A9D3C40-A244-43BF-AF1E-1D781A35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1809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8080"/>
            </a:solidFill>
          </a:ln>
        </p:spPr>
      </p:sp>
      <p:sp>
        <p:nvSpPr>
          <p:cNvPr id="6" name="file-block-label">
            <a:extLst xmlns:a="http://schemas.openxmlformats.org/drawingml/2006/main">
              <a:ext uri="{FF2B5EF4-FFF2-40B4-BE49-F238E27FC236}">
                <a16:creationId xmlns:a16="http://schemas.microsoft.com/office/drawing/2014/main" id="{580D9FA7-D638-464C-9BC5-78203CD7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RIFF结构</a:t>
            </a:r>
          </a:p>
        </p:txBody>
      </p:sp>
      <p:sp>
        <p:nvSpPr>
          <p:cNvPr id="7" name="file-block-count-12">
            <a:extLst xmlns:a="http://schemas.openxmlformats.org/drawingml/2006/main">
              <a:ext uri="{FF2B5EF4-FFF2-40B4-BE49-F238E27FC236}">
                <a16:creationId xmlns:a16="http://schemas.microsoft.com/office/drawing/2014/main" id="{35002C07-35FF-4524-B369-C737C51F5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？ B</a:t>
            </a:r>
          </a:p>
        </p:txBody>
      </p:sp>
      <p:sp>
        <p:nvSpPr>
          <p:cNvPr id="8" name="file-block">
            <a:extLst xmlns:a="http://schemas.openxmlformats.org/drawingml/2006/main">
              <a:ext uri="{FF2B5EF4-FFF2-40B4-BE49-F238E27FC236}">
                <a16:creationId xmlns:a16="http://schemas.microsoft.com/office/drawing/2014/main" id="{CB7596D1-3E78-4764-B12B-ED46F397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24175"/>
            <a:ext cx="1905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8080"/>
            </a:solidFill>
          </a:ln>
        </p:spPr>
      </p:sp>
      <p:sp>
        <p:nvSpPr>
          <p:cNvPr id="9" name="file-block-label">
            <a:extLst xmlns:a="http://schemas.openxmlformats.org/drawingml/2006/main">
              <a:ext uri="{FF2B5EF4-FFF2-40B4-BE49-F238E27FC236}">
                <a16:creationId xmlns:a16="http://schemas.microsoft.com/office/drawing/2014/main" id="{4FF2381F-F4B8-44B8-999D-C7100669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0861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fmt结构</a:t>
            </a:r>
          </a:p>
        </p:txBody>
      </p:sp>
      <p:sp>
        <p:nvSpPr>
          <p:cNvPr id="10" name="file-block-count-24">
            <a:extLst xmlns:a="http://schemas.openxmlformats.org/drawingml/2006/main">
              <a:ext uri="{FF2B5EF4-FFF2-40B4-BE49-F238E27FC236}">
                <a16:creationId xmlns:a16="http://schemas.microsoft.com/office/drawing/2014/main" id="{F0FA6A3B-E263-449F-B36B-CCCE25FF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5433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？ B</a:t>
            </a:r>
          </a:p>
        </p:txBody>
      </p:sp>
      <p:sp>
        <p:nvSpPr>
          <p:cNvPr id="11" name="file-block">
            <a:extLst xmlns:a="http://schemas.openxmlformats.org/drawingml/2006/main">
              <a:ext uri="{FF2B5EF4-FFF2-40B4-BE49-F238E27FC236}">
                <a16:creationId xmlns:a16="http://schemas.microsoft.com/office/drawing/2014/main" id="{6A2357F4-7BD5-46B3-9BD9-3D33D536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24175"/>
            <a:ext cx="1714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8080"/>
            </a:solidFill>
          </a:ln>
        </p:spPr>
      </p:sp>
      <p:sp>
        <p:nvSpPr>
          <p:cNvPr id="12" name="file-block-label">
            <a:extLst xmlns:a="http://schemas.openxmlformats.org/drawingml/2006/main">
              <a:ext uri="{FF2B5EF4-FFF2-40B4-BE49-F238E27FC236}">
                <a16:creationId xmlns:a16="http://schemas.microsoft.com/office/drawing/2014/main" id="{94E7F3E8-288C-494B-AC10-CAFD33E2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861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data块头</a:t>
            </a:r>
          </a:p>
        </p:txBody>
      </p:sp>
      <p:sp>
        <p:nvSpPr>
          <p:cNvPr id="13" name="file-block-count-8">
            <a:extLst xmlns:a="http://schemas.openxmlformats.org/drawingml/2006/main">
              <a:ext uri="{FF2B5EF4-FFF2-40B4-BE49-F238E27FC236}">
                <a16:creationId xmlns:a16="http://schemas.microsoft.com/office/drawing/2014/main" id="{75C328DD-DAC1-447B-9E57-3B71F0A4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5433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？ B</a:t>
            </a:r>
          </a:p>
        </p:txBody>
      </p:sp>
      <p:sp>
        <p:nvSpPr>
          <p:cNvPr id="14" name="file-block">
            <a:extLst xmlns:a="http://schemas.openxmlformats.org/drawingml/2006/main">
              <a:ext uri="{FF2B5EF4-FFF2-40B4-BE49-F238E27FC236}">
                <a16:creationId xmlns:a16="http://schemas.microsoft.com/office/drawing/2014/main" id="{CB5BD776-F758-4311-AF0F-C81EEE65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24175"/>
            <a:ext cx="49720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5" name="file-block-label">
            <a:extLst xmlns:a="http://schemas.openxmlformats.org/drawingml/2006/main">
              <a:ext uri="{FF2B5EF4-FFF2-40B4-BE49-F238E27FC236}">
                <a16:creationId xmlns:a16="http://schemas.microsoft.com/office/drawing/2014/main" id="{75B99C17-0583-41AB-8C48-5F1EFA2E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86100"/>
            <a:ext cx="478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PCM样本数据</a:t>
            </a:r>
          </a:p>
        </p:txBody>
      </p:sp>
      <p:sp>
        <p:nvSpPr>
          <p:cNvPr id="16" name="file-block-count-32000">
            <a:extLst xmlns:a="http://schemas.openxmlformats.org/drawingml/2006/main">
              <a:ext uri="{FF2B5EF4-FFF2-40B4-BE49-F238E27FC236}">
                <a16:creationId xmlns:a16="http://schemas.microsoft.com/office/drawing/2014/main" id="{A0AFE1D8-E10B-4058-B55D-831828757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43300"/>
            <a:ext cx="478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32,000 B</a:t>
            </a:r>
          </a:p>
        </p:txBody>
      </p:sp>
      <p:sp>
        <p:nvSpPr>
          <p:cNvPr id="17" name="file-overhead-bracket">
            <a:extLst xmlns:a="http://schemas.openxmlformats.org/drawingml/2006/main">
              <a:ext uri="{FF2B5EF4-FFF2-40B4-BE49-F238E27FC236}">
                <a16:creationId xmlns:a16="http://schemas.microsoft.com/office/drawing/2014/main" id="{A65A1776-7830-4B7B-BE96-C1431934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8" name="file-overhead-bracket">
            <a:extLst xmlns:a="http://schemas.openxmlformats.org/drawingml/2006/main">
              <a:ext uri="{FF2B5EF4-FFF2-40B4-BE49-F238E27FC236}">
                <a16:creationId xmlns:a16="http://schemas.microsoft.com/office/drawing/2014/main" id="{7B185582-9E52-47CE-A2E2-24F033F3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5810250" cy="9525"/>
          </a:xfrm>
          <a:custGeom xmlns:a="http://schemas.openxmlformats.org/drawingml/2006/main">
            <a:pathLst>
              <a:path w="5810250" h="9525">
                <a:moveTo>
                  <a:pt x="0" y="0"/>
                </a:moveTo>
                <a:lnTo>
                  <a:pt x="5810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9" name="file-overhead-bracket">
            <a:extLst xmlns:a="http://schemas.openxmlformats.org/drawingml/2006/main">
              <a:ext uri="{FF2B5EF4-FFF2-40B4-BE49-F238E27FC236}">
                <a16:creationId xmlns:a16="http://schemas.microsoft.com/office/drawing/2014/main" id="{43708FC7-BC26-4469-9A2C-7C36FC6C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148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0" name="file-overhead-bracket-label">
            <a:extLst xmlns:a="http://schemas.openxmlformats.org/drawingml/2006/main">
              <a:ext uri="{FF2B5EF4-FFF2-40B4-BE49-F238E27FC236}">
                <a16:creationId xmlns:a16="http://schemas.microsoft.com/office/drawing/2014/main" id="{FBF3D885-3B9E-41C7-99FF-EADCC7472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结构信息</a:t>
            </a:r>
          </a:p>
        </p:txBody>
      </p:sp>
      <p:sp>
        <p:nvSpPr>
          <p:cNvPr id="21" name="file-payload-bracket">
            <a:extLst xmlns:a="http://schemas.openxmlformats.org/drawingml/2006/main">
              <a:ext uri="{FF2B5EF4-FFF2-40B4-BE49-F238E27FC236}">
                <a16:creationId xmlns:a16="http://schemas.microsoft.com/office/drawing/2014/main" id="{4D1B71C8-CE23-4404-A8DF-0D8CFEF0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1148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2" name="file-payload-bracket">
            <a:extLst xmlns:a="http://schemas.openxmlformats.org/drawingml/2006/main">
              <a:ext uri="{FF2B5EF4-FFF2-40B4-BE49-F238E27FC236}">
                <a16:creationId xmlns:a16="http://schemas.microsoft.com/office/drawing/2014/main" id="{2B26F674-3E8C-4994-9D83-F37BAE35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191000"/>
            <a:ext cx="4972050" cy="9525"/>
          </a:xfrm>
          <a:custGeom xmlns:a="http://schemas.openxmlformats.org/drawingml/2006/main">
            <a:pathLst>
              <a:path w="4972050" h="9525">
                <a:moveTo>
                  <a:pt x="0" y="0"/>
                </a:moveTo>
                <a:lnTo>
                  <a:pt x="4972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3" name="file-payload-bracket">
            <a:extLst xmlns:a="http://schemas.openxmlformats.org/drawingml/2006/main">
              <a:ext uri="{FF2B5EF4-FFF2-40B4-BE49-F238E27FC236}">
                <a16:creationId xmlns:a16="http://schemas.microsoft.com/office/drawing/2014/main" id="{D31F6295-F4C0-49EE-9142-A4CE1EB7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41148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4" name="file-payload-bracket-label">
            <a:extLst xmlns:a="http://schemas.openxmlformats.org/drawingml/2006/main">
              <a:ext uri="{FF2B5EF4-FFF2-40B4-BE49-F238E27FC236}">
                <a16:creationId xmlns:a16="http://schemas.microsoft.com/office/drawing/2014/main" id="{FF6389B8-7159-41D0-9D50-36A1350B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86250"/>
            <a:ext cx="4972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rPr>
              <a:t>样本数据：32,000 B</a:t>
            </a:r>
          </a:p>
        </p:txBody>
      </p:sp>
      <p:sp>
        <p:nvSpPr>
          <p:cNvPr id="25" name="file-not-to-scale">
            <a:extLst xmlns:a="http://schemas.openxmlformats.org/drawingml/2006/main">
              <a:ext uri="{FF2B5EF4-FFF2-40B4-BE49-F238E27FC236}">
                <a16:creationId xmlns:a16="http://schemas.microsoft.com/office/drawing/2014/main" id="{B3E60A33-E2AD-4A3A-8298-21613BDAC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7682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结构示意，不按字节比例绘制。</a:t>
            </a:r>
          </a:p>
        </p:txBody>
      </p:sp>
    </p:spTree>
    <p:extLst>
      <p:ext uri="{BB962C8B-B14F-4D97-AF65-F5344CB8AC3E}">
        <p14:creationId xmlns:p14="http://schemas.microsoft.com/office/powerpoint/2010/main" val="162299343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rail">
            <a:extLst xmlns:a="http://schemas.openxmlformats.org/drawingml/2006/main">
              <a:ext uri="{FF2B5EF4-FFF2-40B4-BE49-F238E27FC236}">
                <a16:creationId xmlns:a16="http://schemas.microsoft.com/office/drawing/2014/main" id="{F8E269C3-12D4-4A78-8524-B966FF836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39C58BC0-5E20-4C89-BC3E-502BD14FB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1F194C1-D52E-4A9E-B144-00A443E6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算出32,000 B，完整文件一定同样大吗？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151FF73-B8B2-486A-B167-D6D531E7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本例：8kHz、2秒、16bit、单声道PCM WAV。</a:t>
            </a:r>
          </a:p>
        </p:txBody>
      </p:sp>
      <p:sp>
        <p:nvSpPr>
          <p:cNvPr id="5" name="file-block">
            <a:extLst xmlns:a="http://schemas.openxmlformats.org/drawingml/2006/main">
              <a:ext uri="{FF2B5EF4-FFF2-40B4-BE49-F238E27FC236}">
                <a16:creationId xmlns:a16="http://schemas.microsoft.com/office/drawing/2014/main" id="{7A9D3C40-A244-43BF-AF1E-1D781A35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1809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8080"/>
            </a:solidFill>
          </a:ln>
        </p:spPr>
      </p:sp>
      <p:sp>
        <p:nvSpPr>
          <p:cNvPr id="6" name="file-block-label">
            <a:extLst xmlns:a="http://schemas.openxmlformats.org/drawingml/2006/main">
              <a:ext uri="{FF2B5EF4-FFF2-40B4-BE49-F238E27FC236}">
                <a16:creationId xmlns:a16="http://schemas.microsoft.com/office/drawing/2014/main" id="{580D9FA7-D638-464C-9BC5-78203CD7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RIFF结构</a:t>
            </a:r>
          </a:p>
        </p:txBody>
      </p:sp>
      <p:sp>
        <p:nvSpPr>
          <p:cNvPr id="7" name="file-block-count-12">
            <a:extLst xmlns:a="http://schemas.openxmlformats.org/drawingml/2006/main">
              <a:ext uri="{FF2B5EF4-FFF2-40B4-BE49-F238E27FC236}">
                <a16:creationId xmlns:a16="http://schemas.microsoft.com/office/drawing/2014/main" id="{35002C07-35FF-4524-B369-C737C51F5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 B</a:t>
            </a:r>
          </a:p>
        </p:txBody>
      </p:sp>
      <p:sp>
        <p:nvSpPr>
          <p:cNvPr id="8" name="file-block">
            <a:extLst xmlns:a="http://schemas.openxmlformats.org/drawingml/2006/main">
              <a:ext uri="{FF2B5EF4-FFF2-40B4-BE49-F238E27FC236}">
                <a16:creationId xmlns:a16="http://schemas.microsoft.com/office/drawing/2014/main" id="{CB7596D1-3E78-4764-B12B-ED46F397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24175"/>
            <a:ext cx="1905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8080"/>
            </a:solidFill>
          </a:ln>
        </p:spPr>
      </p:sp>
      <p:sp>
        <p:nvSpPr>
          <p:cNvPr id="9" name="file-block-label">
            <a:extLst xmlns:a="http://schemas.openxmlformats.org/drawingml/2006/main">
              <a:ext uri="{FF2B5EF4-FFF2-40B4-BE49-F238E27FC236}">
                <a16:creationId xmlns:a16="http://schemas.microsoft.com/office/drawing/2014/main" id="{4FF2381F-F4B8-44B8-999D-C7100669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0861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fmt结构</a:t>
            </a:r>
          </a:p>
        </p:txBody>
      </p:sp>
      <p:sp>
        <p:nvSpPr>
          <p:cNvPr id="10" name="file-block-count-24">
            <a:extLst xmlns:a="http://schemas.openxmlformats.org/drawingml/2006/main">
              <a:ext uri="{FF2B5EF4-FFF2-40B4-BE49-F238E27FC236}">
                <a16:creationId xmlns:a16="http://schemas.microsoft.com/office/drawing/2014/main" id="{F0FA6A3B-E263-449F-B36B-CCCE25FF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5433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24 B</a:t>
            </a:r>
          </a:p>
        </p:txBody>
      </p:sp>
      <p:sp>
        <p:nvSpPr>
          <p:cNvPr id="11" name="file-block">
            <a:extLst xmlns:a="http://schemas.openxmlformats.org/drawingml/2006/main">
              <a:ext uri="{FF2B5EF4-FFF2-40B4-BE49-F238E27FC236}">
                <a16:creationId xmlns:a16="http://schemas.microsoft.com/office/drawing/2014/main" id="{6A2357F4-7BD5-46B3-9BD9-3D33D536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24175"/>
            <a:ext cx="1714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8080"/>
            </a:solidFill>
          </a:ln>
        </p:spPr>
      </p:sp>
      <p:sp>
        <p:nvSpPr>
          <p:cNvPr id="12" name="file-block-label">
            <a:extLst xmlns:a="http://schemas.openxmlformats.org/drawingml/2006/main">
              <a:ext uri="{FF2B5EF4-FFF2-40B4-BE49-F238E27FC236}">
                <a16:creationId xmlns:a16="http://schemas.microsoft.com/office/drawing/2014/main" id="{94E7F3E8-288C-494B-AC10-CAFD33E2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861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data块头</a:t>
            </a:r>
          </a:p>
        </p:txBody>
      </p:sp>
      <p:sp>
        <p:nvSpPr>
          <p:cNvPr id="13" name="file-block-count-8">
            <a:extLst xmlns:a="http://schemas.openxmlformats.org/drawingml/2006/main">
              <a:ext uri="{FF2B5EF4-FFF2-40B4-BE49-F238E27FC236}">
                <a16:creationId xmlns:a16="http://schemas.microsoft.com/office/drawing/2014/main" id="{75C328DD-DAC1-447B-9E57-3B71F0A4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5433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 B</a:t>
            </a:r>
          </a:p>
        </p:txBody>
      </p:sp>
      <p:sp>
        <p:nvSpPr>
          <p:cNvPr id="14" name="file-block">
            <a:extLst xmlns:a="http://schemas.openxmlformats.org/drawingml/2006/main">
              <a:ext uri="{FF2B5EF4-FFF2-40B4-BE49-F238E27FC236}">
                <a16:creationId xmlns:a16="http://schemas.microsoft.com/office/drawing/2014/main" id="{CB5BD776-F758-4311-AF0F-C81EEE65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24175"/>
            <a:ext cx="49720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5" name="file-block-label">
            <a:extLst xmlns:a="http://schemas.openxmlformats.org/drawingml/2006/main">
              <a:ext uri="{FF2B5EF4-FFF2-40B4-BE49-F238E27FC236}">
                <a16:creationId xmlns:a16="http://schemas.microsoft.com/office/drawing/2014/main" id="{75B99C17-0583-41AB-8C48-5F1EFA2E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86100"/>
            <a:ext cx="478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PCM样本数据</a:t>
            </a:r>
          </a:p>
        </p:txBody>
      </p:sp>
      <p:sp>
        <p:nvSpPr>
          <p:cNvPr id="16" name="file-block-count-32000">
            <a:extLst xmlns:a="http://schemas.openxmlformats.org/drawingml/2006/main">
              <a:ext uri="{FF2B5EF4-FFF2-40B4-BE49-F238E27FC236}">
                <a16:creationId xmlns:a16="http://schemas.microsoft.com/office/drawing/2014/main" id="{A0AFE1D8-E10B-4058-B55D-831828757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43300"/>
            <a:ext cx="478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32,000 B</a:t>
            </a:r>
          </a:p>
        </p:txBody>
      </p:sp>
      <p:sp>
        <p:nvSpPr>
          <p:cNvPr id="17" name="file-overhead-bracket">
            <a:extLst xmlns:a="http://schemas.openxmlformats.org/drawingml/2006/main">
              <a:ext uri="{FF2B5EF4-FFF2-40B4-BE49-F238E27FC236}">
                <a16:creationId xmlns:a16="http://schemas.microsoft.com/office/drawing/2014/main" id="{A65A1776-7830-4B7B-BE96-C1431934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8" name="file-overhead-bracket">
            <a:extLst xmlns:a="http://schemas.openxmlformats.org/drawingml/2006/main">
              <a:ext uri="{FF2B5EF4-FFF2-40B4-BE49-F238E27FC236}">
                <a16:creationId xmlns:a16="http://schemas.microsoft.com/office/drawing/2014/main" id="{7B185582-9E52-47CE-A2E2-24F033F3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5810250" cy="9525"/>
          </a:xfrm>
          <a:custGeom xmlns:a="http://schemas.openxmlformats.org/drawingml/2006/main">
            <a:pathLst>
              <a:path w="5810250" h="9525">
                <a:moveTo>
                  <a:pt x="0" y="0"/>
                </a:moveTo>
                <a:lnTo>
                  <a:pt x="5810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9" name="file-overhead-bracket">
            <a:extLst xmlns:a="http://schemas.openxmlformats.org/drawingml/2006/main">
              <a:ext uri="{FF2B5EF4-FFF2-40B4-BE49-F238E27FC236}">
                <a16:creationId xmlns:a16="http://schemas.microsoft.com/office/drawing/2014/main" id="{43708FC7-BC26-4469-9A2C-7C36FC6C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148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0" name="file-overhead-bracket-label">
            <a:extLst xmlns:a="http://schemas.openxmlformats.org/drawingml/2006/main">
              <a:ext uri="{FF2B5EF4-FFF2-40B4-BE49-F238E27FC236}">
                <a16:creationId xmlns:a16="http://schemas.microsoft.com/office/drawing/2014/main" id="{FBF3D885-3B9E-41C7-99FF-EADCC7472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本例结构：12＋24＋8＝44 B</a:t>
            </a:r>
          </a:p>
        </p:txBody>
      </p:sp>
      <p:sp>
        <p:nvSpPr>
          <p:cNvPr id="21" name="file-payload-bracket">
            <a:extLst xmlns:a="http://schemas.openxmlformats.org/drawingml/2006/main">
              <a:ext uri="{FF2B5EF4-FFF2-40B4-BE49-F238E27FC236}">
                <a16:creationId xmlns:a16="http://schemas.microsoft.com/office/drawing/2014/main" id="{4D1B71C8-CE23-4404-A8DF-0D8CFEF0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1148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2" name="file-payload-bracket">
            <a:extLst xmlns:a="http://schemas.openxmlformats.org/drawingml/2006/main">
              <a:ext uri="{FF2B5EF4-FFF2-40B4-BE49-F238E27FC236}">
                <a16:creationId xmlns:a16="http://schemas.microsoft.com/office/drawing/2014/main" id="{2B26F674-3E8C-4994-9D83-F37BAE35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191000"/>
            <a:ext cx="4972050" cy="9525"/>
          </a:xfrm>
          <a:custGeom xmlns:a="http://schemas.openxmlformats.org/drawingml/2006/main">
            <a:pathLst>
              <a:path w="4972050" h="9525">
                <a:moveTo>
                  <a:pt x="0" y="0"/>
                </a:moveTo>
                <a:lnTo>
                  <a:pt x="4972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3" name="file-payload-bracket">
            <a:extLst xmlns:a="http://schemas.openxmlformats.org/drawingml/2006/main">
              <a:ext uri="{FF2B5EF4-FFF2-40B4-BE49-F238E27FC236}">
                <a16:creationId xmlns:a16="http://schemas.microsoft.com/office/drawing/2014/main" id="{D31F6295-F4C0-49EE-9142-A4CE1EB7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41148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4" name="file-payload-bracket-label">
            <a:extLst xmlns:a="http://schemas.openxmlformats.org/drawingml/2006/main">
              <a:ext uri="{FF2B5EF4-FFF2-40B4-BE49-F238E27FC236}">
                <a16:creationId xmlns:a16="http://schemas.microsoft.com/office/drawing/2014/main" id="{FF6389B8-7159-41D0-9D50-36A1350B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86250"/>
            <a:ext cx="4972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rPr>
              <a:t>样本数据：32,000 B</a:t>
            </a:r>
          </a:p>
        </p:txBody>
      </p:sp>
      <p:sp>
        <p:nvSpPr>
          <p:cNvPr id="25" name="file-not-to-scale">
            <a:extLst xmlns:a="http://schemas.openxmlformats.org/drawingml/2006/main">
              <a:ext uri="{FF2B5EF4-FFF2-40B4-BE49-F238E27FC236}">
                <a16:creationId xmlns:a16="http://schemas.microsoft.com/office/drawing/2014/main" id="{B3E60A33-E2AD-4A3A-8298-21613BDAC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7682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结构示意，不按字节比例绘制。</a:t>
            </a:r>
          </a:p>
        </p:txBody>
      </p:sp>
      <p:sp>
        <p:nvSpPr>
          <p:cNvPr id="26" name="answer-1">
            <a:extLst xmlns:a="http://schemas.openxmlformats.org/drawingml/2006/main">
              <a:ext uri="{FF2B5EF4-FFF2-40B4-BE49-F238E27FC236}">
                <a16:creationId xmlns:a16="http://schemas.microsoft.com/office/drawing/2014/main" id="{B90DA039-9B49-44FD-BA8A-AC582116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32,000 B＋本例44 B＝32,044 B。</a:t>
            </a:r>
          </a:p>
        </p:txBody>
      </p:sp>
      <p:sp>
        <p:nvSpPr>
          <p:cNvPr id="27" name="answer-2">
            <a:extLst xmlns:a="http://schemas.openxmlformats.org/drawingml/2006/main">
              <a:ext uri="{FF2B5EF4-FFF2-40B4-BE49-F238E27FC236}">
                <a16:creationId xmlns:a16="http://schemas.microsoft.com/office/drawing/2014/main" id="{76FECA3B-03C0-465A-85EA-4B8D830D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44 B属于本例，不能概括所有WAV。</a:t>
            </a:r>
          </a:p>
        </p:txBody>
      </p:sp>
    </p:spTree>
    <p:extLst>
      <p:ext uri="{BB962C8B-B14F-4D97-AF65-F5344CB8AC3E}">
        <p14:creationId xmlns:p14="http://schemas.microsoft.com/office/powerpoint/2010/main" val="1622993436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D28500A5-8FAB-4A1C-B998-F926C04F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AAD1633C-F599-455C-89E4-6D71068E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EE113DA4-F92D-4A6F-ACBB-572DC74DB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用样本数解释开场A、B的大小差异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9B5B017-25CC-4FF6-82E4-06BCA77C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相同：6秒、16 bit、单声道；不同：采样率。</a:t>
            </a:r>
          </a:p>
        </p:txBody>
      </p:sp>
      <p:sp>
        <p:nvSpPr>
          <p:cNvPr id="5" name="opening-A-parameters">
            <a:extLst xmlns:a="http://schemas.openxmlformats.org/drawingml/2006/main">
              <a:ext uri="{FF2B5EF4-FFF2-40B4-BE49-F238E27FC236}">
                <a16:creationId xmlns:a16="http://schemas.microsoft.com/office/drawing/2014/main" id="{60FC8076-6E5E-4F74-A159-BA3F651CD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A：44,100 Hz；完整文件529,244 B</a:t>
            </a:r>
          </a:p>
        </p:txBody>
      </p:sp>
      <p:sp>
        <p:nvSpPr>
          <p:cNvPr id="6" name="opening-B-parameters">
            <a:extLst xmlns:a="http://schemas.openxmlformats.org/drawingml/2006/main">
              <a:ext uri="{FF2B5EF4-FFF2-40B4-BE49-F238E27FC236}">
                <a16:creationId xmlns:a16="http://schemas.microsoft.com/office/drawing/2014/main" id="{57AB289D-F62C-488F-83DB-310DF0EA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B：8,000 Hz；完整文件96,044 B</a:t>
            </a:r>
          </a:p>
        </p:txBody>
      </p:sp>
    </p:spTree>
    <p:extLst>
      <p:ext uri="{BB962C8B-B14F-4D97-AF65-F5344CB8AC3E}">
        <p14:creationId xmlns:p14="http://schemas.microsoft.com/office/powerpoint/2010/main" val="279867740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ail">
            <a:extLst xmlns:a="http://schemas.openxmlformats.org/drawingml/2006/main">
              <a:ext uri="{FF2B5EF4-FFF2-40B4-BE49-F238E27FC236}">
                <a16:creationId xmlns:a16="http://schemas.microsoft.com/office/drawing/2014/main" id="{D28500A5-8FAB-4A1C-B998-F926C04F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AAD1633C-F599-455C-89E4-6D71068E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EE113DA4-F92D-4A6F-ACBB-572DC74DB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用样本数解释开场A、B的大小差异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9B5B017-25CC-4FF6-82E4-06BCA77C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相同：6秒、16 bit、单声道；不同：采样率。</a:t>
            </a:r>
          </a:p>
        </p:txBody>
      </p:sp>
      <p:sp>
        <p:nvSpPr>
          <p:cNvPr id="5" name="opening-A-parameters">
            <a:extLst xmlns:a="http://schemas.openxmlformats.org/drawingml/2006/main">
              <a:ext uri="{FF2B5EF4-FFF2-40B4-BE49-F238E27FC236}">
                <a16:creationId xmlns:a16="http://schemas.microsoft.com/office/drawing/2014/main" id="{60FC8076-6E5E-4F74-A159-BA3F651CD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A：44,100 Hz；完整文件529,244 B</a:t>
            </a:r>
          </a:p>
        </p:txBody>
      </p:sp>
      <p:sp>
        <p:nvSpPr>
          <p:cNvPr id="6" name="opening-B-parameters">
            <a:extLst xmlns:a="http://schemas.openxmlformats.org/drawingml/2006/main">
              <a:ext uri="{FF2B5EF4-FFF2-40B4-BE49-F238E27FC236}">
                <a16:creationId xmlns:a16="http://schemas.microsoft.com/office/drawing/2014/main" id="{57AB289D-F62C-488F-83DB-310DF0EA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B：8,000 Hz；完整文件96,044 B</a:t>
            </a:r>
          </a:p>
        </p:txBody>
      </p:sp>
      <p:sp>
        <p:nvSpPr>
          <p:cNvPr id="7" name="opening-A-payload-bar">
            <a:extLst xmlns:a="http://schemas.openxmlformats.org/drawingml/2006/main">
              <a:ext uri="{FF2B5EF4-FFF2-40B4-BE49-F238E27FC236}">
                <a16:creationId xmlns:a16="http://schemas.microsoft.com/office/drawing/2014/main" id="{51104130-66A8-45F2-AC07-756972C46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5175"/>
            <a:ext cx="990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8" name="opening-B-payload-bar">
            <a:extLst xmlns:a="http://schemas.openxmlformats.org/drawingml/2006/main">
              <a:ext uri="{FF2B5EF4-FFF2-40B4-BE49-F238E27FC236}">
                <a16:creationId xmlns:a16="http://schemas.microsoft.com/office/drawing/2014/main" id="{34EEC4A1-779F-4467-AC28-9EA6C5DA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1797007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0">
            <a:noFill/>
          </a:ln>
        </p:spPr>
      </p:sp>
      <p:sp>
        <p:nvSpPr>
          <p:cNvPr id="9" name="opening-A-payload">
            <a:extLst xmlns:a="http://schemas.openxmlformats.org/drawingml/2006/main">
              <a:ext uri="{FF2B5EF4-FFF2-40B4-BE49-F238E27FC236}">
                <a16:creationId xmlns:a16="http://schemas.microsoft.com/office/drawing/2014/main" id="{19C023DA-D6C2-477C-889F-5B0D10F9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264,600个样本 × 2 B＝529,200 B</a:t>
            </a:r>
          </a:p>
        </p:txBody>
      </p:sp>
      <p:sp>
        <p:nvSpPr>
          <p:cNvPr id="10" name="opening-B-payload">
            <a:extLst xmlns:a="http://schemas.openxmlformats.org/drawingml/2006/main">
              <a:ext uri="{FF2B5EF4-FFF2-40B4-BE49-F238E27FC236}">
                <a16:creationId xmlns:a16="http://schemas.microsoft.com/office/drawing/2014/main" id="{5319F556-86E8-4037-9A5D-0E280B87F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48,000个样本 × 2 B＝96,000 B</a:t>
            </a:r>
          </a:p>
        </p:txBody>
      </p:sp>
      <p:sp>
        <p:nvSpPr>
          <p:cNvPr id="11" name="opening-closure">
            <a:extLst xmlns:a="http://schemas.openxmlformats.org/drawingml/2006/main">
              <a:ext uri="{FF2B5EF4-FFF2-40B4-BE49-F238E27FC236}">
                <a16:creationId xmlns:a16="http://schemas.microsoft.com/office/drawing/2014/main" id="{1ADCFD93-F4FF-4663-8EC5-509B4E1D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两份本例各加44 B结构信息，回到开场大小。</a:t>
            </a:r>
          </a:p>
        </p:txBody>
      </p:sp>
    </p:spTree>
    <p:extLst>
      <p:ext uri="{BB962C8B-B14F-4D97-AF65-F5344CB8AC3E}">
        <p14:creationId xmlns:p14="http://schemas.microsoft.com/office/powerpoint/2010/main" val="279867740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op-rail">
            <a:extLst xmlns:a="http://schemas.openxmlformats.org/drawingml/2006/main">
              <a:ext uri="{FF2B5EF4-FFF2-40B4-BE49-F238E27FC236}">
                <a16:creationId xmlns:a16="http://schemas.microsoft.com/office/drawing/2014/main" id="{4DE50F33-BECF-4E8E-9BA6-5CC9DC56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3DCABEDD-6161-46A3-A305-E28FC8749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5DF104E7-BC9D-4647-A8EB-7E18200A7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不同波形，为什么可能留下相同样本？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90BC59D-98FD-44E1-B728-228E3E40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诊断模型：不先低通，直接用8 kHz取样。</a:t>
            </a:r>
          </a:p>
        </p:txBody>
      </p:sp>
      <p:sp>
        <p:nvSpPr>
          <p:cNvPr id="5" name="signal-frequency">
            <a:extLst xmlns:a="http://schemas.openxmlformats.org/drawingml/2006/main">
              <a:ext uri="{FF2B5EF4-FFF2-40B4-BE49-F238E27FC236}">
                <a16:creationId xmlns:a16="http://schemas.microsoft.com/office/drawing/2014/main" id="{3644F6E9-3242-4C2F-89F7-D667A1351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42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6 kHz</a:t>
            </a:r>
          </a:p>
        </p:txBody>
      </p:sp>
      <p:sp>
        <p:nvSpPr>
          <p:cNvPr id="6" name="alias-zero">
            <a:extLst xmlns:a="http://schemas.openxmlformats.org/drawingml/2006/main">
              <a:ext uri="{FF2B5EF4-FFF2-40B4-BE49-F238E27FC236}">
                <a16:creationId xmlns:a16="http://schemas.microsoft.com/office/drawing/2014/main" id="{8A4594E7-E19B-4F92-98E4-C3E18694B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47975"/>
            <a:ext cx="8477250" cy="9525"/>
          </a:xfrm>
          <a:custGeom xmlns:a="http://schemas.openxmlformats.org/drawingml/2006/main">
            <a:pathLst>
              <a:path w="8477250" h="9525">
                <a:moveTo>
                  <a:pt x="0" y="0"/>
                </a:moveTo>
                <a:lnTo>
                  <a:pt x="8477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7" name="alias-input-6000">
            <a:extLst xmlns:a="http://schemas.openxmlformats.org/drawingml/2006/main">
              <a:ext uri="{FF2B5EF4-FFF2-40B4-BE49-F238E27FC236}">
                <a16:creationId xmlns:a16="http://schemas.microsoft.com/office/drawing/2014/main" id="{0DE5984D-A41D-4A80-8504-16131549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19350"/>
            <a:ext cx="8477250" cy="857250"/>
          </a:xfrm>
          <a:custGeom xmlns:a="http://schemas.openxmlformats.org/drawingml/2006/main">
            <a:pathLst>
              <a:path w="8477250" h="857250">
                <a:moveTo>
                  <a:pt x="0" y="0"/>
                </a:moveTo>
                <a:lnTo>
                  <a:pt x="21193" y="476"/>
                </a:lnTo>
                <a:lnTo>
                  <a:pt x="42386" y="1902"/>
                </a:lnTo>
                <a:lnTo>
                  <a:pt x="63579" y="4276"/>
                </a:lnTo>
                <a:lnTo>
                  <a:pt x="84773" y="7592"/>
                </a:lnTo>
                <a:lnTo>
                  <a:pt x="105966" y="11843"/>
                </a:lnTo>
                <a:lnTo>
                  <a:pt x="127159" y="17019"/>
                </a:lnTo>
                <a:lnTo>
                  <a:pt x="148352" y="23109"/>
                </a:lnTo>
                <a:lnTo>
                  <a:pt x="169545" y="30100"/>
                </a:lnTo>
                <a:lnTo>
                  <a:pt x="190738" y="37975"/>
                </a:lnTo>
                <a:lnTo>
                  <a:pt x="211931" y="46717"/>
                </a:lnTo>
                <a:lnTo>
                  <a:pt x="233124" y="56308"/>
                </a:lnTo>
                <a:lnTo>
                  <a:pt x="254317" y="66725"/>
                </a:lnTo>
                <a:lnTo>
                  <a:pt x="275511" y="77946"/>
                </a:lnTo>
                <a:lnTo>
                  <a:pt x="296704" y="89945"/>
                </a:lnTo>
                <a:lnTo>
                  <a:pt x="317897" y="102696"/>
                </a:lnTo>
                <a:lnTo>
                  <a:pt x="339090" y="116171"/>
                </a:lnTo>
                <a:lnTo>
                  <a:pt x="360283" y="130339"/>
                </a:lnTo>
                <a:lnTo>
                  <a:pt x="381476" y="145170"/>
                </a:lnTo>
                <a:lnTo>
                  <a:pt x="402669" y="160630"/>
                </a:lnTo>
                <a:lnTo>
                  <a:pt x="423863" y="176686"/>
                </a:lnTo>
                <a:lnTo>
                  <a:pt x="445056" y="193300"/>
                </a:lnTo>
                <a:lnTo>
                  <a:pt x="466249" y="210437"/>
                </a:lnTo>
                <a:lnTo>
                  <a:pt x="487442" y="228059"/>
                </a:lnTo>
                <a:lnTo>
                  <a:pt x="508635" y="246125"/>
                </a:lnTo>
                <a:lnTo>
                  <a:pt x="529828" y="264597"/>
                </a:lnTo>
                <a:lnTo>
                  <a:pt x="551021" y="283433"/>
                </a:lnTo>
                <a:lnTo>
                  <a:pt x="572214" y="302592"/>
                </a:lnTo>
                <a:lnTo>
                  <a:pt x="593408" y="322030"/>
                </a:lnTo>
                <a:lnTo>
                  <a:pt x="614601" y="341705"/>
                </a:lnTo>
                <a:lnTo>
                  <a:pt x="635794" y="361573"/>
                </a:lnTo>
                <a:lnTo>
                  <a:pt x="656987" y="381590"/>
                </a:lnTo>
                <a:lnTo>
                  <a:pt x="678180" y="401711"/>
                </a:lnTo>
                <a:lnTo>
                  <a:pt x="699373" y="421892"/>
                </a:lnTo>
                <a:lnTo>
                  <a:pt x="720566" y="442088"/>
                </a:lnTo>
                <a:lnTo>
                  <a:pt x="741759" y="462255"/>
                </a:lnTo>
                <a:lnTo>
                  <a:pt x="762953" y="482346"/>
                </a:lnTo>
                <a:lnTo>
                  <a:pt x="784146" y="502318"/>
                </a:lnTo>
                <a:lnTo>
                  <a:pt x="805339" y="522127"/>
                </a:lnTo>
                <a:lnTo>
                  <a:pt x="826532" y="541728"/>
                </a:lnTo>
                <a:lnTo>
                  <a:pt x="847725" y="561077"/>
                </a:lnTo>
                <a:lnTo>
                  <a:pt x="868918" y="580133"/>
                </a:lnTo>
                <a:lnTo>
                  <a:pt x="890111" y="598853"/>
                </a:lnTo>
                <a:lnTo>
                  <a:pt x="911304" y="617194"/>
                </a:lnTo>
                <a:lnTo>
                  <a:pt x="932497" y="635117"/>
                </a:lnTo>
                <a:lnTo>
                  <a:pt x="953691" y="652581"/>
                </a:lnTo>
                <a:lnTo>
                  <a:pt x="974884" y="669548"/>
                </a:lnTo>
                <a:lnTo>
                  <a:pt x="996077" y="685980"/>
                </a:lnTo>
                <a:lnTo>
                  <a:pt x="1017270" y="701841"/>
                </a:lnTo>
                <a:lnTo>
                  <a:pt x="1038463" y="717095"/>
                </a:lnTo>
                <a:lnTo>
                  <a:pt x="1059656" y="731709"/>
                </a:lnTo>
                <a:lnTo>
                  <a:pt x="1080849" y="745649"/>
                </a:lnTo>
                <a:lnTo>
                  <a:pt x="1102043" y="758886"/>
                </a:lnTo>
                <a:lnTo>
                  <a:pt x="1123236" y="771390"/>
                </a:lnTo>
                <a:lnTo>
                  <a:pt x="1144429" y="783132"/>
                </a:lnTo>
                <a:lnTo>
                  <a:pt x="1165622" y="794088"/>
                </a:lnTo>
                <a:lnTo>
                  <a:pt x="1186815" y="804232"/>
                </a:lnTo>
                <a:lnTo>
                  <a:pt x="1208008" y="813542"/>
                </a:lnTo>
                <a:lnTo>
                  <a:pt x="1229201" y="821998"/>
                </a:lnTo>
                <a:lnTo>
                  <a:pt x="1250394" y="829580"/>
                </a:lnTo>
                <a:lnTo>
                  <a:pt x="1271588" y="836272"/>
                </a:lnTo>
                <a:lnTo>
                  <a:pt x="1292781" y="842058"/>
                </a:lnTo>
                <a:lnTo>
                  <a:pt x="1313974" y="846927"/>
                </a:lnTo>
                <a:lnTo>
                  <a:pt x="1335167" y="850867"/>
                </a:lnTo>
                <a:lnTo>
                  <a:pt x="1356360" y="853870"/>
                </a:lnTo>
                <a:lnTo>
                  <a:pt x="1377553" y="855929"/>
                </a:lnTo>
                <a:lnTo>
                  <a:pt x="1398746" y="857038"/>
                </a:lnTo>
                <a:lnTo>
                  <a:pt x="1419939" y="857197"/>
                </a:lnTo>
                <a:lnTo>
                  <a:pt x="1441133" y="856404"/>
                </a:lnTo>
                <a:lnTo>
                  <a:pt x="1462326" y="854662"/>
                </a:lnTo>
                <a:lnTo>
                  <a:pt x="1483519" y="851973"/>
                </a:lnTo>
                <a:lnTo>
                  <a:pt x="1504712" y="848344"/>
                </a:lnTo>
                <a:lnTo>
                  <a:pt x="1525905" y="843784"/>
                </a:lnTo>
                <a:lnTo>
                  <a:pt x="1547098" y="838302"/>
                </a:lnTo>
                <a:lnTo>
                  <a:pt x="1568291" y="831910"/>
                </a:lnTo>
                <a:lnTo>
                  <a:pt x="1589484" y="824623"/>
                </a:lnTo>
                <a:lnTo>
                  <a:pt x="1610677" y="816456"/>
                </a:lnTo>
                <a:lnTo>
                  <a:pt x="1631871" y="807429"/>
                </a:lnTo>
                <a:lnTo>
                  <a:pt x="1653064" y="797561"/>
                </a:lnTo>
                <a:lnTo>
                  <a:pt x="1674257" y="786873"/>
                </a:lnTo>
                <a:lnTo>
                  <a:pt x="1695450" y="775390"/>
                </a:lnTo>
                <a:lnTo>
                  <a:pt x="1716643" y="763137"/>
                </a:lnTo>
                <a:lnTo>
                  <a:pt x="1737836" y="750141"/>
                </a:lnTo>
                <a:lnTo>
                  <a:pt x="1759029" y="736432"/>
                </a:lnTo>
                <a:lnTo>
                  <a:pt x="1780222" y="722039"/>
                </a:lnTo>
                <a:lnTo>
                  <a:pt x="1801416" y="706995"/>
                </a:lnTo>
                <a:lnTo>
                  <a:pt x="1822609" y="691332"/>
                </a:lnTo>
                <a:lnTo>
                  <a:pt x="1843802" y="675087"/>
                </a:lnTo>
                <a:lnTo>
                  <a:pt x="1864995" y="658294"/>
                </a:lnTo>
                <a:lnTo>
                  <a:pt x="1886188" y="640991"/>
                </a:lnTo>
                <a:lnTo>
                  <a:pt x="1907381" y="623217"/>
                </a:lnTo>
                <a:lnTo>
                  <a:pt x="1928574" y="605010"/>
                </a:lnTo>
                <a:lnTo>
                  <a:pt x="1949768" y="586412"/>
                </a:lnTo>
                <a:lnTo>
                  <a:pt x="1970961" y="567464"/>
                </a:lnTo>
                <a:lnTo>
                  <a:pt x="1992154" y="548208"/>
                </a:lnTo>
                <a:lnTo>
                  <a:pt x="2013347" y="528686"/>
                </a:lnTo>
                <a:lnTo>
                  <a:pt x="2034540" y="508941"/>
                </a:lnTo>
                <a:lnTo>
                  <a:pt x="2055733" y="489019"/>
                </a:lnTo>
                <a:lnTo>
                  <a:pt x="2076926" y="468962"/>
                </a:lnTo>
                <a:lnTo>
                  <a:pt x="2098119" y="448816"/>
                </a:lnTo>
                <a:lnTo>
                  <a:pt x="2119313" y="428625"/>
                </a:lnTo>
                <a:lnTo>
                  <a:pt x="2140506" y="408434"/>
                </a:lnTo>
                <a:lnTo>
                  <a:pt x="2161699" y="388288"/>
                </a:lnTo>
                <a:lnTo>
                  <a:pt x="2182892" y="368231"/>
                </a:lnTo>
                <a:lnTo>
                  <a:pt x="2204085" y="348309"/>
                </a:lnTo>
                <a:lnTo>
                  <a:pt x="2225278" y="328564"/>
                </a:lnTo>
                <a:lnTo>
                  <a:pt x="2246471" y="309042"/>
                </a:lnTo>
                <a:lnTo>
                  <a:pt x="2267664" y="289786"/>
                </a:lnTo>
                <a:lnTo>
                  <a:pt x="2288858" y="270838"/>
                </a:lnTo>
                <a:lnTo>
                  <a:pt x="2310051" y="252240"/>
                </a:lnTo>
                <a:lnTo>
                  <a:pt x="2331244" y="234033"/>
                </a:lnTo>
                <a:lnTo>
                  <a:pt x="2352437" y="216259"/>
                </a:lnTo>
                <a:lnTo>
                  <a:pt x="2373630" y="198956"/>
                </a:lnTo>
                <a:lnTo>
                  <a:pt x="2394823" y="182163"/>
                </a:lnTo>
                <a:lnTo>
                  <a:pt x="2416016" y="165918"/>
                </a:lnTo>
                <a:lnTo>
                  <a:pt x="2437209" y="150255"/>
                </a:lnTo>
                <a:lnTo>
                  <a:pt x="2458402" y="135211"/>
                </a:lnTo>
                <a:lnTo>
                  <a:pt x="2479596" y="120818"/>
                </a:lnTo>
                <a:lnTo>
                  <a:pt x="2500789" y="107109"/>
                </a:lnTo>
                <a:lnTo>
                  <a:pt x="2521982" y="94113"/>
                </a:lnTo>
                <a:lnTo>
                  <a:pt x="2543175" y="81860"/>
                </a:lnTo>
                <a:lnTo>
                  <a:pt x="2564368" y="70377"/>
                </a:lnTo>
                <a:lnTo>
                  <a:pt x="2585561" y="59689"/>
                </a:lnTo>
                <a:lnTo>
                  <a:pt x="2606754" y="49821"/>
                </a:lnTo>
                <a:lnTo>
                  <a:pt x="2627948" y="40794"/>
                </a:lnTo>
                <a:lnTo>
                  <a:pt x="2649141" y="32627"/>
                </a:lnTo>
                <a:lnTo>
                  <a:pt x="2670334" y="25340"/>
                </a:lnTo>
                <a:lnTo>
                  <a:pt x="2691527" y="18948"/>
                </a:lnTo>
                <a:lnTo>
                  <a:pt x="2712720" y="13466"/>
                </a:lnTo>
                <a:lnTo>
                  <a:pt x="2733913" y="8906"/>
                </a:lnTo>
                <a:lnTo>
                  <a:pt x="2755106" y="5277"/>
                </a:lnTo>
                <a:lnTo>
                  <a:pt x="2776299" y="2588"/>
                </a:lnTo>
                <a:lnTo>
                  <a:pt x="2797493" y="846"/>
                </a:lnTo>
                <a:lnTo>
                  <a:pt x="2818686" y="53"/>
                </a:lnTo>
                <a:lnTo>
                  <a:pt x="2839879" y="212"/>
                </a:lnTo>
                <a:lnTo>
                  <a:pt x="2861072" y="1321"/>
                </a:lnTo>
                <a:lnTo>
                  <a:pt x="2882265" y="3380"/>
                </a:lnTo>
                <a:lnTo>
                  <a:pt x="2903458" y="6383"/>
                </a:lnTo>
                <a:lnTo>
                  <a:pt x="2924651" y="10323"/>
                </a:lnTo>
                <a:lnTo>
                  <a:pt x="2945844" y="15192"/>
                </a:lnTo>
                <a:lnTo>
                  <a:pt x="2967038" y="20978"/>
                </a:lnTo>
                <a:lnTo>
                  <a:pt x="2988231" y="27670"/>
                </a:lnTo>
                <a:lnTo>
                  <a:pt x="3009424" y="35252"/>
                </a:lnTo>
                <a:lnTo>
                  <a:pt x="3030617" y="43708"/>
                </a:lnTo>
                <a:lnTo>
                  <a:pt x="3051810" y="53018"/>
                </a:lnTo>
                <a:lnTo>
                  <a:pt x="3073003" y="63162"/>
                </a:lnTo>
                <a:lnTo>
                  <a:pt x="3094196" y="74118"/>
                </a:lnTo>
                <a:lnTo>
                  <a:pt x="3115389" y="85860"/>
                </a:lnTo>
                <a:lnTo>
                  <a:pt x="3136582" y="98364"/>
                </a:lnTo>
                <a:lnTo>
                  <a:pt x="3157776" y="111601"/>
                </a:lnTo>
                <a:lnTo>
                  <a:pt x="3178969" y="125541"/>
                </a:lnTo>
                <a:lnTo>
                  <a:pt x="3200162" y="140155"/>
                </a:lnTo>
                <a:lnTo>
                  <a:pt x="3221355" y="155409"/>
                </a:lnTo>
                <a:lnTo>
                  <a:pt x="3242548" y="171270"/>
                </a:lnTo>
                <a:lnTo>
                  <a:pt x="3263741" y="187702"/>
                </a:lnTo>
                <a:lnTo>
                  <a:pt x="3284934" y="204669"/>
                </a:lnTo>
                <a:lnTo>
                  <a:pt x="3306127" y="222133"/>
                </a:lnTo>
                <a:lnTo>
                  <a:pt x="3327321" y="240056"/>
                </a:lnTo>
                <a:lnTo>
                  <a:pt x="3348514" y="258397"/>
                </a:lnTo>
                <a:lnTo>
                  <a:pt x="3369707" y="277117"/>
                </a:lnTo>
                <a:lnTo>
                  <a:pt x="3390900" y="296173"/>
                </a:lnTo>
                <a:lnTo>
                  <a:pt x="3412093" y="315522"/>
                </a:lnTo>
                <a:lnTo>
                  <a:pt x="3433286" y="335123"/>
                </a:lnTo>
                <a:lnTo>
                  <a:pt x="3454479" y="354932"/>
                </a:lnTo>
                <a:lnTo>
                  <a:pt x="3475673" y="374904"/>
                </a:lnTo>
                <a:lnTo>
                  <a:pt x="3496866" y="394995"/>
                </a:lnTo>
                <a:lnTo>
                  <a:pt x="3518059" y="415162"/>
                </a:lnTo>
                <a:lnTo>
                  <a:pt x="3539252" y="435358"/>
                </a:lnTo>
                <a:lnTo>
                  <a:pt x="3560445" y="455539"/>
                </a:lnTo>
                <a:lnTo>
                  <a:pt x="3581638" y="475660"/>
                </a:lnTo>
                <a:lnTo>
                  <a:pt x="3602831" y="495677"/>
                </a:lnTo>
                <a:lnTo>
                  <a:pt x="3624024" y="515545"/>
                </a:lnTo>
                <a:lnTo>
                  <a:pt x="3645218" y="535220"/>
                </a:lnTo>
                <a:lnTo>
                  <a:pt x="3666411" y="554658"/>
                </a:lnTo>
                <a:lnTo>
                  <a:pt x="3687604" y="573817"/>
                </a:lnTo>
                <a:lnTo>
                  <a:pt x="3708797" y="592653"/>
                </a:lnTo>
                <a:lnTo>
                  <a:pt x="3729990" y="611125"/>
                </a:lnTo>
                <a:lnTo>
                  <a:pt x="3751183" y="629191"/>
                </a:lnTo>
                <a:lnTo>
                  <a:pt x="3772376" y="646813"/>
                </a:lnTo>
                <a:lnTo>
                  <a:pt x="3793569" y="663950"/>
                </a:lnTo>
                <a:lnTo>
                  <a:pt x="3814763" y="680564"/>
                </a:lnTo>
                <a:lnTo>
                  <a:pt x="3835956" y="696620"/>
                </a:lnTo>
                <a:lnTo>
                  <a:pt x="3857149" y="712080"/>
                </a:lnTo>
                <a:lnTo>
                  <a:pt x="3878342" y="726911"/>
                </a:lnTo>
                <a:lnTo>
                  <a:pt x="3899535" y="741079"/>
                </a:lnTo>
                <a:lnTo>
                  <a:pt x="3920728" y="754554"/>
                </a:lnTo>
                <a:lnTo>
                  <a:pt x="3941921" y="767305"/>
                </a:lnTo>
                <a:lnTo>
                  <a:pt x="3963114" y="779304"/>
                </a:lnTo>
                <a:lnTo>
                  <a:pt x="3984307" y="790525"/>
                </a:lnTo>
                <a:lnTo>
                  <a:pt x="4005501" y="800942"/>
                </a:lnTo>
                <a:lnTo>
                  <a:pt x="4026694" y="810533"/>
                </a:lnTo>
                <a:lnTo>
                  <a:pt x="4047887" y="819275"/>
                </a:lnTo>
                <a:lnTo>
                  <a:pt x="4069080" y="827150"/>
                </a:lnTo>
                <a:lnTo>
                  <a:pt x="4090273" y="834141"/>
                </a:lnTo>
                <a:lnTo>
                  <a:pt x="4111466" y="840231"/>
                </a:lnTo>
                <a:lnTo>
                  <a:pt x="4132659" y="845407"/>
                </a:lnTo>
                <a:lnTo>
                  <a:pt x="4153852" y="849658"/>
                </a:lnTo>
                <a:lnTo>
                  <a:pt x="4175046" y="852974"/>
                </a:lnTo>
                <a:lnTo>
                  <a:pt x="4196239" y="855348"/>
                </a:lnTo>
                <a:lnTo>
                  <a:pt x="4217432" y="856774"/>
                </a:lnTo>
                <a:lnTo>
                  <a:pt x="4238625" y="857250"/>
                </a:lnTo>
                <a:lnTo>
                  <a:pt x="4259818" y="856774"/>
                </a:lnTo>
                <a:lnTo>
                  <a:pt x="4281011" y="855348"/>
                </a:lnTo>
                <a:lnTo>
                  <a:pt x="4302204" y="852974"/>
                </a:lnTo>
                <a:lnTo>
                  <a:pt x="4323398" y="849658"/>
                </a:lnTo>
                <a:lnTo>
                  <a:pt x="4344591" y="845407"/>
                </a:lnTo>
                <a:lnTo>
                  <a:pt x="4365784" y="840231"/>
                </a:lnTo>
                <a:lnTo>
                  <a:pt x="4386977" y="834141"/>
                </a:lnTo>
                <a:lnTo>
                  <a:pt x="4408170" y="827150"/>
                </a:lnTo>
                <a:lnTo>
                  <a:pt x="4429363" y="819275"/>
                </a:lnTo>
                <a:lnTo>
                  <a:pt x="4450556" y="810533"/>
                </a:lnTo>
                <a:lnTo>
                  <a:pt x="4471749" y="800942"/>
                </a:lnTo>
                <a:lnTo>
                  <a:pt x="4492942" y="790525"/>
                </a:lnTo>
                <a:lnTo>
                  <a:pt x="4514136" y="779304"/>
                </a:lnTo>
                <a:lnTo>
                  <a:pt x="4535329" y="767305"/>
                </a:lnTo>
                <a:lnTo>
                  <a:pt x="4556522" y="754554"/>
                </a:lnTo>
                <a:lnTo>
                  <a:pt x="4577715" y="741079"/>
                </a:lnTo>
                <a:lnTo>
                  <a:pt x="4598908" y="726911"/>
                </a:lnTo>
                <a:lnTo>
                  <a:pt x="4620101" y="712080"/>
                </a:lnTo>
                <a:lnTo>
                  <a:pt x="4641294" y="696620"/>
                </a:lnTo>
                <a:lnTo>
                  <a:pt x="4662488" y="680564"/>
                </a:lnTo>
                <a:lnTo>
                  <a:pt x="4683681" y="663950"/>
                </a:lnTo>
                <a:lnTo>
                  <a:pt x="4704874" y="646813"/>
                </a:lnTo>
                <a:lnTo>
                  <a:pt x="4726067" y="629191"/>
                </a:lnTo>
                <a:lnTo>
                  <a:pt x="4747260" y="611125"/>
                </a:lnTo>
                <a:lnTo>
                  <a:pt x="4768453" y="592653"/>
                </a:lnTo>
                <a:lnTo>
                  <a:pt x="4789646" y="573817"/>
                </a:lnTo>
                <a:lnTo>
                  <a:pt x="4810839" y="554658"/>
                </a:lnTo>
                <a:lnTo>
                  <a:pt x="4832033" y="535220"/>
                </a:lnTo>
                <a:lnTo>
                  <a:pt x="4853226" y="515545"/>
                </a:lnTo>
                <a:lnTo>
                  <a:pt x="4874419" y="495677"/>
                </a:lnTo>
                <a:lnTo>
                  <a:pt x="4895612" y="475660"/>
                </a:lnTo>
                <a:lnTo>
                  <a:pt x="4916805" y="455539"/>
                </a:lnTo>
                <a:lnTo>
                  <a:pt x="4937998" y="435358"/>
                </a:lnTo>
                <a:lnTo>
                  <a:pt x="4959191" y="415162"/>
                </a:lnTo>
                <a:lnTo>
                  <a:pt x="4980384" y="394995"/>
                </a:lnTo>
                <a:lnTo>
                  <a:pt x="5001578" y="374904"/>
                </a:lnTo>
                <a:lnTo>
                  <a:pt x="5022771" y="354932"/>
                </a:lnTo>
                <a:lnTo>
                  <a:pt x="5043964" y="335123"/>
                </a:lnTo>
                <a:lnTo>
                  <a:pt x="5065157" y="315522"/>
                </a:lnTo>
                <a:lnTo>
                  <a:pt x="5086350" y="296173"/>
                </a:lnTo>
                <a:lnTo>
                  <a:pt x="5107543" y="277117"/>
                </a:lnTo>
                <a:lnTo>
                  <a:pt x="5128736" y="258397"/>
                </a:lnTo>
                <a:lnTo>
                  <a:pt x="5149929" y="240056"/>
                </a:lnTo>
                <a:lnTo>
                  <a:pt x="5171123" y="222133"/>
                </a:lnTo>
                <a:lnTo>
                  <a:pt x="5192316" y="204669"/>
                </a:lnTo>
                <a:lnTo>
                  <a:pt x="5213509" y="187702"/>
                </a:lnTo>
                <a:lnTo>
                  <a:pt x="5234702" y="171270"/>
                </a:lnTo>
                <a:lnTo>
                  <a:pt x="5255895" y="155409"/>
                </a:lnTo>
                <a:lnTo>
                  <a:pt x="5277088" y="140155"/>
                </a:lnTo>
                <a:lnTo>
                  <a:pt x="5298281" y="125541"/>
                </a:lnTo>
                <a:lnTo>
                  <a:pt x="5319474" y="111601"/>
                </a:lnTo>
                <a:lnTo>
                  <a:pt x="5340668" y="98364"/>
                </a:lnTo>
                <a:lnTo>
                  <a:pt x="5361861" y="85860"/>
                </a:lnTo>
                <a:lnTo>
                  <a:pt x="5383054" y="74118"/>
                </a:lnTo>
                <a:lnTo>
                  <a:pt x="5404247" y="63162"/>
                </a:lnTo>
                <a:lnTo>
                  <a:pt x="5425440" y="53018"/>
                </a:lnTo>
                <a:lnTo>
                  <a:pt x="5446633" y="43708"/>
                </a:lnTo>
                <a:lnTo>
                  <a:pt x="5467826" y="35252"/>
                </a:lnTo>
                <a:lnTo>
                  <a:pt x="5489019" y="27670"/>
                </a:lnTo>
                <a:lnTo>
                  <a:pt x="5510212" y="20978"/>
                </a:lnTo>
                <a:lnTo>
                  <a:pt x="5531406" y="15192"/>
                </a:lnTo>
                <a:lnTo>
                  <a:pt x="5552599" y="10323"/>
                </a:lnTo>
                <a:lnTo>
                  <a:pt x="5573792" y="6383"/>
                </a:lnTo>
                <a:lnTo>
                  <a:pt x="5594985" y="3380"/>
                </a:lnTo>
                <a:lnTo>
                  <a:pt x="5616178" y="1321"/>
                </a:lnTo>
                <a:lnTo>
                  <a:pt x="5637371" y="212"/>
                </a:lnTo>
                <a:lnTo>
                  <a:pt x="5658564" y="53"/>
                </a:lnTo>
                <a:lnTo>
                  <a:pt x="5679758" y="846"/>
                </a:lnTo>
                <a:lnTo>
                  <a:pt x="5700951" y="2588"/>
                </a:lnTo>
                <a:lnTo>
                  <a:pt x="5722144" y="5277"/>
                </a:lnTo>
                <a:lnTo>
                  <a:pt x="5743337" y="8906"/>
                </a:lnTo>
                <a:lnTo>
                  <a:pt x="5764530" y="13466"/>
                </a:lnTo>
                <a:lnTo>
                  <a:pt x="5785723" y="18948"/>
                </a:lnTo>
                <a:lnTo>
                  <a:pt x="5806916" y="25340"/>
                </a:lnTo>
                <a:lnTo>
                  <a:pt x="5828109" y="32627"/>
                </a:lnTo>
                <a:lnTo>
                  <a:pt x="5849303" y="40794"/>
                </a:lnTo>
                <a:lnTo>
                  <a:pt x="5870496" y="49821"/>
                </a:lnTo>
                <a:lnTo>
                  <a:pt x="5891689" y="59689"/>
                </a:lnTo>
                <a:lnTo>
                  <a:pt x="5912882" y="70377"/>
                </a:lnTo>
                <a:lnTo>
                  <a:pt x="5934075" y="81860"/>
                </a:lnTo>
                <a:lnTo>
                  <a:pt x="5955268" y="94113"/>
                </a:lnTo>
                <a:lnTo>
                  <a:pt x="5976461" y="107109"/>
                </a:lnTo>
                <a:lnTo>
                  <a:pt x="5997654" y="120818"/>
                </a:lnTo>
                <a:lnTo>
                  <a:pt x="6018848" y="135211"/>
                </a:lnTo>
                <a:lnTo>
                  <a:pt x="6040041" y="150255"/>
                </a:lnTo>
                <a:lnTo>
                  <a:pt x="6061234" y="165918"/>
                </a:lnTo>
                <a:lnTo>
                  <a:pt x="6082427" y="182163"/>
                </a:lnTo>
                <a:lnTo>
                  <a:pt x="6103620" y="198956"/>
                </a:lnTo>
                <a:lnTo>
                  <a:pt x="6124813" y="216259"/>
                </a:lnTo>
                <a:lnTo>
                  <a:pt x="6146006" y="234033"/>
                </a:lnTo>
                <a:lnTo>
                  <a:pt x="6167199" y="252240"/>
                </a:lnTo>
                <a:lnTo>
                  <a:pt x="6188392" y="270838"/>
                </a:lnTo>
                <a:lnTo>
                  <a:pt x="6209586" y="289786"/>
                </a:lnTo>
                <a:lnTo>
                  <a:pt x="6230779" y="309042"/>
                </a:lnTo>
                <a:lnTo>
                  <a:pt x="6251972" y="328564"/>
                </a:lnTo>
                <a:lnTo>
                  <a:pt x="6273165" y="348309"/>
                </a:lnTo>
                <a:lnTo>
                  <a:pt x="6294358" y="368231"/>
                </a:lnTo>
                <a:lnTo>
                  <a:pt x="6315551" y="388288"/>
                </a:lnTo>
                <a:lnTo>
                  <a:pt x="6336744" y="408434"/>
                </a:lnTo>
                <a:lnTo>
                  <a:pt x="6357938" y="428625"/>
                </a:lnTo>
                <a:lnTo>
                  <a:pt x="6379131" y="448816"/>
                </a:lnTo>
                <a:lnTo>
                  <a:pt x="6400324" y="468962"/>
                </a:lnTo>
                <a:lnTo>
                  <a:pt x="6421517" y="489019"/>
                </a:lnTo>
                <a:lnTo>
                  <a:pt x="6442710" y="508941"/>
                </a:lnTo>
                <a:lnTo>
                  <a:pt x="6463903" y="528686"/>
                </a:lnTo>
                <a:lnTo>
                  <a:pt x="6485096" y="548208"/>
                </a:lnTo>
                <a:lnTo>
                  <a:pt x="6506289" y="567464"/>
                </a:lnTo>
                <a:lnTo>
                  <a:pt x="6527483" y="586412"/>
                </a:lnTo>
                <a:lnTo>
                  <a:pt x="6548676" y="605010"/>
                </a:lnTo>
                <a:lnTo>
                  <a:pt x="6569869" y="623217"/>
                </a:lnTo>
                <a:lnTo>
                  <a:pt x="6591062" y="640991"/>
                </a:lnTo>
                <a:lnTo>
                  <a:pt x="6612255" y="658294"/>
                </a:lnTo>
                <a:lnTo>
                  <a:pt x="6633448" y="675087"/>
                </a:lnTo>
                <a:lnTo>
                  <a:pt x="6654641" y="691332"/>
                </a:lnTo>
                <a:lnTo>
                  <a:pt x="6675834" y="706995"/>
                </a:lnTo>
                <a:lnTo>
                  <a:pt x="6697028" y="722039"/>
                </a:lnTo>
                <a:lnTo>
                  <a:pt x="6718221" y="736432"/>
                </a:lnTo>
                <a:lnTo>
                  <a:pt x="6739414" y="750141"/>
                </a:lnTo>
                <a:lnTo>
                  <a:pt x="6760607" y="763137"/>
                </a:lnTo>
                <a:lnTo>
                  <a:pt x="6781800" y="775390"/>
                </a:lnTo>
                <a:lnTo>
                  <a:pt x="6802993" y="786873"/>
                </a:lnTo>
                <a:lnTo>
                  <a:pt x="6824186" y="797561"/>
                </a:lnTo>
                <a:lnTo>
                  <a:pt x="6845379" y="807429"/>
                </a:lnTo>
                <a:lnTo>
                  <a:pt x="6866573" y="816456"/>
                </a:lnTo>
                <a:lnTo>
                  <a:pt x="6887766" y="824623"/>
                </a:lnTo>
                <a:lnTo>
                  <a:pt x="6908959" y="831910"/>
                </a:lnTo>
                <a:lnTo>
                  <a:pt x="6930152" y="838302"/>
                </a:lnTo>
                <a:lnTo>
                  <a:pt x="6951345" y="843784"/>
                </a:lnTo>
                <a:lnTo>
                  <a:pt x="6972538" y="848344"/>
                </a:lnTo>
                <a:lnTo>
                  <a:pt x="6993731" y="851973"/>
                </a:lnTo>
                <a:lnTo>
                  <a:pt x="7014924" y="854662"/>
                </a:lnTo>
                <a:lnTo>
                  <a:pt x="7036117" y="856404"/>
                </a:lnTo>
                <a:lnTo>
                  <a:pt x="7057311" y="857197"/>
                </a:lnTo>
                <a:lnTo>
                  <a:pt x="7078504" y="857038"/>
                </a:lnTo>
                <a:lnTo>
                  <a:pt x="7099697" y="855929"/>
                </a:lnTo>
                <a:lnTo>
                  <a:pt x="7120890" y="853870"/>
                </a:lnTo>
                <a:lnTo>
                  <a:pt x="7142083" y="850867"/>
                </a:lnTo>
                <a:lnTo>
                  <a:pt x="7163276" y="846927"/>
                </a:lnTo>
                <a:lnTo>
                  <a:pt x="7184469" y="842058"/>
                </a:lnTo>
                <a:lnTo>
                  <a:pt x="7205663" y="836272"/>
                </a:lnTo>
                <a:lnTo>
                  <a:pt x="7226856" y="829580"/>
                </a:lnTo>
                <a:lnTo>
                  <a:pt x="7248049" y="821998"/>
                </a:lnTo>
                <a:lnTo>
                  <a:pt x="7269242" y="813542"/>
                </a:lnTo>
                <a:lnTo>
                  <a:pt x="7290435" y="804232"/>
                </a:lnTo>
                <a:lnTo>
                  <a:pt x="7311628" y="794088"/>
                </a:lnTo>
                <a:lnTo>
                  <a:pt x="7332821" y="783132"/>
                </a:lnTo>
                <a:lnTo>
                  <a:pt x="7354014" y="771390"/>
                </a:lnTo>
                <a:lnTo>
                  <a:pt x="7375208" y="758886"/>
                </a:lnTo>
                <a:lnTo>
                  <a:pt x="7396401" y="745649"/>
                </a:lnTo>
                <a:lnTo>
                  <a:pt x="7417594" y="731709"/>
                </a:lnTo>
                <a:lnTo>
                  <a:pt x="7438787" y="717095"/>
                </a:lnTo>
                <a:lnTo>
                  <a:pt x="7459980" y="701841"/>
                </a:lnTo>
                <a:lnTo>
                  <a:pt x="7481173" y="685980"/>
                </a:lnTo>
                <a:lnTo>
                  <a:pt x="7502366" y="669548"/>
                </a:lnTo>
                <a:lnTo>
                  <a:pt x="7523559" y="652581"/>
                </a:lnTo>
                <a:lnTo>
                  <a:pt x="7544752" y="635117"/>
                </a:lnTo>
                <a:lnTo>
                  <a:pt x="7565946" y="617194"/>
                </a:lnTo>
                <a:lnTo>
                  <a:pt x="7587139" y="598853"/>
                </a:lnTo>
                <a:lnTo>
                  <a:pt x="7608332" y="580133"/>
                </a:lnTo>
                <a:lnTo>
                  <a:pt x="7629525" y="561077"/>
                </a:lnTo>
                <a:lnTo>
                  <a:pt x="7650718" y="541728"/>
                </a:lnTo>
                <a:lnTo>
                  <a:pt x="7671911" y="522127"/>
                </a:lnTo>
                <a:lnTo>
                  <a:pt x="7693104" y="502318"/>
                </a:lnTo>
                <a:lnTo>
                  <a:pt x="7714298" y="482346"/>
                </a:lnTo>
                <a:lnTo>
                  <a:pt x="7735491" y="462255"/>
                </a:lnTo>
                <a:lnTo>
                  <a:pt x="7756684" y="442088"/>
                </a:lnTo>
                <a:lnTo>
                  <a:pt x="7777877" y="421892"/>
                </a:lnTo>
                <a:lnTo>
                  <a:pt x="7799070" y="401711"/>
                </a:lnTo>
                <a:lnTo>
                  <a:pt x="7820263" y="381590"/>
                </a:lnTo>
                <a:lnTo>
                  <a:pt x="7841456" y="361573"/>
                </a:lnTo>
                <a:lnTo>
                  <a:pt x="7862649" y="341705"/>
                </a:lnTo>
                <a:lnTo>
                  <a:pt x="7883842" y="322030"/>
                </a:lnTo>
                <a:lnTo>
                  <a:pt x="7905036" y="302592"/>
                </a:lnTo>
                <a:lnTo>
                  <a:pt x="7926229" y="283433"/>
                </a:lnTo>
                <a:lnTo>
                  <a:pt x="7947422" y="264597"/>
                </a:lnTo>
                <a:lnTo>
                  <a:pt x="7968615" y="246125"/>
                </a:lnTo>
                <a:lnTo>
                  <a:pt x="7989808" y="228059"/>
                </a:lnTo>
                <a:lnTo>
                  <a:pt x="8011001" y="210437"/>
                </a:lnTo>
                <a:lnTo>
                  <a:pt x="8032194" y="193300"/>
                </a:lnTo>
                <a:lnTo>
                  <a:pt x="8053388" y="176686"/>
                </a:lnTo>
                <a:lnTo>
                  <a:pt x="8074581" y="160630"/>
                </a:lnTo>
                <a:lnTo>
                  <a:pt x="8095774" y="145170"/>
                </a:lnTo>
                <a:lnTo>
                  <a:pt x="8116967" y="130339"/>
                </a:lnTo>
                <a:lnTo>
                  <a:pt x="8138160" y="116171"/>
                </a:lnTo>
                <a:lnTo>
                  <a:pt x="8159353" y="102696"/>
                </a:lnTo>
                <a:lnTo>
                  <a:pt x="8180546" y="89945"/>
                </a:lnTo>
                <a:lnTo>
                  <a:pt x="8201739" y="77946"/>
                </a:lnTo>
                <a:lnTo>
                  <a:pt x="8222933" y="66725"/>
                </a:lnTo>
                <a:lnTo>
                  <a:pt x="8244126" y="56308"/>
                </a:lnTo>
                <a:lnTo>
                  <a:pt x="8265319" y="46717"/>
                </a:lnTo>
                <a:lnTo>
                  <a:pt x="8286512" y="37975"/>
                </a:lnTo>
                <a:lnTo>
                  <a:pt x="8307705" y="30100"/>
                </a:lnTo>
                <a:lnTo>
                  <a:pt x="8328898" y="23109"/>
                </a:lnTo>
                <a:lnTo>
                  <a:pt x="8350091" y="17019"/>
                </a:lnTo>
                <a:lnTo>
                  <a:pt x="8371284" y="11843"/>
                </a:lnTo>
                <a:lnTo>
                  <a:pt x="8392478" y="7592"/>
                </a:lnTo>
                <a:lnTo>
                  <a:pt x="8413671" y="4276"/>
                </a:lnTo>
                <a:lnTo>
                  <a:pt x="8434864" y="1902"/>
                </a:lnTo>
                <a:lnTo>
                  <a:pt x="8456057" y="476"/>
                </a:lnTo>
                <a:lnTo>
                  <a:pt x="8477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8" name="alias-stem">
            <a:extLst xmlns:a="http://schemas.openxmlformats.org/drawingml/2006/main">
              <a:ext uri="{FF2B5EF4-FFF2-40B4-BE49-F238E27FC236}">
                <a16:creationId xmlns:a16="http://schemas.microsoft.com/office/drawing/2014/main" id="{DF665D12-65BA-461B-9346-91539E38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19350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4286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9" name="alias-sample-0">
            <a:extLst xmlns:a="http://schemas.openxmlformats.org/drawingml/2006/main">
              <a:ext uri="{FF2B5EF4-FFF2-40B4-BE49-F238E27FC236}">
                <a16:creationId xmlns:a16="http://schemas.microsoft.com/office/drawing/2014/main" id="{EC3ABCD3-A9A2-4EF1-9E42-55DE490E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371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10" name="alias-time">
            <a:extLst xmlns:a="http://schemas.openxmlformats.org/drawingml/2006/main">
              <a:ext uri="{FF2B5EF4-FFF2-40B4-BE49-F238E27FC236}">
                <a16:creationId xmlns:a16="http://schemas.microsoft.com/office/drawing/2014/main" id="{2BF4824F-89AB-4AFE-93A6-DA8ADD76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4194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11" name="alias-stem">
            <a:extLst xmlns:a="http://schemas.openxmlformats.org/drawingml/2006/main">
              <a:ext uri="{FF2B5EF4-FFF2-40B4-BE49-F238E27FC236}">
                <a16:creationId xmlns:a16="http://schemas.microsoft.com/office/drawing/2014/main" id="{83A34799-31F8-4EE1-9533-960B9329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438" y="28479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2" name="alias-sample-1">
            <a:extLst xmlns:a="http://schemas.openxmlformats.org/drawingml/2006/main">
              <a:ext uri="{FF2B5EF4-FFF2-40B4-BE49-F238E27FC236}">
                <a16:creationId xmlns:a16="http://schemas.microsoft.com/office/drawing/2014/main" id="{DF05FE2B-7311-4D5F-A08F-ADD5A93D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800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13" name="alias-time">
            <a:extLst xmlns:a="http://schemas.openxmlformats.org/drawingml/2006/main">
              <a:ext uri="{FF2B5EF4-FFF2-40B4-BE49-F238E27FC236}">
                <a16:creationId xmlns:a16="http://schemas.microsoft.com/office/drawing/2014/main" id="{380FE507-DFFC-4358-9F26-6AE7C9A1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438" y="34194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0.125</a:t>
            </a:r>
          </a:p>
        </p:txBody>
      </p:sp>
      <p:sp>
        <p:nvSpPr>
          <p:cNvPr id="14" name="alias-stem">
            <a:extLst xmlns:a="http://schemas.openxmlformats.org/drawingml/2006/main">
              <a:ext uri="{FF2B5EF4-FFF2-40B4-BE49-F238E27FC236}">
                <a16:creationId xmlns:a16="http://schemas.microsoft.com/office/drawing/2014/main" id="{F797FD13-48DB-409D-9EC3-9639BB80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47975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0"/>
                </a:moveTo>
                <a:lnTo>
                  <a:pt x="0" y="42862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5" name="alias-sample-2">
            <a:extLst xmlns:a="http://schemas.openxmlformats.org/drawingml/2006/main">
              <a:ext uri="{FF2B5EF4-FFF2-40B4-BE49-F238E27FC236}">
                <a16:creationId xmlns:a16="http://schemas.microsoft.com/office/drawing/2014/main" id="{A0D65614-4646-47CF-A31D-37B5F0FF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28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16" name="alias-time">
            <a:extLst xmlns:a="http://schemas.openxmlformats.org/drawingml/2006/main">
              <a:ext uri="{FF2B5EF4-FFF2-40B4-BE49-F238E27FC236}">
                <a16:creationId xmlns:a16="http://schemas.microsoft.com/office/drawing/2014/main" id="{E395D81D-D62C-4CFA-A74D-CB5CB6E0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194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0.25</a:t>
            </a:r>
          </a:p>
        </p:txBody>
      </p:sp>
      <p:sp>
        <p:nvSpPr>
          <p:cNvPr id="17" name="alias-stem">
            <a:extLst xmlns:a="http://schemas.openxmlformats.org/drawingml/2006/main">
              <a:ext uri="{FF2B5EF4-FFF2-40B4-BE49-F238E27FC236}">
                <a16:creationId xmlns:a16="http://schemas.microsoft.com/office/drawing/2014/main" id="{DCC069F3-CB2A-4289-819D-2A791874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1063" y="28479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8" name="alias-sample-3">
            <a:extLst xmlns:a="http://schemas.openxmlformats.org/drawingml/2006/main">
              <a:ext uri="{FF2B5EF4-FFF2-40B4-BE49-F238E27FC236}">
                <a16:creationId xmlns:a16="http://schemas.microsoft.com/office/drawing/2014/main" id="{49AE26A5-BBE3-480D-837A-CC5CF51F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3438" y="2800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19" name="alias-time">
            <a:extLst xmlns:a="http://schemas.openxmlformats.org/drawingml/2006/main">
              <a:ext uri="{FF2B5EF4-FFF2-40B4-BE49-F238E27FC236}">
                <a16:creationId xmlns:a16="http://schemas.microsoft.com/office/drawing/2014/main" id="{F902AABB-D7DD-4D0C-A8F5-74EE5173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0063" y="34194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0.375</a:t>
            </a:r>
          </a:p>
        </p:txBody>
      </p:sp>
      <p:sp>
        <p:nvSpPr>
          <p:cNvPr id="20" name="alias-stem">
            <a:extLst xmlns:a="http://schemas.openxmlformats.org/drawingml/2006/main">
              <a:ext uri="{FF2B5EF4-FFF2-40B4-BE49-F238E27FC236}">
                <a16:creationId xmlns:a16="http://schemas.microsoft.com/office/drawing/2014/main" id="{F08106C7-405B-4F21-83CF-DF009C74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19350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4286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21" name="alias-sample-4">
            <a:extLst xmlns:a="http://schemas.openxmlformats.org/drawingml/2006/main">
              <a:ext uri="{FF2B5EF4-FFF2-40B4-BE49-F238E27FC236}">
                <a16:creationId xmlns:a16="http://schemas.microsoft.com/office/drawing/2014/main" id="{60E52CDC-6756-45CA-A944-2E869EA1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71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2" name="alias-time">
            <a:extLst xmlns:a="http://schemas.openxmlformats.org/drawingml/2006/main">
              <a:ext uri="{FF2B5EF4-FFF2-40B4-BE49-F238E27FC236}">
                <a16:creationId xmlns:a16="http://schemas.microsoft.com/office/drawing/2014/main" id="{F7503815-DA80-4D79-844B-19B955CA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4194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0.5</a:t>
            </a:r>
          </a:p>
        </p:txBody>
      </p:sp>
      <p:sp>
        <p:nvSpPr>
          <p:cNvPr id="23" name="signal-frequency">
            <a:extLst xmlns:a="http://schemas.openxmlformats.org/drawingml/2006/main">
              <a:ext uri="{FF2B5EF4-FFF2-40B4-BE49-F238E27FC236}">
                <a16:creationId xmlns:a16="http://schemas.microsoft.com/office/drawing/2014/main" id="{110CD6F1-9684-4219-ACAA-DEC058B2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42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 kHz</a:t>
            </a:r>
          </a:p>
        </p:txBody>
      </p:sp>
      <p:sp>
        <p:nvSpPr>
          <p:cNvPr id="24" name="alias-zero">
            <a:extLst xmlns:a="http://schemas.openxmlformats.org/drawingml/2006/main">
              <a:ext uri="{FF2B5EF4-FFF2-40B4-BE49-F238E27FC236}">
                <a16:creationId xmlns:a16="http://schemas.microsoft.com/office/drawing/2014/main" id="{1FF8019D-9F66-4B81-958C-2B00CB23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524375"/>
            <a:ext cx="8477250" cy="9525"/>
          </a:xfrm>
          <a:custGeom xmlns:a="http://schemas.openxmlformats.org/drawingml/2006/main">
            <a:pathLst>
              <a:path w="8477250" h="9525">
                <a:moveTo>
                  <a:pt x="0" y="0"/>
                </a:moveTo>
                <a:lnTo>
                  <a:pt x="8477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25" name="alias-input-2000">
            <a:extLst xmlns:a="http://schemas.openxmlformats.org/drawingml/2006/main">
              <a:ext uri="{FF2B5EF4-FFF2-40B4-BE49-F238E27FC236}">
                <a16:creationId xmlns:a16="http://schemas.microsoft.com/office/drawing/2014/main" id="{D9CAA344-9303-4D85-8BA1-22D677888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095750"/>
            <a:ext cx="8477250" cy="857250"/>
          </a:xfrm>
          <a:custGeom xmlns:a="http://schemas.openxmlformats.org/drawingml/2006/main">
            <a:pathLst>
              <a:path w="8477250" h="857250">
                <a:moveTo>
                  <a:pt x="0" y="0"/>
                </a:moveTo>
                <a:lnTo>
                  <a:pt x="21193" y="53"/>
                </a:lnTo>
                <a:lnTo>
                  <a:pt x="42386" y="212"/>
                </a:lnTo>
                <a:lnTo>
                  <a:pt x="63579" y="476"/>
                </a:lnTo>
                <a:lnTo>
                  <a:pt x="84773" y="846"/>
                </a:lnTo>
                <a:lnTo>
                  <a:pt x="105966" y="1321"/>
                </a:lnTo>
                <a:lnTo>
                  <a:pt x="127159" y="1902"/>
                </a:lnTo>
                <a:lnTo>
                  <a:pt x="148352" y="2588"/>
                </a:lnTo>
                <a:lnTo>
                  <a:pt x="169545" y="3380"/>
                </a:lnTo>
                <a:lnTo>
                  <a:pt x="190738" y="4276"/>
                </a:lnTo>
                <a:lnTo>
                  <a:pt x="211931" y="5277"/>
                </a:lnTo>
                <a:lnTo>
                  <a:pt x="233124" y="6383"/>
                </a:lnTo>
                <a:lnTo>
                  <a:pt x="254317" y="7592"/>
                </a:lnTo>
                <a:lnTo>
                  <a:pt x="275511" y="8906"/>
                </a:lnTo>
                <a:lnTo>
                  <a:pt x="296704" y="10323"/>
                </a:lnTo>
                <a:lnTo>
                  <a:pt x="317897" y="11843"/>
                </a:lnTo>
                <a:lnTo>
                  <a:pt x="339090" y="13466"/>
                </a:lnTo>
                <a:lnTo>
                  <a:pt x="360283" y="15192"/>
                </a:lnTo>
                <a:lnTo>
                  <a:pt x="381476" y="17019"/>
                </a:lnTo>
                <a:lnTo>
                  <a:pt x="402669" y="18948"/>
                </a:lnTo>
                <a:lnTo>
                  <a:pt x="423863" y="20978"/>
                </a:lnTo>
                <a:lnTo>
                  <a:pt x="445056" y="23109"/>
                </a:lnTo>
                <a:lnTo>
                  <a:pt x="466249" y="25340"/>
                </a:lnTo>
                <a:lnTo>
                  <a:pt x="487442" y="27670"/>
                </a:lnTo>
                <a:lnTo>
                  <a:pt x="508635" y="30100"/>
                </a:lnTo>
                <a:lnTo>
                  <a:pt x="529828" y="32627"/>
                </a:lnTo>
                <a:lnTo>
                  <a:pt x="551021" y="35252"/>
                </a:lnTo>
                <a:lnTo>
                  <a:pt x="572214" y="37975"/>
                </a:lnTo>
                <a:lnTo>
                  <a:pt x="593408" y="40794"/>
                </a:lnTo>
                <a:lnTo>
                  <a:pt x="614601" y="43708"/>
                </a:lnTo>
                <a:lnTo>
                  <a:pt x="635794" y="46717"/>
                </a:lnTo>
                <a:lnTo>
                  <a:pt x="656987" y="49821"/>
                </a:lnTo>
                <a:lnTo>
                  <a:pt x="678180" y="53018"/>
                </a:lnTo>
                <a:lnTo>
                  <a:pt x="699373" y="56308"/>
                </a:lnTo>
                <a:lnTo>
                  <a:pt x="720566" y="59689"/>
                </a:lnTo>
                <a:lnTo>
                  <a:pt x="741759" y="63162"/>
                </a:lnTo>
                <a:lnTo>
                  <a:pt x="762953" y="66725"/>
                </a:lnTo>
                <a:lnTo>
                  <a:pt x="784146" y="70377"/>
                </a:lnTo>
                <a:lnTo>
                  <a:pt x="805339" y="74118"/>
                </a:lnTo>
                <a:lnTo>
                  <a:pt x="826532" y="77946"/>
                </a:lnTo>
                <a:lnTo>
                  <a:pt x="847725" y="81860"/>
                </a:lnTo>
                <a:lnTo>
                  <a:pt x="868918" y="85860"/>
                </a:lnTo>
                <a:lnTo>
                  <a:pt x="890111" y="89945"/>
                </a:lnTo>
                <a:lnTo>
                  <a:pt x="911304" y="94113"/>
                </a:lnTo>
                <a:lnTo>
                  <a:pt x="932497" y="98364"/>
                </a:lnTo>
                <a:lnTo>
                  <a:pt x="953691" y="102696"/>
                </a:lnTo>
                <a:lnTo>
                  <a:pt x="974884" y="107109"/>
                </a:lnTo>
                <a:lnTo>
                  <a:pt x="996077" y="111601"/>
                </a:lnTo>
                <a:lnTo>
                  <a:pt x="1017270" y="116171"/>
                </a:lnTo>
                <a:lnTo>
                  <a:pt x="1038463" y="120818"/>
                </a:lnTo>
                <a:lnTo>
                  <a:pt x="1059656" y="125541"/>
                </a:lnTo>
                <a:lnTo>
                  <a:pt x="1080849" y="130339"/>
                </a:lnTo>
                <a:lnTo>
                  <a:pt x="1102043" y="135211"/>
                </a:lnTo>
                <a:lnTo>
                  <a:pt x="1123236" y="140155"/>
                </a:lnTo>
                <a:lnTo>
                  <a:pt x="1144429" y="145170"/>
                </a:lnTo>
                <a:lnTo>
                  <a:pt x="1165622" y="150255"/>
                </a:lnTo>
                <a:lnTo>
                  <a:pt x="1186815" y="155409"/>
                </a:lnTo>
                <a:lnTo>
                  <a:pt x="1208008" y="160630"/>
                </a:lnTo>
                <a:lnTo>
                  <a:pt x="1229201" y="165918"/>
                </a:lnTo>
                <a:lnTo>
                  <a:pt x="1250394" y="171270"/>
                </a:lnTo>
                <a:lnTo>
                  <a:pt x="1271588" y="176686"/>
                </a:lnTo>
                <a:lnTo>
                  <a:pt x="1292781" y="182163"/>
                </a:lnTo>
                <a:lnTo>
                  <a:pt x="1313974" y="187702"/>
                </a:lnTo>
                <a:lnTo>
                  <a:pt x="1335167" y="193300"/>
                </a:lnTo>
                <a:lnTo>
                  <a:pt x="1356360" y="198956"/>
                </a:lnTo>
                <a:lnTo>
                  <a:pt x="1377553" y="204669"/>
                </a:lnTo>
                <a:lnTo>
                  <a:pt x="1398746" y="210437"/>
                </a:lnTo>
                <a:lnTo>
                  <a:pt x="1419939" y="216259"/>
                </a:lnTo>
                <a:lnTo>
                  <a:pt x="1441133" y="222133"/>
                </a:lnTo>
                <a:lnTo>
                  <a:pt x="1462326" y="228059"/>
                </a:lnTo>
                <a:lnTo>
                  <a:pt x="1483519" y="234033"/>
                </a:lnTo>
                <a:lnTo>
                  <a:pt x="1504712" y="240056"/>
                </a:lnTo>
                <a:lnTo>
                  <a:pt x="1525905" y="246125"/>
                </a:lnTo>
                <a:lnTo>
                  <a:pt x="1547098" y="252240"/>
                </a:lnTo>
                <a:lnTo>
                  <a:pt x="1568291" y="258397"/>
                </a:lnTo>
                <a:lnTo>
                  <a:pt x="1589484" y="264597"/>
                </a:lnTo>
                <a:lnTo>
                  <a:pt x="1610677" y="270838"/>
                </a:lnTo>
                <a:lnTo>
                  <a:pt x="1631871" y="277117"/>
                </a:lnTo>
                <a:lnTo>
                  <a:pt x="1653064" y="283433"/>
                </a:lnTo>
                <a:lnTo>
                  <a:pt x="1674257" y="289786"/>
                </a:lnTo>
                <a:lnTo>
                  <a:pt x="1695450" y="296173"/>
                </a:lnTo>
                <a:lnTo>
                  <a:pt x="1716643" y="302592"/>
                </a:lnTo>
                <a:lnTo>
                  <a:pt x="1737836" y="309042"/>
                </a:lnTo>
                <a:lnTo>
                  <a:pt x="1759029" y="315522"/>
                </a:lnTo>
                <a:lnTo>
                  <a:pt x="1780222" y="322030"/>
                </a:lnTo>
                <a:lnTo>
                  <a:pt x="1801416" y="328564"/>
                </a:lnTo>
                <a:lnTo>
                  <a:pt x="1822609" y="335123"/>
                </a:lnTo>
                <a:lnTo>
                  <a:pt x="1843802" y="341705"/>
                </a:lnTo>
                <a:lnTo>
                  <a:pt x="1864995" y="348309"/>
                </a:lnTo>
                <a:lnTo>
                  <a:pt x="1886188" y="354932"/>
                </a:lnTo>
                <a:lnTo>
                  <a:pt x="1907381" y="361573"/>
                </a:lnTo>
                <a:lnTo>
                  <a:pt x="1928574" y="368231"/>
                </a:lnTo>
                <a:lnTo>
                  <a:pt x="1949768" y="374904"/>
                </a:lnTo>
                <a:lnTo>
                  <a:pt x="1970961" y="381590"/>
                </a:lnTo>
                <a:lnTo>
                  <a:pt x="1992154" y="388288"/>
                </a:lnTo>
                <a:lnTo>
                  <a:pt x="2013347" y="394995"/>
                </a:lnTo>
                <a:lnTo>
                  <a:pt x="2034540" y="401711"/>
                </a:lnTo>
                <a:lnTo>
                  <a:pt x="2055733" y="408434"/>
                </a:lnTo>
                <a:lnTo>
                  <a:pt x="2076926" y="415162"/>
                </a:lnTo>
                <a:lnTo>
                  <a:pt x="2098119" y="421892"/>
                </a:lnTo>
                <a:lnTo>
                  <a:pt x="2119313" y="428625"/>
                </a:lnTo>
                <a:lnTo>
                  <a:pt x="2140506" y="435358"/>
                </a:lnTo>
                <a:lnTo>
                  <a:pt x="2161699" y="442088"/>
                </a:lnTo>
                <a:lnTo>
                  <a:pt x="2182892" y="448816"/>
                </a:lnTo>
                <a:lnTo>
                  <a:pt x="2204085" y="455539"/>
                </a:lnTo>
                <a:lnTo>
                  <a:pt x="2225278" y="462255"/>
                </a:lnTo>
                <a:lnTo>
                  <a:pt x="2246471" y="468962"/>
                </a:lnTo>
                <a:lnTo>
                  <a:pt x="2267664" y="475660"/>
                </a:lnTo>
                <a:lnTo>
                  <a:pt x="2288858" y="482346"/>
                </a:lnTo>
                <a:lnTo>
                  <a:pt x="2310051" y="489019"/>
                </a:lnTo>
                <a:lnTo>
                  <a:pt x="2331244" y="495677"/>
                </a:lnTo>
                <a:lnTo>
                  <a:pt x="2352437" y="502318"/>
                </a:lnTo>
                <a:lnTo>
                  <a:pt x="2373630" y="508941"/>
                </a:lnTo>
                <a:lnTo>
                  <a:pt x="2394823" y="515545"/>
                </a:lnTo>
                <a:lnTo>
                  <a:pt x="2416016" y="522127"/>
                </a:lnTo>
                <a:lnTo>
                  <a:pt x="2437209" y="528686"/>
                </a:lnTo>
                <a:lnTo>
                  <a:pt x="2458402" y="535220"/>
                </a:lnTo>
                <a:lnTo>
                  <a:pt x="2479596" y="541728"/>
                </a:lnTo>
                <a:lnTo>
                  <a:pt x="2500789" y="548208"/>
                </a:lnTo>
                <a:lnTo>
                  <a:pt x="2521982" y="554658"/>
                </a:lnTo>
                <a:lnTo>
                  <a:pt x="2543175" y="561077"/>
                </a:lnTo>
                <a:lnTo>
                  <a:pt x="2564368" y="567464"/>
                </a:lnTo>
                <a:lnTo>
                  <a:pt x="2585561" y="573817"/>
                </a:lnTo>
                <a:lnTo>
                  <a:pt x="2606754" y="580133"/>
                </a:lnTo>
                <a:lnTo>
                  <a:pt x="2627948" y="586412"/>
                </a:lnTo>
                <a:lnTo>
                  <a:pt x="2649141" y="592653"/>
                </a:lnTo>
                <a:lnTo>
                  <a:pt x="2670334" y="598853"/>
                </a:lnTo>
                <a:lnTo>
                  <a:pt x="2691527" y="605010"/>
                </a:lnTo>
                <a:lnTo>
                  <a:pt x="2712720" y="611125"/>
                </a:lnTo>
                <a:lnTo>
                  <a:pt x="2733913" y="617194"/>
                </a:lnTo>
                <a:lnTo>
                  <a:pt x="2755106" y="623217"/>
                </a:lnTo>
                <a:lnTo>
                  <a:pt x="2776299" y="629191"/>
                </a:lnTo>
                <a:lnTo>
                  <a:pt x="2797493" y="635117"/>
                </a:lnTo>
                <a:lnTo>
                  <a:pt x="2818686" y="640991"/>
                </a:lnTo>
                <a:lnTo>
                  <a:pt x="2839879" y="646813"/>
                </a:lnTo>
                <a:lnTo>
                  <a:pt x="2861072" y="652581"/>
                </a:lnTo>
                <a:lnTo>
                  <a:pt x="2882265" y="658294"/>
                </a:lnTo>
                <a:lnTo>
                  <a:pt x="2903458" y="663950"/>
                </a:lnTo>
                <a:lnTo>
                  <a:pt x="2924651" y="669548"/>
                </a:lnTo>
                <a:lnTo>
                  <a:pt x="2945844" y="675087"/>
                </a:lnTo>
                <a:lnTo>
                  <a:pt x="2967038" y="680564"/>
                </a:lnTo>
                <a:lnTo>
                  <a:pt x="2988231" y="685980"/>
                </a:lnTo>
                <a:lnTo>
                  <a:pt x="3009424" y="691332"/>
                </a:lnTo>
                <a:lnTo>
                  <a:pt x="3030617" y="696620"/>
                </a:lnTo>
                <a:lnTo>
                  <a:pt x="3051810" y="701841"/>
                </a:lnTo>
                <a:lnTo>
                  <a:pt x="3073003" y="706995"/>
                </a:lnTo>
                <a:lnTo>
                  <a:pt x="3094196" y="712080"/>
                </a:lnTo>
                <a:lnTo>
                  <a:pt x="3115389" y="717095"/>
                </a:lnTo>
                <a:lnTo>
                  <a:pt x="3136582" y="722039"/>
                </a:lnTo>
                <a:lnTo>
                  <a:pt x="3157776" y="726911"/>
                </a:lnTo>
                <a:lnTo>
                  <a:pt x="3178969" y="731709"/>
                </a:lnTo>
                <a:lnTo>
                  <a:pt x="3200162" y="736432"/>
                </a:lnTo>
                <a:lnTo>
                  <a:pt x="3221355" y="741079"/>
                </a:lnTo>
                <a:lnTo>
                  <a:pt x="3242548" y="745649"/>
                </a:lnTo>
                <a:lnTo>
                  <a:pt x="3263741" y="750141"/>
                </a:lnTo>
                <a:lnTo>
                  <a:pt x="3284934" y="754554"/>
                </a:lnTo>
                <a:lnTo>
                  <a:pt x="3306127" y="758886"/>
                </a:lnTo>
                <a:lnTo>
                  <a:pt x="3327321" y="763137"/>
                </a:lnTo>
                <a:lnTo>
                  <a:pt x="3348514" y="767305"/>
                </a:lnTo>
                <a:lnTo>
                  <a:pt x="3369707" y="771390"/>
                </a:lnTo>
                <a:lnTo>
                  <a:pt x="3390900" y="775390"/>
                </a:lnTo>
                <a:lnTo>
                  <a:pt x="3412093" y="779304"/>
                </a:lnTo>
                <a:lnTo>
                  <a:pt x="3433286" y="783132"/>
                </a:lnTo>
                <a:lnTo>
                  <a:pt x="3454479" y="786873"/>
                </a:lnTo>
                <a:lnTo>
                  <a:pt x="3475673" y="790525"/>
                </a:lnTo>
                <a:lnTo>
                  <a:pt x="3496866" y="794088"/>
                </a:lnTo>
                <a:lnTo>
                  <a:pt x="3518059" y="797561"/>
                </a:lnTo>
                <a:lnTo>
                  <a:pt x="3539252" y="800942"/>
                </a:lnTo>
                <a:lnTo>
                  <a:pt x="3560445" y="804232"/>
                </a:lnTo>
                <a:lnTo>
                  <a:pt x="3581638" y="807429"/>
                </a:lnTo>
                <a:lnTo>
                  <a:pt x="3602831" y="810533"/>
                </a:lnTo>
                <a:lnTo>
                  <a:pt x="3624024" y="813542"/>
                </a:lnTo>
                <a:lnTo>
                  <a:pt x="3645218" y="816456"/>
                </a:lnTo>
                <a:lnTo>
                  <a:pt x="3666411" y="819275"/>
                </a:lnTo>
                <a:lnTo>
                  <a:pt x="3687604" y="821998"/>
                </a:lnTo>
                <a:lnTo>
                  <a:pt x="3708797" y="824623"/>
                </a:lnTo>
                <a:lnTo>
                  <a:pt x="3729990" y="827150"/>
                </a:lnTo>
                <a:lnTo>
                  <a:pt x="3751183" y="829580"/>
                </a:lnTo>
                <a:lnTo>
                  <a:pt x="3772376" y="831910"/>
                </a:lnTo>
                <a:lnTo>
                  <a:pt x="3793569" y="834141"/>
                </a:lnTo>
                <a:lnTo>
                  <a:pt x="3814763" y="836272"/>
                </a:lnTo>
                <a:lnTo>
                  <a:pt x="3835956" y="838302"/>
                </a:lnTo>
                <a:lnTo>
                  <a:pt x="3857149" y="840231"/>
                </a:lnTo>
                <a:lnTo>
                  <a:pt x="3878342" y="842058"/>
                </a:lnTo>
                <a:lnTo>
                  <a:pt x="3899535" y="843784"/>
                </a:lnTo>
                <a:lnTo>
                  <a:pt x="3920728" y="845407"/>
                </a:lnTo>
                <a:lnTo>
                  <a:pt x="3941921" y="846927"/>
                </a:lnTo>
                <a:lnTo>
                  <a:pt x="3963114" y="848344"/>
                </a:lnTo>
                <a:lnTo>
                  <a:pt x="3984307" y="849658"/>
                </a:lnTo>
                <a:lnTo>
                  <a:pt x="4005501" y="850867"/>
                </a:lnTo>
                <a:lnTo>
                  <a:pt x="4026694" y="851973"/>
                </a:lnTo>
                <a:lnTo>
                  <a:pt x="4047887" y="852974"/>
                </a:lnTo>
                <a:lnTo>
                  <a:pt x="4069080" y="853870"/>
                </a:lnTo>
                <a:lnTo>
                  <a:pt x="4090273" y="854662"/>
                </a:lnTo>
                <a:lnTo>
                  <a:pt x="4111466" y="855348"/>
                </a:lnTo>
                <a:lnTo>
                  <a:pt x="4132659" y="855929"/>
                </a:lnTo>
                <a:lnTo>
                  <a:pt x="4153852" y="856404"/>
                </a:lnTo>
                <a:lnTo>
                  <a:pt x="4175046" y="856774"/>
                </a:lnTo>
                <a:lnTo>
                  <a:pt x="4196239" y="857038"/>
                </a:lnTo>
                <a:lnTo>
                  <a:pt x="4217432" y="857197"/>
                </a:lnTo>
                <a:lnTo>
                  <a:pt x="4238625" y="857250"/>
                </a:lnTo>
                <a:lnTo>
                  <a:pt x="4259818" y="857197"/>
                </a:lnTo>
                <a:lnTo>
                  <a:pt x="4281011" y="857038"/>
                </a:lnTo>
                <a:lnTo>
                  <a:pt x="4302204" y="856774"/>
                </a:lnTo>
                <a:lnTo>
                  <a:pt x="4323398" y="856404"/>
                </a:lnTo>
                <a:lnTo>
                  <a:pt x="4344591" y="855929"/>
                </a:lnTo>
                <a:lnTo>
                  <a:pt x="4365784" y="855348"/>
                </a:lnTo>
                <a:lnTo>
                  <a:pt x="4386977" y="854662"/>
                </a:lnTo>
                <a:lnTo>
                  <a:pt x="4408170" y="853870"/>
                </a:lnTo>
                <a:lnTo>
                  <a:pt x="4429363" y="852974"/>
                </a:lnTo>
                <a:lnTo>
                  <a:pt x="4450556" y="851973"/>
                </a:lnTo>
                <a:lnTo>
                  <a:pt x="4471749" y="850867"/>
                </a:lnTo>
                <a:lnTo>
                  <a:pt x="4492942" y="849658"/>
                </a:lnTo>
                <a:lnTo>
                  <a:pt x="4514136" y="848344"/>
                </a:lnTo>
                <a:lnTo>
                  <a:pt x="4535329" y="846927"/>
                </a:lnTo>
                <a:lnTo>
                  <a:pt x="4556522" y="845407"/>
                </a:lnTo>
                <a:lnTo>
                  <a:pt x="4577715" y="843784"/>
                </a:lnTo>
                <a:lnTo>
                  <a:pt x="4598908" y="842058"/>
                </a:lnTo>
                <a:lnTo>
                  <a:pt x="4620101" y="840231"/>
                </a:lnTo>
                <a:lnTo>
                  <a:pt x="4641294" y="838302"/>
                </a:lnTo>
                <a:lnTo>
                  <a:pt x="4662488" y="836272"/>
                </a:lnTo>
                <a:lnTo>
                  <a:pt x="4683681" y="834141"/>
                </a:lnTo>
                <a:lnTo>
                  <a:pt x="4704874" y="831910"/>
                </a:lnTo>
                <a:lnTo>
                  <a:pt x="4726067" y="829580"/>
                </a:lnTo>
                <a:lnTo>
                  <a:pt x="4747260" y="827150"/>
                </a:lnTo>
                <a:lnTo>
                  <a:pt x="4768453" y="824623"/>
                </a:lnTo>
                <a:lnTo>
                  <a:pt x="4789646" y="821998"/>
                </a:lnTo>
                <a:lnTo>
                  <a:pt x="4810839" y="819275"/>
                </a:lnTo>
                <a:lnTo>
                  <a:pt x="4832033" y="816456"/>
                </a:lnTo>
                <a:lnTo>
                  <a:pt x="4853226" y="813542"/>
                </a:lnTo>
                <a:lnTo>
                  <a:pt x="4874419" y="810533"/>
                </a:lnTo>
                <a:lnTo>
                  <a:pt x="4895612" y="807429"/>
                </a:lnTo>
                <a:lnTo>
                  <a:pt x="4916805" y="804232"/>
                </a:lnTo>
                <a:lnTo>
                  <a:pt x="4937998" y="800942"/>
                </a:lnTo>
                <a:lnTo>
                  <a:pt x="4959191" y="797561"/>
                </a:lnTo>
                <a:lnTo>
                  <a:pt x="4980384" y="794088"/>
                </a:lnTo>
                <a:lnTo>
                  <a:pt x="5001578" y="790525"/>
                </a:lnTo>
                <a:lnTo>
                  <a:pt x="5022771" y="786873"/>
                </a:lnTo>
                <a:lnTo>
                  <a:pt x="5043964" y="783132"/>
                </a:lnTo>
                <a:lnTo>
                  <a:pt x="5065157" y="779304"/>
                </a:lnTo>
                <a:lnTo>
                  <a:pt x="5086350" y="775390"/>
                </a:lnTo>
                <a:lnTo>
                  <a:pt x="5107543" y="771390"/>
                </a:lnTo>
                <a:lnTo>
                  <a:pt x="5128736" y="767305"/>
                </a:lnTo>
                <a:lnTo>
                  <a:pt x="5149929" y="763137"/>
                </a:lnTo>
                <a:lnTo>
                  <a:pt x="5171123" y="758886"/>
                </a:lnTo>
                <a:lnTo>
                  <a:pt x="5192316" y="754554"/>
                </a:lnTo>
                <a:lnTo>
                  <a:pt x="5213509" y="750141"/>
                </a:lnTo>
                <a:lnTo>
                  <a:pt x="5234702" y="745649"/>
                </a:lnTo>
                <a:lnTo>
                  <a:pt x="5255895" y="741079"/>
                </a:lnTo>
                <a:lnTo>
                  <a:pt x="5277088" y="736432"/>
                </a:lnTo>
                <a:lnTo>
                  <a:pt x="5298281" y="731709"/>
                </a:lnTo>
                <a:lnTo>
                  <a:pt x="5319474" y="726911"/>
                </a:lnTo>
                <a:lnTo>
                  <a:pt x="5340668" y="722039"/>
                </a:lnTo>
                <a:lnTo>
                  <a:pt x="5361861" y="717095"/>
                </a:lnTo>
                <a:lnTo>
                  <a:pt x="5383054" y="712080"/>
                </a:lnTo>
                <a:lnTo>
                  <a:pt x="5404247" y="706995"/>
                </a:lnTo>
                <a:lnTo>
                  <a:pt x="5425440" y="701841"/>
                </a:lnTo>
                <a:lnTo>
                  <a:pt x="5446633" y="696620"/>
                </a:lnTo>
                <a:lnTo>
                  <a:pt x="5467826" y="691332"/>
                </a:lnTo>
                <a:lnTo>
                  <a:pt x="5489019" y="685980"/>
                </a:lnTo>
                <a:lnTo>
                  <a:pt x="5510212" y="680564"/>
                </a:lnTo>
                <a:lnTo>
                  <a:pt x="5531406" y="675087"/>
                </a:lnTo>
                <a:lnTo>
                  <a:pt x="5552599" y="669548"/>
                </a:lnTo>
                <a:lnTo>
                  <a:pt x="5573792" y="663950"/>
                </a:lnTo>
                <a:lnTo>
                  <a:pt x="5594985" y="658294"/>
                </a:lnTo>
                <a:lnTo>
                  <a:pt x="5616178" y="652581"/>
                </a:lnTo>
                <a:lnTo>
                  <a:pt x="5637371" y="646813"/>
                </a:lnTo>
                <a:lnTo>
                  <a:pt x="5658564" y="640991"/>
                </a:lnTo>
                <a:lnTo>
                  <a:pt x="5679758" y="635117"/>
                </a:lnTo>
                <a:lnTo>
                  <a:pt x="5700951" y="629191"/>
                </a:lnTo>
                <a:lnTo>
                  <a:pt x="5722144" y="623217"/>
                </a:lnTo>
                <a:lnTo>
                  <a:pt x="5743337" y="617194"/>
                </a:lnTo>
                <a:lnTo>
                  <a:pt x="5764530" y="611125"/>
                </a:lnTo>
                <a:lnTo>
                  <a:pt x="5785723" y="605010"/>
                </a:lnTo>
                <a:lnTo>
                  <a:pt x="5806916" y="598853"/>
                </a:lnTo>
                <a:lnTo>
                  <a:pt x="5828109" y="592653"/>
                </a:lnTo>
                <a:lnTo>
                  <a:pt x="5849303" y="586412"/>
                </a:lnTo>
                <a:lnTo>
                  <a:pt x="5870496" y="580133"/>
                </a:lnTo>
                <a:lnTo>
                  <a:pt x="5891689" y="573817"/>
                </a:lnTo>
                <a:lnTo>
                  <a:pt x="5912882" y="567464"/>
                </a:lnTo>
                <a:lnTo>
                  <a:pt x="5934075" y="561077"/>
                </a:lnTo>
                <a:lnTo>
                  <a:pt x="5955268" y="554658"/>
                </a:lnTo>
                <a:lnTo>
                  <a:pt x="5976461" y="548208"/>
                </a:lnTo>
                <a:lnTo>
                  <a:pt x="5997654" y="541728"/>
                </a:lnTo>
                <a:lnTo>
                  <a:pt x="6018848" y="535220"/>
                </a:lnTo>
                <a:lnTo>
                  <a:pt x="6040041" y="528686"/>
                </a:lnTo>
                <a:lnTo>
                  <a:pt x="6061234" y="522127"/>
                </a:lnTo>
                <a:lnTo>
                  <a:pt x="6082427" y="515545"/>
                </a:lnTo>
                <a:lnTo>
                  <a:pt x="6103620" y="508941"/>
                </a:lnTo>
                <a:lnTo>
                  <a:pt x="6124813" y="502318"/>
                </a:lnTo>
                <a:lnTo>
                  <a:pt x="6146006" y="495677"/>
                </a:lnTo>
                <a:lnTo>
                  <a:pt x="6167199" y="489019"/>
                </a:lnTo>
                <a:lnTo>
                  <a:pt x="6188392" y="482346"/>
                </a:lnTo>
                <a:lnTo>
                  <a:pt x="6209586" y="475660"/>
                </a:lnTo>
                <a:lnTo>
                  <a:pt x="6230779" y="468962"/>
                </a:lnTo>
                <a:lnTo>
                  <a:pt x="6251972" y="462255"/>
                </a:lnTo>
                <a:lnTo>
                  <a:pt x="6273165" y="455539"/>
                </a:lnTo>
                <a:lnTo>
                  <a:pt x="6294358" y="448816"/>
                </a:lnTo>
                <a:lnTo>
                  <a:pt x="6315551" y="442088"/>
                </a:lnTo>
                <a:lnTo>
                  <a:pt x="6336744" y="435358"/>
                </a:lnTo>
                <a:lnTo>
                  <a:pt x="6357938" y="428625"/>
                </a:lnTo>
                <a:lnTo>
                  <a:pt x="6379131" y="421892"/>
                </a:lnTo>
                <a:lnTo>
                  <a:pt x="6400324" y="415162"/>
                </a:lnTo>
                <a:lnTo>
                  <a:pt x="6421517" y="408434"/>
                </a:lnTo>
                <a:lnTo>
                  <a:pt x="6442710" y="401711"/>
                </a:lnTo>
                <a:lnTo>
                  <a:pt x="6463903" y="394995"/>
                </a:lnTo>
                <a:lnTo>
                  <a:pt x="6485096" y="388288"/>
                </a:lnTo>
                <a:lnTo>
                  <a:pt x="6506289" y="381590"/>
                </a:lnTo>
                <a:lnTo>
                  <a:pt x="6527483" y="374904"/>
                </a:lnTo>
                <a:lnTo>
                  <a:pt x="6548676" y="368231"/>
                </a:lnTo>
                <a:lnTo>
                  <a:pt x="6569869" y="361573"/>
                </a:lnTo>
                <a:lnTo>
                  <a:pt x="6591062" y="354932"/>
                </a:lnTo>
                <a:lnTo>
                  <a:pt x="6612255" y="348309"/>
                </a:lnTo>
                <a:lnTo>
                  <a:pt x="6633448" y="341705"/>
                </a:lnTo>
                <a:lnTo>
                  <a:pt x="6654641" y="335123"/>
                </a:lnTo>
                <a:lnTo>
                  <a:pt x="6675834" y="328564"/>
                </a:lnTo>
                <a:lnTo>
                  <a:pt x="6697028" y="322030"/>
                </a:lnTo>
                <a:lnTo>
                  <a:pt x="6718221" y="315522"/>
                </a:lnTo>
                <a:lnTo>
                  <a:pt x="6739414" y="309042"/>
                </a:lnTo>
                <a:lnTo>
                  <a:pt x="6760607" y="302592"/>
                </a:lnTo>
                <a:lnTo>
                  <a:pt x="6781800" y="296173"/>
                </a:lnTo>
                <a:lnTo>
                  <a:pt x="6802993" y="289786"/>
                </a:lnTo>
                <a:lnTo>
                  <a:pt x="6824186" y="283433"/>
                </a:lnTo>
                <a:lnTo>
                  <a:pt x="6845379" y="277117"/>
                </a:lnTo>
                <a:lnTo>
                  <a:pt x="6866573" y="270838"/>
                </a:lnTo>
                <a:lnTo>
                  <a:pt x="6887766" y="264597"/>
                </a:lnTo>
                <a:lnTo>
                  <a:pt x="6908959" y="258397"/>
                </a:lnTo>
                <a:lnTo>
                  <a:pt x="6930152" y="252240"/>
                </a:lnTo>
                <a:lnTo>
                  <a:pt x="6951345" y="246125"/>
                </a:lnTo>
                <a:lnTo>
                  <a:pt x="6972538" y="240056"/>
                </a:lnTo>
                <a:lnTo>
                  <a:pt x="6993731" y="234033"/>
                </a:lnTo>
                <a:lnTo>
                  <a:pt x="7014924" y="228059"/>
                </a:lnTo>
                <a:lnTo>
                  <a:pt x="7036117" y="222133"/>
                </a:lnTo>
                <a:lnTo>
                  <a:pt x="7057311" y="216259"/>
                </a:lnTo>
                <a:lnTo>
                  <a:pt x="7078504" y="210437"/>
                </a:lnTo>
                <a:lnTo>
                  <a:pt x="7099697" y="204669"/>
                </a:lnTo>
                <a:lnTo>
                  <a:pt x="7120890" y="198956"/>
                </a:lnTo>
                <a:lnTo>
                  <a:pt x="7142083" y="193300"/>
                </a:lnTo>
                <a:lnTo>
                  <a:pt x="7163276" y="187702"/>
                </a:lnTo>
                <a:lnTo>
                  <a:pt x="7184469" y="182163"/>
                </a:lnTo>
                <a:lnTo>
                  <a:pt x="7205663" y="176686"/>
                </a:lnTo>
                <a:lnTo>
                  <a:pt x="7226856" y="171270"/>
                </a:lnTo>
                <a:lnTo>
                  <a:pt x="7248049" y="165918"/>
                </a:lnTo>
                <a:lnTo>
                  <a:pt x="7269242" y="160630"/>
                </a:lnTo>
                <a:lnTo>
                  <a:pt x="7290435" y="155409"/>
                </a:lnTo>
                <a:lnTo>
                  <a:pt x="7311628" y="150255"/>
                </a:lnTo>
                <a:lnTo>
                  <a:pt x="7332821" y="145170"/>
                </a:lnTo>
                <a:lnTo>
                  <a:pt x="7354014" y="140155"/>
                </a:lnTo>
                <a:lnTo>
                  <a:pt x="7375208" y="135211"/>
                </a:lnTo>
                <a:lnTo>
                  <a:pt x="7396401" y="130339"/>
                </a:lnTo>
                <a:lnTo>
                  <a:pt x="7417594" y="125541"/>
                </a:lnTo>
                <a:lnTo>
                  <a:pt x="7438787" y="120818"/>
                </a:lnTo>
                <a:lnTo>
                  <a:pt x="7459980" y="116171"/>
                </a:lnTo>
                <a:lnTo>
                  <a:pt x="7481173" y="111601"/>
                </a:lnTo>
                <a:lnTo>
                  <a:pt x="7502366" y="107109"/>
                </a:lnTo>
                <a:lnTo>
                  <a:pt x="7523559" y="102696"/>
                </a:lnTo>
                <a:lnTo>
                  <a:pt x="7544752" y="98364"/>
                </a:lnTo>
                <a:lnTo>
                  <a:pt x="7565946" y="94113"/>
                </a:lnTo>
                <a:lnTo>
                  <a:pt x="7587139" y="89945"/>
                </a:lnTo>
                <a:lnTo>
                  <a:pt x="7608332" y="85860"/>
                </a:lnTo>
                <a:lnTo>
                  <a:pt x="7629525" y="81860"/>
                </a:lnTo>
                <a:lnTo>
                  <a:pt x="7650718" y="77946"/>
                </a:lnTo>
                <a:lnTo>
                  <a:pt x="7671911" y="74118"/>
                </a:lnTo>
                <a:lnTo>
                  <a:pt x="7693104" y="70377"/>
                </a:lnTo>
                <a:lnTo>
                  <a:pt x="7714298" y="66725"/>
                </a:lnTo>
                <a:lnTo>
                  <a:pt x="7735491" y="63162"/>
                </a:lnTo>
                <a:lnTo>
                  <a:pt x="7756684" y="59689"/>
                </a:lnTo>
                <a:lnTo>
                  <a:pt x="7777877" y="56308"/>
                </a:lnTo>
                <a:lnTo>
                  <a:pt x="7799070" y="53018"/>
                </a:lnTo>
                <a:lnTo>
                  <a:pt x="7820263" y="49821"/>
                </a:lnTo>
                <a:lnTo>
                  <a:pt x="7841456" y="46717"/>
                </a:lnTo>
                <a:lnTo>
                  <a:pt x="7862649" y="43708"/>
                </a:lnTo>
                <a:lnTo>
                  <a:pt x="7883842" y="40794"/>
                </a:lnTo>
                <a:lnTo>
                  <a:pt x="7905036" y="37975"/>
                </a:lnTo>
                <a:lnTo>
                  <a:pt x="7926229" y="35252"/>
                </a:lnTo>
                <a:lnTo>
                  <a:pt x="7947422" y="32627"/>
                </a:lnTo>
                <a:lnTo>
                  <a:pt x="7968615" y="30100"/>
                </a:lnTo>
                <a:lnTo>
                  <a:pt x="7989808" y="27670"/>
                </a:lnTo>
                <a:lnTo>
                  <a:pt x="8011001" y="25340"/>
                </a:lnTo>
                <a:lnTo>
                  <a:pt x="8032194" y="23109"/>
                </a:lnTo>
                <a:lnTo>
                  <a:pt x="8053388" y="20978"/>
                </a:lnTo>
                <a:lnTo>
                  <a:pt x="8074581" y="18948"/>
                </a:lnTo>
                <a:lnTo>
                  <a:pt x="8095774" y="17019"/>
                </a:lnTo>
                <a:lnTo>
                  <a:pt x="8116967" y="15192"/>
                </a:lnTo>
                <a:lnTo>
                  <a:pt x="8138160" y="13466"/>
                </a:lnTo>
                <a:lnTo>
                  <a:pt x="8159353" y="11843"/>
                </a:lnTo>
                <a:lnTo>
                  <a:pt x="8180546" y="10323"/>
                </a:lnTo>
                <a:lnTo>
                  <a:pt x="8201739" y="8906"/>
                </a:lnTo>
                <a:lnTo>
                  <a:pt x="8222933" y="7592"/>
                </a:lnTo>
                <a:lnTo>
                  <a:pt x="8244126" y="6383"/>
                </a:lnTo>
                <a:lnTo>
                  <a:pt x="8265319" y="5277"/>
                </a:lnTo>
                <a:lnTo>
                  <a:pt x="8286512" y="4276"/>
                </a:lnTo>
                <a:lnTo>
                  <a:pt x="8307705" y="3380"/>
                </a:lnTo>
                <a:lnTo>
                  <a:pt x="8328898" y="2588"/>
                </a:lnTo>
                <a:lnTo>
                  <a:pt x="8350091" y="1902"/>
                </a:lnTo>
                <a:lnTo>
                  <a:pt x="8371284" y="1321"/>
                </a:lnTo>
                <a:lnTo>
                  <a:pt x="8392478" y="846"/>
                </a:lnTo>
                <a:lnTo>
                  <a:pt x="8413671" y="476"/>
                </a:lnTo>
                <a:lnTo>
                  <a:pt x="8434864" y="212"/>
                </a:lnTo>
                <a:lnTo>
                  <a:pt x="8456057" y="53"/>
                </a:lnTo>
                <a:lnTo>
                  <a:pt x="8477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26" name="alias-stem">
            <a:extLst xmlns:a="http://schemas.openxmlformats.org/drawingml/2006/main">
              <a:ext uri="{FF2B5EF4-FFF2-40B4-BE49-F238E27FC236}">
                <a16:creationId xmlns:a16="http://schemas.microsoft.com/office/drawing/2014/main" id="{CDE69277-4F31-4109-B450-49581EB0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095750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4286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27" name="alias-sample-0">
            <a:extLst xmlns:a="http://schemas.openxmlformats.org/drawingml/2006/main">
              <a:ext uri="{FF2B5EF4-FFF2-40B4-BE49-F238E27FC236}">
                <a16:creationId xmlns:a16="http://schemas.microsoft.com/office/drawing/2014/main" id="{7C2AA812-0B0D-4A4D-ACBF-50DAB7404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48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8" name="alias-time">
            <a:extLst xmlns:a="http://schemas.openxmlformats.org/drawingml/2006/main">
              <a:ext uri="{FF2B5EF4-FFF2-40B4-BE49-F238E27FC236}">
                <a16:creationId xmlns:a16="http://schemas.microsoft.com/office/drawing/2014/main" id="{326E8CFD-34B6-43A3-B90B-16E518E3B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0958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29" name="alias-stem">
            <a:extLst xmlns:a="http://schemas.openxmlformats.org/drawingml/2006/main">
              <a:ext uri="{FF2B5EF4-FFF2-40B4-BE49-F238E27FC236}">
                <a16:creationId xmlns:a16="http://schemas.microsoft.com/office/drawing/2014/main" id="{8ECAD6B3-936F-4D76-A1CD-752205651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438" y="45243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30" name="alias-sample-1">
            <a:extLst xmlns:a="http://schemas.openxmlformats.org/drawingml/2006/main">
              <a:ext uri="{FF2B5EF4-FFF2-40B4-BE49-F238E27FC236}">
                <a16:creationId xmlns:a16="http://schemas.microsoft.com/office/drawing/2014/main" id="{153E2750-56B5-4FFC-A213-6FF26A30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4476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31" name="alias-time">
            <a:extLst xmlns:a="http://schemas.openxmlformats.org/drawingml/2006/main">
              <a:ext uri="{FF2B5EF4-FFF2-40B4-BE49-F238E27FC236}">
                <a16:creationId xmlns:a16="http://schemas.microsoft.com/office/drawing/2014/main" id="{E0604282-5A4A-49DF-891B-636902CD6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438" y="50958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0.125</a:t>
            </a:r>
          </a:p>
        </p:txBody>
      </p:sp>
      <p:sp>
        <p:nvSpPr>
          <p:cNvPr id="32" name="alias-stem">
            <a:extLst xmlns:a="http://schemas.openxmlformats.org/drawingml/2006/main">
              <a:ext uri="{FF2B5EF4-FFF2-40B4-BE49-F238E27FC236}">
                <a16:creationId xmlns:a16="http://schemas.microsoft.com/office/drawing/2014/main" id="{AF264127-EC59-4E26-B0F8-877E0E0E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24375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0"/>
                </a:moveTo>
                <a:lnTo>
                  <a:pt x="0" y="42862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33" name="alias-sample-2">
            <a:extLst xmlns:a="http://schemas.openxmlformats.org/drawingml/2006/main">
              <a:ext uri="{FF2B5EF4-FFF2-40B4-BE49-F238E27FC236}">
                <a16:creationId xmlns:a16="http://schemas.microsoft.com/office/drawing/2014/main" id="{B6A656D8-F635-47EF-8B7F-AA3F8923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905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34" name="alias-time">
            <a:extLst xmlns:a="http://schemas.openxmlformats.org/drawingml/2006/main">
              <a:ext uri="{FF2B5EF4-FFF2-40B4-BE49-F238E27FC236}">
                <a16:creationId xmlns:a16="http://schemas.microsoft.com/office/drawing/2014/main" id="{331FC93E-7790-4420-9127-D989723A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0958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0.25</a:t>
            </a:r>
          </a:p>
        </p:txBody>
      </p:sp>
      <p:sp>
        <p:nvSpPr>
          <p:cNvPr id="35" name="alias-stem">
            <a:extLst xmlns:a="http://schemas.openxmlformats.org/drawingml/2006/main">
              <a:ext uri="{FF2B5EF4-FFF2-40B4-BE49-F238E27FC236}">
                <a16:creationId xmlns:a16="http://schemas.microsoft.com/office/drawing/2014/main" id="{55B596BD-98A8-4C30-A3BE-D10ECEE2D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1063" y="45243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36" name="alias-sample-3">
            <a:extLst xmlns:a="http://schemas.openxmlformats.org/drawingml/2006/main">
              <a:ext uri="{FF2B5EF4-FFF2-40B4-BE49-F238E27FC236}">
                <a16:creationId xmlns:a16="http://schemas.microsoft.com/office/drawing/2014/main" id="{B4B6B699-9B1B-4CF0-903D-DF615F625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3438" y="4476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37" name="alias-time">
            <a:extLst xmlns:a="http://schemas.openxmlformats.org/drawingml/2006/main">
              <a:ext uri="{FF2B5EF4-FFF2-40B4-BE49-F238E27FC236}">
                <a16:creationId xmlns:a16="http://schemas.microsoft.com/office/drawing/2014/main" id="{26757F94-425A-4810-8AB5-B4ABD98AA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0063" y="50958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0.375</a:t>
            </a:r>
          </a:p>
        </p:txBody>
      </p:sp>
      <p:sp>
        <p:nvSpPr>
          <p:cNvPr id="38" name="alias-stem">
            <a:extLst xmlns:a="http://schemas.openxmlformats.org/drawingml/2006/main">
              <a:ext uri="{FF2B5EF4-FFF2-40B4-BE49-F238E27FC236}">
                <a16:creationId xmlns:a16="http://schemas.microsoft.com/office/drawing/2014/main" id="{D698B4EC-BDDE-4A56-BED5-1C5954664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095750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4286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39" name="alias-sample-4">
            <a:extLst xmlns:a="http://schemas.openxmlformats.org/drawingml/2006/main">
              <a:ext uri="{FF2B5EF4-FFF2-40B4-BE49-F238E27FC236}">
                <a16:creationId xmlns:a16="http://schemas.microsoft.com/office/drawing/2014/main" id="{69DA3A41-945F-406E-A5E5-0312C4212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48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40" name="alias-time">
            <a:extLst xmlns:a="http://schemas.openxmlformats.org/drawingml/2006/main">
              <a:ext uri="{FF2B5EF4-FFF2-40B4-BE49-F238E27FC236}">
                <a16:creationId xmlns:a16="http://schemas.microsoft.com/office/drawing/2014/main" id="{2A27792F-7002-4859-ACF9-1415ECF4D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50958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0.5</a:t>
            </a:r>
          </a:p>
        </p:txBody>
      </p:sp>
      <p:sp>
        <p:nvSpPr>
          <p:cNvPr id="41" name="alias-time-unit">
            <a:extLst xmlns:a="http://schemas.openxmlformats.org/drawingml/2006/main">
              <a:ext uri="{FF2B5EF4-FFF2-40B4-BE49-F238E27FC236}">
                <a16:creationId xmlns:a16="http://schemas.microsoft.com/office/drawing/2014/main" id="{43DAAC9A-521D-47D9-A229-6990F6258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30542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ms</a:t>
            </a:r>
          </a:p>
        </p:txBody>
      </p:sp>
    </p:spTree>
    <p:extLst>
      <p:ext uri="{BB962C8B-B14F-4D97-AF65-F5344CB8AC3E}">
        <p14:creationId xmlns:p14="http://schemas.microsoft.com/office/powerpoint/2010/main" val="1492127057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top-rail">
            <a:extLst xmlns:a="http://schemas.openxmlformats.org/drawingml/2006/main">
              <a:ext uri="{FF2B5EF4-FFF2-40B4-BE49-F238E27FC236}">
                <a16:creationId xmlns:a16="http://schemas.microsoft.com/office/drawing/2014/main" id="{4DE50F33-BECF-4E8E-9BA6-5CC9DC56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3DCABEDD-6161-46A3-A305-E28FC8749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5DF104E7-BC9D-4647-A8EB-7E18200A7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不同波形，为什么可能留下相同样本？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90BC59D-98FD-44E1-B728-228E3E40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诊断模型：不先低通，直接用8 kHz取样。</a:t>
            </a:r>
          </a:p>
        </p:txBody>
      </p:sp>
      <p:sp>
        <p:nvSpPr>
          <p:cNvPr id="5" name="signal-frequency">
            <a:extLst xmlns:a="http://schemas.openxmlformats.org/drawingml/2006/main">
              <a:ext uri="{FF2B5EF4-FFF2-40B4-BE49-F238E27FC236}">
                <a16:creationId xmlns:a16="http://schemas.microsoft.com/office/drawing/2014/main" id="{3644F6E9-3242-4C2F-89F7-D667A1351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42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6 kHz</a:t>
            </a:r>
          </a:p>
        </p:txBody>
      </p:sp>
      <p:sp>
        <p:nvSpPr>
          <p:cNvPr id="6" name="alias-zero">
            <a:extLst xmlns:a="http://schemas.openxmlformats.org/drawingml/2006/main">
              <a:ext uri="{FF2B5EF4-FFF2-40B4-BE49-F238E27FC236}">
                <a16:creationId xmlns:a16="http://schemas.microsoft.com/office/drawing/2014/main" id="{8A4594E7-E19B-4F92-98E4-C3E18694B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47975"/>
            <a:ext cx="8477250" cy="9525"/>
          </a:xfrm>
          <a:custGeom xmlns:a="http://schemas.openxmlformats.org/drawingml/2006/main">
            <a:pathLst>
              <a:path w="8477250" h="9525">
                <a:moveTo>
                  <a:pt x="0" y="0"/>
                </a:moveTo>
                <a:lnTo>
                  <a:pt x="8477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7" name="alias-input-6000">
            <a:extLst xmlns:a="http://schemas.openxmlformats.org/drawingml/2006/main">
              <a:ext uri="{FF2B5EF4-FFF2-40B4-BE49-F238E27FC236}">
                <a16:creationId xmlns:a16="http://schemas.microsoft.com/office/drawing/2014/main" id="{0DE5984D-A41D-4A80-8504-16131549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19350"/>
            <a:ext cx="8477250" cy="857250"/>
          </a:xfrm>
          <a:custGeom xmlns:a="http://schemas.openxmlformats.org/drawingml/2006/main">
            <a:pathLst>
              <a:path w="8477250" h="857250">
                <a:moveTo>
                  <a:pt x="0" y="0"/>
                </a:moveTo>
                <a:lnTo>
                  <a:pt x="21193" y="476"/>
                </a:lnTo>
                <a:lnTo>
                  <a:pt x="42386" y="1902"/>
                </a:lnTo>
                <a:lnTo>
                  <a:pt x="63579" y="4276"/>
                </a:lnTo>
                <a:lnTo>
                  <a:pt x="84773" y="7592"/>
                </a:lnTo>
                <a:lnTo>
                  <a:pt x="105966" y="11843"/>
                </a:lnTo>
                <a:lnTo>
                  <a:pt x="127159" y="17019"/>
                </a:lnTo>
                <a:lnTo>
                  <a:pt x="148352" y="23109"/>
                </a:lnTo>
                <a:lnTo>
                  <a:pt x="169545" y="30100"/>
                </a:lnTo>
                <a:lnTo>
                  <a:pt x="190738" y="37975"/>
                </a:lnTo>
                <a:lnTo>
                  <a:pt x="211931" y="46717"/>
                </a:lnTo>
                <a:lnTo>
                  <a:pt x="233124" y="56308"/>
                </a:lnTo>
                <a:lnTo>
                  <a:pt x="254317" y="66725"/>
                </a:lnTo>
                <a:lnTo>
                  <a:pt x="275511" y="77946"/>
                </a:lnTo>
                <a:lnTo>
                  <a:pt x="296704" y="89945"/>
                </a:lnTo>
                <a:lnTo>
                  <a:pt x="317897" y="102696"/>
                </a:lnTo>
                <a:lnTo>
                  <a:pt x="339090" y="116171"/>
                </a:lnTo>
                <a:lnTo>
                  <a:pt x="360283" y="130339"/>
                </a:lnTo>
                <a:lnTo>
                  <a:pt x="381476" y="145170"/>
                </a:lnTo>
                <a:lnTo>
                  <a:pt x="402669" y="160630"/>
                </a:lnTo>
                <a:lnTo>
                  <a:pt x="423863" y="176686"/>
                </a:lnTo>
                <a:lnTo>
                  <a:pt x="445056" y="193300"/>
                </a:lnTo>
                <a:lnTo>
                  <a:pt x="466249" y="210437"/>
                </a:lnTo>
                <a:lnTo>
                  <a:pt x="487442" y="228059"/>
                </a:lnTo>
                <a:lnTo>
                  <a:pt x="508635" y="246125"/>
                </a:lnTo>
                <a:lnTo>
                  <a:pt x="529828" y="264597"/>
                </a:lnTo>
                <a:lnTo>
                  <a:pt x="551021" y="283433"/>
                </a:lnTo>
                <a:lnTo>
                  <a:pt x="572214" y="302592"/>
                </a:lnTo>
                <a:lnTo>
                  <a:pt x="593408" y="322030"/>
                </a:lnTo>
                <a:lnTo>
                  <a:pt x="614601" y="341705"/>
                </a:lnTo>
                <a:lnTo>
                  <a:pt x="635794" y="361573"/>
                </a:lnTo>
                <a:lnTo>
                  <a:pt x="656987" y="381590"/>
                </a:lnTo>
                <a:lnTo>
                  <a:pt x="678180" y="401711"/>
                </a:lnTo>
                <a:lnTo>
                  <a:pt x="699373" y="421892"/>
                </a:lnTo>
                <a:lnTo>
                  <a:pt x="720566" y="442088"/>
                </a:lnTo>
                <a:lnTo>
                  <a:pt x="741759" y="462255"/>
                </a:lnTo>
                <a:lnTo>
                  <a:pt x="762953" y="482346"/>
                </a:lnTo>
                <a:lnTo>
                  <a:pt x="784146" y="502318"/>
                </a:lnTo>
                <a:lnTo>
                  <a:pt x="805339" y="522127"/>
                </a:lnTo>
                <a:lnTo>
                  <a:pt x="826532" y="541728"/>
                </a:lnTo>
                <a:lnTo>
                  <a:pt x="847725" y="561077"/>
                </a:lnTo>
                <a:lnTo>
                  <a:pt x="868918" y="580133"/>
                </a:lnTo>
                <a:lnTo>
                  <a:pt x="890111" y="598853"/>
                </a:lnTo>
                <a:lnTo>
                  <a:pt x="911304" y="617194"/>
                </a:lnTo>
                <a:lnTo>
                  <a:pt x="932497" y="635117"/>
                </a:lnTo>
                <a:lnTo>
                  <a:pt x="953691" y="652581"/>
                </a:lnTo>
                <a:lnTo>
                  <a:pt x="974884" y="669548"/>
                </a:lnTo>
                <a:lnTo>
                  <a:pt x="996077" y="685980"/>
                </a:lnTo>
                <a:lnTo>
                  <a:pt x="1017270" y="701841"/>
                </a:lnTo>
                <a:lnTo>
                  <a:pt x="1038463" y="717095"/>
                </a:lnTo>
                <a:lnTo>
                  <a:pt x="1059656" y="731709"/>
                </a:lnTo>
                <a:lnTo>
                  <a:pt x="1080849" y="745649"/>
                </a:lnTo>
                <a:lnTo>
                  <a:pt x="1102043" y="758886"/>
                </a:lnTo>
                <a:lnTo>
                  <a:pt x="1123236" y="771390"/>
                </a:lnTo>
                <a:lnTo>
                  <a:pt x="1144429" y="783132"/>
                </a:lnTo>
                <a:lnTo>
                  <a:pt x="1165622" y="794088"/>
                </a:lnTo>
                <a:lnTo>
                  <a:pt x="1186815" y="804232"/>
                </a:lnTo>
                <a:lnTo>
                  <a:pt x="1208008" y="813542"/>
                </a:lnTo>
                <a:lnTo>
                  <a:pt x="1229201" y="821998"/>
                </a:lnTo>
                <a:lnTo>
                  <a:pt x="1250394" y="829580"/>
                </a:lnTo>
                <a:lnTo>
                  <a:pt x="1271588" y="836272"/>
                </a:lnTo>
                <a:lnTo>
                  <a:pt x="1292781" y="842058"/>
                </a:lnTo>
                <a:lnTo>
                  <a:pt x="1313974" y="846927"/>
                </a:lnTo>
                <a:lnTo>
                  <a:pt x="1335167" y="850867"/>
                </a:lnTo>
                <a:lnTo>
                  <a:pt x="1356360" y="853870"/>
                </a:lnTo>
                <a:lnTo>
                  <a:pt x="1377553" y="855929"/>
                </a:lnTo>
                <a:lnTo>
                  <a:pt x="1398746" y="857038"/>
                </a:lnTo>
                <a:lnTo>
                  <a:pt x="1419939" y="857197"/>
                </a:lnTo>
                <a:lnTo>
                  <a:pt x="1441133" y="856404"/>
                </a:lnTo>
                <a:lnTo>
                  <a:pt x="1462326" y="854662"/>
                </a:lnTo>
                <a:lnTo>
                  <a:pt x="1483519" y="851973"/>
                </a:lnTo>
                <a:lnTo>
                  <a:pt x="1504712" y="848344"/>
                </a:lnTo>
                <a:lnTo>
                  <a:pt x="1525905" y="843784"/>
                </a:lnTo>
                <a:lnTo>
                  <a:pt x="1547098" y="838302"/>
                </a:lnTo>
                <a:lnTo>
                  <a:pt x="1568291" y="831910"/>
                </a:lnTo>
                <a:lnTo>
                  <a:pt x="1589484" y="824623"/>
                </a:lnTo>
                <a:lnTo>
                  <a:pt x="1610677" y="816456"/>
                </a:lnTo>
                <a:lnTo>
                  <a:pt x="1631871" y="807429"/>
                </a:lnTo>
                <a:lnTo>
                  <a:pt x="1653064" y="797561"/>
                </a:lnTo>
                <a:lnTo>
                  <a:pt x="1674257" y="786873"/>
                </a:lnTo>
                <a:lnTo>
                  <a:pt x="1695450" y="775390"/>
                </a:lnTo>
                <a:lnTo>
                  <a:pt x="1716643" y="763137"/>
                </a:lnTo>
                <a:lnTo>
                  <a:pt x="1737836" y="750141"/>
                </a:lnTo>
                <a:lnTo>
                  <a:pt x="1759029" y="736432"/>
                </a:lnTo>
                <a:lnTo>
                  <a:pt x="1780222" y="722039"/>
                </a:lnTo>
                <a:lnTo>
                  <a:pt x="1801416" y="706995"/>
                </a:lnTo>
                <a:lnTo>
                  <a:pt x="1822609" y="691332"/>
                </a:lnTo>
                <a:lnTo>
                  <a:pt x="1843802" y="675087"/>
                </a:lnTo>
                <a:lnTo>
                  <a:pt x="1864995" y="658294"/>
                </a:lnTo>
                <a:lnTo>
                  <a:pt x="1886188" y="640991"/>
                </a:lnTo>
                <a:lnTo>
                  <a:pt x="1907381" y="623217"/>
                </a:lnTo>
                <a:lnTo>
                  <a:pt x="1928574" y="605010"/>
                </a:lnTo>
                <a:lnTo>
                  <a:pt x="1949768" y="586412"/>
                </a:lnTo>
                <a:lnTo>
                  <a:pt x="1970961" y="567464"/>
                </a:lnTo>
                <a:lnTo>
                  <a:pt x="1992154" y="548208"/>
                </a:lnTo>
                <a:lnTo>
                  <a:pt x="2013347" y="528686"/>
                </a:lnTo>
                <a:lnTo>
                  <a:pt x="2034540" y="508941"/>
                </a:lnTo>
                <a:lnTo>
                  <a:pt x="2055733" y="489019"/>
                </a:lnTo>
                <a:lnTo>
                  <a:pt x="2076926" y="468962"/>
                </a:lnTo>
                <a:lnTo>
                  <a:pt x="2098119" y="448816"/>
                </a:lnTo>
                <a:lnTo>
                  <a:pt x="2119313" y="428625"/>
                </a:lnTo>
                <a:lnTo>
                  <a:pt x="2140506" y="408434"/>
                </a:lnTo>
                <a:lnTo>
                  <a:pt x="2161699" y="388288"/>
                </a:lnTo>
                <a:lnTo>
                  <a:pt x="2182892" y="368231"/>
                </a:lnTo>
                <a:lnTo>
                  <a:pt x="2204085" y="348309"/>
                </a:lnTo>
                <a:lnTo>
                  <a:pt x="2225278" y="328564"/>
                </a:lnTo>
                <a:lnTo>
                  <a:pt x="2246471" y="309042"/>
                </a:lnTo>
                <a:lnTo>
                  <a:pt x="2267664" y="289786"/>
                </a:lnTo>
                <a:lnTo>
                  <a:pt x="2288858" y="270838"/>
                </a:lnTo>
                <a:lnTo>
                  <a:pt x="2310051" y="252240"/>
                </a:lnTo>
                <a:lnTo>
                  <a:pt x="2331244" y="234033"/>
                </a:lnTo>
                <a:lnTo>
                  <a:pt x="2352437" y="216259"/>
                </a:lnTo>
                <a:lnTo>
                  <a:pt x="2373630" y="198956"/>
                </a:lnTo>
                <a:lnTo>
                  <a:pt x="2394823" y="182163"/>
                </a:lnTo>
                <a:lnTo>
                  <a:pt x="2416016" y="165918"/>
                </a:lnTo>
                <a:lnTo>
                  <a:pt x="2437209" y="150255"/>
                </a:lnTo>
                <a:lnTo>
                  <a:pt x="2458402" y="135211"/>
                </a:lnTo>
                <a:lnTo>
                  <a:pt x="2479596" y="120818"/>
                </a:lnTo>
                <a:lnTo>
                  <a:pt x="2500789" y="107109"/>
                </a:lnTo>
                <a:lnTo>
                  <a:pt x="2521982" y="94113"/>
                </a:lnTo>
                <a:lnTo>
                  <a:pt x="2543175" y="81860"/>
                </a:lnTo>
                <a:lnTo>
                  <a:pt x="2564368" y="70377"/>
                </a:lnTo>
                <a:lnTo>
                  <a:pt x="2585561" y="59689"/>
                </a:lnTo>
                <a:lnTo>
                  <a:pt x="2606754" y="49821"/>
                </a:lnTo>
                <a:lnTo>
                  <a:pt x="2627948" y="40794"/>
                </a:lnTo>
                <a:lnTo>
                  <a:pt x="2649141" y="32627"/>
                </a:lnTo>
                <a:lnTo>
                  <a:pt x="2670334" y="25340"/>
                </a:lnTo>
                <a:lnTo>
                  <a:pt x="2691527" y="18948"/>
                </a:lnTo>
                <a:lnTo>
                  <a:pt x="2712720" y="13466"/>
                </a:lnTo>
                <a:lnTo>
                  <a:pt x="2733913" y="8906"/>
                </a:lnTo>
                <a:lnTo>
                  <a:pt x="2755106" y="5277"/>
                </a:lnTo>
                <a:lnTo>
                  <a:pt x="2776299" y="2588"/>
                </a:lnTo>
                <a:lnTo>
                  <a:pt x="2797493" y="846"/>
                </a:lnTo>
                <a:lnTo>
                  <a:pt x="2818686" y="53"/>
                </a:lnTo>
                <a:lnTo>
                  <a:pt x="2839879" y="212"/>
                </a:lnTo>
                <a:lnTo>
                  <a:pt x="2861072" y="1321"/>
                </a:lnTo>
                <a:lnTo>
                  <a:pt x="2882265" y="3380"/>
                </a:lnTo>
                <a:lnTo>
                  <a:pt x="2903458" y="6383"/>
                </a:lnTo>
                <a:lnTo>
                  <a:pt x="2924651" y="10323"/>
                </a:lnTo>
                <a:lnTo>
                  <a:pt x="2945844" y="15192"/>
                </a:lnTo>
                <a:lnTo>
                  <a:pt x="2967038" y="20978"/>
                </a:lnTo>
                <a:lnTo>
                  <a:pt x="2988231" y="27670"/>
                </a:lnTo>
                <a:lnTo>
                  <a:pt x="3009424" y="35252"/>
                </a:lnTo>
                <a:lnTo>
                  <a:pt x="3030617" y="43708"/>
                </a:lnTo>
                <a:lnTo>
                  <a:pt x="3051810" y="53018"/>
                </a:lnTo>
                <a:lnTo>
                  <a:pt x="3073003" y="63162"/>
                </a:lnTo>
                <a:lnTo>
                  <a:pt x="3094196" y="74118"/>
                </a:lnTo>
                <a:lnTo>
                  <a:pt x="3115389" y="85860"/>
                </a:lnTo>
                <a:lnTo>
                  <a:pt x="3136582" y="98364"/>
                </a:lnTo>
                <a:lnTo>
                  <a:pt x="3157776" y="111601"/>
                </a:lnTo>
                <a:lnTo>
                  <a:pt x="3178969" y="125541"/>
                </a:lnTo>
                <a:lnTo>
                  <a:pt x="3200162" y="140155"/>
                </a:lnTo>
                <a:lnTo>
                  <a:pt x="3221355" y="155409"/>
                </a:lnTo>
                <a:lnTo>
                  <a:pt x="3242548" y="171270"/>
                </a:lnTo>
                <a:lnTo>
                  <a:pt x="3263741" y="187702"/>
                </a:lnTo>
                <a:lnTo>
                  <a:pt x="3284934" y="204669"/>
                </a:lnTo>
                <a:lnTo>
                  <a:pt x="3306127" y="222133"/>
                </a:lnTo>
                <a:lnTo>
                  <a:pt x="3327321" y="240056"/>
                </a:lnTo>
                <a:lnTo>
                  <a:pt x="3348514" y="258397"/>
                </a:lnTo>
                <a:lnTo>
                  <a:pt x="3369707" y="277117"/>
                </a:lnTo>
                <a:lnTo>
                  <a:pt x="3390900" y="296173"/>
                </a:lnTo>
                <a:lnTo>
                  <a:pt x="3412093" y="315522"/>
                </a:lnTo>
                <a:lnTo>
                  <a:pt x="3433286" y="335123"/>
                </a:lnTo>
                <a:lnTo>
                  <a:pt x="3454479" y="354932"/>
                </a:lnTo>
                <a:lnTo>
                  <a:pt x="3475673" y="374904"/>
                </a:lnTo>
                <a:lnTo>
                  <a:pt x="3496866" y="394995"/>
                </a:lnTo>
                <a:lnTo>
                  <a:pt x="3518059" y="415162"/>
                </a:lnTo>
                <a:lnTo>
                  <a:pt x="3539252" y="435358"/>
                </a:lnTo>
                <a:lnTo>
                  <a:pt x="3560445" y="455539"/>
                </a:lnTo>
                <a:lnTo>
                  <a:pt x="3581638" y="475660"/>
                </a:lnTo>
                <a:lnTo>
                  <a:pt x="3602831" y="495677"/>
                </a:lnTo>
                <a:lnTo>
                  <a:pt x="3624024" y="515545"/>
                </a:lnTo>
                <a:lnTo>
                  <a:pt x="3645218" y="535220"/>
                </a:lnTo>
                <a:lnTo>
                  <a:pt x="3666411" y="554658"/>
                </a:lnTo>
                <a:lnTo>
                  <a:pt x="3687604" y="573817"/>
                </a:lnTo>
                <a:lnTo>
                  <a:pt x="3708797" y="592653"/>
                </a:lnTo>
                <a:lnTo>
                  <a:pt x="3729990" y="611125"/>
                </a:lnTo>
                <a:lnTo>
                  <a:pt x="3751183" y="629191"/>
                </a:lnTo>
                <a:lnTo>
                  <a:pt x="3772376" y="646813"/>
                </a:lnTo>
                <a:lnTo>
                  <a:pt x="3793569" y="663950"/>
                </a:lnTo>
                <a:lnTo>
                  <a:pt x="3814763" y="680564"/>
                </a:lnTo>
                <a:lnTo>
                  <a:pt x="3835956" y="696620"/>
                </a:lnTo>
                <a:lnTo>
                  <a:pt x="3857149" y="712080"/>
                </a:lnTo>
                <a:lnTo>
                  <a:pt x="3878342" y="726911"/>
                </a:lnTo>
                <a:lnTo>
                  <a:pt x="3899535" y="741079"/>
                </a:lnTo>
                <a:lnTo>
                  <a:pt x="3920728" y="754554"/>
                </a:lnTo>
                <a:lnTo>
                  <a:pt x="3941921" y="767305"/>
                </a:lnTo>
                <a:lnTo>
                  <a:pt x="3963114" y="779304"/>
                </a:lnTo>
                <a:lnTo>
                  <a:pt x="3984307" y="790525"/>
                </a:lnTo>
                <a:lnTo>
                  <a:pt x="4005501" y="800942"/>
                </a:lnTo>
                <a:lnTo>
                  <a:pt x="4026694" y="810533"/>
                </a:lnTo>
                <a:lnTo>
                  <a:pt x="4047887" y="819275"/>
                </a:lnTo>
                <a:lnTo>
                  <a:pt x="4069080" y="827150"/>
                </a:lnTo>
                <a:lnTo>
                  <a:pt x="4090273" y="834141"/>
                </a:lnTo>
                <a:lnTo>
                  <a:pt x="4111466" y="840231"/>
                </a:lnTo>
                <a:lnTo>
                  <a:pt x="4132659" y="845407"/>
                </a:lnTo>
                <a:lnTo>
                  <a:pt x="4153852" y="849658"/>
                </a:lnTo>
                <a:lnTo>
                  <a:pt x="4175046" y="852974"/>
                </a:lnTo>
                <a:lnTo>
                  <a:pt x="4196239" y="855348"/>
                </a:lnTo>
                <a:lnTo>
                  <a:pt x="4217432" y="856774"/>
                </a:lnTo>
                <a:lnTo>
                  <a:pt x="4238625" y="857250"/>
                </a:lnTo>
                <a:lnTo>
                  <a:pt x="4259818" y="856774"/>
                </a:lnTo>
                <a:lnTo>
                  <a:pt x="4281011" y="855348"/>
                </a:lnTo>
                <a:lnTo>
                  <a:pt x="4302204" y="852974"/>
                </a:lnTo>
                <a:lnTo>
                  <a:pt x="4323398" y="849658"/>
                </a:lnTo>
                <a:lnTo>
                  <a:pt x="4344591" y="845407"/>
                </a:lnTo>
                <a:lnTo>
                  <a:pt x="4365784" y="840231"/>
                </a:lnTo>
                <a:lnTo>
                  <a:pt x="4386977" y="834141"/>
                </a:lnTo>
                <a:lnTo>
                  <a:pt x="4408170" y="827150"/>
                </a:lnTo>
                <a:lnTo>
                  <a:pt x="4429363" y="819275"/>
                </a:lnTo>
                <a:lnTo>
                  <a:pt x="4450556" y="810533"/>
                </a:lnTo>
                <a:lnTo>
                  <a:pt x="4471749" y="800942"/>
                </a:lnTo>
                <a:lnTo>
                  <a:pt x="4492942" y="790525"/>
                </a:lnTo>
                <a:lnTo>
                  <a:pt x="4514136" y="779304"/>
                </a:lnTo>
                <a:lnTo>
                  <a:pt x="4535329" y="767305"/>
                </a:lnTo>
                <a:lnTo>
                  <a:pt x="4556522" y="754554"/>
                </a:lnTo>
                <a:lnTo>
                  <a:pt x="4577715" y="741079"/>
                </a:lnTo>
                <a:lnTo>
                  <a:pt x="4598908" y="726911"/>
                </a:lnTo>
                <a:lnTo>
                  <a:pt x="4620101" y="712080"/>
                </a:lnTo>
                <a:lnTo>
                  <a:pt x="4641294" y="696620"/>
                </a:lnTo>
                <a:lnTo>
                  <a:pt x="4662488" y="680564"/>
                </a:lnTo>
                <a:lnTo>
                  <a:pt x="4683681" y="663950"/>
                </a:lnTo>
                <a:lnTo>
                  <a:pt x="4704874" y="646813"/>
                </a:lnTo>
                <a:lnTo>
                  <a:pt x="4726067" y="629191"/>
                </a:lnTo>
                <a:lnTo>
                  <a:pt x="4747260" y="611125"/>
                </a:lnTo>
                <a:lnTo>
                  <a:pt x="4768453" y="592653"/>
                </a:lnTo>
                <a:lnTo>
                  <a:pt x="4789646" y="573817"/>
                </a:lnTo>
                <a:lnTo>
                  <a:pt x="4810839" y="554658"/>
                </a:lnTo>
                <a:lnTo>
                  <a:pt x="4832033" y="535220"/>
                </a:lnTo>
                <a:lnTo>
                  <a:pt x="4853226" y="515545"/>
                </a:lnTo>
                <a:lnTo>
                  <a:pt x="4874419" y="495677"/>
                </a:lnTo>
                <a:lnTo>
                  <a:pt x="4895612" y="475660"/>
                </a:lnTo>
                <a:lnTo>
                  <a:pt x="4916805" y="455539"/>
                </a:lnTo>
                <a:lnTo>
                  <a:pt x="4937998" y="435358"/>
                </a:lnTo>
                <a:lnTo>
                  <a:pt x="4959191" y="415162"/>
                </a:lnTo>
                <a:lnTo>
                  <a:pt x="4980384" y="394995"/>
                </a:lnTo>
                <a:lnTo>
                  <a:pt x="5001578" y="374904"/>
                </a:lnTo>
                <a:lnTo>
                  <a:pt x="5022771" y="354932"/>
                </a:lnTo>
                <a:lnTo>
                  <a:pt x="5043964" y="335123"/>
                </a:lnTo>
                <a:lnTo>
                  <a:pt x="5065157" y="315522"/>
                </a:lnTo>
                <a:lnTo>
                  <a:pt x="5086350" y="296173"/>
                </a:lnTo>
                <a:lnTo>
                  <a:pt x="5107543" y="277117"/>
                </a:lnTo>
                <a:lnTo>
                  <a:pt x="5128736" y="258397"/>
                </a:lnTo>
                <a:lnTo>
                  <a:pt x="5149929" y="240056"/>
                </a:lnTo>
                <a:lnTo>
                  <a:pt x="5171123" y="222133"/>
                </a:lnTo>
                <a:lnTo>
                  <a:pt x="5192316" y="204669"/>
                </a:lnTo>
                <a:lnTo>
                  <a:pt x="5213509" y="187702"/>
                </a:lnTo>
                <a:lnTo>
                  <a:pt x="5234702" y="171270"/>
                </a:lnTo>
                <a:lnTo>
                  <a:pt x="5255895" y="155409"/>
                </a:lnTo>
                <a:lnTo>
                  <a:pt x="5277088" y="140155"/>
                </a:lnTo>
                <a:lnTo>
                  <a:pt x="5298281" y="125541"/>
                </a:lnTo>
                <a:lnTo>
                  <a:pt x="5319474" y="111601"/>
                </a:lnTo>
                <a:lnTo>
                  <a:pt x="5340668" y="98364"/>
                </a:lnTo>
                <a:lnTo>
                  <a:pt x="5361861" y="85860"/>
                </a:lnTo>
                <a:lnTo>
                  <a:pt x="5383054" y="74118"/>
                </a:lnTo>
                <a:lnTo>
                  <a:pt x="5404247" y="63162"/>
                </a:lnTo>
                <a:lnTo>
                  <a:pt x="5425440" y="53018"/>
                </a:lnTo>
                <a:lnTo>
                  <a:pt x="5446633" y="43708"/>
                </a:lnTo>
                <a:lnTo>
                  <a:pt x="5467826" y="35252"/>
                </a:lnTo>
                <a:lnTo>
                  <a:pt x="5489019" y="27670"/>
                </a:lnTo>
                <a:lnTo>
                  <a:pt x="5510212" y="20978"/>
                </a:lnTo>
                <a:lnTo>
                  <a:pt x="5531406" y="15192"/>
                </a:lnTo>
                <a:lnTo>
                  <a:pt x="5552599" y="10323"/>
                </a:lnTo>
                <a:lnTo>
                  <a:pt x="5573792" y="6383"/>
                </a:lnTo>
                <a:lnTo>
                  <a:pt x="5594985" y="3380"/>
                </a:lnTo>
                <a:lnTo>
                  <a:pt x="5616178" y="1321"/>
                </a:lnTo>
                <a:lnTo>
                  <a:pt x="5637371" y="212"/>
                </a:lnTo>
                <a:lnTo>
                  <a:pt x="5658564" y="53"/>
                </a:lnTo>
                <a:lnTo>
                  <a:pt x="5679758" y="846"/>
                </a:lnTo>
                <a:lnTo>
                  <a:pt x="5700951" y="2588"/>
                </a:lnTo>
                <a:lnTo>
                  <a:pt x="5722144" y="5277"/>
                </a:lnTo>
                <a:lnTo>
                  <a:pt x="5743337" y="8906"/>
                </a:lnTo>
                <a:lnTo>
                  <a:pt x="5764530" y="13466"/>
                </a:lnTo>
                <a:lnTo>
                  <a:pt x="5785723" y="18948"/>
                </a:lnTo>
                <a:lnTo>
                  <a:pt x="5806916" y="25340"/>
                </a:lnTo>
                <a:lnTo>
                  <a:pt x="5828109" y="32627"/>
                </a:lnTo>
                <a:lnTo>
                  <a:pt x="5849303" y="40794"/>
                </a:lnTo>
                <a:lnTo>
                  <a:pt x="5870496" y="49821"/>
                </a:lnTo>
                <a:lnTo>
                  <a:pt x="5891689" y="59689"/>
                </a:lnTo>
                <a:lnTo>
                  <a:pt x="5912882" y="70377"/>
                </a:lnTo>
                <a:lnTo>
                  <a:pt x="5934075" y="81860"/>
                </a:lnTo>
                <a:lnTo>
                  <a:pt x="5955268" y="94113"/>
                </a:lnTo>
                <a:lnTo>
                  <a:pt x="5976461" y="107109"/>
                </a:lnTo>
                <a:lnTo>
                  <a:pt x="5997654" y="120818"/>
                </a:lnTo>
                <a:lnTo>
                  <a:pt x="6018848" y="135211"/>
                </a:lnTo>
                <a:lnTo>
                  <a:pt x="6040041" y="150255"/>
                </a:lnTo>
                <a:lnTo>
                  <a:pt x="6061234" y="165918"/>
                </a:lnTo>
                <a:lnTo>
                  <a:pt x="6082427" y="182163"/>
                </a:lnTo>
                <a:lnTo>
                  <a:pt x="6103620" y="198956"/>
                </a:lnTo>
                <a:lnTo>
                  <a:pt x="6124813" y="216259"/>
                </a:lnTo>
                <a:lnTo>
                  <a:pt x="6146006" y="234033"/>
                </a:lnTo>
                <a:lnTo>
                  <a:pt x="6167199" y="252240"/>
                </a:lnTo>
                <a:lnTo>
                  <a:pt x="6188392" y="270838"/>
                </a:lnTo>
                <a:lnTo>
                  <a:pt x="6209586" y="289786"/>
                </a:lnTo>
                <a:lnTo>
                  <a:pt x="6230779" y="309042"/>
                </a:lnTo>
                <a:lnTo>
                  <a:pt x="6251972" y="328564"/>
                </a:lnTo>
                <a:lnTo>
                  <a:pt x="6273165" y="348309"/>
                </a:lnTo>
                <a:lnTo>
                  <a:pt x="6294358" y="368231"/>
                </a:lnTo>
                <a:lnTo>
                  <a:pt x="6315551" y="388288"/>
                </a:lnTo>
                <a:lnTo>
                  <a:pt x="6336744" y="408434"/>
                </a:lnTo>
                <a:lnTo>
                  <a:pt x="6357938" y="428625"/>
                </a:lnTo>
                <a:lnTo>
                  <a:pt x="6379131" y="448816"/>
                </a:lnTo>
                <a:lnTo>
                  <a:pt x="6400324" y="468962"/>
                </a:lnTo>
                <a:lnTo>
                  <a:pt x="6421517" y="489019"/>
                </a:lnTo>
                <a:lnTo>
                  <a:pt x="6442710" y="508941"/>
                </a:lnTo>
                <a:lnTo>
                  <a:pt x="6463903" y="528686"/>
                </a:lnTo>
                <a:lnTo>
                  <a:pt x="6485096" y="548208"/>
                </a:lnTo>
                <a:lnTo>
                  <a:pt x="6506289" y="567464"/>
                </a:lnTo>
                <a:lnTo>
                  <a:pt x="6527483" y="586412"/>
                </a:lnTo>
                <a:lnTo>
                  <a:pt x="6548676" y="605010"/>
                </a:lnTo>
                <a:lnTo>
                  <a:pt x="6569869" y="623217"/>
                </a:lnTo>
                <a:lnTo>
                  <a:pt x="6591062" y="640991"/>
                </a:lnTo>
                <a:lnTo>
                  <a:pt x="6612255" y="658294"/>
                </a:lnTo>
                <a:lnTo>
                  <a:pt x="6633448" y="675087"/>
                </a:lnTo>
                <a:lnTo>
                  <a:pt x="6654641" y="691332"/>
                </a:lnTo>
                <a:lnTo>
                  <a:pt x="6675834" y="706995"/>
                </a:lnTo>
                <a:lnTo>
                  <a:pt x="6697028" y="722039"/>
                </a:lnTo>
                <a:lnTo>
                  <a:pt x="6718221" y="736432"/>
                </a:lnTo>
                <a:lnTo>
                  <a:pt x="6739414" y="750141"/>
                </a:lnTo>
                <a:lnTo>
                  <a:pt x="6760607" y="763137"/>
                </a:lnTo>
                <a:lnTo>
                  <a:pt x="6781800" y="775390"/>
                </a:lnTo>
                <a:lnTo>
                  <a:pt x="6802993" y="786873"/>
                </a:lnTo>
                <a:lnTo>
                  <a:pt x="6824186" y="797561"/>
                </a:lnTo>
                <a:lnTo>
                  <a:pt x="6845379" y="807429"/>
                </a:lnTo>
                <a:lnTo>
                  <a:pt x="6866573" y="816456"/>
                </a:lnTo>
                <a:lnTo>
                  <a:pt x="6887766" y="824623"/>
                </a:lnTo>
                <a:lnTo>
                  <a:pt x="6908959" y="831910"/>
                </a:lnTo>
                <a:lnTo>
                  <a:pt x="6930152" y="838302"/>
                </a:lnTo>
                <a:lnTo>
                  <a:pt x="6951345" y="843784"/>
                </a:lnTo>
                <a:lnTo>
                  <a:pt x="6972538" y="848344"/>
                </a:lnTo>
                <a:lnTo>
                  <a:pt x="6993731" y="851973"/>
                </a:lnTo>
                <a:lnTo>
                  <a:pt x="7014924" y="854662"/>
                </a:lnTo>
                <a:lnTo>
                  <a:pt x="7036117" y="856404"/>
                </a:lnTo>
                <a:lnTo>
                  <a:pt x="7057311" y="857197"/>
                </a:lnTo>
                <a:lnTo>
                  <a:pt x="7078504" y="857038"/>
                </a:lnTo>
                <a:lnTo>
                  <a:pt x="7099697" y="855929"/>
                </a:lnTo>
                <a:lnTo>
                  <a:pt x="7120890" y="853870"/>
                </a:lnTo>
                <a:lnTo>
                  <a:pt x="7142083" y="850867"/>
                </a:lnTo>
                <a:lnTo>
                  <a:pt x="7163276" y="846927"/>
                </a:lnTo>
                <a:lnTo>
                  <a:pt x="7184469" y="842058"/>
                </a:lnTo>
                <a:lnTo>
                  <a:pt x="7205663" y="836272"/>
                </a:lnTo>
                <a:lnTo>
                  <a:pt x="7226856" y="829580"/>
                </a:lnTo>
                <a:lnTo>
                  <a:pt x="7248049" y="821998"/>
                </a:lnTo>
                <a:lnTo>
                  <a:pt x="7269242" y="813542"/>
                </a:lnTo>
                <a:lnTo>
                  <a:pt x="7290435" y="804232"/>
                </a:lnTo>
                <a:lnTo>
                  <a:pt x="7311628" y="794088"/>
                </a:lnTo>
                <a:lnTo>
                  <a:pt x="7332821" y="783132"/>
                </a:lnTo>
                <a:lnTo>
                  <a:pt x="7354014" y="771390"/>
                </a:lnTo>
                <a:lnTo>
                  <a:pt x="7375208" y="758886"/>
                </a:lnTo>
                <a:lnTo>
                  <a:pt x="7396401" y="745649"/>
                </a:lnTo>
                <a:lnTo>
                  <a:pt x="7417594" y="731709"/>
                </a:lnTo>
                <a:lnTo>
                  <a:pt x="7438787" y="717095"/>
                </a:lnTo>
                <a:lnTo>
                  <a:pt x="7459980" y="701841"/>
                </a:lnTo>
                <a:lnTo>
                  <a:pt x="7481173" y="685980"/>
                </a:lnTo>
                <a:lnTo>
                  <a:pt x="7502366" y="669548"/>
                </a:lnTo>
                <a:lnTo>
                  <a:pt x="7523559" y="652581"/>
                </a:lnTo>
                <a:lnTo>
                  <a:pt x="7544752" y="635117"/>
                </a:lnTo>
                <a:lnTo>
                  <a:pt x="7565946" y="617194"/>
                </a:lnTo>
                <a:lnTo>
                  <a:pt x="7587139" y="598853"/>
                </a:lnTo>
                <a:lnTo>
                  <a:pt x="7608332" y="580133"/>
                </a:lnTo>
                <a:lnTo>
                  <a:pt x="7629525" y="561077"/>
                </a:lnTo>
                <a:lnTo>
                  <a:pt x="7650718" y="541728"/>
                </a:lnTo>
                <a:lnTo>
                  <a:pt x="7671911" y="522127"/>
                </a:lnTo>
                <a:lnTo>
                  <a:pt x="7693104" y="502318"/>
                </a:lnTo>
                <a:lnTo>
                  <a:pt x="7714298" y="482346"/>
                </a:lnTo>
                <a:lnTo>
                  <a:pt x="7735491" y="462255"/>
                </a:lnTo>
                <a:lnTo>
                  <a:pt x="7756684" y="442088"/>
                </a:lnTo>
                <a:lnTo>
                  <a:pt x="7777877" y="421892"/>
                </a:lnTo>
                <a:lnTo>
                  <a:pt x="7799070" y="401711"/>
                </a:lnTo>
                <a:lnTo>
                  <a:pt x="7820263" y="381590"/>
                </a:lnTo>
                <a:lnTo>
                  <a:pt x="7841456" y="361573"/>
                </a:lnTo>
                <a:lnTo>
                  <a:pt x="7862649" y="341705"/>
                </a:lnTo>
                <a:lnTo>
                  <a:pt x="7883842" y="322030"/>
                </a:lnTo>
                <a:lnTo>
                  <a:pt x="7905036" y="302592"/>
                </a:lnTo>
                <a:lnTo>
                  <a:pt x="7926229" y="283433"/>
                </a:lnTo>
                <a:lnTo>
                  <a:pt x="7947422" y="264597"/>
                </a:lnTo>
                <a:lnTo>
                  <a:pt x="7968615" y="246125"/>
                </a:lnTo>
                <a:lnTo>
                  <a:pt x="7989808" y="228059"/>
                </a:lnTo>
                <a:lnTo>
                  <a:pt x="8011001" y="210437"/>
                </a:lnTo>
                <a:lnTo>
                  <a:pt x="8032194" y="193300"/>
                </a:lnTo>
                <a:lnTo>
                  <a:pt x="8053388" y="176686"/>
                </a:lnTo>
                <a:lnTo>
                  <a:pt x="8074581" y="160630"/>
                </a:lnTo>
                <a:lnTo>
                  <a:pt x="8095774" y="145170"/>
                </a:lnTo>
                <a:lnTo>
                  <a:pt x="8116967" y="130339"/>
                </a:lnTo>
                <a:lnTo>
                  <a:pt x="8138160" y="116171"/>
                </a:lnTo>
                <a:lnTo>
                  <a:pt x="8159353" y="102696"/>
                </a:lnTo>
                <a:lnTo>
                  <a:pt x="8180546" y="89945"/>
                </a:lnTo>
                <a:lnTo>
                  <a:pt x="8201739" y="77946"/>
                </a:lnTo>
                <a:lnTo>
                  <a:pt x="8222933" y="66725"/>
                </a:lnTo>
                <a:lnTo>
                  <a:pt x="8244126" y="56308"/>
                </a:lnTo>
                <a:lnTo>
                  <a:pt x="8265319" y="46717"/>
                </a:lnTo>
                <a:lnTo>
                  <a:pt x="8286512" y="37975"/>
                </a:lnTo>
                <a:lnTo>
                  <a:pt x="8307705" y="30100"/>
                </a:lnTo>
                <a:lnTo>
                  <a:pt x="8328898" y="23109"/>
                </a:lnTo>
                <a:lnTo>
                  <a:pt x="8350091" y="17019"/>
                </a:lnTo>
                <a:lnTo>
                  <a:pt x="8371284" y="11843"/>
                </a:lnTo>
                <a:lnTo>
                  <a:pt x="8392478" y="7592"/>
                </a:lnTo>
                <a:lnTo>
                  <a:pt x="8413671" y="4276"/>
                </a:lnTo>
                <a:lnTo>
                  <a:pt x="8434864" y="1902"/>
                </a:lnTo>
                <a:lnTo>
                  <a:pt x="8456057" y="476"/>
                </a:lnTo>
                <a:lnTo>
                  <a:pt x="8477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8" name="alias-stem">
            <a:extLst xmlns:a="http://schemas.openxmlformats.org/drawingml/2006/main">
              <a:ext uri="{FF2B5EF4-FFF2-40B4-BE49-F238E27FC236}">
                <a16:creationId xmlns:a16="http://schemas.microsoft.com/office/drawing/2014/main" id="{DF665D12-65BA-461B-9346-91539E38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19350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4286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9" name="alias-sample-0">
            <a:extLst xmlns:a="http://schemas.openxmlformats.org/drawingml/2006/main">
              <a:ext uri="{FF2B5EF4-FFF2-40B4-BE49-F238E27FC236}">
                <a16:creationId xmlns:a16="http://schemas.microsoft.com/office/drawing/2014/main" id="{EC3ABCD3-A9A2-4EF1-9E42-55DE490E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371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10" name="alias-time">
            <a:extLst xmlns:a="http://schemas.openxmlformats.org/drawingml/2006/main">
              <a:ext uri="{FF2B5EF4-FFF2-40B4-BE49-F238E27FC236}">
                <a16:creationId xmlns:a16="http://schemas.microsoft.com/office/drawing/2014/main" id="{2BF4824F-89AB-4AFE-93A6-DA8ADD76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4194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11" name="alias-stem">
            <a:extLst xmlns:a="http://schemas.openxmlformats.org/drawingml/2006/main">
              <a:ext uri="{FF2B5EF4-FFF2-40B4-BE49-F238E27FC236}">
                <a16:creationId xmlns:a16="http://schemas.microsoft.com/office/drawing/2014/main" id="{83A34799-31F8-4EE1-9533-960B9329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438" y="28479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2" name="alias-sample-1">
            <a:extLst xmlns:a="http://schemas.openxmlformats.org/drawingml/2006/main">
              <a:ext uri="{FF2B5EF4-FFF2-40B4-BE49-F238E27FC236}">
                <a16:creationId xmlns:a16="http://schemas.microsoft.com/office/drawing/2014/main" id="{DF05FE2B-7311-4D5F-A08F-ADD5A93D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800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13" name="alias-time">
            <a:extLst xmlns:a="http://schemas.openxmlformats.org/drawingml/2006/main">
              <a:ext uri="{FF2B5EF4-FFF2-40B4-BE49-F238E27FC236}">
                <a16:creationId xmlns:a16="http://schemas.microsoft.com/office/drawing/2014/main" id="{380FE507-DFFC-4358-9F26-6AE7C9A1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438" y="34194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0.125</a:t>
            </a:r>
          </a:p>
        </p:txBody>
      </p:sp>
      <p:sp>
        <p:nvSpPr>
          <p:cNvPr id="14" name="alias-stem">
            <a:extLst xmlns:a="http://schemas.openxmlformats.org/drawingml/2006/main">
              <a:ext uri="{FF2B5EF4-FFF2-40B4-BE49-F238E27FC236}">
                <a16:creationId xmlns:a16="http://schemas.microsoft.com/office/drawing/2014/main" id="{F797FD13-48DB-409D-9EC3-9639BB80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47975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0"/>
                </a:moveTo>
                <a:lnTo>
                  <a:pt x="0" y="42862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5" name="alias-sample-2">
            <a:extLst xmlns:a="http://schemas.openxmlformats.org/drawingml/2006/main">
              <a:ext uri="{FF2B5EF4-FFF2-40B4-BE49-F238E27FC236}">
                <a16:creationId xmlns:a16="http://schemas.microsoft.com/office/drawing/2014/main" id="{A0D65614-4646-47CF-A31D-37B5F0FF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28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16" name="alias-time">
            <a:extLst xmlns:a="http://schemas.openxmlformats.org/drawingml/2006/main">
              <a:ext uri="{FF2B5EF4-FFF2-40B4-BE49-F238E27FC236}">
                <a16:creationId xmlns:a16="http://schemas.microsoft.com/office/drawing/2014/main" id="{E395D81D-D62C-4CFA-A74D-CB5CB6E0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194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0.25</a:t>
            </a:r>
          </a:p>
        </p:txBody>
      </p:sp>
      <p:sp>
        <p:nvSpPr>
          <p:cNvPr id="17" name="alias-stem">
            <a:extLst xmlns:a="http://schemas.openxmlformats.org/drawingml/2006/main">
              <a:ext uri="{FF2B5EF4-FFF2-40B4-BE49-F238E27FC236}">
                <a16:creationId xmlns:a16="http://schemas.microsoft.com/office/drawing/2014/main" id="{DCC069F3-CB2A-4289-819D-2A791874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1063" y="28479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8" name="alias-sample-3">
            <a:extLst xmlns:a="http://schemas.openxmlformats.org/drawingml/2006/main">
              <a:ext uri="{FF2B5EF4-FFF2-40B4-BE49-F238E27FC236}">
                <a16:creationId xmlns:a16="http://schemas.microsoft.com/office/drawing/2014/main" id="{49AE26A5-BBE3-480D-837A-CC5CF51F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3438" y="2800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19" name="alias-time">
            <a:extLst xmlns:a="http://schemas.openxmlformats.org/drawingml/2006/main">
              <a:ext uri="{FF2B5EF4-FFF2-40B4-BE49-F238E27FC236}">
                <a16:creationId xmlns:a16="http://schemas.microsoft.com/office/drawing/2014/main" id="{F902AABB-D7DD-4D0C-A8F5-74EE5173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0063" y="34194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0.375</a:t>
            </a:r>
          </a:p>
        </p:txBody>
      </p:sp>
      <p:sp>
        <p:nvSpPr>
          <p:cNvPr id="20" name="alias-stem">
            <a:extLst xmlns:a="http://schemas.openxmlformats.org/drawingml/2006/main">
              <a:ext uri="{FF2B5EF4-FFF2-40B4-BE49-F238E27FC236}">
                <a16:creationId xmlns:a16="http://schemas.microsoft.com/office/drawing/2014/main" id="{F08106C7-405B-4F21-83CF-DF009C74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19350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4286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21" name="alias-sample-4">
            <a:extLst xmlns:a="http://schemas.openxmlformats.org/drawingml/2006/main">
              <a:ext uri="{FF2B5EF4-FFF2-40B4-BE49-F238E27FC236}">
                <a16:creationId xmlns:a16="http://schemas.microsoft.com/office/drawing/2014/main" id="{60E52CDC-6756-45CA-A944-2E869EA1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71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2" name="alias-time">
            <a:extLst xmlns:a="http://schemas.openxmlformats.org/drawingml/2006/main">
              <a:ext uri="{FF2B5EF4-FFF2-40B4-BE49-F238E27FC236}">
                <a16:creationId xmlns:a16="http://schemas.microsoft.com/office/drawing/2014/main" id="{F7503815-DA80-4D79-844B-19B955CA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4194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0.5</a:t>
            </a:r>
          </a:p>
        </p:txBody>
      </p:sp>
      <p:sp>
        <p:nvSpPr>
          <p:cNvPr id="23" name="signal-frequency">
            <a:extLst xmlns:a="http://schemas.openxmlformats.org/drawingml/2006/main">
              <a:ext uri="{FF2B5EF4-FFF2-40B4-BE49-F238E27FC236}">
                <a16:creationId xmlns:a16="http://schemas.microsoft.com/office/drawing/2014/main" id="{110CD6F1-9684-4219-ACAA-DEC058B2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42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 kHz</a:t>
            </a:r>
          </a:p>
        </p:txBody>
      </p:sp>
      <p:sp>
        <p:nvSpPr>
          <p:cNvPr id="24" name="alias-zero">
            <a:extLst xmlns:a="http://schemas.openxmlformats.org/drawingml/2006/main">
              <a:ext uri="{FF2B5EF4-FFF2-40B4-BE49-F238E27FC236}">
                <a16:creationId xmlns:a16="http://schemas.microsoft.com/office/drawing/2014/main" id="{1FF8019D-9F66-4B81-958C-2B00CB23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524375"/>
            <a:ext cx="8477250" cy="9525"/>
          </a:xfrm>
          <a:custGeom xmlns:a="http://schemas.openxmlformats.org/drawingml/2006/main">
            <a:pathLst>
              <a:path w="8477250" h="9525">
                <a:moveTo>
                  <a:pt x="0" y="0"/>
                </a:moveTo>
                <a:lnTo>
                  <a:pt x="8477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25" name="alias-input-2000">
            <a:extLst xmlns:a="http://schemas.openxmlformats.org/drawingml/2006/main">
              <a:ext uri="{FF2B5EF4-FFF2-40B4-BE49-F238E27FC236}">
                <a16:creationId xmlns:a16="http://schemas.microsoft.com/office/drawing/2014/main" id="{D9CAA344-9303-4D85-8BA1-22D677888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095750"/>
            <a:ext cx="8477250" cy="857250"/>
          </a:xfrm>
          <a:custGeom xmlns:a="http://schemas.openxmlformats.org/drawingml/2006/main">
            <a:pathLst>
              <a:path w="8477250" h="857250">
                <a:moveTo>
                  <a:pt x="0" y="0"/>
                </a:moveTo>
                <a:lnTo>
                  <a:pt x="21193" y="53"/>
                </a:lnTo>
                <a:lnTo>
                  <a:pt x="42386" y="212"/>
                </a:lnTo>
                <a:lnTo>
                  <a:pt x="63579" y="476"/>
                </a:lnTo>
                <a:lnTo>
                  <a:pt x="84773" y="846"/>
                </a:lnTo>
                <a:lnTo>
                  <a:pt x="105966" y="1321"/>
                </a:lnTo>
                <a:lnTo>
                  <a:pt x="127159" y="1902"/>
                </a:lnTo>
                <a:lnTo>
                  <a:pt x="148352" y="2588"/>
                </a:lnTo>
                <a:lnTo>
                  <a:pt x="169545" y="3380"/>
                </a:lnTo>
                <a:lnTo>
                  <a:pt x="190738" y="4276"/>
                </a:lnTo>
                <a:lnTo>
                  <a:pt x="211931" y="5277"/>
                </a:lnTo>
                <a:lnTo>
                  <a:pt x="233124" y="6383"/>
                </a:lnTo>
                <a:lnTo>
                  <a:pt x="254317" y="7592"/>
                </a:lnTo>
                <a:lnTo>
                  <a:pt x="275511" y="8906"/>
                </a:lnTo>
                <a:lnTo>
                  <a:pt x="296704" y="10323"/>
                </a:lnTo>
                <a:lnTo>
                  <a:pt x="317897" y="11843"/>
                </a:lnTo>
                <a:lnTo>
                  <a:pt x="339090" y="13466"/>
                </a:lnTo>
                <a:lnTo>
                  <a:pt x="360283" y="15192"/>
                </a:lnTo>
                <a:lnTo>
                  <a:pt x="381476" y="17019"/>
                </a:lnTo>
                <a:lnTo>
                  <a:pt x="402669" y="18948"/>
                </a:lnTo>
                <a:lnTo>
                  <a:pt x="423863" y="20978"/>
                </a:lnTo>
                <a:lnTo>
                  <a:pt x="445056" y="23109"/>
                </a:lnTo>
                <a:lnTo>
                  <a:pt x="466249" y="25340"/>
                </a:lnTo>
                <a:lnTo>
                  <a:pt x="487442" y="27670"/>
                </a:lnTo>
                <a:lnTo>
                  <a:pt x="508635" y="30100"/>
                </a:lnTo>
                <a:lnTo>
                  <a:pt x="529828" y="32627"/>
                </a:lnTo>
                <a:lnTo>
                  <a:pt x="551021" y="35252"/>
                </a:lnTo>
                <a:lnTo>
                  <a:pt x="572214" y="37975"/>
                </a:lnTo>
                <a:lnTo>
                  <a:pt x="593408" y="40794"/>
                </a:lnTo>
                <a:lnTo>
                  <a:pt x="614601" y="43708"/>
                </a:lnTo>
                <a:lnTo>
                  <a:pt x="635794" y="46717"/>
                </a:lnTo>
                <a:lnTo>
                  <a:pt x="656987" y="49821"/>
                </a:lnTo>
                <a:lnTo>
                  <a:pt x="678180" y="53018"/>
                </a:lnTo>
                <a:lnTo>
                  <a:pt x="699373" y="56308"/>
                </a:lnTo>
                <a:lnTo>
                  <a:pt x="720566" y="59689"/>
                </a:lnTo>
                <a:lnTo>
                  <a:pt x="741759" y="63162"/>
                </a:lnTo>
                <a:lnTo>
                  <a:pt x="762953" y="66725"/>
                </a:lnTo>
                <a:lnTo>
                  <a:pt x="784146" y="70377"/>
                </a:lnTo>
                <a:lnTo>
                  <a:pt x="805339" y="74118"/>
                </a:lnTo>
                <a:lnTo>
                  <a:pt x="826532" y="77946"/>
                </a:lnTo>
                <a:lnTo>
                  <a:pt x="847725" y="81860"/>
                </a:lnTo>
                <a:lnTo>
                  <a:pt x="868918" y="85860"/>
                </a:lnTo>
                <a:lnTo>
                  <a:pt x="890111" y="89945"/>
                </a:lnTo>
                <a:lnTo>
                  <a:pt x="911304" y="94113"/>
                </a:lnTo>
                <a:lnTo>
                  <a:pt x="932497" y="98364"/>
                </a:lnTo>
                <a:lnTo>
                  <a:pt x="953691" y="102696"/>
                </a:lnTo>
                <a:lnTo>
                  <a:pt x="974884" y="107109"/>
                </a:lnTo>
                <a:lnTo>
                  <a:pt x="996077" y="111601"/>
                </a:lnTo>
                <a:lnTo>
                  <a:pt x="1017270" y="116171"/>
                </a:lnTo>
                <a:lnTo>
                  <a:pt x="1038463" y="120818"/>
                </a:lnTo>
                <a:lnTo>
                  <a:pt x="1059656" y="125541"/>
                </a:lnTo>
                <a:lnTo>
                  <a:pt x="1080849" y="130339"/>
                </a:lnTo>
                <a:lnTo>
                  <a:pt x="1102043" y="135211"/>
                </a:lnTo>
                <a:lnTo>
                  <a:pt x="1123236" y="140155"/>
                </a:lnTo>
                <a:lnTo>
                  <a:pt x="1144429" y="145170"/>
                </a:lnTo>
                <a:lnTo>
                  <a:pt x="1165622" y="150255"/>
                </a:lnTo>
                <a:lnTo>
                  <a:pt x="1186815" y="155409"/>
                </a:lnTo>
                <a:lnTo>
                  <a:pt x="1208008" y="160630"/>
                </a:lnTo>
                <a:lnTo>
                  <a:pt x="1229201" y="165918"/>
                </a:lnTo>
                <a:lnTo>
                  <a:pt x="1250394" y="171270"/>
                </a:lnTo>
                <a:lnTo>
                  <a:pt x="1271588" y="176686"/>
                </a:lnTo>
                <a:lnTo>
                  <a:pt x="1292781" y="182163"/>
                </a:lnTo>
                <a:lnTo>
                  <a:pt x="1313974" y="187702"/>
                </a:lnTo>
                <a:lnTo>
                  <a:pt x="1335167" y="193300"/>
                </a:lnTo>
                <a:lnTo>
                  <a:pt x="1356360" y="198956"/>
                </a:lnTo>
                <a:lnTo>
                  <a:pt x="1377553" y="204669"/>
                </a:lnTo>
                <a:lnTo>
                  <a:pt x="1398746" y="210437"/>
                </a:lnTo>
                <a:lnTo>
                  <a:pt x="1419939" y="216259"/>
                </a:lnTo>
                <a:lnTo>
                  <a:pt x="1441133" y="222133"/>
                </a:lnTo>
                <a:lnTo>
                  <a:pt x="1462326" y="228059"/>
                </a:lnTo>
                <a:lnTo>
                  <a:pt x="1483519" y="234033"/>
                </a:lnTo>
                <a:lnTo>
                  <a:pt x="1504712" y="240056"/>
                </a:lnTo>
                <a:lnTo>
                  <a:pt x="1525905" y="246125"/>
                </a:lnTo>
                <a:lnTo>
                  <a:pt x="1547098" y="252240"/>
                </a:lnTo>
                <a:lnTo>
                  <a:pt x="1568291" y="258397"/>
                </a:lnTo>
                <a:lnTo>
                  <a:pt x="1589484" y="264597"/>
                </a:lnTo>
                <a:lnTo>
                  <a:pt x="1610677" y="270838"/>
                </a:lnTo>
                <a:lnTo>
                  <a:pt x="1631871" y="277117"/>
                </a:lnTo>
                <a:lnTo>
                  <a:pt x="1653064" y="283433"/>
                </a:lnTo>
                <a:lnTo>
                  <a:pt x="1674257" y="289786"/>
                </a:lnTo>
                <a:lnTo>
                  <a:pt x="1695450" y="296173"/>
                </a:lnTo>
                <a:lnTo>
                  <a:pt x="1716643" y="302592"/>
                </a:lnTo>
                <a:lnTo>
                  <a:pt x="1737836" y="309042"/>
                </a:lnTo>
                <a:lnTo>
                  <a:pt x="1759029" y="315522"/>
                </a:lnTo>
                <a:lnTo>
                  <a:pt x="1780222" y="322030"/>
                </a:lnTo>
                <a:lnTo>
                  <a:pt x="1801416" y="328564"/>
                </a:lnTo>
                <a:lnTo>
                  <a:pt x="1822609" y="335123"/>
                </a:lnTo>
                <a:lnTo>
                  <a:pt x="1843802" y="341705"/>
                </a:lnTo>
                <a:lnTo>
                  <a:pt x="1864995" y="348309"/>
                </a:lnTo>
                <a:lnTo>
                  <a:pt x="1886188" y="354932"/>
                </a:lnTo>
                <a:lnTo>
                  <a:pt x="1907381" y="361573"/>
                </a:lnTo>
                <a:lnTo>
                  <a:pt x="1928574" y="368231"/>
                </a:lnTo>
                <a:lnTo>
                  <a:pt x="1949768" y="374904"/>
                </a:lnTo>
                <a:lnTo>
                  <a:pt x="1970961" y="381590"/>
                </a:lnTo>
                <a:lnTo>
                  <a:pt x="1992154" y="388288"/>
                </a:lnTo>
                <a:lnTo>
                  <a:pt x="2013347" y="394995"/>
                </a:lnTo>
                <a:lnTo>
                  <a:pt x="2034540" y="401711"/>
                </a:lnTo>
                <a:lnTo>
                  <a:pt x="2055733" y="408434"/>
                </a:lnTo>
                <a:lnTo>
                  <a:pt x="2076926" y="415162"/>
                </a:lnTo>
                <a:lnTo>
                  <a:pt x="2098119" y="421892"/>
                </a:lnTo>
                <a:lnTo>
                  <a:pt x="2119313" y="428625"/>
                </a:lnTo>
                <a:lnTo>
                  <a:pt x="2140506" y="435358"/>
                </a:lnTo>
                <a:lnTo>
                  <a:pt x="2161699" y="442088"/>
                </a:lnTo>
                <a:lnTo>
                  <a:pt x="2182892" y="448816"/>
                </a:lnTo>
                <a:lnTo>
                  <a:pt x="2204085" y="455539"/>
                </a:lnTo>
                <a:lnTo>
                  <a:pt x="2225278" y="462255"/>
                </a:lnTo>
                <a:lnTo>
                  <a:pt x="2246471" y="468962"/>
                </a:lnTo>
                <a:lnTo>
                  <a:pt x="2267664" y="475660"/>
                </a:lnTo>
                <a:lnTo>
                  <a:pt x="2288858" y="482346"/>
                </a:lnTo>
                <a:lnTo>
                  <a:pt x="2310051" y="489019"/>
                </a:lnTo>
                <a:lnTo>
                  <a:pt x="2331244" y="495677"/>
                </a:lnTo>
                <a:lnTo>
                  <a:pt x="2352437" y="502318"/>
                </a:lnTo>
                <a:lnTo>
                  <a:pt x="2373630" y="508941"/>
                </a:lnTo>
                <a:lnTo>
                  <a:pt x="2394823" y="515545"/>
                </a:lnTo>
                <a:lnTo>
                  <a:pt x="2416016" y="522127"/>
                </a:lnTo>
                <a:lnTo>
                  <a:pt x="2437209" y="528686"/>
                </a:lnTo>
                <a:lnTo>
                  <a:pt x="2458402" y="535220"/>
                </a:lnTo>
                <a:lnTo>
                  <a:pt x="2479596" y="541728"/>
                </a:lnTo>
                <a:lnTo>
                  <a:pt x="2500789" y="548208"/>
                </a:lnTo>
                <a:lnTo>
                  <a:pt x="2521982" y="554658"/>
                </a:lnTo>
                <a:lnTo>
                  <a:pt x="2543175" y="561077"/>
                </a:lnTo>
                <a:lnTo>
                  <a:pt x="2564368" y="567464"/>
                </a:lnTo>
                <a:lnTo>
                  <a:pt x="2585561" y="573817"/>
                </a:lnTo>
                <a:lnTo>
                  <a:pt x="2606754" y="580133"/>
                </a:lnTo>
                <a:lnTo>
                  <a:pt x="2627948" y="586412"/>
                </a:lnTo>
                <a:lnTo>
                  <a:pt x="2649141" y="592653"/>
                </a:lnTo>
                <a:lnTo>
                  <a:pt x="2670334" y="598853"/>
                </a:lnTo>
                <a:lnTo>
                  <a:pt x="2691527" y="605010"/>
                </a:lnTo>
                <a:lnTo>
                  <a:pt x="2712720" y="611125"/>
                </a:lnTo>
                <a:lnTo>
                  <a:pt x="2733913" y="617194"/>
                </a:lnTo>
                <a:lnTo>
                  <a:pt x="2755106" y="623217"/>
                </a:lnTo>
                <a:lnTo>
                  <a:pt x="2776299" y="629191"/>
                </a:lnTo>
                <a:lnTo>
                  <a:pt x="2797493" y="635117"/>
                </a:lnTo>
                <a:lnTo>
                  <a:pt x="2818686" y="640991"/>
                </a:lnTo>
                <a:lnTo>
                  <a:pt x="2839879" y="646813"/>
                </a:lnTo>
                <a:lnTo>
                  <a:pt x="2861072" y="652581"/>
                </a:lnTo>
                <a:lnTo>
                  <a:pt x="2882265" y="658294"/>
                </a:lnTo>
                <a:lnTo>
                  <a:pt x="2903458" y="663950"/>
                </a:lnTo>
                <a:lnTo>
                  <a:pt x="2924651" y="669548"/>
                </a:lnTo>
                <a:lnTo>
                  <a:pt x="2945844" y="675087"/>
                </a:lnTo>
                <a:lnTo>
                  <a:pt x="2967038" y="680564"/>
                </a:lnTo>
                <a:lnTo>
                  <a:pt x="2988231" y="685980"/>
                </a:lnTo>
                <a:lnTo>
                  <a:pt x="3009424" y="691332"/>
                </a:lnTo>
                <a:lnTo>
                  <a:pt x="3030617" y="696620"/>
                </a:lnTo>
                <a:lnTo>
                  <a:pt x="3051810" y="701841"/>
                </a:lnTo>
                <a:lnTo>
                  <a:pt x="3073003" y="706995"/>
                </a:lnTo>
                <a:lnTo>
                  <a:pt x="3094196" y="712080"/>
                </a:lnTo>
                <a:lnTo>
                  <a:pt x="3115389" y="717095"/>
                </a:lnTo>
                <a:lnTo>
                  <a:pt x="3136582" y="722039"/>
                </a:lnTo>
                <a:lnTo>
                  <a:pt x="3157776" y="726911"/>
                </a:lnTo>
                <a:lnTo>
                  <a:pt x="3178969" y="731709"/>
                </a:lnTo>
                <a:lnTo>
                  <a:pt x="3200162" y="736432"/>
                </a:lnTo>
                <a:lnTo>
                  <a:pt x="3221355" y="741079"/>
                </a:lnTo>
                <a:lnTo>
                  <a:pt x="3242548" y="745649"/>
                </a:lnTo>
                <a:lnTo>
                  <a:pt x="3263741" y="750141"/>
                </a:lnTo>
                <a:lnTo>
                  <a:pt x="3284934" y="754554"/>
                </a:lnTo>
                <a:lnTo>
                  <a:pt x="3306127" y="758886"/>
                </a:lnTo>
                <a:lnTo>
                  <a:pt x="3327321" y="763137"/>
                </a:lnTo>
                <a:lnTo>
                  <a:pt x="3348514" y="767305"/>
                </a:lnTo>
                <a:lnTo>
                  <a:pt x="3369707" y="771390"/>
                </a:lnTo>
                <a:lnTo>
                  <a:pt x="3390900" y="775390"/>
                </a:lnTo>
                <a:lnTo>
                  <a:pt x="3412093" y="779304"/>
                </a:lnTo>
                <a:lnTo>
                  <a:pt x="3433286" y="783132"/>
                </a:lnTo>
                <a:lnTo>
                  <a:pt x="3454479" y="786873"/>
                </a:lnTo>
                <a:lnTo>
                  <a:pt x="3475673" y="790525"/>
                </a:lnTo>
                <a:lnTo>
                  <a:pt x="3496866" y="794088"/>
                </a:lnTo>
                <a:lnTo>
                  <a:pt x="3518059" y="797561"/>
                </a:lnTo>
                <a:lnTo>
                  <a:pt x="3539252" y="800942"/>
                </a:lnTo>
                <a:lnTo>
                  <a:pt x="3560445" y="804232"/>
                </a:lnTo>
                <a:lnTo>
                  <a:pt x="3581638" y="807429"/>
                </a:lnTo>
                <a:lnTo>
                  <a:pt x="3602831" y="810533"/>
                </a:lnTo>
                <a:lnTo>
                  <a:pt x="3624024" y="813542"/>
                </a:lnTo>
                <a:lnTo>
                  <a:pt x="3645218" y="816456"/>
                </a:lnTo>
                <a:lnTo>
                  <a:pt x="3666411" y="819275"/>
                </a:lnTo>
                <a:lnTo>
                  <a:pt x="3687604" y="821998"/>
                </a:lnTo>
                <a:lnTo>
                  <a:pt x="3708797" y="824623"/>
                </a:lnTo>
                <a:lnTo>
                  <a:pt x="3729990" y="827150"/>
                </a:lnTo>
                <a:lnTo>
                  <a:pt x="3751183" y="829580"/>
                </a:lnTo>
                <a:lnTo>
                  <a:pt x="3772376" y="831910"/>
                </a:lnTo>
                <a:lnTo>
                  <a:pt x="3793569" y="834141"/>
                </a:lnTo>
                <a:lnTo>
                  <a:pt x="3814763" y="836272"/>
                </a:lnTo>
                <a:lnTo>
                  <a:pt x="3835956" y="838302"/>
                </a:lnTo>
                <a:lnTo>
                  <a:pt x="3857149" y="840231"/>
                </a:lnTo>
                <a:lnTo>
                  <a:pt x="3878342" y="842058"/>
                </a:lnTo>
                <a:lnTo>
                  <a:pt x="3899535" y="843784"/>
                </a:lnTo>
                <a:lnTo>
                  <a:pt x="3920728" y="845407"/>
                </a:lnTo>
                <a:lnTo>
                  <a:pt x="3941921" y="846927"/>
                </a:lnTo>
                <a:lnTo>
                  <a:pt x="3963114" y="848344"/>
                </a:lnTo>
                <a:lnTo>
                  <a:pt x="3984307" y="849658"/>
                </a:lnTo>
                <a:lnTo>
                  <a:pt x="4005501" y="850867"/>
                </a:lnTo>
                <a:lnTo>
                  <a:pt x="4026694" y="851973"/>
                </a:lnTo>
                <a:lnTo>
                  <a:pt x="4047887" y="852974"/>
                </a:lnTo>
                <a:lnTo>
                  <a:pt x="4069080" y="853870"/>
                </a:lnTo>
                <a:lnTo>
                  <a:pt x="4090273" y="854662"/>
                </a:lnTo>
                <a:lnTo>
                  <a:pt x="4111466" y="855348"/>
                </a:lnTo>
                <a:lnTo>
                  <a:pt x="4132659" y="855929"/>
                </a:lnTo>
                <a:lnTo>
                  <a:pt x="4153852" y="856404"/>
                </a:lnTo>
                <a:lnTo>
                  <a:pt x="4175046" y="856774"/>
                </a:lnTo>
                <a:lnTo>
                  <a:pt x="4196239" y="857038"/>
                </a:lnTo>
                <a:lnTo>
                  <a:pt x="4217432" y="857197"/>
                </a:lnTo>
                <a:lnTo>
                  <a:pt x="4238625" y="857250"/>
                </a:lnTo>
                <a:lnTo>
                  <a:pt x="4259818" y="857197"/>
                </a:lnTo>
                <a:lnTo>
                  <a:pt x="4281011" y="857038"/>
                </a:lnTo>
                <a:lnTo>
                  <a:pt x="4302204" y="856774"/>
                </a:lnTo>
                <a:lnTo>
                  <a:pt x="4323398" y="856404"/>
                </a:lnTo>
                <a:lnTo>
                  <a:pt x="4344591" y="855929"/>
                </a:lnTo>
                <a:lnTo>
                  <a:pt x="4365784" y="855348"/>
                </a:lnTo>
                <a:lnTo>
                  <a:pt x="4386977" y="854662"/>
                </a:lnTo>
                <a:lnTo>
                  <a:pt x="4408170" y="853870"/>
                </a:lnTo>
                <a:lnTo>
                  <a:pt x="4429363" y="852974"/>
                </a:lnTo>
                <a:lnTo>
                  <a:pt x="4450556" y="851973"/>
                </a:lnTo>
                <a:lnTo>
                  <a:pt x="4471749" y="850867"/>
                </a:lnTo>
                <a:lnTo>
                  <a:pt x="4492942" y="849658"/>
                </a:lnTo>
                <a:lnTo>
                  <a:pt x="4514136" y="848344"/>
                </a:lnTo>
                <a:lnTo>
                  <a:pt x="4535329" y="846927"/>
                </a:lnTo>
                <a:lnTo>
                  <a:pt x="4556522" y="845407"/>
                </a:lnTo>
                <a:lnTo>
                  <a:pt x="4577715" y="843784"/>
                </a:lnTo>
                <a:lnTo>
                  <a:pt x="4598908" y="842058"/>
                </a:lnTo>
                <a:lnTo>
                  <a:pt x="4620101" y="840231"/>
                </a:lnTo>
                <a:lnTo>
                  <a:pt x="4641294" y="838302"/>
                </a:lnTo>
                <a:lnTo>
                  <a:pt x="4662488" y="836272"/>
                </a:lnTo>
                <a:lnTo>
                  <a:pt x="4683681" y="834141"/>
                </a:lnTo>
                <a:lnTo>
                  <a:pt x="4704874" y="831910"/>
                </a:lnTo>
                <a:lnTo>
                  <a:pt x="4726067" y="829580"/>
                </a:lnTo>
                <a:lnTo>
                  <a:pt x="4747260" y="827150"/>
                </a:lnTo>
                <a:lnTo>
                  <a:pt x="4768453" y="824623"/>
                </a:lnTo>
                <a:lnTo>
                  <a:pt x="4789646" y="821998"/>
                </a:lnTo>
                <a:lnTo>
                  <a:pt x="4810839" y="819275"/>
                </a:lnTo>
                <a:lnTo>
                  <a:pt x="4832033" y="816456"/>
                </a:lnTo>
                <a:lnTo>
                  <a:pt x="4853226" y="813542"/>
                </a:lnTo>
                <a:lnTo>
                  <a:pt x="4874419" y="810533"/>
                </a:lnTo>
                <a:lnTo>
                  <a:pt x="4895612" y="807429"/>
                </a:lnTo>
                <a:lnTo>
                  <a:pt x="4916805" y="804232"/>
                </a:lnTo>
                <a:lnTo>
                  <a:pt x="4937998" y="800942"/>
                </a:lnTo>
                <a:lnTo>
                  <a:pt x="4959191" y="797561"/>
                </a:lnTo>
                <a:lnTo>
                  <a:pt x="4980384" y="794088"/>
                </a:lnTo>
                <a:lnTo>
                  <a:pt x="5001578" y="790525"/>
                </a:lnTo>
                <a:lnTo>
                  <a:pt x="5022771" y="786873"/>
                </a:lnTo>
                <a:lnTo>
                  <a:pt x="5043964" y="783132"/>
                </a:lnTo>
                <a:lnTo>
                  <a:pt x="5065157" y="779304"/>
                </a:lnTo>
                <a:lnTo>
                  <a:pt x="5086350" y="775390"/>
                </a:lnTo>
                <a:lnTo>
                  <a:pt x="5107543" y="771390"/>
                </a:lnTo>
                <a:lnTo>
                  <a:pt x="5128736" y="767305"/>
                </a:lnTo>
                <a:lnTo>
                  <a:pt x="5149929" y="763137"/>
                </a:lnTo>
                <a:lnTo>
                  <a:pt x="5171123" y="758886"/>
                </a:lnTo>
                <a:lnTo>
                  <a:pt x="5192316" y="754554"/>
                </a:lnTo>
                <a:lnTo>
                  <a:pt x="5213509" y="750141"/>
                </a:lnTo>
                <a:lnTo>
                  <a:pt x="5234702" y="745649"/>
                </a:lnTo>
                <a:lnTo>
                  <a:pt x="5255895" y="741079"/>
                </a:lnTo>
                <a:lnTo>
                  <a:pt x="5277088" y="736432"/>
                </a:lnTo>
                <a:lnTo>
                  <a:pt x="5298281" y="731709"/>
                </a:lnTo>
                <a:lnTo>
                  <a:pt x="5319474" y="726911"/>
                </a:lnTo>
                <a:lnTo>
                  <a:pt x="5340668" y="722039"/>
                </a:lnTo>
                <a:lnTo>
                  <a:pt x="5361861" y="717095"/>
                </a:lnTo>
                <a:lnTo>
                  <a:pt x="5383054" y="712080"/>
                </a:lnTo>
                <a:lnTo>
                  <a:pt x="5404247" y="706995"/>
                </a:lnTo>
                <a:lnTo>
                  <a:pt x="5425440" y="701841"/>
                </a:lnTo>
                <a:lnTo>
                  <a:pt x="5446633" y="696620"/>
                </a:lnTo>
                <a:lnTo>
                  <a:pt x="5467826" y="691332"/>
                </a:lnTo>
                <a:lnTo>
                  <a:pt x="5489019" y="685980"/>
                </a:lnTo>
                <a:lnTo>
                  <a:pt x="5510212" y="680564"/>
                </a:lnTo>
                <a:lnTo>
                  <a:pt x="5531406" y="675087"/>
                </a:lnTo>
                <a:lnTo>
                  <a:pt x="5552599" y="669548"/>
                </a:lnTo>
                <a:lnTo>
                  <a:pt x="5573792" y="663950"/>
                </a:lnTo>
                <a:lnTo>
                  <a:pt x="5594985" y="658294"/>
                </a:lnTo>
                <a:lnTo>
                  <a:pt x="5616178" y="652581"/>
                </a:lnTo>
                <a:lnTo>
                  <a:pt x="5637371" y="646813"/>
                </a:lnTo>
                <a:lnTo>
                  <a:pt x="5658564" y="640991"/>
                </a:lnTo>
                <a:lnTo>
                  <a:pt x="5679758" y="635117"/>
                </a:lnTo>
                <a:lnTo>
                  <a:pt x="5700951" y="629191"/>
                </a:lnTo>
                <a:lnTo>
                  <a:pt x="5722144" y="623217"/>
                </a:lnTo>
                <a:lnTo>
                  <a:pt x="5743337" y="617194"/>
                </a:lnTo>
                <a:lnTo>
                  <a:pt x="5764530" y="611125"/>
                </a:lnTo>
                <a:lnTo>
                  <a:pt x="5785723" y="605010"/>
                </a:lnTo>
                <a:lnTo>
                  <a:pt x="5806916" y="598853"/>
                </a:lnTo>
                <a:lnTo>
                  <a:pt x="5828109" y="592653"/>
                </a:lnTo>
                <a:lnTo>
                  <a:pt x="5849303" y="586412"/>
                </a:lnTo>
                <a:lnTo>
                  <a:pt x="5870496" y="580133"/>
                </a:lnTo>
                <a:lnTo>
                  <a:pt x="5891689" y="573817"/>
                </a:lnTo>
                <a:lnTo>
                  <a:pt x="5912882" y="567464"/>
                </a:lnTo>
                <a:lnTo>
                  <a:pt x="5934075" y="561077"/>
                </a:lnTo>
                <a:lnTo>
                  <a:pt x="5955268" y="554658"/>
                </a:lnTo>
                <a:lnTo>
                  <a:pt x="5976461" y="548208"/>
                </a:lnTo>
                <a:lnTo>
                  <a:pt x="5997654" y="541728"/>
                </a:lnTo>
                <a:lnTo>
                  <a:pt x="6018848" y="535220"/>
                </a:lnTo>
                <a:lnTo>
                  <a:pt x="6040041" y="528686"/>
                </a:lnTo>
                <a:lnTo>
                  <a:pt x="6061234" y="522127"/>
                </a:lnTo>
                <a:lnTo>
                  <a:pt x="6082427" y="515545"/>
                </a:lnTo>
                <a:lnTo>
                  <a:pt x="6103620" y="508941"/>
                </a:lnTo>
                <a:lnTo>
                  <a:pt x="6124813" y="502318"/>
                </a:lnTo>
                <a:lnTo>
                  <a:pt x="6146006" y="495677"/>
                </a:lnTo>
                <a:lnTo>
                  <a:pt x="6167199" y="489019"/>
                </a:lnTo>
                <a:lnTo>
                  <a:pt x="6188392" y="482346"/>
                </a:lnTo>
                <a:lnTo>
                  <a:pt x="6209586" y="475660"/>
                </a:lnTo>
                <a:lnTo>
                  <a:pt x="6230779" y="468962"/>
                </a:lnTo>
                <a:lnTo>
                  <a:pt x="6251972" y="462255"/>
                </a:lnTo>
                <a:lnTo>
                  <a:pt x="6273165" y="455539"/>
                </a:lnTo>
                <a:lnTo>
                  <a:pt x="6294358" y="448816"/>
                </a:lnTo>
                <a:lnTo>
                  <a:pt x="6315551" y="442088"/>
                </a:lnTo>
                <a:lnTo>
                  <a:pt x="6336744" y="435358"/>
                </a:lnTo>
                <a:lnTo>
                  <a:pt x="6357938" y="428625"/>
                </a:lnTo>
                <a:lnTo>
                  <a:pt x="6379131" y="421892"/>
                </a:lnTo>
                <a:lnTo>
                  <a:pt x="6400324" y="415162"/>
                </a:lnTo>
                <a:lnTo>
                  <a:pt x="6421517" y="408434"/>
                </a:lnTo>
                <a:lnTo>
                  <a:pt x="6442710" y="401711"/>
                </a:lnTo>
                <a:lnTo>
                  <a:pt x="6463903" y="394995"/>
                </a:lnTo>
                <a:lnTo>
                  <a:pt x="6485096" y="388288"/>
                </a:lnTo>
                <a:lnTo>
                  <a:pt x="6506289" y="381590"/>
                </a:lnTo>
                <a:lnTo>
                  <a:pt x="6527483" y="374904"/>
                </a:lnTo>
                <a:lnTo>
                  <a:pt x="6548676" y="368231"/>
                </a:lnTo>
                <a:lnTo>
                  <a:pt x="6569869" y="361573"/>
                </a:lnTo>
                <a:lnTo>
                  <a:pt x="6591062" y="354932"/>
                </a:lnTo>
                <a:lnTo>
                  <a:pt x="6612255" y="348309"/>
                </a:lnTo>
                <a:lnTo>
                  <a:pt x="6633448" y="341705"/>
                </a:lnTo>
                <a:lnTo>
                  <a:pt x="6654641" y="335123"/>
                </a:lnTo>
                <a:lnTo>
                  <a:pt x="6675834" y="328564"/>
                </a:lnTo>
                <a:lnTo>
                  <a:pt x="6697028" y="322030"/>
                </a:lnTo>
                <a:lnTo>
                  <a:pt x="6718221" y="315522"/>
                </a:lnTo>
                <a:lnTo>
                  <a:pt x="6739414" y="309042"/>
                </a:lnTo>
                <a:lnTo>
                  <a:pt x="6760607" y="302592"/>
                </a:lnTo>
                <a:lnTo>
                  <a:pt x="6781800" y="296173"/>
                </a:lnTo>
                <a:lnTo>
                  <a:pt x="6802993" y="289786"/>
                </a:lnTo>
                <a:lnTo>
                  <a:pt x="6824186" y="283433"/>
                </a:lnTo>
                <a:lnTo>
                  <a:pt x="6845379" y="277117"/>
                </a:lnTo>
                <a:lnTo>
                  <a:pt x="6866573" y="270838"/>
                </a:lnTo>
                <a:lnTo>
                  <a:pt x="6887766" y="264597"/>
                </a:lnTo>
                <a:lnTo>
                  <a:pt x="6908959" y="258397"/>
                </a:lnTo>
                <a:lnTo>
                  <a:pt x="6930152" y="252240"/>
                </a:lnTo>
                <a:lnTo>
                  <a:pt x="6951345" y="246125"/>
                </a:lnTo>
                <a:lnTo>
                  <a:pt x="6972538" y="240056"/>
                </a:lnTo>
                <a:lnTo>
                  <a:pt x="6993731" y="234033"/>
                </a:lnTo>
                <a:lnTo>
                  <a:pt x="7014924" y="228059"/>
                </a:lnTo>
                <a:lnTo>
                  <a:pt x="7036117" y="222133"/>
                </a:lnTo>
                <a:lnTo>
                  <a:pt x="7057311" y="216259"/>
                </a:lnTo>
                <a:lnTo>
                  <a:pt x="7078504" y="210437"/>
                </a:lnTo>
                <a:lnTo>
                  <a:pt x="7099697" y="204669"/>
                </a:lnTo>
                <a:lnTo>
                  <a:pt x="7120890" y="198956"/>
                </a:lnTo>
                <a:lnTo>
                  <a:pt x="7142083" y="193300"/>
                </a:lnTo>
                <a:lnTo>
                  <a:pt x="7163276" y="187702"/>
                </a:lnTo>
                <a:lnTo>
                  <a:pt x="7184469" y="182163"/>
                </a:lnTo>
                <a:lnTo>
                  <a:pt x="7205663" y="176686"/>
                </a:lnTo>
                <a:lnTo>
                  <a:pt x="7226856" y="171270"/>
                </a:lnTo>
                <a:lnTo>
                  <a:pt x="7248049" y="165918"/>
                </a:lnTo>
                <a:lnTo>
                  <a:pt x="7269242" y="160630"/>
                </a:lnTo>
                <a:lnTo>
                  <a:pt x="7290435" y="155409"/>
                </a:lnTo>
                <a:lnTo>
                  <a:pt x="7311628" y="150255"/>
                </a:lnTo>
                <a:lnTo>
                  <a:pt x="7332821" y="145170"/>
                </a:lnTo>
                <a:lnTo>
                  <a:pt x="7354014" y="140155"/>
                </a:lnTo>
                <a:lnTo>
                  <a:pt x="7375208" y="135211"/>
                </a:lnTo>
                <a:lnTo>
                  <a:pt x="7396401" y="130339"/>
                </a:lnTo>
                <a:lnTo>
                  <a:pt x="7417594" y="125541"/>
                </a:lnTo>
                <a:lnTo>
                  <a:pt x="7438787" y="120818"/>
                </a:lnTo>
                <a:lnTo>
                  <a:pt x="7459980" y="116171"/>
                </a:lnTo>
                <a:lnTo>
                  <a:pt x="7481173" y="111601"/>
                </a:lnTo>
                <a:lnTo>
                  <a:pt x="7502366" y="107109"/>
                </a:lnTo>
                <a:lnTo>
                  <a:pt x="7523559" y="102696"/>
                </a:lnTo>
                <a:lnTo>
                  <a:pt x="7544752" y="98364"/>
                </a:lnTo>
                <a:lnTo>
                  <a:pt x="7565946" y="94113"/>
                </a:lnTo>
                <a:lnTo>
                  <a:pt x="7587139" y="89945"/>
                </a:lnTo>
                <a:lnTo>
                  <a:pt x="7608332" y="85860"/>
                </a:lnTo>
                <a:lnTo>
                  <a:pt x="7629525" y="81860"/>
                </a:lnTo>
                <a:lnTo>
                  <a:pt x="7650718" y="77946"/>
                </a:lnTo>
                <a:lnTo>
                  <a:pt x="7671911" y="74118"/>
                </a:lnTo>
                <a:lnTo>
                  <a:pt x="7693104" y="70377"/>
                </a:lnTo>
                <a:lnTo>
                  <a:pt x="7714298" y="66725"/>
                </a:lnTo>
                <a:lnTo>
                  <a:pt x="7735491" y="63162"/>
                </a:lnTo>
                <a:lnTo>
                  <a:pt x="7756684" y="59689"/>
                </a:lnTo>
                <a:lnTo>
                  <a:pt x="7777877" y="56308"/>
                </a:lnTo>
                <a:lnTo>
                  <a:pt x="7799070" y="53018"/>
                </a:lnTo>
                <a:lnTo>
                  <a:pt x="7820263" y="49821"/>
                </a:lnTo>
                <a:lnTo>
                  <a:pt x="7841456" y="46717"/>
                </a:lnTo>
                <a:lnTo>
                  <a:pt x="7862649" y="43708"/>
                </a:lnTo>
                <a:lnTo>
                  <a:pt x="7883842" y="40794"/>
                </a:lnTo>
                <a:lnTo>
                  <a:pt x="7905036" y="37975"/>
                </a:lnTo>
                <a:lnTo>
                  <a:pt x="7926229" y="35252"/>
                </a:lnTo>
                <a:lnTo>
                  <a:pt x="7947422" y="32627"/>
                </a:lnTo>
                <a:lnTo>
                  <a:pt x="7968615" y="30100"/>
                </a:lnTo>
                <a:lnTo>
                  <a:pt x="7989808" y="27670"/>
                </a:lnTo>
                <a:lnTo>
                  <a:pt x="8011001" y="25340"/>
                </a:lnTo>
                <a:lnTo>
                  <a:pt x="8032194" y="23109"/>
                </a:lnTo>
                <a:lnTo>
                  <a:pt x="8053388" y="20978"/>
                </a:lnTo>
                <a:lnTo>
                  <a:pt x="8074581" y="18948"/>
                </a:lnTo>
                <a:lnTo>
                  <a:pt x="8095774" y="17019"/>
                </a:lnTo>
                <a:lnTo>
                  <a:pt x="8116967" y="15192"/>
                </a:lnTo>
                <a:lnTo>
                  <a:pt x="8138160" y="13466"/>
                </a:lnTo>
                <a:lnTo>
                  <a:pt x="8159353" y="11843"/>
                </a:lnTo>
                <a:lnTo>
                  <a:pt x="8180546" y="10323"/>
                </a:lnTo>
                <a:lnTo>
                  <a:pt x="8201739" y="8906"/>
                </a:lnTo>
                <a:lnTo>
                  <a:pt x="8222933" y="7592"/>
                </a:lnTo>
                <a:lnTo>
                  <a:pt x="8244126" y="6383"/>
                </a:lnTo>
                <a:lnTo>
                  <a:pt x="8265319" y="5277"/>
                </a:lnTo>
                <a:lnTo>
                  <a:pt x="8286512" y="4276"/>
                </a:lnTo>
                <a:lnTo>
                  <a:pt x="8307705" y="3380"/>
                </a:lnTo>
                <a:lnTo>
                  <a:pt x="8328898" y="2588"/>
                </a:lnTo>
                <a:lnTo>
                  <a:pt x="8350091" y="1902"/>
                </a:lnTo>
                <a:lnTo>
                  <a:pt x="8371284" y="1321"/>
                </a:lnTo>
                <a:lnTo>
                  <a:pt x="8392478" y="846"/>
                </a:lnTo>
                <a:lnTo>
                  <a:pt x="8413671" y="476"/>
                </a:lnTo>
                <a:lnTo>
                  <a:pt x="8434864" y="212"/>
                </a:lnTo>
                <a:lnTo>
                  <a:pt x="8456057" y="53"/>
                </a:lnTo>
                <a:lnTo>
                  <a:pt x="8477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26" name="alias-stem">
            <a:extLst xmlns:a="http://schemas.openxmlformats.org/drawingml/2006/main">
              <a:ext uri="{FF2B5EF4-FFF2-40B4-BE49-F238E27FC236}">
                <a16:creationId xmlns:a16="http://schemas.microsoft.com/office/drawing/2014/main" id="{CDE69277-4F31-4109-B450-49581EB0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095750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4286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27" name="alias-sample-0">
            <a:extLst xmlns:a="http://schemas.openxmlformats.org/drawingml/2006/main">
              <a:ext uri="{FF2B5EF4-FFF2-40B4-BE49-F238E27FC236}">
                <a16:creationId xmlns:a16="http://schemas.microsoft.com/office/drawing/2014/main" id="{7C2AA812-0B0D-4A4D-ACBF-50DAB7404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48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8" name="alias-time">
            <a:extLst xmlns:a="http://schemas.openxmlformats.org/drawingml/2006/main">
              <a:ext uri="{FF2B5EF4-FFF2-40B4-BE49-F238E27FC236}">
                <a16:creationId xmlns:a16="http://schemas.microsoft.com/office/drawing/2014/main" id="{326E8CFD-34B6-43A3-B90B-16E518E3B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0958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29" name="alias-stem">
            <a:extLst xmlns:a="http://schemas.openxmlformats.org/drawingml/2006/main">
              <a:ext uri="{FF2B5EF4-FFF2-40B4-BE49-F238E27FC236}">
                <a16:creationId xmlns:a16="http://schemas.microsoft.com/office/drawing/2014/main" id="{8ECAD6B3-936F-4D76-A1CD-752205651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438" y="45243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30" name="alias-sample-1">
            <a:extLst xmlns:a="http://schemas.openxmlformats.org/drawingml/2006/main">
              <a:ext uri="{FF2B5EF4-FFF2-40B4-BE49-F238E27FC236}">
                <a16:creationId xmlns:a16="http://schemas.microsoft.com/office/drawing/2014/main" id="{153E2750-56B5-4FFC-A213-6FF26A30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4476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31" name="alias-time">
            <a:extLst xmlns:a="http://schemas.openxmlformats.org/drawingml/2006/main">
              <a:ext uri="{FF2B5EF4-FFF2-40B4-BE49-F238E27FC236}">
                <a16:creationId xmlns:a16="http://schemas.microsoft.com/office/drawing/2014/main" id="{E0604282-5A4A-49DF-891B-636902CD6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438" y="50958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0.125</a:t>
            </a:r>
          </a:p>
        </p:txBody>
      </p:sp>
      <p:sp>
        <p:nvSpPr>
          <p:cNvPr id="32" name="alias-stem">
            <a:extLst xmlns:a="http://schemas.openxmlformats.org/drawingml/2006/main">
              <a:ext uri="{FF2B5EF4-FFF2-40B4-BE49-F238E27FC236}">
                <a16:creationId xmlns:a16="http://schemas.microsoft.com/office/drawing/2014/main" id="{AF264127-EC59-4E26-B0F8-877E0E0E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24375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0"/>
                </a:moveTo>
                <a:lnTo>
                  <a:pt x="0" y="42862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33" name="alias-sample-2">
            <a:extLst xmlns:a="http://schemas.openxmlformats.org/drawingml/2006/main">
              <a:ext uri="{FF2B5EF4-FFF2-40B4-BE49-F238E27FC236}">
                <a16:creationId xmlns:a16="http://schemas.microsoft.com/office/drawing/2014/main" id="{B6A656D8-F635-47EF-8B7F-AA3F8923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905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34" name="alias-time">
            <a:extLst xmlns:a="http://schemas.openxmlformats.org/drawingml/2006/main">
              <a:ext uri="{FF2B5EF4-FFF2-40B4-BE49-F238E27FC236}">
                <a16:creationId xmlns:a16="http://schemas.microsoft.com/office/drawing/2014/main" id="{331FC93E-7790-4420-9127-D989723A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0958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0.25</a:t>
            </a:r>
          </a:p>
        </p:txBody>
      </p:sp>
      <p:sp>
        <p:nvSpPr>
          <p:cNvPr id="35" name="alias-stem">
            <a:extLst xmlns:a="http://schemas.openxmlformats.org/drawingml/2006/main">
              <a:ext uri="{FF2B5EF4-FFF2-40B4-BE49-F238E27FC236}">
                <a16:creationId xmlns:a16="http://schemas.microsoft.com/office/drawing/2014/main" id="{55B596BD-98A8-4C30-A3BE-D10ECEE2D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1063" y="45243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36" name="alias-sample-3">
            <a:extLst xmlns:a="http://schemas.openxmlformats.org/drawingml/2006/main">
              <a:ext uri="{FF2B5EF4-FFF2-40B4-BE49-F238E27FC236}">
                <a16:creationId xmlns:a16="http://schemas.microsoft.com/office/drawing/2014/main" id="{B4B6B699-9B1B-4CF0-903D-DF615F625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3438" y="4476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37" name="alias-time">
            <a:extLst xmlns:a="http://schemas.openxmlformats.org/drawingml/2006/main">
              <a:ext uri="{FF2B5EF4-FFF2-40B4-BE49-F238E27FC236}">
                <a16:creationId xmlns:a16="http://schemas.microsoft.com/office/drawing/2014/main" id="{26757F94-425A-4810-8AB5-B4ABD98AA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0063" y="50958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0.375</a:t>
            </a:r>
          </a:p>
        </p:txBody>
      </p:sp>
      <p:sp>
        <p:nvSpPr>
          <p:cNvPr id="38" name="alias-stem">
            <a:extLst xmlns:a="http://schemas.openxmlformats.org/drawingml/2006/main">
              <a:ext uri="{FF2B5EF4-FFF2-40B4-BE49-F238E27FC236}">
                <a16:creationId xmlns:a16="http://schemas.microsoft.com/office/drawing/2014/main" id="{D698B4EC-BDDE-4A56-BED5-1C5954664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095750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4286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39" name="alias-sample-4">
            <a:extLst xmlns:a="http://schemas.openxmlformats.org/drawingml/2006/main">
              <a:ext uri="{FF2B5EF4-FFF2-40B4-BE49-F238E27FC236}">
                <a16:creationId xmlns:a16="http://schemas.microsoft.com/office/drawing/2014/main" id="{69DA3A41-945F-406E-A5E5-0312C4212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48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40" name="alias-time">
            <a:extLst xmlns:a="http://schemas.openxmlformats.org/drawingml/2006/main">
              <a:ext uri="{FF2B5EF4-FFF2-40B4-BE49-F238E27FC236}">
                <a16:creationId xmlns:a16="http://schemas.microsoft.com/office/drawing/2014/main" id="{2A27792F-7002-4859-ACF9-1415ECF4D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50958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0.5</a:t>
            </a:r>
          </a:p>
        </p:txBody>
      </p:sp>
      <p:sp>
        <p:nvSpPr>
          <p:cNvPr id="41" name="alias-time-unit">
            <a:extLst xmlns:a="http://schemas.openxmlformats.org/drawingml/2006/main">
              <a:ext uri="{FF2B5EF4-FFF2-40B4-BE49-F238E27FC236}">
                <a16:creationId xmlns:a16="http://schemas.microsoft.com/office/drawing/2014/main" id="{43DAAC9A-521D-47D9-A229-6990F6258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30542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ms</a:t>
            </a:r>
          </a:p>
        </p:txBody>
      </p:sp>
      <p:sp>
        <p:nvSpPr>
          <p:cNvPr id="42" name="answer-1">
            <a:extLst xmlns:a="http://schemas.openxmlformats.org/drawingml/2006/main">
              <a:ext uri="{FF2B5EF4-FFF2-40B4-BE49-F238E27FC236}">
                <a16:creationId xmlns:a16="http://schemas.microsoft.com/office/drawing/2014/main" id="{BF910B93-BB64-4169-A4C5-C747FA3D3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两组样本相同：1、0、−1、0、1。</a:t>
            </a:r>
          </a:p>
        </p:txBody>
      </p:sp>
      <p:sp>
        <p:nvSpPr>
          <p:cNvPr id="43" name="answer-2">
            <a:extLst xmlns:a="http://schemas.openxmlformats.org/drawingml/2006/main">
              <a:ext uri="{FF2B5EF4-FFF2-40B4-BE49-F238E27FC236}">
                <a16:creationId xmlns:a16="http://schemas.microsoft.com/office/drawing/2014/main" id="{07C3C473-B9FD-4186-98BD-611ABCBC5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不同输入可能无法区分：混叠。</a:t>
            </a:r>
          </a:p>
        </p:txBody>
      </p:sp>
    </p:spTree>
    <p:extLst>
      <p:ext uri="{BB962C8B-B14F-4D97-AF65-F5344CB8AC3E}">
        <p14:creationId xmlns:p14="http://schemas.microsoft.com/office/powerpoint/2010/main" val="1492127057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op-rail">
            <a:extLst xmlns:a="http://schemas.openxmlformats.org/drawingml/2006/main">
              <a:ext uri="{FF2B5EF4-FFF2-40B4-BE49-F238E27FC236}">
                <a16:creationId xmlns:a16="http://schemas.microsoft.com/office/drawing/2014/main" id="{24420F4C-930C-4BF8-B06C-91C1CC9D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367DA00E-D5E4-4E7D-BB01-C5B3BCFB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8B9387EE-E028-4954-B9E1-255E9F84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8kHz采样能保留6kHz纯音吗？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2FA31CA-6EF9-413E-903D-2DBF48E21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带限信号；理想条件：fs &gt; 2 × fmax。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C7C5CE8-388B-4B9F-ABEA-A4CE9FE6A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声音6 kHz；采样8 kHz。</a:t>
            </a:r>
          </a:p>
        </p:txBody>
      </p:sp>
      <p:sp>
        <p:nvSpPr>
          <p:cNvPr id="6" name="frequency-axis">
            <a:extLst xmlns:a="http://schemas.openxmlformats.org/drawingml/2006/main">
              <a:ext uri="{FF2B5EF4-FFF2-40B4-BE49-F238E27FC236}">
                <a16:creationId xmlns:a16="http://schemas.microsoft.com/office/drawing/2014/main" id="{9ED9BFA3-1C79-4079-9CA3-726811542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9525000" cy="9525"/>
          </a:xfrm>
          <a:custGeom xmlns:a="http://schemas.openxmlformats.org/drawingml/2006/main">
            <a:pathLst>
              <a:path w="9525000" h="9525">
                <a:moveTo>
                  <a:pt x="0" y="0"/>
                </a:moveTo>
                <a:lnTo>
                  <a:pt x="9525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62626"/>
            </a:solidFill>
          </a:ln>
        </p:spPr>
      </p:sp>
      <p:sp>
        <p:nvSpPr>
          <p:cNvPr id="7" name="frequency-tick">
            <a:extLst xmlns:a="http://schemas.openxmlformats.org/drawingml/2006/main">
              <a:ext uri="{FF2B5EF4-FFF2-40B4-BE49-F238E27FC236}">
                <a16:creationId xmlns:a16="http://schemas.microsoft.com/office/drawing/2014/main" id="{C69C7B26-28C9-447D-BD7C-EFC0126C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00450"/>
            <a:ext cx="9525" cy="152400"/>
          </a:xfrm>
          <a:custGeom xmlns:a="http://schemas.openxmlformats.org/drawingml/2006/main">
            <a:pathLst>
              <a:path w="952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8" name="frequency-tick-label">
            <a:extLst xmlns:a="http://schemas.openxmlformats.org/drawingml/2006/main">
              <a:ext uri="{FF2B5EF4-FFF2-40B4-BE49-F238E27FC236}">
                <a16:creationId xmlns:a16="http://schemas.microsoft.com/office/drawing/2014/main" id="{07F46049-1AD3-473D-B3B0-80067A78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9" name="frequency-tick">
            <a:extLst xmlns:a="http://schemas.openxmlformats.org/drawingml/2006/main">
              <a:ext uri="{FF2B5EF4-FFF2-40B4-BE49-F238E27FC236}">
                <a16:creationId xmlns:a16="http://schemas.microsoft.com/office/drawing/2014/main" id="{32C13F32-163A-4287-9804-20B3B25F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600450"/>
            <a:ext cx="9525" cy="152400"/>
          </a:xfrm>
          <a:custGeom xmlns:a="http://schemas.openxmlformats.org/drawingml/2006/main">
            <a:pathLst>
              <a:path w="952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0" name="frequency-tick-label">
            <a:extLst xmlns:a="http://schemas.openxmlformats.org/drawingml/2006/main">
              <a:ext uri="{FF2B5EF4-FFF2-40B4-BE49-F238E27FC236}">
                <a16:creationId xmlns:a16="http://schemas.microsoft.com/office/drawing/2014/main" id="{E48B4B4A-10FE-478E-A4C9-F36008D0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576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11" name="frequency-tick">
            <a:extLst xmlns:a="http://schemas.openxmlformats.org/drawingml/2006/main">
              <a:ext uri="{FF2B5EF4-FFF2-40B4-BE49-F238E27FC236}">
                <a16:creationId xmlns:a16="http://schemas.microsoft.com/office/drawing/2014/main" id="{A98CF83C-15EA-4E7A-A47C-56A98828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00450"/>
            <a:ext cx="9525" cy="152400"/>
          </a:xfrm>
          <a:custGeom xmlns:a="http://schemas.openxmlformats.org/drawingml/2006/main">
            <a:pathLst>
              <a:path w="952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2" name="frequency-tick-label">
            <a:extLst xmlns:a="http://schemas.openxmlformats.org/drawingml/2006/main">
              <a:ext uri="{FF2B5EF4-FFF2-40B4-BE49-F238E27FC236}">
                <a16:creationId xmlns:a16="http://schemas.microsoft.com/office/drawing/2014/main" id="{C996200E-43BB-4952-8C24-0891BF6BC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576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13" name="frequency-tick">
            <a:extLst xmlns:a="http://schemas.openxmlformats.org/drawingml/2006/main">
              <a:ext uri="{FF2B5EF4-FFF2-40B4-BE49-F238E27FC236}">
                <a16:creationId xmlns:a16="http://schemas.microsoft.com/office/drawing/2014/main" id="{4F0BB2F3-088B-4ACE-A8B1-829F9A738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00450"/>
            <a:ext cx="9525" cy="152400"/>
          </a:xfrm>
          <a:custGeom xmlns:a="http://schemas.openxmlformats.org/drawingml/2006/main">
            <a:pathLst>
              <a:path w="952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4" name="frequency-tick-label">
            <a:extLst xmlns:a="http://schemas.openxmlformats.org/drawingml/2006/main">
              <a:ext uri="{FF2B5EF4-FFF2-40B4-BE49-F238E27FC236}">
                <a16:creationId xmlns:a16="http://schemas.microsoft.com/office/drawing/2014/main" id="{89CCFE0B-1044-41A7-B1CA-9C7E33BD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576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6</a:t>
            </a:r>
          </a:p>
        </p:txBody>
      </p:sp>
      <p:sp>
        <p:nvSpPr>
          <p:cNvPr id="15" name="frequency-tick">
            <a:extLst xmlns:a="http://schemas.openxmlformats.org/drawingml/2006/main">
              <a:ext uri="{FF2B5EF4-FFF2-40B4-BE49-F238E27FC236}">
                <a16:creationId xmlns:a16="http://schemas.microsoft.com/office/drawing/2014/main" id="{75F51D73-E86E-4690-A157-21B285C5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600450"/>
            <a:ext cx="9525" cy="152400"/>
          </a:xfrm>
          <a:custGeom xmlns:a="http://schemas.openxmlformats.org/drawingml/2006/main">
            <a:pathLst>
              <a:path w="952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6" name="frequency-tick-label">
            <a:extLst xmlns:a="http://schemas.openxmlformats.org/drawingml/2006/main">
              <a:ext uri="{FF2B5EF4-FFF2-40B4-BE49-F238E27FC236}">
                <a16:creationId xmlns:a16="http://schemas.microsoft.com/office/drawing/2014/main" id="{5AC96D2F-0F27-4AD1-8A24-1F64BD04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8576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</a:t>
            </a:r>
          </a:p>
        </p:txBody>
      </p:sp>
      <p:sp>
        <p:nvSpPr>
          <p:cNvPr id="17" name="frequency-unit">
            <a:extLst xmlns:a="http://schemas.openxmlformats.org/drawingml/2006/main">
              <a:ext uri="{FF2B5EF4-FFF2-40B4-BE49-F238E27FC236}">
                <a16:creationId xmlns:a16="http://schemas.microsoft.com/office/drawing/2014/main" id="{CB127A7D-52B9-4E2B-A6F4-E8F79145A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6245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声音频率 / kHz</a:t>
            </a:r>
          </a:p>
        </p:txBody>
      </p:sp>
      <p:sp>
        <p:nvSpPr>
          <p:cNvPr id="18" name="six-khz-component">
            <a:extLst xmlns:a="http://schemas.openxmlformats.org/drawingml/2006/main">
              <a:ext uri="{FF2B5EF4-FFF2-40B4-BE49-F238E27FC236}">
                <a16:creationId xmlns:a16="http://schemas.microsoft.com/office/drawing/2014/main" id="{2A8A78DC-7366-44A3-9B69-5B2F476AB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81300"/>
            <a:ext cx="9525" cy="895350"/>
          </a:xfrm>
          <a:custGeom xmlns:a="http://schemas.openxmlformats.org/drawingml/2006/main">
            <a:pathLst>
              <a:path w="9525" h="895350">
                <a:moveTo>
                  <a:pt x="0" y="8953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9" name="input-frequency">
            <a:extLst xmlns:a="http://schemas.openxmlformats.org/drawingml/2006/main">
              <a:ext uri="{FF2B5EF4-FFF2-40B4-BE49-F238E27FC236}">
                <a16:creationId xmlns:a16="http://schemas.microsoft.com/office/drawing/2014/main" id="{6DEB0420-2610-4521-B552-57C92B4C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4098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6 kHz输入</a:t>
            </a:r>
          </a:p>
        </p:txBody>
      </p:sp>
    </p:spTree>
    <p:extLst>
      <p:ext uri="{BB962C8B-B14F-4D97-AF65-F5344CB8AC3E}">
        <p14:creationId xmlns:p14="http://schemas.microsoft.com/office/powerpoint/2010/main" val="1150549785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op-rail">
            <a:extLst xmlns:a="http://schemas.openxmlformats.org/drawingml/2006/main">
              <a:ext uri="{FF2B5EF4-FFF2-40B4-BE49-F238E27FC236}">
                <a16:creationId xmlns:a16="http://schemas.microsoft.com/office/drawing/2014/main" id="{24420F4C-930C-4BF8-B06C-91C1CC9D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367DA00E-D5E4-4E7D-BB01-C5B3BCFB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8B9387EE-E028-4954-B9E1-255E9F84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8kHz采样能保留6kHz纯音吗？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2FA31CA-6EF9-413E-903D-2DBF48E21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带限信号；理想条件：fs &gt; 2 × fmax。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C7C5CE8-388B-4B9F-ABEA-A4CE9FE6A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声音6 kHz；采样8 kHz。</a:t>
            </a:r>
          </a:p>
        </p:txBody>
      </p:sp>
      <p:sp>
        <p:nvSpPr>
          <p:cNvPr id="6" name="frequency-axis">
            <a:extLst xmlns:a="http://schemas.openxmlformats.org/drawingml/2006/main">
              <a:ext uri="{FF2B5EF4-FFF2-40B4-BE49-F238E27FC236}">
                <a16:creationId xmlns:a16="http://schemas.microsoft.com/office/drawing/2014/main" id="{9ED9BFA3-1C79-4079-9CA3-726811542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9525000" cy="9525"/>
          </a:xfrm>
          <a:custGeom xmlns:a="http://schemas.openxmlformats.org/drawingml/2006/main">
            <a:pathLst>
              <a:path w="9525000" h="9525">
                <a:moveTo>
                  <a:pt x="0" y="0"/>
                </a:moveTo>
                <a:lnTo>
                  <a:pt x="9525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62626"/>
            </a:solidFill>
          </a:ln>
        </p:spPr>
      </p:sp>
      <p:sp>
        <p:nvSpPr>
          <p:cNvPr id="7" name="frequency-tick">
            <a:extLst xmlns:a="http://schemas.openxmlformats.org/drawingml/2006/main">
              <a:ext uri="{FF2B5EF4-FFF2-40B4-BE49-F238E27FC236}">
                <a16:creationId xmlns:a16="http://schemas.microsoft.com/office/drawing/2014/main" id="{C69C7B26-28C9-447D-BD7C-EFC0126C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00450"/>
            <a:ext cx="9525" cy="152400"/>
          </a:xfrm>
          <a:custGeom xmlns:a="http://schemas.openxmlformats.org/drawingml/2006/main">
            <a:pathLst>
              <a:path w="952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8" name="frequency-tick-label">
            <a:extLst xmlns:a="http://schemas.openxmlformats.org/drawingml/2006/main">
              <a:ext uri="{FF2B5EF4-FFF2-40B4-BE49-F238E27FC236}">
                <a16:creationId xmlns:a16="http://schemas.microsoft.com/office/drawing/2014/main" id="{07F46049-1AD3-473D-B3B0-80067A78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9" name="frequency-tick">
            <a:extLst xmlns:a="http://schemas.openxmlformats.org/drawingml/2006/main">
              <a:ext uri="{FF2B5EF4-FFF2-40B4-BE49-F238E27FC236}">
                <a16:creationId xmlns:a16="http://schemas.microsoft.com/office/drawing/2014/main" id="{32C13F32-163A-4287-9804-20B3B25F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600450"/>
            <a:ext cx="9525" cy="152400"/>
          </a:xfrm>
          <a:custGeom xmlns:a="http://schemas.openxmlformats.org/drawingml/2006/main">
            <a:pathLst>
              <a:path w="952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0" name="frequency-tick-label">
            <a:extLst xmlns:a="http://schemas.openxmlformats.org/drawingml/2006/main">
              <a:ext uri="{FF2B5EF4-FFF2-40B4-BE49-F238E27FC236}">
                <a16:creationId xmlns:a16="http://schemas.microsoft.com/office/drawing/2014/main" id="{E48B4B4A-10FE-478E-A4C9-F36008D0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576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11" name="frequency-tick">
            <a:extLst xmlns:a="http://schemas.openxmlformats.org/drawingml/2006/main">
              <a:ext uri="{FF2B5EF4-FFF2-40B4-BE49-F238E27FC236}">
                <a16:creationId xmlns:a16="http://schemas.microsoft.com/office/drawing/2014/main" id="{A98CF83C-15EA-4E7A-A47C-56A98828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00450"/>
            <a:ext cx="9525" cy="152400"/>
          </a:xfrm>
          <a:custGeom xmlns:a="http://schemas.openxmlformats.org/drawingml/2006/main">
            <a:pathLst>
              <a:path w="952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2" name="frequency-tick-label">
            <a:extLst xmlns:a="http://schemas.openxmlformats.org/drawingml/2006/main">
              <a:ext uri="{FF2B5EF4-FFF2-40B4-BE49-F238E27FC236}">
                <a16:creationId xmlns:a16="http://schemas.microsoft.com/office/drawing/2014/main" id="{C996200E-43BB-4952-8C24-0891BF6BC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576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13" name="frequency-tick">
            <a:extLst xmlns:a="http://schemas.openxmlformats.org/drawingml/2006/main">
              <a:ext uri="{FF2B5EF4-FFF2-40B4-BE49-F238E27FC236}">
                <a16:creationId xmlns:a16="http://schemas.microsoft.com/office/drawing/2014/main" id="{4F0BB2F3-088B-4ACE-A8B1-829F9A738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00450"/>
            <a:ext cx="9525" cy="152400"/>
          </a:xfrm>
          <a:custGeom xmlns:a="http://schemas.openxmlformats.org/drawingml/2006/main">
            <a:pathLst>
              <a:path w="952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4" name="frequency-tick-label">
            <a:extLst xmlns:a="http://schemas.openxmlformats.org/drawingml/2006/main">
              <a:ext uri="{FF2B5EF4-FFF2-40B4-BE49-F238E27FC236}">
                <a16:creationId xmlns:a16="http://schemas.microsoft.com/office/drawing/2014/main" id="{89CCFE0B-1044-41A7-B1CA-9C7E33BD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576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6</a:t>
            </a:r>
          </a:p>
        </p:txBody>
      </p:sp>
      <p:sp>
        <p:nvSpPr>
          <p:cNvPr id="15" name="frequency-tick">
            <a:extLst xmlns:a="http://schemas.openxmlformats.org/drawingml/2006/main">
              <a:ext uri="{FF2B5EF4-FFF2-40B4-BE49-F238E27FC236}">
                <a16:creationId xmlns:a16="http://schemas.microsoft.com/office/drawing/2014/main" id="{75F51D73-E86E-4690-A157-21B285C5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600450"/>
            <a:ext cx="9525" cy="152400"/>
          </a:xfrm>
          <a:custGeom xmlns:a="http://schemas.openxmlformats.org/drawingml/2006/main">
            <a:pathLst>
              <a:path w="952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6" name="frequency-tick-label">
            <a:extLst xmlns:a="http://schemas.openxmlformats.org/drawingml/2006/main">
              <a:ext uri="{FF2B5EF4-FFF2-40B4-BE49-F238E27FC236}">
                <a16:creationId xmlns:a16="http://schemas.microsoft.com/office/drawing/2014/main" id="{5AC96D2F-0F27-4AD1-8A24-1F64BD04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8576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</a:t>
            </a:r>
          </a:p>
        </p:txBody>
      </p:sp>
      <p:sp>
        <p:nvSpPr>
          <p:cNvPr id="17" name="frequency-unit">
            <a:extLst xmlns:a="http://schemas.openxmlformats.org/drawingml/2006/main">
              <a:ext uri="{FF2B5EF4-FFF2-40B4-BE49-F238E27FC236}">
                <a16:creationId xmlns:a16="http://schemas.microsoft.com/office/drawing/2014/main" id="{CB127A7D-52B9-4E2B-A6F4-E8F79145A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6245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声音频率 / kHz</a:t>
            </a:r>
          </a:p>
        </p:txBody>
      </p:sp>
      <p:sp>
        <p:nvSpPr>
          <p:cNvPr id="18" name="six-khz-component">
            <a:extLst xmlns:a="http://schemas.openxmlformats.org/drawingml/2006/main">
              <a:ext uri="{FF2B5EF4-FFF2-40B4-BE49-F238E27FC236}">
                <a16:creationId xmlns:a16="http://schemas.microsoft.com/office/drawing/2014/main" id="{2A8A78DC-7366-44A3-9B69-5B2F476AB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81300"/>
            <a:ext cx="9525" cy="895350"/>
          </a:xfrm>
          <a:custGeom xmlns:a="http://schemas.openxmlformats.org/drawingml/2006/main">
            <a:pathLst>
              <a:path w="9525" h="895350">
                <a:moveTo>
                  <a:pt x="0" y="8953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9" name="input-frequency">
            <a:extLst xmlns:a="http://schemas.openxmlformats.org/drawingml/2006/main">
              <a:ext uri="{FF2B5EF4-FFF2-40B4-BE49-F238E27FC236}">
                <a16:creationId xmlns:a16="http://schemas.microsoft.com/office/drawing/2014/main" id="{6DEB0420-2610-4521-B552-57C92B4C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4098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6 kHz输入</a:t>
            </a:r>
          </a:p>
        </p:txBody>
      </p:sp>
      <p:sp>
        <p:nvSpPr>
          <p:cNvPr id="20" name="nyquist-boundary">
            <a:extLst xmlns:a="http://schemas.openxmlformats.org/drawingml/2006/main">
              <a:ext uri="{FF2B5EF4-FFF2-40B4-BE49-F238E27FC236}">
                <a16:creationId xmlns:a16="http://schemas.microsoft.com/office/drawing/2014/main" id="{6E4FDA2D-AAAB-46E3-92E1-64A616DD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76525"/>
            <a:ext cx="9525" cy="1514475"/>
          </a:xfrm>
          <a:custGeom xmlns:a="http://schemas.openxmlformats.org/drawingml/2006/main">
            <a:pathLst>
              <a:path w="9525" h="1514475">
                <a:moveTo>
                  <a:pt x="0" y="0"/>
                </a:moveTo>
                <a:lnTo>
                  <a:pt x="0" y="151447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21" name="nyquist-label">
            <a:extLst xmlns:a="http://schemas.openxmlformats.org/drawingml/2006/main">
              <a:ext uri="{FF2B5EF4-FFF2-40B4-BE49-F238E27FC236}">
                <a16:creationId xmlns:a16="http://schemas.microsoft.com/office/drawing/2014/main" id="{DFD4209E-A7E8-471D-8B63-07CB99D6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63867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FF0000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FF0000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FF0000"/>
                </a:solidFill>
                <a:latin typeface="Alibaba PuHuiTi 3.0 115 Black"/>
                <a:ea typeface="Alibaba PuHuiTi 3.0 115 Black"/>
                <a:cs typeface="Alibaba PuHuiTi 3.0 115 Black"/>
              </a:rPr>
              <a:t>fs/2＝4 kHz边界</a:t>
            </a:r>
          </a:p>
        </p:txBody>
      </p:sp>
      <p:sp>
        <p:nvSpPr>
          <p:cNvPr id="22" name="answer-1">
            <a:extLst xmlns:a="http://schemas.openxmlformats.org/drawingml/2006/main">
              <a:ext uri="{FF2B5EF4-FFF2-40B4-BE49-F238E27FC236}">
                <a16:creationId xmlns:a16="http://schemas.microsoft.com/office/drawing/2014/main" id="{27ABF564-8425-4D24-A7E8-42D9B2BC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正常流程：先限制频率，再采样。</a:t>
            </a:r>
          </a:p>
        </p:txBody>
      </p:sp>
      <p:sp>
        <p:nvSpPr>
          <p:cNvPr id="23" name="answer-2">
            <a:extLst xmlns:a="http://schemas.openxmlformats.org/drawingml/2006/main">
              <a:ext uri="{FF2B5EF4-FFF2-40B4-BE49-F238E27FC236}">
                <a16:creationId xmlns:a16="http://schemas.microsoft.com/office/drawing/2014/main" id="{FD7CE5EF-6598-4C0E-B11E-65D76DF3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6 kHz超过4 kHz边界，不能保留。</a:t>
            </a:r>
          </a:p>
        </p:txBody>
      </p:sp>
    </p:spTree>
    <p:extLst>
      <p:ext uri="{BB962C8B-B14F-4D97-AF65-F5344CB8AC3E}">
        <p14:creationId xmlns:p14="http://schemas.microsoft.com/office/powerpoint/2010/main" val="1150549785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op-rail">
            <a:extLst xmlns:a="http://schemas.openxmlformats.org/drawingml/2006/main">
              <a:ext uri="{FF2B5EF4-FFF2-40B4-BE49-F238E27FC236}">
                <a16:creationId xmlns:a16="http://schemas.microsoft.com/office/drawing/2014/main" id="{95BD454F-325A-456D-9116-D7434882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F13AF145-5690-44C8-95C3-AFC825E0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2EB6BA7F-9966-4881-91BD-1105D6D64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怎样把记录参数与数据量连起来？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6EE3F847-02C9-453F-9E94-75A723C9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019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8C64E1"/>
            </a:solidFill>
          </a:ln>
        </p:spPr>
      </p:sp>
      <p:sp>
        <p:nvSpPr>
          <p:cNvPr id="5" name="tree-root-label">
            <a:extLst xmlns:a="http://schemas.openxmlformats.org/drawingml/2006/main">
              <a:ext uri="{FF2B5EF4-FFF2-40B4-BE49-F238E27FC236}">
                <a16:creationId xmlns:a16="http://schemas.microsoft.com/office/drawing/2014/main" id="{01188819-DA6A-4A2A-89E0-55057FE1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175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声音数字化</a:t>
            </a:r>
          </a:p>
        </p:txBody>
      </p:sp>
      <p:sp>
        <p:nvSpPr>
          <p:cNvPr id="6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EAD3408D-CDB8-4570-B4A0-E9DA6EC95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7" name="tree-trunk-0">
            <a:extLst xmlns:a="http://schemas.openxmlformats.org/drawingml/2006/main">
              <a:ext uri="{FF2B5EF4-FFF2-40B4-BE49-F238E27FC236}">
                <a16:creationId xmlns:a16="http://schemas.microsoft.com/office/drawing/2014/main" id="{F1FDB4DA-EC79-4042-B7E3-151145F8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ree-relationship-0">
            <a:extLst xmlns:a="http://schemas.openxmlformats.org/drawingml/2006/main">
              <a:ext uri="{FF2B5EF4-FFF2-40B4-BE49-F238E27FC236}">
                <a16:creationId xmlns:a16="http://schemas.microsoft.com/office/drawing/2014/main" id="{0BCF3E3B-510A-4F6D-AB9C-83B0B2DFF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9" name="tree-node-0">
            <a:extLst xmlns:a="http://schemas.openxmlformats.org/drawingml/2006/main">
              <a:ext uri="{FF2B5EF4-FFF2-40B4-BE49-F238E27FC236}">
                <a16:creationId xmlns:a16="http://schemas.microsoft.com/office/drawing/2014/main" id="{A6E8B1CA-8F7D-4B1B-B43D-FE1C45F7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7526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ree-heading-0">
            <a:extLst xmlns:a="http://schemas.openxmlformats.org/drawingml/2006/main">
              <a:ext uri="{FF2B5EF4-FFF2-40B4-BE49-F238E27FC236}">
                <a16:creationId xmlns:a16="http://schemas.microsoft.com/office/drawing/2014/main" id="{789F1FB9-F3C2-4540-AFDC-9BB5A5745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288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</a:t>
            </a:r>
          </a:p>
        </p:txBody>
      </p:sp>
      <p:sp>
        <p:nvSpPr>
          <p:cNvPr id="11" name="tree-detail-0">
            <a:extLst xmlns:a="http://schemas.openxmlformats.org/drawingml/2006/main">
              <a:ext uri="{FF2B5EF4-FFF2-40B4-BE49-F238E27FC236}">
                <a16:creationId xmlns:a16="http://schemas.microsoft.com/office/drawing/2014/main" id="{237E5FBF-6639-4519-BCE2-BD84011E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90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按时刻取值</a:t>
            </a:r>
          </a:p>
        </p:txBody>
      </p:sp>
      <p:sp>
        <p:nvSpPr>
          <p:cNvPr id="12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6A709E57-A69F-4D12-955E-66004784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3" name="tree-relation-label-0">
            <a:extLst xmlns:a="http://schemas.openxmlformats.org/drawingml/2006/main">
              <a:ext uri="{FF2B5EF4-FFF2-40B4-BE49-F238E27FC236}">
                <a16:creationId xmlns:a16="http://schemas.microsoft.com/office/drawing/2014/main" id="{76A7FD85-4AD3-4ED9-8D3C-D7408706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288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 × 时长</a:t>
            </a:r>
          </a:p>
        </p:txBody>
      </p:sp>
      <p:sp>
        <p:nvSpPr>
          <p:cNvPr id="14" name="tree-relation-detail-0">
            <a:extLst xmlns:a="http://schemas.openxmlformats.org/drawingml/2006/main">
              <a:ext uri="{FF2B5EF4-FFF2-40B4-BE49-F238E27FC236}">
                <a16:creationId xmlns:a16="http://schemas.microsoft.com/office/drawing/2014/main" id="{E21E1F5F-72FB-465B-974E-34962DDC6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907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每声道有多少样本</a:t>
            </a:r>
          </a:p>
        </p:txBody>
      </p:sp>
      <p:sp>
        <p:nvSpPr>
          <p:cNvPr id="15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8890B4B1-D8F3-4F0F-9E11-89CA9A45B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6" name="tree-trunk-1">
            <a:extLst xmlns:a="http://schemas.openxmlformats.org/drawingml/2006/main">
              <a:ext uri="{FF2B5EF4-FFF2-40B4-BE49-F238E27FC236}">
                <a16:creationId xmlns:a16="http://schemas.microsoft.com/office/drawing/2014/main" id="{A81806A6-67D1-4122-A755-EC533F17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1104900"/>
          </a:xfrm>
          <a:custGeom xmlns:a="http://schemas.openxmlformats.org/drawingml/2006/main">
            <a:pathLst>
              <a:path w="9525" h="1104900">
                <a:moveTo>
                  <a:pt x="0" y="0"/>
                </a:moveTo>
                <a:lnTo>
                  <a:pt x="0" y="11049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7" name="tree-relationship-1">
            <a:extLst xmlns:a="http://schemas.openxmlformats.org/drawingml/2006/main">
              <a:ext uri="{FF2B5EF4-FFF2-40B4-BE49-F238E27FC236}">
                <a16:creationId xmlns:a16="http://schemas.microsoft.com/office/drawing/2014/main" id="{838DE07A-30AF-4EBE-AF2E-CB709D853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670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8" name="tree-node-1">
            <a:extLst xmlns:a="http://schemas.openxmlformats.org/drawingml/2006/main">
              <a:ext uri="{FF2B5EF4-FFF2-40B4-BE49-F238E27FC236}">
                <a16:creationId xmlns:a16="http://schemas.microsoft.com/office/drawing/2014/main" id="{80657C73-0C32-49AA-984E-7A59B68E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575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9" name="tree-heading-1">
            <a:extLst xmlns:a="http://schemas.openxmlformats.org/drawingml/2006/main">
              <a:ext uri="{FF2B5EF4-FFF2-40B4-BE49-F238E27FC236}">
                <a16:creationId xmlns:a16="http://schemas.microsoft.com/office/drawing/2014/main" id="{47CD6517-2A32-4ACC-8C47-F72F284A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337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量化</a:t>
            </a:r>
          </a:p>
        </p:txBody>
      </p:sp>
      <p:sp>
        <p:nvSpPr>
          <p:cNvPr id="20" name="tree-detail-1">
            <a:extLst xmlns:a="http://schemas.openxmlformats.org/drawingml/2006/main">
              <a:ext uri="{FF2B5EF4-FFF2-40B4-BE49-F238E27FC236}">
                <a16:creationId xmlns:a16="http://schemas.microsoft.com/office/drawing/2014/main" id="{8E76395F-E28C-4AAC-BD74-E0096D849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956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幅度取有限等级</a:t>
            </a:r>
          </a:p>
        </p:txBody>
      </p:sp>
      <p:sp>
        <p:nvSpPr>
          <p:cNvPr id="21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DF0DD26A-B372-44B1-9EA1-DB83C1CEE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527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22" name="tree-relation-label-1">
            <a:extLst xmlns:a="http://schemas.openxmlformats.org/drawingml/2006/main">
              <a:ext uri="{FF2B5EF4-FFF2-40B4-BE49-F238E27FC236}">
                <a16:creationId xmlns:a16="http://schemas.microsoft.com/office/drawing/2014/main" id="{7324C98C-DE8D-42DD-8F9F-AF4024500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337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固定范围：等级数决定步长</a:t>
            </a:r>
          </a:p>
        </p:txBody>
      </p:sp>
      <p:sp>
        <p:nvSpPr>
          <p:cNvPr id="23" name="tree-relation-detail-1">
            <a:extLst xmlns:a="http://schemas.openxmlformats.org/drawingml/2006/main">
              <a:ext uri="{FF2B5EF4-FFF2-40B4-BE49-F238E27FC236}">
                <a16:creationId xmlns:a16="http://schemas.microsoft.com/office/drawing/2014/main" id="{9B54E763-C18D-4A11-B1D2-B7BB3EEB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956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等级越多，步长越小</a:t>
            </a:r>
          </a:p>
        </p:txBody>
      </p:sp>
      <p:sp>
        <p:nvSpPr>
          <p:cNvPr id="24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B109D5E4-428F-418A-8B6B-CDD8BBA7A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5" name="tree-trunk-2">
            <a:extLst xmlns:a="http://schemas.openxmlformats.org/drawingml/2006/main">
              <a:ext uri="{FF2B5EF4-FFF2-40B4-BE49-F238E27FC236}">
                <a16:creationId xmlns:a16="http://schemas.microsoft.com/office/drawing/2014/main" id="{0031886C-C725-4C01-AFF1-2F2128CED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2209800"/>
          </a:xfrm>
          <a:custGeom xmlns:a="http://schemas.openxmlformats.org/drawingml/2006/main">
            <a:pathLst>
              <a:path w="9525" h="2209800">
                <a:moveTo>
                  <a:pt x="0" y="0"/>
                </a:moveTo>
                <a:lnTo>
                  <a:pt x="0" y="22098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6" name="tree-relationship-2">
            <a:extLst xmlns:a="http://schemas.openxmlformats.org/drawingml/2006/main">
              <a:ext uri="{FF2B5EF4-FFF2-40B4-BE49-F238E27FC236}">
                <a16:creationId xmlns:a16="http://schemas.microsoft.com/office/drawing/2014/main" id="{E29C01A4-C42D-450C-BFB1-8FF0DF45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719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7" name="tree-node-2">
            <a:extLst xmlns:a="http://schemas.openxmlformats.org/drawingml/2006/main">
              <a:ext uri="{FF2B5EF4-FFF2-40B4-BE49-F238E27FC236}">
                <a16:creationId xmlns:a16="http://schemas.microsoft.com/office/drawing/2014/main" id="{205C115E-1FF1-4C10-B2DD-D5F7D278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9624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8" name="tree-heading-2">
            <a:extLst xmlns:a="http://schemas.openxmlformats.org/drawingml/2006/main">
              <a:ext uri="{FF2B5EF4-FFF2-40B4-BE49-F238E27FC236}">
                <a16:creationId xmlns:a16="http://schemas.microsoft.com/office/drawing/2014/main" id="{FEFC947B-5B82-4177-B685-2732B947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0386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编码</a:t>
            </a:r>
          </a:p>
        </p:txBody>
      </p:sp>
      <p:sp>
        <p:nvSpPr>
          <p:cNvPr id="29" name="tree-detail-2">
            <a:extLst xmlns:a="http://schemas.openxmlformats.org/drawingml/2006/main">
              <a:ext uri="{FF2B5EF4-FFF2-40B4-BE49-F238E27FC236}">
                <a16:creationId xmlns:a16="http://schemas.microsoft.com/office/drawing/2014/main" id="{04698D82-955C-4807-9DC2-FD6DBAAC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005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用码字表示等级</a:t>
            </a:r>
          </a:p>
        </p:txBody>
      </p:sp>
      <p:sp>
        <p:nvSpPr>
          <p:cNvPr id="30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C2BBC061-EA2D-49F5-B041-69C35850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576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31" name="tree-relation-label-2">
            <a:extLst xmlns:a="http://schemas.openxmlformats.org/drawingml/2006/main">
              <a:ext uri="{FF2B5EF4-FFF2-40B4-BE49-F238E27FC236}">
                <a16:creationId xmlns:a16="http://schemas.microsoft.com/office/drawing/2014/main" id="{334BB391-A621-44D3-88A2-9D65B6148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386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等级编号 → 等长码字</a:t>
            </a:r>
          </a:p>
        </p:txBody>
      </p:sp>
      <p:sp>
        <p:nvSpPr>
          <p:cNvPr id="32" name="tree-relation-detail-2">
            <a:extLst xmlns:a="http://schemas.openxmlformats.org/drawingml/2006/main">
              <a:ext uri="{FF2B5EF4-FFF2-40B4-BE49-F238E27FC236}">
                <a16:creationId xmlns:a16="http://schemas.microsoft.com/office/drawing/2014/main" id="{3ED83EC1-6212-409B-9003-1C07E31D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005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本课编码可以不压缩</a:t>
            </a:r>
          </a:p>
        </p:txBody>
      </p:sp>
    </p:spTree>
    <p:extLst>
      <p:ext uri="{BB962C8B-B14F-4D97-AF65-F5344CB8AC3E}">
        <p14:creationId xmlns:p14="http://schemas.microsoft.com/office/powerpoint/2010/main" val="1366757529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top-rail">
            <a:extLst xmlns:a="http://schemas.openxmlformats.org/drawingml/2006/main">
              <a:ext uri="{FF2B5EF4-FFF2-40B4-BE49-F238E27FC236}">
                <a16:creationId xmlns:a16="http://schemas.microsoft.com/office/drawing/2014/main" id="{95BD454F-325A-456D-9116-D7434882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F13AF145-5690-44C8-95C3-AFC825E0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2EB6BA7F-9966-4881-91BD-1105D6D64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怎样把记录参数与数据量连起来？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6EE3F847-02C9-453F-9E94-75A723C9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019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8C64E1"/>
            </a:solidFill>
          </a:ln>
        </p:spPr>
      </p:sp>
      <p:sp>
        <p:nvSpPr>
          <p:cNvPr id="5" name="tree-root-label">
            <a:extLst xmlns:a="http://schemas.openxmlformats.org/drawingml/2006/main">
              <a:ext uri="{FF2B5EF4-FFF2-40B4-BE49-F238E27FC236}">
                <a16:creationId xmlns:a16="http://schemas.microsoft.com/office/drawing/2014/main" id="{01188819-DA6A-4A2A-89E0-55057FE1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175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声音数字化</a:t>
            </a:r>
          </a:p>
        </p:txBody>
      </p:sp>
      <p:sp>
        <p:nvSpPr>
          <p:cNvPr id="6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EAD3408D-CDB8-4570-B4A0-E9DA6EC95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7" name="tree-trunk-0">
            <a:extLst xmlns:a="http://schemas.openxmlformats.org/drawingml/2006/main">
              <a:ext uri="{FF2B5EF4-FFF2-40B4-BE49-F238E27FC236}">
                <a16:creationId xmlns:a16="http://schemas.microsoft.com/office/drawing/2014/main" id="{F1FDB4DA-EC79-4042-B7E3-151145F8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ree-relationship-0">
            <a:extLst xmlns:a="http://schemas.openxmlformats.org/drawingml/2006/main">
              <a:ext uri="{FF2B5EF4-FFF2-40B4-BE49-F238E27FC236}">
                <a16:creationId xmlns:a16="http://schemas.microsoft.com/office/drawing/2014/main" id="{0BCF3E3B-510A-4F6D-AB9C-83B0B2DFF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9" name="tree-node-0">
            <a:extLst xmlns:a="http://schemas.openxmlformats.org/drawingml/2006/main">
              <a:ext uri="{FF2B5EF4-FFF2-40B4-BE49-F238E27FC236}">
                <a16:creationId xmlns:a16="http://schemas.microsoft.com/office/drawing/2014/main" id="{A6E8B1CA-8F7D-4B1B-B43D-FE1C45F7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7526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ree-heading-0">
            <a:extLst xmlns:a="http://schemas.openxmlformats.org/drawingml/2006/main">
              <a:ext uri="{FF2B5EF4-FFF2-40B4-BE49-F238E27FC236}">
                <a16:creationId xmlns:a16="http://schemas.microsoft.com/office/drawing/2014/main" id="{789F1FB9-F3C2-4540-AFDC-9BB5A5745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288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</a:t>
            </a:r>
          </a:p>
        </p:txBody>
      </p:sp>
      <p:sp>
        <p:nvSpPr>
          <p:cNvPr id="11" name="tree-detail-0">
            <a:extLst xmlns:a="http://schemas.openxmlformats.org/drawingml/2006/main">
              <a:ext uri="{FF2B5EF4-FFF2-40B4-BE49-F238E27FC236}">
                <a16:creationId xmlns:a16="http://schemas.microsoft.com/office/drawing/2014/main" id="{237E5FBF-6639-4519-BCE2-BD84011E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90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按时刻取值</a:t>
            </a:r>
          </a:p>
        </p:txBody>
      </p:sp>
      <p:sp>
        <p:nvSpPr>
          <p:cNvPr id="12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6A709E57-A69F-4D12-955E-66004784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3" name="tree-relation-label-0">
            <a:extLst xmlns:a="http://schemas.openxmlformats.org/drawingml/2006/main">
              <a:ext uri="{FF2B5EF4-FFF2-40B4-BE49-F238E27FC236}">
                <a16:creationId xmlns:a16="http://schemas.microsoft.com/office/drawing/2014/main" id="{76A7FD85-4AD3-4ED9-8D3C-D7408706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288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 × 时长</a:t>
            </a:r>
          </a:p>
        </p:txBody>
      </p:sp>
      <p:sp>
        <p:nvSpPr>
          <p:cNvPr id="14" name="tree-relation-detail-0">
            <a:extLst xmlns:a="http://schemas.openxmlformats.org/drawingml/2006/main">
              <a:ext uri="{FF2B5EF4-FFF2-40B4-BE49-F238E27FC236}">
                <a16:creationId xmlns:a16="http://schemas.microsoft.com/office/drawing/2014/main" id="{E21E1F5F-72FB-465B-974E-34962DDC6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907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每声道有多少样本</a:t>
            </a:r>
          </a:p>
        </p:txBody>
      </p:sp>
      <p:sp>
        <p:nvSpPr>
          <p:cNvPr id="15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8890B4B1-D8F3-4F0F-9E11-89CA9A45B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6" name="tree-trunk-1">
            <a:extLst xmlns:a="http://schemas.openxmlformats.org/drawingml/2006/main">
              <a:ext uri="{FF2B5EF4-FFF2-40B4-BE49-F238E27FC236}">
                <a16:creationId xmlns:a16="http://schemas.microsoft.com/office/drawing/2014/main" id="{A81806A6-67D1-4122-A755-EC533F17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1104900"/>
          </a:xfrm>
          <a:custGeom xmlns:a="http://schemas.openxmlformats.org/drawingml/2006/main">
            <a:pathLst>
              <a:path w="9525" h="1104900">
                <a:moveTo>
                  <a:pt x="0" y="0"/>
                </a:moveTo>
                <a:lnTo>
                  <a:pt x="0" y="11049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7" name="tree-relationship-1">
            <a:extLst xmlns:a="http://schemas.openxmlformats.org/drawingml/2006/main">
              <a:ext uri="{FF2B5EF4-FFF2-40B4-BE49-F238E27FC236}">
                <a16:creationId xmlns:a16="http://schemas.microsoft.com/office/drawing/2014/main" id="{838DE07A-30AF-4EBE-AF2E-CB709D853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670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8" name="tree-node-1">
            <a:extLst xmlns:a="http://schemas.openxmlformats.org/drawingml/2006/main">
              <a:ext uri="{FF2B5EF4-FFF2-40B4-BE49-F238E27FC236}">
                <a16:creationId xmlns:a16="http://schemas.microsoft.com/office/drawing/2014/main" id="{80657C73-0C32-49AA-984E-7A59B68E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575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9" name="tree-heading-1">
            <a:extLst xmlns:a="http://schemas.openxmlformats.org/drawingml/2006/main">
              <a:ext uri="{FF2B5EF4-FFF2-40B4-BE49-F238E27FC236}">
                <a16:creationId xmlns:a16="http://schemas.microsoft.com/office/drawing/2014/main" id="{47CD6517-2A32-4ACC-8C47-F72F284A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337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量化</a:t>
            </a:r>
          </a:p>
        </p:txBody>
      </p:sp>
      <p:sp>
        <p:nvSpPr>
          <p:cNvPr id="20" name="tree-detail-1">
            <a:extLst xmlns:a="http://schemas.openxmlformats.org/drawingml/2006/main">
              <a:ext uri="{FF2B5EF4-FFF2-40B4-BE49-F238E27FC236}">
                <a16:creationId xmlns:a16="http://schemas.microsoft.com/office/drawing/2014/main" id="{8E76395F-E28C-4AAC-BD74-E0096D849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956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幅度取有限等级</a:t>
            </a:r>
          </a:p>
        </p:txBody>
      </p:sp>
      <p:sp>
        <p:nvSpPr>
          <p:cNvPr id="21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DF0DD26A-B372-44B1-9EA1-DB83C1CEE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527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22" name="tree-relation-label-1">
            <a:extLst xmlns:a="http://schemas.openxmlformats.org/drawingml/2006/main">
              <a:ext uri="{FF2B5EF4-FFF2-40B4-BE49-F238E27FC236}">
                <a16:creationId xmlns:a16="http://schemas.microsoft.com/office/drawing/2014/main" id="{7324C98C-DE8D-42DD-8F9F-AF4024500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337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固定范围：等级数决定步长</a:t>
            </a:r>
          </a:p>
        </p:txBody>
      </p:sp>
      <p:sp>
        <p:nvSpPr>
          <p:cNvPr id="23" name="tree-relation-detail-1">
            <a:extLst xmlns:a="http://schemas.openxmlformats.org/drawingml/2006/main">
              <a:ext uri="{FF2B5EF4-FFF2-40B4-BE49-F238E27FC236}">
                <a16:creationId xmlns:a16="http://schemas.microsoft.com/office/drawing/2014/main" id="{9B54E763-C18D-4A11-B1D2-B7BB3EEB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956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等级越多，步长越小</a:t>
            </a:r>
          </a:p>
        </p:txBody>
      </p:sp>
      <p:sp>
        <p:nvSpPr>
          <p:cNvPr id="24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B109D5E4-428F-418A-8B6B-CDD8BBA7A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5" name="tree-trunk-2">
            <a:extLst xmlns:a="http://schemas.openxmlformats.org/drawingml/2006/main">
              <a:ext uri="{FF2B5EF4-FFF2-40B4-BE49-F238E27FC236}">
                <a16:creationId xmlns:a16="http://schemas.microsoft.com/office/drawing/2014/main" id="{0031886C-C725-4C01-AFF1-2F2128CED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2209800"/>
          </a:xfrm>
          <a:custGeom xmlns:a="http://schemas.openxmlformats.org/drawingml/2006/main">
            <a:pathLst>
              <a:path w="9525" h="2209800">
                <a:moveTo>
                  <a:pt x="0" y="0"/>
                </a:moveTo>
                <a:lnTo>
                  <a:pt x="0" y="22098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6" name="tree-relationship-2">
            <a:extLst xmlns:a="http://schemas.openxmlformats.org/drawingml/2006/main">
              <a:ext uri="{FF2B5EF4-FFF2-40B4-BE49-F238E27FC236}">
                <a16:creationId xmlns:a16="http://schemas.microsoft.com/office/drawing/2014/main" id="{E29C01A4-C42D-450C-BFB1-8FF0DF45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719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7" name="tree-node-2">
            <a:extLst xmlns:a="http://schemas.openxmlformats.org/drawingml/2006/main">
              <a:ext uri="{FF2B5EF4-FFF2-40B4-BE49-F238E27FC236}">
                <a16:creationId xmlns:a16="http://schemas.microsoft.com/office/drawing/2014/main" id="{205C115E-1FF1-4C10-B2DD-D5F7D278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9624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8" name="tree-heading-2">
            <a:extLst xmlns:a="http://schemas.openxmlformats.org/drawingml/2006/main">
              <a:ext uri="{FF2B5EF4-FFF2-40B4-BE49-F238E27FC236}">
                <a16:creationId xmlns:a16="http://schemas.microsoft.com/office/drawing/2014/main" id="{FEFC947B-5B82-4177-B685-2732B947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0386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编码</a:t>
            </a:r>
          </a:p>
        </p:txBody>
      </p:sp>
      <p:sp>
        <p:nvSpPr>
          <p:cNvPr id="29" name="tree-detail-2">
            <a:extLst xmlns:a="http://schemas.openxmlformats.org/drawingml/2006/main">
              <a:ext uri="{FF2B5EF4-FFF2-40B4-BE49-F238E27FC236}">
                <a16:creationId xmlns:a16="http://schemas.microsoft.com/office/drawing/2014/main" id="{04698D82-955C-4807-9DC2-FD6DBAAC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005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用码字表示等级</a:t>
            </a:r>
          </a:p>
        </p:txBody>
      </p:sp>
      <p:sp>
        <p:nvSpPr>
          <p:cNvPr id="30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C2BBC061-EA2D-49F5-B041-69C35850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576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31" name="tree-relation-label-2">
            <a:extLst xmlns:a="http://schemas.openxmlformats.org/drawingml/2006/main">
              <a:ext uri="{FF2B5EF4-FFF2-40B4-BE49-F238E27FC236}">
                <a16:creationId xmlns:a16="http://schemas.microsoft.com/office/drawing/2014/main" id="{334BB391-A621-44D3-88A2-9D65B6148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386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等级编号 → 等长码字</a:t>
            </a:r>
          </a:p>
        </p:txBody>
      </p:sp>
      <p:sp>
        <p:nvSpPr>
          <p:cNvPr id="32" name="tree-relation-detail-2">
            <a:extLst xmlns:a="http://schemas.openxmlformats.org/drawingml/2006/main">
              <a:ext uri="{FF2B5EF4-FFF2-40B4-BE49-F238E27FC236}">
                <a16:creationId xmlns:a16="http://schemas.microsoft.com/office/drawing/2014/main" id="{3ED83EC1-6212-409B-9003-1C07E31D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005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本课编码可以不压缩</a:t>
            </a:r>
          </a:p>
        </p:txBody>
      </p:sp>
      <p:sp>
        <p:nvSpPr>
          <p:cNvPr id="33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ADF0E626-3C24-4451-BD88-1ED29722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4" name="tree-trunk-3">
            <a:extLst xmlns:a="http://schemas.openxmlformats.org/drawingml/2006/main">
              <a:ext uri="{FF2B5EF4-FFF2-40B4-BE49-F238E27FC236}">
                <a16:creationId xmlns:a16="http://schemas.microsoft.com/office/drawing/2014/main" id="{3B7BDA7A-33CF-462A-A14F-DBCAF609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3314700"/>
          </a:xfrm>
          <a:custGeom xmlns:a="http://schemas.openxmlformats.org/drawingml/2006/main">
            <a:pathLst>
              <a:path w="9525" h="3314700">
                <a:moveTo>
                  <a:pt x="0" y="0"/>
                </a:moveTo>
                <a:lnTo>
                  <a:pt x="0" y="33147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5" name="tree-relationship-3">
            <a:extLst xmlns:a="http://schemas.openxmlformats.org/drawingml/2006/main">
              <a:ext uri="{FF2B5EF4-FFF2-40B4-BE49-F238E27FC236}">
                <a16:creationId xmlns:a16="http://schemas.microsoft.com/office/drawing/2014/main" id="{A4576583-B428-4C67-96EF-AD3BB9EF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4768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6" name="tree-node-3">
            <a:extLst xmlns:a="http://schemas.openxmlformats.org/drawingml/2006/main">
              <a:ext uri="{FF2B5EF4-FFF2-40B4-BE49-F238E27FC236}">
                <a16:creationId xmlns:a16="http://schemas.microsoft.com/office/drawing/2014/main" id="{97D055E7-08FC-4BAC-B814-F4601D0B3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0673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7" name="tree-heading-3">
            <a:extLst xmlns:a="http://schemas.openxmlformats.org/drawingml/2006/main">
              <a:ext uri="{FF2B5EF4-FFF2-40B4-BE49-F238E27FC236}">
                <a16:creationId xmlns:a16="http://schemas.microsoft.com/office/drawing/2014/main" id="{C053F1E2-455D-4788-A8E6-7F71CB8B0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1435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PCM计数</a:t>
            </a:r>
          </a:p>
        </p:txBody>
      </p:sp>
      <p:sp>
        <p:nvSpPr>
          <p:cNvPr id="38" name="tree-detail-3">
            <a:extLst xmlns:a="http://schemas.openxmlformats.org/drawingml/2006/main">
              <a:ext uri="{FF2B5EF4-FFF2-40B4-BE49-F238E27FC236}">
                <a16:creationId xmlns:a16="http://schemas.microsoft.com/office/drawing/2014/main" id="{45E7F6A2-2795-487F-91C7-00367A25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5054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先数样本，再数byte</a:t>
            </a:r>
          </a:p>
        </p:txBody>
      </p:sp>
      <p:sp>
        <p:nvSpPr>
          <p:cNvPr id="39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67308DDB-C1F9-48B8-A7DE-DA018904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625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0" name="tree-relation-label-3">
            <a:extLst xmlns:a="http://schemas.openxmlformats.org/drawingml/2006/main">
              <a:ext uri="{FF2B5EF4-FFF2-40B4-BE49-F238E27FC236}">
                <a16:creationId xmlns:a16="http://schemas.microsoft.com/office/drawing/2014/main" id="{0DA2E1B9-35E9-4F1A-8763-1E8EB1D8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435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每声道样本数 × 声道数</a:t>
            </a:r>
          </a:p>
        </p:txBody>
      </p:sp>
      <p:sp>
        <p:nvSpPr>
          <p:cNvPr id="41" name="tree-relation-detail-3">
            <a:extLst xmlns:a="http://schemas.openxmlformats.org/drawingml/2006/main">
              <a:ext uri="{FF2B5EF4-FFF2-40B4-BE49-F238E27FC236}">
                <a16:creationId xmlns:a16="http://schemas.microsoft.com/office/drawing/2014/main" id="{093AA326-ADD9-4BC9-A2E6-94F2385BE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5054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× 每样本字节数 → 数据量</a:t>
            </a:r>
          </a:p>
        </p:txBody>
      </p:sp>
      <p:sp>
        <p:nvSpPr>
          <p:cNvPr id="42" name="new-tree-focus">
            <a:extLst xmlns:a="http://schemas.openxmlformats.org/drawingml/2006/main">
              <a:ext uri="{FF2B5EF4-FFF2-40B4-BE49-F238E27FC236}">
                <a16:creationId xmlns:a16="http://schemas.microsoft.com/office/drawing/2014/main" id="{4C42C9F7-84A0-4BB4-911E-5F00BA7B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29200"/>
            <a:ext cx="8534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43" name="new-tree-label">
            <a:extLst xmlns:a="http://schemas.openxmlformats.org/drawingml/2006/main">
              <a:ext uri="{FF2B5EF4-FFF2-40B4-BE49-F238E27FC236}">
                <a16:creationId xmlns:a16="http://schemas.microsoft.com/office/drawing/2014/main" id="{DA9742D6-C36B-490D-B821-DADB42FE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162550"/>
            <a:ext cx="80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18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新增</a:t>
            </a:r>
          </a:p>
        </p:txBody>
      </p:sp>
    </p:spTree>
    <p:extLst>
      <p:ext uri="{BB962C8B-B14F-4D97-AF65-F5344CB8AC3E}">
        <p14:creationId xmlns:p14="http://schemas.microsoft.com/office/powerpoint/2010/main" val="1366757529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rail">
            <a:extLst xmlns:a="http://schemas.openxmlformats.org/drawingml/2006/main">
              <a:ext uri="{FF2B5EF4-FFF2-40B4-BE49-F238E27FC236}">
                <a16:creationId xmlns:a16="http://schemas.microsoft.com/office/drawing/2014/main" id="{EDE5B800-00A0-4920-8B1A-74817A99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359A05F6-BF1E-4D73-B6E6-045FFFC91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DC2F0A74-2D22-4188-8C25-2DDB6C2B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独立退出题：列式，并改写一句话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9410DDB-77D3-4593-B820-9DDCC1CB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① 16kHz、2秒、16bit、双声道未压缩PCM。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F6086D1-B298-4979-AA56-B5A3D4BA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求样本数据量（B）；圈出声道因子。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7A5A6FE-CC2F-493F-948E-147BDBB4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② 改写：“声音编码的目的就是压缩文件。”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D04C4EF-4D77-4EF4-953F-F1C362DC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用本课一个例子说明理由。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DB3A4EA-1B08-4F01-9785-0D926245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独立60秒；先交纸条，再核对。</a:t>
            </a:r>
          </a:p>
        </p:txBody>
      </p:sp>
    </p:spTree>
    <p:extLst>
      <p:ext uri="{BB962C8B-B14F-4D97-AF65-F5344CB8AC3E}">
        <p14:creationId xmlns:p14="http://schemas.microsoft.com/office/powerpoint/2010/main" val="1923241421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ail">
            <a:extLst xmlns:a="http://schemas.openxmlformats.org/drawingml/2006/main">
              <a:ext uri="{FF2B5EF4-FFF2-40B4-BE49-F238E27FC236}">
                <a16:creationId xmlns:a16="http://schemas.microsoft.com/office/drawing/2014/main" id="{EDE5B800-00A0-4920-8B1A-74817A99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359A05F6-BF1E-4D73-B6E6-045FFFC91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DC2F0A74-2D22-4188-8C25-2DDB6C2B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独立退出题：列式，并改写一句话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9410DDB-77D3-4593-B820-9DDCC1CB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① 16kHz、2秒、16bit、双声道未压缩PCM。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F6086D1-B298-4979-AA56-B5A3D4BA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求样本数据量（B）；圈出声道因子。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7A5A6FE-CC2F-493F-948E-147BDBB4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② 改写：“声音编码的目的就是压缩文件。”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D04C4EF-4D77-4EF4-953F-F1C362DC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用本课一个例子说明理由。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DB3A4EA-1B08-4F01-9785-0D926245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独立60秒；先交纸条，再核对。</a:t>
            </a:r>
          </a:p>
        </p:txBody>
      </p:sp>
      <p:sp>
        <p:nvSpPr>
          <p:cNvPr id="9" name="exit-answer-1">
            <a:extLst xmlns:a="http://schemas.openxmlformats.org/drawingml/2006/main">
              <a:ext uri="{FF2B5EF4-FFF2-40B4-BE49-F238E27FC236}">
                <a16:creationId xmlns:a16="http://schemas.microsoft.com/office/drawing/2014/main" id="{F3B2E4D1-3D95-48CE-BBAB-AA8F94FAB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16,000 × 2 × 2 × 2 B＝128,000 B</a:t>
            </a:r>
          </a:p>
        </p:txBody>
      </p:sp>
      <p:sp>
        <p:nvSpPr>
          <p:cNvPr id="10" name="exit-answer-2">
            <a:extLst xmlns:a="http://schemas.openxmlformats.org/drawingml/2006/main">
              <a:ext uri="{FF2B5EF4-FFF2-40B4-BE49-F238E27FC236}">
                <a16:creationId xmlns:a16="http://schemas.microsoft.com/office/drawing/2014/main" id="{B40AE5C4-9846-4292-9FCD-1D6A926E2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编码可以不压缩；例如3 → 011。</a:t>
            </a:r>
          </a:p>
        </p:txBody>
      </p:sp>
    </p:spTree>
    <p:extLst>
      <p:ext uri="{BB962C8B-B14F-4D97-AF65-F5344CB8AC3E}">
        <p14:creationId xmlns:p14="http://schemas.microsoft.com/office/powerpoint/2010/main" val="1923241421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75FC4835-A8D3-48A1-8DEB-09060A03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60AD3D06-3135-45B1-B1DC-898D3F91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920AB3C7-448E-4F65-BF6E-8EABAE08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80分和60分，为什么会同属B？</a:t>
            </a:r>
          </a:p>
        </p:txBody>
      </p:sp>
      <p:graphicFrame>
        <p:nvGraphicFramePr>
          <p:cNvPr id="4" name="evidence-table">
            <a:extLst xmlns:a="http://schemas.openxmlformats.org/drawingml/2006/main">
              <a:ext uri="{FF2B5EF4-FFF2-40B4-BE49-F238E27FC236}">
                <a16:creationId xmlns:a16="http://schemas.microsoft.com/office/drawing/2014/main" id="{3F7A7108-18CE-4E00-903C-17AC791315E8}"/>
              </a:ext>
            </a:extLst>
          </p:cNvPr>
          <p:cNvGraphicFramePr/>
          <p:nvPr/>
        </p:nvGraphicFramePr>
        <p:xfrm>
          <a:off xmlns:a="http://schemas.openxmlformats.org/drawingml/2006/main" x="809625" y="2619375"/>
          <a:ext xmlns:a="http://schemas.openxmlformats.org/drawingml/2006/main" cx="5334000" cy="24765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095500"/>
                <a:gridCol w="3238500"/>
              </a:tblGrid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等级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整数分数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A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90–100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B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60–89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C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0–59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evidence-table">
            <a:extLst xmlns:a="http://schemas.openxmlformats.org/drawingml/2006/main">
              <a:ext uri="{FF2B5EF4-FFF2-40B4-BE49-F238E27FC236}">
                <a16:creationId xmlns:a16="http://schemas.microsoft.com/office/drawing/2014/main" id="{9E7D335F-99FD-4BB7-9F4B-512241251E1D}"/>
              </a:ext>
            </a:extLst>
          </p:cNvPr>
          <p:cNvGraphicFramePr/>
          <p:nvPr/>
        </p:nvGraphicFramePr>
        <p:xfrm>
          <a:off xmlns:a="http://schemas.openxmlformats.org/drawingml/2006/main" x="7000875" y="3048000"/>
          <a:ext xmlns:a="http://schemas.openxmlformats.org/drawingml/2006/main" cx="4381500" cy="1857375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190750"/>
                <a:gridCol w="2190750"/>
              </a:tblGrid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分数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等级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80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/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60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/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1223786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op-rail">
            <a:extLst xmlns:a="http://schemas.openxmlformats.org/drawingml/2006/main">
              <a:ext uri="{FF2B5EF4-FFF2-40B4-BE49-F238E27FC236}">
                <a16:creationId xmlns:a16="http://schemas.microsoft.com/office/drawing/2014/main" id="{75FC4835-A8D3-48A1-8DEB-09060A03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60AD3D06-3135-45B1-B1DC-898D3F91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920AB3C7-448E-4F65-BF6E-8EABAE08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80分和60分，为什么会同属B？</a:t>
            </a:r>
          </a:p>
        </p:txBody>
      </p:sp>
      <p:graphicFrame>
        <p:nvGraphicFramePr>
          <p:cNvPr id="4" name="evidence-table">
            <a:extLst xmlns:a="http://schemas.openxmlformats.org/drawingml/2006/main">
              <a:ext uri="{FF2B5EF4-FFF2-40B4-BE49-F238E27FC236}">
                <a16:creationId xmlns:a16="http://schemas.microsoft.com/office/drawing/2014/main" id="{3F7A7108-18CE-4E00-903C-17AC791315E8}"/>
              </a:ext>
            </a:extLst>
          </p:cNvPr>
          <p:cNvGraphicFramePr/>
          <p:nvPr/>
        </p:nvGraphicFramePr>
        <p:xfrm>
          <a:off xmlns:a="http://schemas.openxmlformats.org/drawingml/2006/main" x="809625" y="2619375"/>
          <a:ext xmlns:a="http://schemas.openxmlformats.org/drawingml/2006/main" cx="5334000" cy="24765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095500"/>
                <a:gridCol w="3238500"/>
              </a:tblGrid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等级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整数分数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A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90–100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B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60–89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C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0–59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evidence-table">
            <a:extLst xmlns:a="http://schemas.openxmlformats.org/drawingml/2006/main">
              <a:ext uri="{FF2B5EF4-FFF2-40B4-BE49-F238E27FC236}">
                <a16:creationId xmlns:a16="http://schemas.microsoft.com/office/drawing/2014/main" id="{9E7D335F-99FD-4BB7-9F4B-512241251E1D}"/>
              </a:ext>
            </a:extLst>
          </p:cNvPr>
          <p:cNvGraphicFramePr/>
          <p:nvPr/>
        </p:nvGraphicFramePr>
        <p:xfrm>
          <a:off xmlns:a="http://schemas.openxmlformats.org/drawingml/2006/main" x="7000875" y="3048000"/>
          <a:ext xmlns:a="http://schemas.openxmlformats.org/drawingml/2006/main" cx="4381500" cy="1857375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190750"/>
                <a:gridCol w="2190750"/>
              </a:tblGrid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分数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等级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80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B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60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B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answer-1">
            <a:extLst xmlns:a="http://schemas.openxmlformats.org/drawingml/2006/main">
              <a:ext uri="{FF2B5EF4-FFF2-40B4-BE49-F238E27FC236}">
                <a16:creationId xmlns:a16="http://schemas.microsoft.com/office/drawing/2014/main" id="{CB60187F-3838-49EA-B6B2-080E404D4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不同分数可能映射为同一等级。</a:t>
            </a:r>
          </a:p>
        </p:txBody>
      </p:sp>
      <p:sp>
        <p:nvSpPr>
          <p:cNvPr id="7" name="answer-2">
            <a:extLst xmlns:a="http://schemas.openxmlformats.org/drawingml/2006/main">
              <a:ext uri="{FF2B5EF4-FFF2-40B4-BE49-F238E27FC236}">
                <a16:creationId xmlns:a16="http://schemas.microsoft.com/office/drawing/2014/main" id="{7DFB431C-B25C-4347-B769-6514AB79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只有等级，不能恢复原来的精确分数。</a:t>
            </a:r>
          </a:p>
        </p:txBody>
      </p:sp>
    </p:spTree>
    <p:extLst>
      <p:ext uri="{BB962C8B-B14F-4D97-AF65-F5344CB8AC3E}">
        <p14:creationId xmlns:p14="http://schemas.microsoft.com/office/powerpoint/2010/main" val="1451223786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C801E6D0-34E6-41E3-9965-E52E85D5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A5618C3E-BD0F-4AA1-AC8D-0AAC4300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5D882639-FAAA-49A4-A670-DD1CA90F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等级更多，每个样本都一定更接近吗？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EE2072F-E03D-4CBE-B2BF-7C0784B5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同一输入−0.71；范围、时刻与均匀分级规则不变。</a:t>
            </a:r>
          </a:p>
        </p:txBody>
      </p:sp>
      <p:graphicFrame>
        <p:nvGraphicFramePr>
          <p:cNvPr id="5" name="evidence-table">
            <a:extLst xmlns:a="http://schemas.openxmlformats.org/drawingml/2006/main">
              <a:ext uri="{FF2B5EF4-FFF2-40B4-BE49-F238E27FC236}">
                <a16:creationId xmlns:a16="http://schemas.microsoft.com/office/drawing/2014/main" id="{FC635890-9D9F-48B9-805C-EF7D41EB16BC}"/>
              </a:ext>
            </a:extLst>
          </p:cNvPr>
          <p:cNvGraphicFramePr/>
          <p:nvPr/>
        </p:nvGraphicFramePr>
        <p:xfrm>
          <a:off xmlns:a="http://schemas.openxmlformats.org/drawingml/2006/main" x="1714500" y="2714625"/>
          <a:ext xmlns:a="http://schemas.openxmlformats.org/drawingml/2006/main" cx="8763000" cy="22860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286000"/>
                <a:gridCol w="3238500"/>
                <a:gridCol w="3238500"/>
              </a:tblGrid>
              <a:tr h="7620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等级数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代表值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绝对误差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4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−0.75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/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8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−0.625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/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562757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op-rail">
            <a:extLst xmlns:a="http://schemas.openxmlformats.org/drawingml/2006/main">
              <a:ext uri="{FF2B5EF4-FFF2-40B4-BE49-F238E27FC236}">
                <a16:creationId xmlns:a16="http://schemas.microsoft.com/office/drawing/2014/main" id="{C801E6D0-34E6-41E3-9965-E52E85D5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A5618C3E-BD0F-4AA1-AC8D-0AAC4300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5D882639-FAAA-49A4-A670-DD1CA90F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等级更多，每个样本都一定更接近吗？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EE2072F-E03D-4CBE-B2BF-7C0784B5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同一输入−0.71；范围、时刻与均匀分级规则不变。</a:t>
            </a:r>
          </a:p>
        </p:txBody>
      </p:sp>
      <p:graphicFrame>
        <p:nvGraphicFramePr>
          <p:cNvPr id="5" name="evidence-table">
            <a:extLst xmlns:a="http://schemas.openxmlformats.org/drawingml/2006/main">
              <a:ext uri="{FF2B5EF4-FFF2-40B4-BE49-F238E27FC236}">
                <a16:creationId xmlns:a16="http://schemas.microsoft.com/office/drawing/2014/main" id="{FC635890-9D9F-48B9-805C-EF7D41EB16BC}"/>
              </a:ext>
            </a:extLst>
          </p:cNvPr>
          <p:cNvGraphicFramePr/>
          <p:nvPr/>
        </p:nvGraphicFramePr>
        <p:xfrm>
          <a:off xmlns:a="http://schemas.openxmlformats.org/drawingml/2006/main" x="1714500" y="2714625"/>
          <a:ext xmlns:a="http://schemas.openxmlformats.org/drawingml/2006/main" cx="8763000" cy="22860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286000"/>
                <a:gridCol w="3238500"/>
                <a:gridCol w="3238500"/>
              </a:tblGrid>
              <a:tr h="7620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等级数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代表值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绝对误差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4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−0.75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0.04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8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−0.625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0.085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answer-1">
            <a:extLst xmlns:a="http://schemas.openxmlformats.org/drawingml/2006/main">
              <a:ext uri="{FF2B5EF4-FFF2-40B4-BE49-F238E27FC236}">
                <a16:creationId xmlns:a16="http://schemas.microsoft.com/office/drawing/2014/main" id="{941EB9B1-5A35-4C0E-BD01-AD6E19DF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本例8档误差更大；两者都未超过各自上界。</a:t>
            </a:r>
          </a:p>
        </p:txBody>
      </p:sp>
      <p:sp>
        <p:nvSpPr>
          <p:cNvPr id="7" name="answer-2">
            <a:extLst xmlns:a="http://schemas.openxmlformats.org/drawingml/2006/main">
              <a:ext uri="{FF2B5EF4-FFF2-40B4-BE49-F238E27FC236}">
                <a16:creationId xmlns:a16="http://schemas.microsoft.com/office/drawing/2014/main" id="{1D74067D-351D-47A7-8DF4-B8DBF365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误差上界减小，不等于每一点都更接近。</a:t>
            </a:r>
          </a:p>
        </p:txBody>
      </p:sp>
    </p:spTree>
    <p:extLst>
      <p:ext uri="{BB962C8B-B14F-4D97-AF65-F5344CB8AC3E}">
        <p14:creationId xmlns:p14="http://schemas.microsoft.com/office/powerpoint/2010/main" val="1085627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2026-10-12T22:50:59.1740000Z</dcterms:created>
  <dcterms:modified xsi:type="dcterms:W3CDTF">2026-10-12T22:50:59.1740000Z</dcterms:modified>
</coreProperties>
</file>