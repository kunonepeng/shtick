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98c2b9b6c48d3" /><Relationship Type="http://schemas.openxmlformats.org/officeDocument/2006/relationships/extended-properties" Target="/docProps/app.xml" Id="R3bb15ad036da45fe" /><Relationship Type="http://schemas.openxmlformats.org/officeDocument/2006/relationships/officeDocument" Target="/ppt/presentation.xml" Id="R63f82f8f38db41f1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0f1746c5c0db4a1e"/>
  </p:sldMasterIdLst>
  <p:notesMasterIdLst>
    <p:notesMasterId r:id="R5135a065e7df40bf"/>
  </p:notesMasterIdLst>
  <p:sldIdLst>
    <p:sldId id="256" r:id="Rd684b126fbf84790"/>
    <p:sldId id="257" r:id="R15c5faba04b3430b"/>
    <p:sldId id="258" r:id="Rf35678d2b2074fd2"/>
    <p:sldId id="259" r:id="R68033feb68194352"/>
    <p:sldId id="260" r:id="R3c63f983ab7c46b6"/>
    <p:sldId id="261" r:id="Reb398ab173ef49d9"/>
    <p:sldId id="262" r:id="R9a8465913b5c4a82"/>
    <p:sldId id="263" r:id="R4ede2f9d5f094c96"/>
    <p:sldId id="264" r:id="R6d47fe74b70c4986"/>
    <p:sldId id="265" r:id="R050f00aad26a478a"/>
    <p:sldId id="266" r:id="R17052e10a62e4cd0"/>
    <p:sldId id="267" r:id="R54506ae2b1f04dc8"/>
    <p:sldId id="268" r:id="Rfea8ba8796fb459a"/>
    <p:sldId id="269" r:id="Rf9a1c57946b94bcc"/>
    <p:sldId id="270" r:id="Rc93db41edd7243b4"/>
    <p:sldId id="271" r:id="Rf262240681b340ad"/>
    <p:sldId id="272" r:id="R39b8d546d5de48ea"/>
    <p:sldId id="273" r:id="R1a145a76f9a343ff"/>
    <p:sldId id="274" r:id="R41dc0bfb730b418a"/>
    <p:sldId id="275" r:id="R934bdf0bb49541aa"/>
    <p:sldId id="276" r:id="Rf59444078f6f42f4"/>
    <p:sldId id="277" r:id="R99d7c3952aef4bfe"/>
    <p:sldId id="278" r:id="R02cc88d7dabe4482"/>
    <p:sldId id="279" r:id="Re39fd6eaab084982"/>
    <p:sldId id="280" r:id="R290284148e714c3f"/>
    <p:sldId id="281" r:id="R7161e566ff574a32"/>
    <p:sldId id="282" r:id="R49681d115c824467"/>
    <p:sldId id="283" r:id="Ra4934e6366154e79"/>
    <p:sldId id="284" r:id="Rdae2eadde0c54983"/>
    <p:sldId id="285" r:id="R2e9f821e2eeb423a"/>
    <p:sldId id="286" r:id="R9a7591e074fd41d2"/>
    <p:sldId id="287" r:id="R822c526c2f9049fa"/>
    <p:sldId id="288" r:id="R965e170abf744fcd"/>
    <p:sldId id="289" r:id="Rc71af04c79f947dd"/>
    <p:sldId id="290" r:id="R5481763e57904953"/>
    <p:sldId id="291" r:id="R3db6d2e49e324f62"/>
    <p:sldId id="292" r:id="Red5df5eb452e451f"/>
    <p:sldId id="293" r:id="Rf4cc02394c5f41c3"/>
    <p:sldId id="294" r:id="Rdf2b31a6b40b4d77"/>
    <p:sldId id="295" r:id="R2ee812c8cbc44939"/>
    <p:sldId id="296" r:id="Red20e8c475b74910"/>
    <p:sldId id="297" r:id="Rc1b7fc6a7e824d31"/>
    <p:sldId id="298" r:id="Reb979607a62f4483"/>
    <p:sldId id="299" r:id="R6c1f560f673148c3"/>
    <p:sldId id="300" r:id="R3a4dc9d5c6da464f"/>
    <p:sldId id="301" r:id="Rb624dd3919f748b3"/>
    <p:sldId id="302" r:id="R69d74e76cc5b4d41"/>
    <p:sldId id="303" r:id="R8e7d793fb3054da4"/>
    <p:sldId id="304" r:id="R668ac775558849c9"/>
    <p:sldId id="305" r:id="R8df16c40cb0b447f"/>
    <p:sldId id="306" r:id="R4378e29d89324c6e"/>
    <p:sldId id="307" r:id="Rb218a4742c2d4a1d"/>
    <p:sldId id="308" r:id="R5f66930486ec4cdb"/>
    <p:sldId id="309" r:id="R85bd25d383b746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49b6e8f594af6" /><Relationship Type="http://schemas.openxmlformats.org/officeDocument/2006/relationships/slideMaster" Target="/ppt/slideMasters/slideMaster1.xml" Id="R0f1746c5c0db4a1e" /><Relationship Type="http://schemas.openxmlformats.org/officeDocument/2006/relationships/notesMaster" Target="/ppt/notesMasters/notesMaster1.xml" Id="R5135a065e7df40bf" /><Relationship Type="http://schemas.openxmlformats.org/officeDocument/2006/relationships/presProps" Target="/ppt/presProps.xml" Id="Rbe74a32b57714453" /><Relationship Type="http://schemas.openxmlformats.org/officeDocument/2006/relationships/tableStyles" Target="/ppt/tableStyles.xml" Id="R2bbc1311a8e3426f" /><Relationship Type="http://schemas.openxmlformats.org/officeDocument/2006/relationships/slide" Target="/ppt/slides/slide1.xml" Id="Rd684b126fbf84790" /><Relationship Type="http://schemas.openxmlformats.org/officeDocument/2006/relationships/slide" Target="/ppt/slides/slide2.xml" Id="R15c5faba04b3430b" /><Relationship Type="http://schemas.openxmlformats.org/officeDocument/2006/relationships/slide" Target="/ppt/slides/slide3.xml" Id="Rf35678d2b2074fd2" /><Relationship Type="http://schemas.openxmlformats.org/officeDocument/2006/relationships/slide" Target="/ppt/slides/slide4.xml" Id="R68033feb68194352" /><Relationship Type="http://schemas.openxmlformats.org/officeDocument/2006/relationships/slide" Target="/ppt/slides/slide5.xml" Id="R3c63f983ab7c46b6" /><Relationship Type="http://schemas.openxmlformats.org/officeDocument/2006/relationships/slide" Target="/ppt/slides/slide6.xml" Id="Reb398ab173ef49d9" /><Relationship Type="http://schemas.openxmlformats.org/officeDocument/2006/relationships/slide" Target="/ppt/slides/slide7.xml" Id="R9a8465913b5c4a82" /><Relationship Type="http://schemas.openxmlformats.org/officeDocument/2006/relationships/slide" Target="/ppt/slides/slide8.xml" Id="R4ede2f9d5f094c96" /><Relationship Type="http://schemas.openxmlformats.org/officeDocument/2006/relationships/slide" Target="/ppt/slides/slide9.xml" Id="R6d47fe74b70c4986" /><Relationship Type="http://schemas.openxmlformats.org/officeDocument/2006/relationships/slide" Target="/ppt/slides/slide10.xml" Id="R050f00aad26a478a" /><Relationship Type="http://schemas.openxmlformats.org/officeDocument/2006/relationships/slide" Target="/ppt/slides/slide11.xml" Id="R17052e10a62e4cd0" /><Relationship Type="http://schemas.openxmlformats.org/officeDocument/2006/relationships/slide" Target="/ppt/slides/slide12.xml" Id="R54506ae2b1f04dc8" /><Relationship Type="http://schemas.openxmlformats.org/officeDocument/2006/relationships/slide" Target="/ppt/slides/slide13.xml" Id="Rfea8ba8796fb459a" /><Relationship Type="http://schemas.openxmlformats.org/officeDocument/2006/relationships/slide" Target="/ppt/slides/slide14.xml" Id="Rf9a1c57946b94bcc" /><Relationship Type="http://schemas.openxmlformats.org/officeDocument/2006/relationships/slide" Target="/ppt/slides/slide15.xml" Id="Rc93db41edd7243b4" /><Relationship Type="http://schemas.openxmlformats.org/officeDocument/2006/relationships/slide" Target="/ppt/slides/slide16.xml" Id="Rf262240681b340ad" /><Relationship Type="http://schemas.openxmlformats.org/officeDocument/2006/relationships/slide" Target="/ppt/slides/slide17.xml" Id="R39b8d546d5de48ea" /><Relationship Type="http://schemas.openxmlformats.org/officeDocument/2006/relationships/slide" Target="/ppt/slides/slide18.xml" Id="R1a145a76f9a343ff" /><Relationship Type="http://schemas.openxmlformats.org/officeDocument/2006/relationships/slide" Target="/ppt/slides/slide19.xml" Id="R41dc0bfb730b418a" /><Relationship Type="http://schemas.openxmlformats.org/officeDocument/2006/relationships/slide" Target="/ppt/slides/slide20.xml" Id="R934bdf0bb49541aa" /><Relationship Type="http://schemas.openxmlformats.org/officeDocument/2006/relationships/slide" Target="/ppt/slides/slide21.xml" Id="Rf59444078f6f42f4" /><Relationship Type="http://schemas.openxmlformats.org/officeDocument/2006/relationships/slide" Target="/ppt/slides/slide22.xml" Id="R99d7c3952aef4bfe" /><Relationship Type="http://schemas.openxmlformats.org/officeDocument/2006/relationships/slide" Target="/ppt/slides/slide23.xml" Id="R02cc88d7dabe4482" /><Relationship Type="http://schemas.openxmlformats.org/officeDocument/2006/relationships/slide" Target="/ppt/slides/slide24.xml" Id="Re39fd6eaab084982" /><Relationship Type="http://schemas.openxmlformats.org/officeDocument/2006/relationships/slide" Target="/ppt/slides/slide25.xml" Id="R290284148e714c3f" /><Relationship Type="http://schemas.openxmlformats.org/officeDocument/2006/relationships/slide" Target="/ppt/slides/slide26.xml" Id="R7161e566ff574a32" /><Relationship Type="http://schemas.openxmlformats.org/officeDocument/2006/relationships/slide" Target="/ppt/slides/slide27.xml" Id="R49681d115c824467" /><Relationship Type="http://schemas.openxmlformats.org/officeDocument/2006/relationships/slide" Target="/ppt/slides/slide28.xml" Id="Ra4934e6366154e79" /><Relationship Type="http://schemas.openxmlformats.org/officeDocument/2006/relationships/slide" Target="/ppt/slides/slide29.xml" Id="Rdae2eadde0c54983" /><Relationship Type="http://schemas.openxmlformats.org/officeDocument/2006/relationships/slide" Target="/ppt/slides/slide30.xml" Id="R2e9f821e2eeb423a" /><Relationship Type="http://schemas.openxmlformats.org/officeDocument/2006/relationships/slide" Target="/ppt/slides/slide31.xml" Id="R9a7591e074fd41d2" /><Relationship Type="http://schemas.openxmlformats.org/officeDocument/2006/relationships/slide" Target="/ppt/slides/slide32.xml" Id="R822c526c2f9049fa" /><Relationship Type="http://schemas.openxmlformats.org/officeDocument/2006/relationships/slide" Target="/ppt/slides/slide33.xml" Id="R965e170abf744fcd" /><Relationship Type="http://schemas.openxmlformats.org/officeDocument/2006/relationships/slide" Target="/ppt/slides/slide34.xml" Id="Rc71af04c79f947dd" /><Relationship Type="http://schemas.openxmlformats.org/officeDocument/2006/relationships/slide" Target="/ppt/slides/slide35.xml" Id="R5481763e57904953" /><Relationship Type="http://schemas.openxmlformats.org/officeDocument/2006/relationships/slide" Target="/ppt/slides/slide36.xml" Id="R3db6d2e49e324f62" /><Relationship Type="http://schemas.openxmlformats.org/officeDocument/2006/relationships/slide" Target="/ppt/slides/slide37.xml" Id="Red5df5eb452e451f" /><Relationship Type="http://schemas.openxmlformats.org/officeDocument/2006/relationships/slide" Target="/ppt/slides/slide38.xml" Id="Rf4cc02394c5f41c3" /><Relationship Type="http://schemas.openxmlformats.org/officeDocument/2006/relationships/slide" Target="/ppt/slides/slide39.xml" Id="Rdf2b31a6b40b4d77" /><Relationship Type="http://schemas.openxmlformats.org/officeDocument/2006/relationships/slide" Target="/ppt/slides/slide40.xml" Id="R2ee812c8cbc44939" /><Relationship Type="http://schemas.openxmlformats.org/officeDocument/2006/relationships/slide" Target="/ppt/slides/slide41.xml" Id="Red20e8c475b74910" /><Relationship Type="http://schemas.openxmlformats.org/officeDocument/2006/relationships/slide" Target="/ppt/slides/slide42.xml" Id="Rc1b7fc6a7e824d31" /><Relationship Type="http://schemas.openxmlformats.org/officeDocument/2006/relationships/slide" Target="/ppt/slides/slide43.xml" Id="Reb979607a62f4483" /><Relationship Type="http://schemas.openxmlformats.org/officeDocument/2006/relationships/slide" Target="/ppt/slides/slide44.xml" Id="R6c1f560f673148c3" /><Relationship Type="http://schemas.openxmlformats.org/officeDocument/2006/relationships/slide" Target="/ppt/slides/slide45.xml" Id="R3a4dc9d5c6da464f" /><Relationship Type="http://schemas.openxmlformats.org/officeDocument/2006/relationships/slide" Target="/ppt/slides/slide46.xml" Id="Rb624dd3919f748b3" /><Relationship Type="http://schemas.openxmlformats.org/officeDocument/2006/relationships/slide" Target="/ppt/slides/slide47.xml" Id="R69d74e76cc5b4d41" /><Relationship Type="http://schemas.openxmlformats.org/officeDocument/2006/relationships/slide" Target="/ppt/slides/slide48.xml" Id="R8e7d793fb3054da4" /><Relationship Type="http://schemas.openxmlformats.org/officeDocument/2006/relationships/slide" Target="/ppt/slides/slide49.xml" Id="R668ac775558849c9" /><Relationship Type="http://schemas.openxmlformats.org/officeDocument/2006/relationships/slide" Target="/ppt/slides/slide50.xml" Id="R8df16c40cb0b447f" /><Relationship Type="http://schemas.openxmlformats.org/officeDocument/2006/relationships/slide" Target="/ppt/slides/slide51.xml" Id="R4378e29d89324c6e" /><Relationship Type="http://schemas.openxmlformats.org/officeDocument/2006/relationships/slide" Target="/ppt/slides/slide52.xml" Id="Rb218a4742c2d4a1d" /><Relationship Type="http://schemas.openxmlformats.org/officeDocument/2006/relationships/slide" Target="/ppt/slides/slide53.xml" Id="R5f66930486ec4cdb" /><Relationship Type="http://schemas.openxmlformats.org/officeDocument/2006/relationships/slide" Target="/ppt/slides/slide54.xml" Id="R85bd25d383b7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0b217db20b4386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Alibaba PuHuiTi 3.0 55 Regular"/>
        <a:ea typeface="Alibaba PuHuiTi 3.0 55 Regular"/>
        <a:cs typeface="Alibaba PuHuiTi 3.0 55 Regular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2f214212db461e" /><Relationship Type="http://schemas.openxmlformats.org/officeDocument/2006/relationships/notesMaster" Target="/ppt/notesMasters/notesMaster1.xml" Id="R7262f70982d94a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a5f5d39684107" /><Relationship Type="http://schemas.openxmlformats.org/officeDocument/2006/relationships/notesMaster" Target="/ppt/notesMasters/notesMaster1.xml" Id="R12bb08690e674c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128ce6dd4f4311" /><Relationship Type="http://schemas.openxmlformats.org/officeDocument/2006/relationships/notesMaster" Target="/ppt/notesMasters/notesMaster1.xml" Id="R840a93caea2b44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5168f5691242a9" /><Relationship Type="http://schemas.openxmlformats.org/officeDocument/2006/relationships/notesMaster" Target="/ppt/notesMasters/notesMaster1.xml" Id="Rf0b00c2ca39a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12ffad87d84836" /><Relationship Type="http://schemas.openxmlformats.org/officeDocument/2006/relationships/notesMaster" Target="/ppt/notesMasters/notesMaster1.xml" Id="R0a8398abc13a44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2626188fba4499" /><Relationship Type="http://schemas.openxmlformats.org/officeDocument/2006/relationships/notesMaster" Target="/ppt/notesMasters/notesMaster1.xml" Id="R3311b5544e0944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15bc026249440d" /><Relationship Type="http://schemas.openxmlformats.org/officeDocument/2006/relationships/notesMaster" Target="/ppt/notesMasters/notesMaster1.xml" Id="R74405e56a3b7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1b0ffa69394703" /><Relationship Type="http://schemas.openxmlformats.org/officeDocument/2006/relationships/notesMaster" Target="/ppt/notesMasters/notesMaster1.xml" Id="Rdd611d330f1347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39ae960e384a27" /><Relationship Type="http://schemas.openxmlformats.org/officeDocument/2006/relationships/notesMaster" Target="/ppt/notesMasters/notesMaster1.xml" Id="R23d103c0c988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62d02c2cf544ae" /><Relationship Type="http://schemas.openxmlformats.org/officeDocument/2006/relationships/notesMaster" Target="/ppt/notesMasters/notesMaster1.xml" Id="Red4f58f41165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ccd03c27214ba0" /><Relationship Type="http://schemas.openxmlformats.org/officeDocument/2006/relationships/notesMaster" Target="/ppt/notesMasters/notesMaster1.xml" Id="R955ecb096e9e4a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3f7392f2824139" /><Relationship Type="http://schemas.openxmlformats.org/officeDocument/2006/relationships/notesMaster" Target="/ppt/notesMasters/notesMaster1.xml" Id="R90775191c3da4e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7279de8ea74a2e" /><Relationship Type="http://schemas.openxmlformats.org/officeDocument/2006/relationships/notesMaster" Target="/ppt/notesMasters/notesMaster1.xml" Id="R0e6f5a370241481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516f9dd891477b" /><Relationship Type="http://schemas.openxmlformats.org/officeDocument/2006/relationships/notesMaster" Target="/ppt/notesMasters/notesMaster1.xml" Id="R8c3cb3f3ad2e4f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41872f489a4b70" /><Relationship Type="http://schemas.openxmlformats.org/officeDocument/2006/relationships/notesMaster" Target="/ppt/notesMasters/notesMaster1.xml" Id="R988525f38ed44d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daa6cf3a9c490b" /><Relationship Type="http://schemas.openxmlformats.org/officeDocument/2006/relationships/notesMaster" Target="/ppt/notesMasters/notesMaster1.xml" Id="Rb5a13e62c7424f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a46cfb3ce24e49" /><Relationship Type="http://schemas.openxmlformats.org/officeDocument/2006/relationships/notesMaster" Target="/ppt/notesMasters/notesMaster1.xml" Id="R120276c012e043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67117acadd4ed3" /><Relationship Type="http://schemas.openxmlformats.org/officeDocument/2006/relationships/notesMaster" Target="/ppt/notesMasters/notesMaster1.xml" Id="R1d65293a31ce4b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7ffd957ca24619" /><Relationship Type="http://schemas.openxmlformats.org/officeDocument/2006/relationships/notesMaster" Target="/ppt/notesMasters/notesMaster1.xml" Id="Rd8ecc431cc79470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02de21f5a446c0" /><Relationship Type="http://schemas.openxmlformats.org/officeDocument/2006/relationships/notesMaster" Target="/ppt/notesMasters/notesMaster1.xml" Id="Rcd4242f8abfa412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d611c0d16944bfc" /><Relationship Type="http://schemas.openxmlformats.org/officeDocument/2006/relationships/notesMaster" Target="/ppt/notesMasters/notesMaster1.xml" Id="Rbe19277619654cb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3adce51e564477d" /><Relationship Type="http://schemas.openxmlformats.org/officeDocument/2006/relationships/notesMaster" Target="/ppt/notesMasters/notesMaster1.xml" Id="Rbfa474e1275d4b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23f2f8c4c5431e" /><Relationship Type="http://schemas.openxmlformats.org/officeDocument/2006/relationships/notesMaster" Target="/ppt/notesMasters/notesMaster1.xml" Id="Rd3c283e8d6c244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d0cfe13e3d42e2" /><Relationship Type="http://schemas.openxmlformats.org/officeDocument/2006/relationships/notesMaster" Target="/ppt/notesMasters/notesMaster1.xml" Id="Rf89a412eb7844a1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734d6aefed84628" /><Relationship Type="http://schemas.openxmlformats.org/officeDocument/2006/relationships/notesMaster" Target="/ppt/notesMasters/notesMaster1.xml" Id="Re9e21ff18ed9409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c88a9c6a9a4ddb" /><Relationship Type="http://schemas.openxmlformats.org/officeDocument/2006/relationships/notesMaster" Target="/ppt/notesMasters/notesMaster1.xml" Id="Ra3ef57592d3747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834c1101a84dce" /><Relationship Type="http://schemas.openxmlformats.org/officeDocument/2006/relationships/notesMaster" Target="/ppt/notesMasters/notesMaster1.xml" Id="R898c6b1e435d4a8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944071cfaaf441d" /><Relationship Type="http://schemas.openxmlformats.org/officeDocument/2006/relationships/notesMaster" Target="/ppt/notesMasters/notesMaster1.xml" Id="R38f9b092009f46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604d224f43c4e0e" /><Relationship Type="http://schemas.openxmlformats.org/officeDocument/2006/relationships/notesMaster" Target="/ppt/notesMasters/notesMaster1.xml" Id="Rd3e81e5fb5e94fb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28c0218a3ff4130" /><Relationship Type="http://schemas.openxmlformats.org/officeDocument/2006/relationships/notesMaster" Target="/ppt/notesMasters/notesMaster1.xml" Id="Rb462dba2f85f48e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a939bd532f04780" /><Relationship Type="http://schemas.openxmlformats.org/officeDocument/2006/relationships/notesMaster" Target="/ppt/notesMasters/notesMaster1.xml" Id="R28be5358770b4ad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96e7f8ac5974fa4" /><Relationship Type="http://schemas.openxmlformats.org/officeDocument/2006/relationships/notesMaster" Target="/ppt/notesMasters/notesMaster1.xml" Id="R028d413a2d1d4a5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b2f8f70b4b4680" /><Relationship Type="http://schemas.openxmlformats.org/officeDocument/2006/relationships/notesMaster" Target="/ppt/notesMasters/notesMaster1.xml" Id="R59a2ccfbb5504d8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058e38766e34c8b" /><Relationship Type="http://schemas.openxmlformats.org/officeDocument/2006/relationships/notesMaster" Target="/ppt/notesMasters/notesMaster1.xml" Id="R5e0699a9d054461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50616dddb0f463f" /><Relationship Type="http://schemas.openxmlformats.org/officeDocument/2006/relationships/notesMaster" Target="/ppt/notesMasters/notesMaster1.xml" Id="Rec7b5dd4abb2422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6ae6bc48d944574" /><Relationship Type="http://schemas.openxmlformats.org/officeDocument/2006/relationships/notesMaster" Target="/ppt/notesMasters/notesMaster1.xml" Id="R0c1d35b3af484c2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8de3a71cc5f43d2" /><Relationship Type="http://schemas.openxmlformats.org/officeDocument/2006/relationships/notesMaster" Target="/ppt/notesMasters/notesMaster1.xml" Id="R9da88f3582ad41a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e7b1c44b514045" /><Relationship Type="http://schemas.openxmlformats.org/officeDocument/2006/relationships/notesMaster" Target="/ppt/notesMasters/notesMaster1.xml" Id="R1b463403a8924dd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b002d658ac4497" /><Relationship Type="http://schemas.openxmlformats.org/officeDocument/2006/relationships/notesMaster" Target="/ppt/notesMasters/notesMaster1.xml" Id="Rdf49fe3efbc7486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54b88a452114142" /><Relationship Type="http://schemas.openxmlformats.org/officeDocument/2006/relationships/notesMaster" Target="/ppt/notesMasters/notesMaster1.xml" Id="R691a053ef5fc4dd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9fa75af4cfe4025" /><Relationship Type="http://schemas.openxmlformats.org/officeDocument/2006/relationships/notesMaster" Target="/ppt/notesMasters/notesMaster1.xml" Id="R4c5d1f7c54fb4b3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aca191c6ab44170" /><Relationship Type="http://schemas.openxmlformats.org/officeDocument/2006/relationships/notesMaster" Target="/ppt/notesMasters/notesMaster1.xml" Id="Re8af06e8f8f545c3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fbbe3a043eb4ea9" /><Relationship Type="http://schemas.openxmlformats.org/officeDocument/2006/relationships/notesMaster" Target="/ppt/notesMasters/notesMaster1.xml" Id="R49a6fa32caf74a4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d451d51539a4fa4" /><Relationship Type="http://schemas.openxmlformats.org/officeDocument/2006/relationships/notesMaster" Target="/ppt/notesMasters/notesMaster1.xml" Id="Rb66052373f8b487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97afbceade949cb" /><Relationship Type="http://schemas.openxmlformats.org/officeDocument/2006/relationships/notesMaster" Target="/ppt/notesMasters/notesMaster1.xml" Id="R8904d1c5e49a47e8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f7ab3117ba4602" /><Relationship Type="http://schemas.openxmlformats.org/officeDocument/2006/relationships/notesMaster" Target="/ppt/notesMasters/notesMaster1.xml" Id="R867d44f0e2fc4a0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ee340d52b2742ec" /><Relationship Type="http://schemas.openxmlformats.org/officeDocument/2006/relationships/notesMaster" Target="/ppt/notesMasters/notesMaster1.xml" Id="R22a8be06f6464f0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513d1ee054e4796" /><Relationship Type="http://schemas.openxmlformats.org/officeDocument/2006/relationships/notesMaster" Target="/ppt/notesMasters/notesMaster1.xml" Id="R18f899050174407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7e4b320a926477c" /><Relationship Type="http://schemas.openxmlformats.org/officeDocument/2006/relationships/notesMaster" Target="/ppt/notesMasters/notesMaster1.xml" Id="Re3e2b72b60534b4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55cc099df704d29" /><Relationship Type="http://schemas.openxmlformats.org/officeDocument/2006/relationships/notesMaster" Target="/ppt/notesMasters/notesMaster1.xml" Id="R395ac015c49445d0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30fb4617c3d4142" /><Relationship Type="http://schemas.openxmlformats.org/officeDocument/2006/relationships/notesMaster" Target="/ppt/notesMasters/notesMaster1.xml" Id="R421c1c61888148d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2269cd2695e4e46" /><Relationship Type="http://schemas.openxmlformats.org/officeDocument/2006/relationships/notesMaster" Target="/ppt/notesMasters/notesMaster1.xml" Id="Rf4dffc4f1d9a407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972b2fc3e9c4ef8" /><Relationship Type="http://schemas.openxmlformats.org/officeDocument/2006/relationships/notesMaster" Target="/ppt/notesMasters/notesMaster1.xml" Id="Rdd02cb2be0ce431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ab58375f66734878" /><Relationship Type="http://schemas.openxmlformats.org/officeDocument/2006/relationships/notesMaster" Target="/ppt/notesMasters/notesMaster1.xml" Id="Ra6c0939b2e0d4041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声音的数字化</a:t>
            </a:r>
          </a:p>
          <a:p>
            <a:r>
              <a:t>[内部编号] opening</a:t>
            </a:r>
          </a:p>
          <a:p>
            <a:r>
              <a:t>[阶段] 开场</a:t>
            </a:r>
          </a:p>
          <a:p>
            <a:r>
              <a:t>[教师逐字稿]</a:t>
            </a:r>
          </a:p>
          <a:p>
            <a:r>
              <a:t>先看同一段声音的两份文件，提出可检验的猜测。接着沿同一波形追踪采样、量化和码字，再数这些记录占多少字节。学生纸笔作答，教师操作课件。</a:t>
            </a:r>
          </a:p>
          <a:p>
            <a:r>
              <a:t>[课堂条件与时间]</a:t>
            </a:r>
          </a:p>
          <a:p>
            <a:r>
              <a:t>先修：二进制、bit/byte、简单坐标图；45分钟，教师示范、学生纸笔。建议：开场与波形4分钟；采样及T1 6分钟；量化及T2 8分钟；编码及T3 6分钟；格式比较2分钟；PCM计数、双声道、文件与开场闭环10分钟；采样限制及T4 7分钟；独立退出2分钟。主要阶段50页；附录为可选，不计入45分钟。思考、同桌核对与总结包含在预算内，实际课堂节奏未验证。第24分钟进入编码，第32分钟进入实际PCM计数，第39分钟完成开场闭环，第43分钟独立退出。若超时，跳过裸采样混叠的深入讨论与全部附录，使用带限条件完成频率判断；不取消树总结、开场闭环和独立退出。PPTX静态图即可完成必要推理；音频播放可选，失败30秒切换图示。</a:t>
            </a:r>
          </a:p>
          <a:p>
            <a:r>
              <a:t>[版本与来源]</a:t>
            </a:r>
          </a:p>
          <a:p>
            <a:r>
              <a:t>本版是用户指定v2的独立课堂修订，保持原版与v2不变。具体图示依据用户接受的审阅建议及相邻课程的技术边界；相邻course-design.qmd和正式v4课堂包没有重写，也不把本版静默提升为其正式版本。</a:t>
            </a:r>
          </a:p>
          <a:p>
            <a:r>
              <a:t>[可观察目标]</a:t>
            </a:r>
          </a:p>
          <a:p>
            <a:r>
              <a:t>学生能标时间/幅度轴，数半开区间中的采样时刻，按规则选量化代表值并计算误差，互读等长码字，说明每个PCM因子的计数对象，区别样本数据/完整文件与声音频率/采样率。退出题独立检验声道和编码边界。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A、B都六秒，都是未压缩PCM WAV。请独立写一个猜测和理由，再与同桌交换。我保留两条猜测，现在不公布记录参数。</a:t>
            </a:r>
          </a:p>
          <a:p>
            <a:r>
              <a:t>[活动]</a:t>
            </a:r>
          </a:p>
          <a:p>
            <a:r>
              <a:t>个人20秒，同桌10秒，保留两条可检验猜测。可选试听固定音量、匿名A/B；听不出差异不影响推理。两份是同一已解码音乐片段的重处理，不是首次ADC录音；来源AAC已有的信息损失不能恢复。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同一段声音，为什么文件大小不同？</a:t>
            </a:r>
          </a:p>
          <a:p>
            <a:r>
              <a:t>[内部编号] Q1</a:t>
            </a:r>
          </a:p>
          <a:p>
            <a:r>
              <a:t>[阶段] 阶段回应</a:t>
            </a:r>
          </a:p>
          <a:p>
            <a:r>
              <a:t>[教师逐字稿]</a:t>
            </a:r>
          </a:p>
          <a:p>
            <a:r>
              <a:t>可以确认：时长相同、都未压缩，数据量仍然不同。先保留猜测，接下来找出电脑记录了哪些数据，再用实际参数核对。</a:t>
            </a:r>
          </a:p>
          <a:p>
            <a:r>
              <a:t>[保留答案]</a:t>
            </a:r>
          </a:p>
          <a:p>
            <a:r>
              <a:t>不在本页说出A/B采样率或PCM公式。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曲线在记录哪种变化？请指出横轴、纵轴，找一个零线下方的时刻。是同一位置的不同时刻，还是不同位置？先说理由。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这条波形的横轴和纵轴分别表示什么？</a:t>
            </a:r>
          </a:p>
          <a:p>
            <a:r>
              <a:t>[内部编号] Q2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横轴是时间，纵轴是信号幅度。取教室中同一个位置，声压随时间变化，麦克风将它转成电信号，再画出时间波形。曲线不是空气在空间中走过的路线；负值是相对基准的负偏差，不是负音量。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[图示目的]</a:t>
            </a:r>
          </a:p>
          <a:p>
            <a:r>
              <a:t>下面链条是因果示意，不是实测设备界面；固定位置与时间变化明确区分。</a:t>
            </a:r>
          </a:p>
          <a:p>
            <a:r>
              <a:t>[来源]</a:t>
            </a:r>
          </a:p>
          <a:p>
            <a:r>
              <a:t>PhET team, teaching with simulations, Sound example, p6. https://phet.colorado.edu/publications/physics%20teacher_finalwithpicts.pdf ; retrieved 2026-10-13. The diagram here is a native teaching schematic, not a simulation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从零秒开始，每秒取一次，记录区间不包括五秒端点。请先写出取值时刻，再圈出曲线上对应的位置，思考十五秒。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[预期反应]</a:t>
            </a:r>
          </a:p>
          <a:p>
            <a:r>
              <a:t>可能重复计入5s，先让学生说明时间区间。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5秒内每秒取1次，怎样安排采样时刻？</a:t>
            </a:r>
          </a:p>
          <a:p>
            <a:r>
              <a:t>[内部编号] Q3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零、一、二、三、四秒，共五个样本。采样是在指定时刻读取幅度，使时间记录离散；这时还没有把幅度限制到有限等级。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Xiph.Org, Digital Show &amp; Tell, Stairsteps. https://wiki.xiph.org/Videos/Digital_Show_and_Tell ; retrieved 2026-10-13. Discrete samples are distinguished from reconstruction and sample-and-hold.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同一五秒波形，右端点不计。先数两个图的样本，再说哪些条件不变、哪个参数改变。不先评价听感。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采样率加倍，改变了什么？</a:t>
            </a:r>
          </a:p>
          <a:p>
            <a:r>
              <a:t>[内部编号] Q4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左边五个，右边十个。采样率数的是每秒每声道的样本数。相同时长下采样率加倍，样本数加倍；图只证明记录更密，不证明听感必然更好。</a:t>
            </a:r>
          </a:p>
          <a:p>
            <a:r>
              <a:t>[边界]</a:t>
            </a:r>
          </a:p>
          <a:p>
            <a:r>
              <a:t>1/2Hz为慢速计数模型，不是可用的音乐录音参数。实际声音频率与采样率必须分开；后面用纯音诊断。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先用零到四秒和左右点数，总结每秒取多少次、取几秒，怎样得到每声道样本数。收两条带图上证据的回答，再更新树。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采样率与时长，怎样决定记录数量？</a:t>
            </a:r>
          </a:p>
          <a:p>
            <a:r>
              <a:t>[内部编号] T1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采样在指定时刻取幅度；采样率乘时长，得到每声道的样本数。右边箭头写的是这条计数关系，不是声音传播方向。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按左表的规则归档，用每档中点代表幅度。独立填四个代表值，四十秒后同桌核对理由，暂时不写二进制。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按4个等级，给这些幅度找代表值</a:t>
            </a:r>
          </a:p>
          <a:p>
            <a:r>
              <a:t>[内部编号] Q5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四个代表值依次为负零点二五、零点二五、零点七五、负零点七五。量化将幅度近似为有限等级；代表幅度和等级编号不同。保留你改过的记录，接下来比较近似值与原值。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两边十个时刻、输入与范围相同。黑色空心点为输入，紫色方点为保存的代表值。先找不变的条件，再观察相邻等级间隔。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只增加等级数，哪些量没变？</a:t>
            </a:r>
          </a:p>
          <a:p>
            <a:r>
              <a:t>[内部编号] Q6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没有多取时刻，也没有改变输入。范围固定，四档步长零点五，八档零点二五。右边两个点太接近，下一页把同一个样本放大，用数值核对误差。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图上还是三秒处输入负零点三八的样本，现在只放大幅度方向。两个尺子范围相同，请算输入与代表值的绝对差，独立二十秒。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[图示]</a:t>
            </a:r>
          </a:p>
          <a:p>
            <a:r>
              <a:t>两幅横轴都表示幅度，不表示时间；以同一比例放大局部范围[-0.5,-0.2]。点的竖直位置只用于放置标记。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同一个幅度，两次量化的误差各是多少？</a:t>
            </a:r>
          </a:p>
          <a:p>
            <a:r>
              <a:t>[内部编号] Q7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左边绝对差零点一三，右边零点零零五。这一个样本八档更接近输入。固定范围、均匀分级、无过载时，步长减小，误差上界减小；并不保证每一点都严格改善。附录留有可核对反例。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请用归档表、双图和局部误差说明量化改变哪一维；为什么固定范围时等级数决定步长？先收解释和证据，再更新树。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量化增加了哪些幅度选择？</a:t>
            </a:r>
          </a:p>
          <a:p>
            <a:r>
              <a:t>[内部编号] T2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新增幅度的有限等级和等级数与步长的关系。采样分支保持不变；一个处理时刻，另一个处理幅度。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每个编号都用同样长的码字。左边零到三，右边零到七，至少需要几位才能区分？先独立写理由，二十秒后交流。</a:t>
            </a:r>
          </a:p>
          <a:p>
            <a:r>
              <a:t>[阶段控制]</a:t>
            </a:r>
          </a:p>
          <a:p>
            <a:r>
              <a:t>题目仅列必要编号，不显示二进制码字和答案位数。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揭示一</a:t>
            </a:r>
          </a:p>
          <a:p>
            <a:r>
              <a:t>[教师逐字稿]</a:t>
            </a:r>
          </a:p>
          <a:p>
            <a:r>
              <a:t>一位只有两个码字，二位有四个。四档需要二位，零也写零零。八档请同学继续解释，下一页再核对。</a:t>
            </a:r>
          </a:p>
          <a:p>
            <a:r>
              <a:t>[保留]</a:t>
            </a:r>
          </a:p>
          <a:p>
            <a:r>
              <a:t>本页只揭示四档。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4级和8级，分别至少需要几bit？</a:t>
            </a:r>
          </a:p>
          <a:p>
            <a:r>
              <a:t>[内部编号] Q8</a:t>
            </a:r>
          </a:p>
          <a:p>
            <a:r>
              <a:t>[阶段] 揭示二</a:t>
            </a:r>
          </a:p>
          <a:p>
            <a:r>
              <a:t>[教师逐字稿]</a:t>
            </a:r>
          </a:p>
          <a:p>
            <a:r>
              <a:t>三位提供八种等长码字，覆盖八档。一般n位有二的n次方种码字。这里表示的是等级编号，不把幅度纵轴换成二进制；真实文件还要看实际存储宽度。</a:t>
            </a:r>
          </a:p>
          <a:p>
            <a:r>
              <a:t>[扩展]</a:t>
            </a:r>
          </a:p>
          <a:p>
            <a:r>
              <a:t>非2的幂的等级数，最少等长位数为ceil(log2 L)。主线只用4/8。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回到同一条波形的八级量化结果。点旁是等级编号，下方每个空组都留三位。写出十个码字，再与同桌互读，看能否读回编号。前导零不能省。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[技术注解]</a:t>
            </a:r>
          </a:p>
          <a:p>
            <a:r>
              <a:t>归一化幅度数学示意：十个控制点为 −0.38、0.12、0.86、0.91、0.62、0.08、−0.38、−0.46、−0.71、−0.13；时刻 k/2，k=0…9。曲线按 Catmull-Rom 插值，5s处补0.12，只供观察，不是实测录音。采样比较均使用[0,5)区间，不重复计右端点。图中连线不是实际扬声器输出。</a:t>
            </a:r>
          </a:p>
          <a:p>
            <a:r>
              <a:t>[活动]</a:t>
            </a:r>
          </a:p>
          <a:p>
            <a:r>
              <a:t>独立20秒，同桌互读前五个或后五个。码字下方的时间顺序与波形采样点对应。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这十个等级，怎样写成等长码字？</a:t>
            </a:r>
          </a:p>
          <a:p>
            <a:r>
              <a:t>[内部编号] Q9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下方每组三位对应上方一个采样时刻。依次为零一零、一零零、一一一、一一一、一一零、一零零、零一零、零一零、零零一、零一一。最后编号三就是零一一。编码按约定表示等级，这里没有压缩。</a:t>
            </a:r>
          </a:p>
          <a:p>
            <a:r>
              <a:t>[完整序列]</a:t>
            </a:r>
          </a:p>
          <a:p>
            <a:r>
              <a:t>2,4,7,7,6,4,2,2,1,3 → 010,100,111,111,110,100,010,010,001,011。共30bit教学码字，不意味着实际WAV按3bit打包。真实PCM后面使用16bit存储宽度。</a:t>
            </a:r>
          </a:p>
          <a:p>
            <a:r>
              <a:t>[技术注解]</a:t>
            </a:r>
          </a:p>
          <a:p>
            <a:r>
              <a:t>模型范围[-1,1)，均匀分成2ⁿ档，使用每档中点作代表值。边界归入上档，越界截到端档。等级编号与代表幅度不同；无符号编号不等于真实16bit有符号PCM字节。量化误差为输入与代表值的绝对差。固定范围且未削波时，误差上界为步长的一半；不同位数的每个样本不一定都严格改善。</a:t>
            </a:r>
          </a:p>
          <a:p>
            <a:r>
              <a:t>[来源]</a:t>
            </a:r>
          </a:p>
          <a:p>
            <a:r>
              <a:t>Khan Academy, Converting analog data to binary. https://www.khanacademy.org/computing/computers-and-internet/xcae6f4a7ff015e7d:digital-information/xcae6f4a7ff015e7d:representing-analog-data-in-binary/a/converting-analog-data-to-binary ; retrieved 2026-10-13. Visual sequencing adapted; all values independently calculated.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请沿旧分支回看：时刻怎样选，幅度怎样近似？再用码字互读说明编码增加了什么约定。收集总结后更新树。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时刻、幅度和码字，各解决什么问题？</a:t>
            </a:r>
          </a:p>
          <a:p>
            <a:r>
              <a:t>[内部编号] T3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新增等级编号到等长码字的表示约定。采样与量化分支保留；编码不自动等于压缩。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WAV、PCM、MP3、WMA、MIDI对应的层次相同吗？上面从录音样本出发，下面从演奏事件出发。先把名称放进适合的位置，说出理由。</a:t>
            </a:r>
          </a:p>
          <a:p>
            <a:r>
              <a:t>[学生起点]</a:t>
            </a:r>
          </a:p>
          <a:p>
            <a:r>
              <a:t>已经建立样本与码字。路径展示必要内容类别，空位留给学生判断；避免把文件扩展名直接当编码方法。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这些名称在录音流程的哪一层？</a:t>
            </a:r>
          </a:p>
          <a:p>
            <a:r>
              <a:t>[内部编号] Q10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PCM表示样本，MP3是有损音频编码，WMA是编码家族。WAV是文件包装容器，本课里面保存PCM，也可装其他编码。MIDI保存演奏指令，由合成器产生声音，并不保存这次录音的样本波形。</a:t>
            </a:r>
          </a:p>
          <a:p>
            <a:r>
              <a:t>[图示边界]</a:t>
            </a:r>
          </a:p>
          <a:p>
            <a:r>
              <a:t>上方箭头表示数据层次。上方只绘制本课PCM装入WAV的例子；MP3/WMA分类另列在下方，不连向WAV。容器与编码不是两个连续音频变换。WMA不同成员可能有损或无损。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  <a:p>
            <a:r>
              <a:t>The MIDI Association, About MIDI, Part 1: Overview. https://midi.org/about-midi-part-1overview ; retrieved 2026-10-12.</a:t>
            </a:r>
          </a:p>
          <a:p>
            <a:r>
              <a:t>Microsoft, Windows Media Codecs: Standard, Professional and Lossless. https://learn.microsoft.com/en-us/windows/win32/medfound/windows-media-codecs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相同时长，只比较数据，不计文件结构开销。已知PCM每秒位数和本例MP3固定码率，请算比例。如果改变码率，比例会保持不变吗？</a:t>
            </a:r>
          </a:p>
          <a:p>
            <a:r>
              <a:t>[条件]</a:t>
            </a:r>
          </a:p>
          <a:p>
            <a:r>
              <a:t>PCM 44.1kHz、16bit、双声道：1411200bit/s；MP3固定128000bit/s。比较估计数据码率，不承诺实际完整文件比值或听感。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MP3一定压缩到原来的1/10吗？</a:t>
            </a:r>
          </a:p>
          <a:p>
            <a:r>
              <a:t>[内部编号] Q11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相同时长约去，比例约百分之九点一。两条数据条按码率比例绘制，能看到本例为什么接近十分之一，但这个比例随参数与码率改变。</a:t>
            </a:r>
          </a:p>
          <a:p>
            <a:r>
              <a:t>[计算]</a:t>
            </a:r>
          </a:p>
          <a:p>
            <a:r>
              <a:t>128000/1411200=0.0907029478，四舍五入9.1%。此图不表达听感质量。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先用可以画全的计数模型：每秒四次、两秒、单声道、每个样本十六bit。上面按时间排了八个样本；下面展开其中一个，每格一bit。请数一个样本多少byte，再数整段。</a:t>
            </a:r>
          </a:p>
          <a:p>
            <a:r>
              <a:t>[时间与模型]</a:t>
            </a:r>
          </a:p>
          <a:p>
            <a:r>
              <a:t>4Hz只用于画全计数，不能据此推断真实音乐听感。样本时刻k/4，k=0…7，记录[0,2)。所有样本实际存16bit，内容是否相同不改变固定宽度。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这8个样本一共占多少byte？</a:t>
            </a:r>
          </a:p>
          <a:p>
            <a:r>
              <a:t>[内部编号] Q12-A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十六格每八格组成一个byte，所以一个样本两byte。两秒八个样本，一共十六byte。先数对象，再写式子；换成八千Hz时仍是这套结构，只是每秒样本更多。</a:t>
            </a:r>
          </a:p>
          <a:p>
            <a:r>
              <a:t>[学生证据]</a:t>
            </a:r>
          </a:p>
          <a:p>
            <a:r>
              <a:t>纸上圈两个8bit组，写8×2B=16B。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现在每秒每声道八千个样本，记录两秒，每个实际保存十六bit。图只画部分样本。请独立写出样本数、每样本byte数和总byte数，三十秒后核对。</a:t>
            </a:r>
          </a:p>
          <a:p>
            <a:r>
              <a:t>[计数对象]</a:t>
            </a:r>
          </a:p>
          <a:p>
            <a:r>
              <a:t>单声道每个时刻一个值；fs×t=整数帧数，本例16000帧；真实文件采用16bit，不把之前3bit等级模型当存储宽度。N、每帧宽度、总量依次揭示。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样本数揭示</a:t>
            </a:r>
          </a:p>
          <a:p>
            <a:r>
              <a:t>[教师逐字稿]</a:t>
            </a:r>
          </a:p>
          <a:p>
            <a:r>
              <a:t>先数记录：一秒八千个，两秒一万六千个。这一步数的是样本，先不直接把它当byte。</a:t>
            </a:r>
          </a:p>
          <a:p>
            <a:r>
              <a:t>[阶段控制]</a:t>
            </a:r>
          </a:p>
          <a:p>
            <a:r>
              <a:t>只核对总样本数，保留总byte数。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存储宽度揭示</a:t>
            </a:r>
          </a:p>
          <a:p>
            <a:r>
              <a:t>[教师逐字稿]</a:t>
            </a:r>
          </a:p>
          <a:p>
            <a:r>
              <a:t>每个样本十六bit，就是两个byte。现在把一万六千个样本，每个占两个byte相乘。请先写你的结果，下一页才核对。</a:t>
            </a:r>
          </a:p>
          <a:p>
            <a:r>
              <a:t>[阶段控制]</a:t>
            </a:r>
          </a:p>
          <a:p>
            <a:r>
              <a:t>单声道一帧一个样本，2B/帧。不给完整文件大小。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2秒单声道PCM，需要多少样本数据？</a:t>
            </a:r>
          </a:p>
          <a:p>
            <a:r>
              <a:t>[内部编号] Q12</a:t>
            </a:r>
          </a:p>
          <a:p>
            <a:r>
              <a:t>[阶段] 总量揭示</a:t>
            </a:r>
          </a:p>
          <a:p>
            <a:r>
              <a:t>[教师逐字稿]</a:t>
            </a:r>
          </a:p>
          <a:p>
            <a:r>
              <a:t>一万六千个样本乘每个两byte，三万二千byte。也可以一秒八千乘两，得到一万六千byte每秒，再乘两秒。两条计数路径的单位都能对消。</a:t>
            </a:r>
          </a:p>
          <a:p>
            <a:r>
              <a:t>[独立核对]</a:t>
            </a:r>
          </a:p>
          <a:p>
            <a:r>
              <a:t>16000×2B=32000B；8000samples/s×2B/sample=16000B/s，再×2s。公式只计固定宽度未压缩PCM样本数据。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保持八千Hz、两秒和十六bit。现在每个时刻同时保存左、右两个值。单声道刚才三万二千byte；双声道样本数据是多少？指出图上对应的新增记录，二十秒独立列式。</a:t>
            </a:r>
          </a:p>
          <a:p>
            <a:r>
              <a:t>[给定]</a:t>
            </a:r>
          </a:p>
          <a:p>
            <a:r>
              <a:t>每声道参数一致，时间对齐，固定宽度整数PCM。双声道数据量翻倍，不代表响度或音质翻倍。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增加右声道，哪些记录多了一份？</a:t>
            </a:r>
          </a:p>
          <a:p>
            <a:r>
              <a:t>[内部编号] Q12-B</a:t>
            </a:r>
          </a:p>
          <a:p>
            <a:r>
              <a:t>[阶段] 揭示</a:t>
            </a:r>
          </a:p>
          <a:p>
            <a:r>
              <a:t>[教师逐字稿]</a:t>
            </a:r>
          </a:p>
          <a:p>
            <a:r>
              <a:t>每个时刻左两byte、右两byte，一帧四byte。一万六千帧乘四byte，六万四千byte。样本总数也可按一万六千乘二声道计。增加的是同一时刻另一声道的值，不是录制时间翻倍。</a:t>
            </a:r>
          </a:p>
          <a:p>
            <a:r>
              <a:t>[术语]</a:t>
            </a:r>
          </a:p>
          <a:p>
            <a:r>
              <a:t>frame是一时刻所有声道样本的组合。本课先用“同一时刻”说明，再引入帧，不要求学生额外背术语。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刚才只数样本，别人播放还需要读取格式信息。图把这个简单WAV的结构分开，先猜完整大小会不会相同，再说明多了什么。</a:t>
            </a:r>
          </a:p>
          <a:p>
            <a:r>
              <a:t>[题目控制]</a:t>
            </a:r>
          </a:p>
          <a:p>
            <a:r>
              <a:t>结构名是必要背景，具体结构大小和完整大小待核对后揭示。不是所有WAV都使用本例布局。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算出32,000 B，完整文件一定同样大吗？</a:t>
            </a:r>
          </a:p>
          <a:p>
            <a:r>
              <a:t>[内部编号] Q13</a:t>
            </a:r>
          </a:p>
          <a:p>
            <a:r>
              <a:t>[阶段] 文件证据</a:t>
            </a:r>
          </a:p>
          <a:p>
            <a:r>
              <a:t>[教师逐字稿]</a:t>
            </a:r>
          </a:p>
          <a:p>
            <a:r>
              <a:t>本例RIFF结构十二byte，fmt结构二十四byte，data块头八byte，共四十四byte。样本三万二千byte，加起来三万二千零四十四。只是这个简单文件的结构，不推广到所有WAV。</a:t>
            </a:r>
          </a:p>
          <a:p>
            <a:r>
              <a:t>[真实证据]</a:t>
            </a:r>
          </a:p>
          <a:p>
            <a:r>
              <a:t>assets/audio/size-check-8000-2s-16-mono.wav：16000帧，2B/帧，PCM样本32000B；RIFF 12B、fmt chunk24B、data header8B、数据32000B，总32044B。结构采用字节读取独立核对。其他WAV可能有额外chunk、填充或不同格式。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回到开场猜测。两份六秒、十六bit、单声道，只有采样率不同。分别数样本，算样本数据，再检查能否解释开场完整大小。</a:t>
            </a:r>
          </a:p>
          <a:p>
            <a:r>
              <a:t>[课堂闭环]</a:t>
            </a:r>
          </a:p>
          <a:p>
            <a:r>
              <a:t>独立列式20秒，回看保留猜测，收一个修改或支持的理由。数据来自同一已解码音乐片段，不代表首次ADC或恢复来源AAC。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用样本数解释开场A、B的大小差异</a:t>
            </a:r>
          </a:p>
          <a:p>
            <a:r>
              <a:t>[内部编号] Q1-return</a:t>
            </a:r>
          </a:p>
          <a:p>
            <a:r>
              <a:t>[阶段] 闭环揭示</a:t>
            </a:r>
          </a:p>
          <a:p>
            <a:r>
              <a:t>[教师逐字稿]</a:t>
            </a:r>
          </a:p>
          <a:p>
            <a:r>
              <a:t>A二十六万四千六百个样本，乘两byte为五十二万九千二百。B四万八千个样本，乘两byte为九万六千。数据条按样本数据量比例画出。各加本例四十四byte，得到开场大小。请修改原猜测，并说图上的哪条证据支持它。</a:t>
            </a:r>
          </a:p>
          <a:p>
            <a:r>
              <a:t>[独立证据]</a:t>
            </a:r>
          </a:p>
          <a:p>
            <a:r>
              <a:t>A=44100×6×2=529200B，B=8000×6×2=96000B；两者本例完整文件均多44B。条长比529200/96000=5.5125，完整文件比并非严格等于采样率比。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两个等幅余弦信号，一个六千Hz，一个两千Hz。相同八千Hz采样，在零点开始，观察每个紫点。两份记录能区分输入吗？先逐点比较，不先用规则替代观察。</a:t>
            </a:r>
          </a:p>
          <a:p>
            <a:r>
              <a:t>[诊断模型]</a:t>
            </a:r>
          </a:p>
          <a:p>
            <a:r>
              <a:t>故意不先低通，直接采样，x(t)=cos(2πft)，t=k/8000，k=0…4。观察闭区间0–0.5ms的五个点，不用它计算录音帧数。两信号起始相位相同；cos(2π6000n/8000)=cos(2π2000n/8000)，均1,0,-1,0,1。图为原生数学证据，不是实测示波器，也不是正常重采样流程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不同波形，为什么可能留下相同样本？</a:t>
            </a:r>
          </a:p>
          <a:p>
            <a:r>
              <a:t>[内部编号] Q14</a:t>
            </a:r>
          </a:p>
          <a:p>
            <a:r>
              <a:t>[阶段] 证据揭示</a:t>
            </a:r>
          </a:p>
          <a:p>
            <a:r>
              <a:t>[教师逐字稿]</a:t>
            </a:r>
          </a:p>
          <a:p>
            <a:r>
              <a:t>采样点都为一、零、负一、零、一。不同的连续波形产生相同离散记录，这叫混叠，光看这些样本不能区分原来的频率。正常录音不能照这个故意省略滤波的诊断模型操作，下一页核对频率条件。</a:t>
            </a:r>
          </a:p>
          <a:p>
            <a:r>
              <a:t>[边界]</a:t>
            </a:r>
          </a:p>
          <a:p>
            <a:r>
              <a:t>等幅同相余弦特例只展示混叠存在，不由五个点推导完整采样定理。相位不同要相应匹配。直接取样与先滤波必须分开。</a:t>
            </a:r>
          </a:p>
          <a:p>
            <a:r>
              <a:t>[来源]</a:t>
            </a:r>
          </a:p>
          <a:p>
            <a:r>
              <a:t>McClellan and Schafer, DSP First, Lecture 9, Sampling &amp; Aliasing, slides 7–9, 12 and 20–22. https://dspfirst.gatech.edu/archives/lectures/DSPFirst-L09-pp4.pdf ; retrieved 2026-10-13.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提问</a:t>
            </a:r>
          </a:p>
          <a:p>
            <a:r>
              <a:t>[教师逐字稿]</a:t>
            </a:r>
          </a:p>
          <a:p>
            <a:r>
              <a:t>给定基带带限条件：理想采样率大于最高频率两倍。声音六千Hz、采样八千Hz，能否满足？先分别指出振动次数和记录次数。</a:t>
            </a:r>
          </a:p>
          <a:p>
            <a:r>
              <a:t>[学生任务]</a:t>
            </a:r>
          </a:p>
          <a:p>
            <a:r>
              <a:t>将有来源的技术规则作为条件给出，不声称从上一页五点推导定理。独立代入15秒。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8kHz采样能保留6kHz纯音吗？</a:t>
            </a:r>
          </a:p>
          <a:p>
            <a:r>
              <a:t>[内部编号] Q14-B</a:t>
            </a:r>
          </a:p>
          <a:p>
            <a:r>
              <a:t>[阶段] 条件揭示</a:t>
            </a:r>
          </a:p>
          <a:p>
            <a:r>
              <a:t>[教师逐字稿]</a:t>
            </a:r>
          </a:p>
          <a:p>
            <a:r>
              <a:t>八千没有大于一万二千。用八千采样，理想边界四千Hz，六千超过它。正常流程先用低通限制输入频率，再采样；六千分量不能保留。实际滤波还要留过渡带，不说突然完美截断，也不把听不见当数学绝对零。</a:t>
            </a:r>
          </a:p>
          <a:p>
            <a:r>
              <a:t>[独立计算]</a:t>
            </a:r>
          </a:p>
          <a:p>
            <a:r>
              <a:t>fs=8000，要求fmax&lt;4000；6000不满足。若需保留6kHz，fs&gt;12000且采用适当滤波。前页裸采样会混叠，本页正常滤波移除越界频率；不是同一个输入输出结论。</a:t>
            </a:r>
          </a:p>
          <a:p>
            <a:r>
              <a:t>[来源]</a:t>
            </a:r>
          </a:p>
          <a:p>
            <a:r>
              <a:t>Analog Devices, MT-002, What the Nyquist Criterion Means to Your Sampled Data System Design. https://www.analog.com/media/en/training-seminars/tutorials/MT-002.pdf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学生总结</a:t>
            </a:r>
          </a:p>
          <a:p>
            <a:r>
              <a:t>[教师逐字稿]</a:t>
            </a:r>
          </a:p>
          <a:p>
            <a:r>
              <a:t>用每秒点数、每个样本两个byte和双声道两行，说明总量怎样数。再区分样本数据与完整文件，先总结证据，再更新最后一条关系。</a:t>
            </a:r>
          </a:p>
          <a:p>
            <a:r>
              <a:t>[课堂操作]</a:t>
            </a:r>
          </a:p>
          <a:p>
            <a:r>
              <a:t>先收学生总结及图上证据，再翻到树揭示。未来节点和关系不出现；已建立的节点、关系和几何在后续阶段不变。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怎样把记录参数与数据量连起来？</a:t>
            </a:r>
          </a:p>
          <a:p>
            <a:r>
              <a:t>[内部编号] T4</a:t>
            </a:r>
          </a:p>
          <a:p>
            <a:r>
              <a:t>[阶段] 树揭示</a:t>
            </a:r>
          </a:p>
          <a:p>
            <a:r>
              <a:t>[教师逐字稿]</a:t>
            </a:r>
          </a:p>
          <a:p>
            <a:r>
              <a:t>新增PCM计数：每声道样本数乘声道数，再乘每样本实际字节数。采样分支提供数量，存储宽度提供每份记录大小；完整文件另计结构。三条已知关系位置不变。</a:t>
            </a:r>
          </a:p>
          <a:p>
            <a:r>
              <a:t>[公式边界]</a:t>
            </a:r>
          </a:p>
          <a:p>
            <a:r>
              <a:t>固定宽度、未压缩PCM；实际帧数优先。本课16bit=2B；有效量化等级和实际容器宽度不同。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独立评价</a:t>
            </a:r>
          </a:p>
          <a:p>
            <a:r>
              <a:t>[教师逐字稿]</a:t>
            </a:r>
          </a:p>
          <a:p>
            <a:r>
              <a:t>独立六十秒，不讨论。第一题双声道，列byte计数式，并圈出哪个因子代表同一时刻两份值。第二题改写错误说法并给本课例子。先收齐纸条，再揭示。</a:t>
            </a:r>
          </a:p>
          <a:p>
            <a:r>
              <a:t>[评分，暂不朗读]</a:t>
            </a:r>
          </a:p>
          <a:p>
            <a:r>
              <a:t>16kHz×2s×2声道×2B=128000B，因子与单位2分；解释声道因子1分；说明编码可以不压缩并举3bit码字例1分。漏声道回到左右两行；漏换B回到16格；把编码等同压缩回到码字互读。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独立退出题：列式，并改写一句话</a:t>
            </a:r>
          </a:p>
          <a:p>
            <a:r>
              <a:t>[内部编号] Q15</a:t>
            </a:r>
          </a:p>
          <a:p>
            <a:r>
              <a:t>[阶段] 评价揭示</a:t>
            </a:r>
          </a:p>
          <a:p>
            <a:r>
              <a:t>[教师逐字稿]</a:t>
            </a:r>
          </a:p>
          <a:p>
            <a:r>
              <a:t>纸条已经收齐。每秒每声道一万六千，两秒、两声道、每个两byte，十二万八千byte。编码是按约定表示数据，可以不压缩；比如本课等级三写零一一。根据收来的理由，记录需要回到哪张图再解释。</a:t>
            </a:r>
          </a:p>
          <a:p>
            <a:r>
              <a:t>[课堂记录]</a:t>
            </a:r>
          </a:p>
          <a:p>
            <a:r>
              <a:t>记录错误类型、独立证据、实际时间。下列附录可选，超时全部不讲。</a:t>
            </a:r>
          </a:p>
          <a:p>
            <a:r>
              <a:t>[来源]</a:t>
            </a:r>
          </a:p>
          <a:p>
            <a:r>
              <a:t>Microsoft, WAVEFORMATEX: nChannels, nSamplesPerSec, nBlockAlign, wBitsPerSample. https://learn.microsoft.com/en-us/windows/win32/api/mmeapi/ns-mmeapi-waveformatex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主线已经结束，只有学生仍难理解有限分档时使用这个类比。按左表，两个不同分数为什么有同一等级？请先说分档规则，再解释丢掉什么信息。</a:t>
            </a:r>
          </a:p>
          <a:p>
            <a:r>
              <a:t>[可选与边界]</a:t>
            </a:r>
          </a:p>
          <a:p>
            <a:r>
              <a:t>非均匀成绩区间仅类比多值映射同一标签，不用于推导均匀量化误差界；不占45分钟主线预算。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80分和60分，为什么会同属B？</a:t>
            </a:r>
          </a:p>
          <a:p>
            <a:r>
              <a:t>[内部编号] Q7-A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两个都落在六十到八十九，都是B。只留下等级，不能恢复原来的精确分数。这个类比说明有限标签，不说明实际声音波形或均匀量化误差公式。</a:t>
            </a:r>
          </a:p>
          <a:p>
            <a:r>
              <a:t>[可选]</a:t>
            </a:r>
          </a:p>
          <a:p>
            <a:r>
              <a:t>不追加第五档活动，避免脱离音频主线。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可选附录提问</a:t>
            </a:r>
          </a:p>
          <a:p>
            <a:r>
              <a:t>[教师逐字稿]</a:t>
            </a:r>
          </a:p>
          <a:p>
            <a:r>
              <a:t>用同一模型中的另一个真实样本核对。输入负零点七一，四档代表负零点七五，八档代表负零点六二五。分别算误差，然后检查“每一点都更接近”是否成立。</a:t>
            </a:r>
          </a:p>
          <a:p>
            <a:r>
              <a:t>[可选]</a:t>
            </a:r>
          </a:p>
          <a:p>
            <a:r>
              <a:t>主线保留误差上界结论；本页只在学生把它扩大为每点必然改善时使用。固定范围[-1,1)，均匀中点量化。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[问题] 等级更多，每个样本都一定更接近吗？</a:t>
            </a:r>
          </a:p>
          <a:p>
            <a:r>
              <a:t>[内部编号] Q7-B</a:t>
            </a:r>
          </a:p>
          <a:p>
            <a:r>
              <a:t>[阶段] 可选附录揭示</a:t>
            </a:r>
          </a:p>
          <a:p>
            <a:r>
              <a:t>[教师逐字稿]</a:t>
            </a:r>
          </a:p>
          <a:p>
            <a:r>
              <a:t>四档误差零点零四，八档零点零八五，这一点反而更远。减小的是误差上界，从零点二五到零点一二五，不是每个样本的误差。请把过强的总结改成带条件的结论。</a:t>
            </a:r>
          </a:p>
          <a:p>
            <a:r>
              <a:t>[独立核对]</a:t>
            </a:r>
          </a:p>
          <a:p>
            <a:r>
              <a:t>abs(-.71+.75)=.04；abs(-.71+.625)=.085。4级步长.5，半步长.25；8级步长.25，半步长.125。两者各自都不超过各自界。</a:t>
            </a:r>
          </a:p>
          <a:p>
            <a:r>
              <a:t>[来源]</a:t>
            </a:r>
          </a:p>
          <a:p>
            <a:r>
              <a:t>Analog Devices, MT-001, Quantization Noise Model, p1. https://www.analog.com/media/en/training-seminars/tutorials/MT-001.pdf ; retrieved 2026-10-12.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ce7d990eed4d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dcc7cbd9a40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97b3f1fbb149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cbe60e6b548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47e0ecc1fe40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324f6445344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3CDF7B-E556-4FE2-9F3C-5E0EAFC53C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560BF5A-0AC0-4056-826A-23784F1A03F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C03799-9020-4593-B86A-C974DAA304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67F67D-32F5-41E5-BC88-4888CFF181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5D54E4-3A34-480D-908D-FA92EF2F5D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E5DE79-EDC8-46FD-B61B-A90F823B7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2E897B-1C1D-4617-BC39-52A4BD8A84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5ADC54-88D9-441E-8557-C1102D9A30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3A2987-ED4B-451D-81AD-AFF0AC1BF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F5E824-8232-4864-A093-80741AC222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97ed5233684a28" /><Relationship Type="http://schemas.openxmlformats.org/officeDocument/2006/relationships/slideLayout" Target="/ppt/slideLayouts/slideLayout1.xml" Id="Ree12659281004a67" /><Relationship Type="http://schemas.openxmlformats.org/officeDocument/2006/relationships/slideLayout" Target="/ppt/slideLayouts/slideLayout2.xml" Id="Rdb502cd484c5419e" /><Relationship Type="http://schemas.openxmlformats.org/officeDocument/2006/relationships/slideLayout" Target="/ppt/slideLayouts/slideLayout3.xml" Id="Rd3751f2517d34ba4" /><Relationship Type="http://schemas.openxmlformats.org/officeDocument/2006/relationships/slideLayout" Target="/ppt/slideLayouts/slideLayout4.xml" Id="Rb2af4b07d4934625" /><Relationship Type="http://schemas.openxmlformats.org/officeDocument/2006/relationships/slideLayout" Target="/ppt/slideLayouts/slideLayout5.xml" Id="R2c16b68e223a49fe" /><Relationship Type="http://schemas.openxmlformats.org/officeDocument/2006/relationships/slideLayout" Target="/ppt/slideLayouts/slideLayout6.xml" Id="R2981bcedf5be42f2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ee12659281004a67"/>
    <p:sldLayoutId id="2147483650" r:id="Rdb502cd484c5419e"/>
    <p:sldLayoutId id="2147483651" r:id="Rd3751f2517d34ba4"/>
    <p:sldLayoutId id="2147483652" r:id="Rb2af4b07d4934625"/>
    <p:sldLayoutId id="2147483653" r:id="R2c16b68e223a49fe"/>
    <p:sldLayoutId id="2147483654" r:id="R2981bcedf5be42f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1pPr>
      <a:lvl2pPr marL="457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2pPr>
      <a:lvl3pPr marL="914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3pPr>
      <a:lvl4pPr marL="1371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4pPr>
      <a:lvl5pPr marL="18288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5pPr>
      <a:lvl6pPr marL="22860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6pPr>
      <a:lvl7pPr marL="27432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7pPr>
      <a:lvl8pPr marL="32004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8pPr>
      <a:lvl9pPr marL="3657600" algn="l">
        <a:buNone/>
        <a:defRPr sz="1800">
          <a:solidFill>
            <a:schemeClr val="tx1"/>
          </a:solidFill>
          <a:latin typeface="Alibaba PuHuiTi 3.0 55 Regular"/>
          <a:ea typeface="Alibaba PuHuiTi 3.0 55 Regular"/>
          <a:cs typeface="Alibaba PuHuiTi 3.0 55 Regular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f288dc8eb4449b" /><Relationship Type="http://schemas.openxmlformats.org/officeDocument/2006/relationships/notesSlide" Target="/ppt/notesSlides/notesSlide1.xml" Id="Rdafc39ce84ca42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146b739a7476b" /><Relationship Type="http://schemas.openxmlformats.org/officeDocument/2006/relationships/notesSlide" Target="/ppt/notesSlides/notesSlide2.xml" Id="R64f96a6eb3374c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b519ef49641cf" /><Relationship Type="http://schemas.openxmlformats.org/officeDocument/2006/relationships/notesSlide" Target="/ppt/notesSlides/notesSlide3.xml" Id="R858791b47b99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b0914de88d44d0" /><Relationship Type="http://schemas.openxmlformats.org/officeDocument/2006/relationships/notesSlide" Target="/ppt/notesSlides/notesSlide4.xml" Id="Rdd06c411351242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797c7023ac4889" /><Relationship Type="http://schemas.openxmlformats.org/officeDocument/2006/relationships/notesSlide" Target="/ppt/notesSlides/notesSlide5.xml" Id="Ra5737b2100cc4d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73f36a1d14788" /><Relationship Type="http://schemas.openxmlformats.org/officeDocument/2006/relationships/notesSlide" Target="/ppt/notesSlides/notesSlide6.xml" Id="R8ad7b77206e44a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0fae25298484a" /><Relationship Type="http://schemas.openxmlformats.org/officeDocument/2006/relationships/notesSlide" Target="/ppt/notesSlides/notesSlide7.xml" Id="Re287f6015ad744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68bb4b4b84728" /><Relationship Type="http://schemas.openxmlformats.org/officeDocument/2006/relationships/notesSlide" Target="/ppt/notesSlides/notesSlide8.xml" Id="Re75ed4f09b124b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ac982ac484f5d" /><Relationship Type="http://schemas.openxmlformats.org/officeDocument/2006/relationships/notesSlide" Target="/ppt/notesSlides/notesSlide9.xml" Id="R6bc505a6010646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4eb51ac1174f0b" /><Relationship Type="http://schemas.openxmlformats.org/officeDocument/2006/relationships/notesSlide" Target="/ppt/notesSlides/notesSlide10.xml" Id="R82f18c0385b340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8cc71d1e34b50" /><Relationship Type="http://schemas.openxmlformats.org/officeDocument/2006/relationships/notesSlide" Target="/ppt/notesSlides/notesSlide11.xml" Id="Rd1420b72c60549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18379886d4128" /><Relationship Type="http://schemas.openxmlformats.org/officeDocument/2006/relationships/notesSlide" Target="/ppt/notesSlides/notesSlide12.xml" Id="R60ecc4a3b86042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73e8c711d42f4" /><Relationship Type="http://schemas.openxmlformats.org/officeDocument/2006/relationships/notesSlide" Target="/ppt/notesSlides/notesSlide13.xml" Id="Rb2d73deb014940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2dc3b1263f4acd" /><Relationship Type="http://schemas.openxmlformats.org/officeDocument/2006/relationships/notesSlide" Target="/ppt/notesSlides/notesSlide14.xml" Id="R50522706452040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1662e12ec46f4" /><Relationship Type="http://schemas.openxmlformats.org/officeDocument/2006/relationships/notesSlide" Target="/ppt/notesSlides/notesSlide15.xml" Id="Rff51291a8c7a4a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2fae3ded4d4540" /><Relationship Type="http://schemas.openxmlformats.org/officeDocument/2006/relationships/notesSlide" Target="/ppt/notesSlides/notesSlide16.xml" Id="Rb9930a2695404e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7028907314c40" /><Relationship Type="http://schemas.openxmlformats.org/officeDocument/2006/relationships/notesSlide" Target="/ppt/notesSlides/notesSlide17.xml" Id="R8c379a9de9444c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5aace971f4edf" /><Relationship Type="http://schemas.openxmlformats.org/officeDocument/2006/relationships/notesSlide" Target="/ppt/notesSlides/notesSlide18.xml" Id="R8c487f602781490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d191e039c49a1" /><Relationship Type="http://schemas.openxmlformats.org/officeDocument/2006/relationships/notesSlide" Target="/ppt/notesSlides/notesSlide19.xml" Id="Raeb0c9e9982c49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3133cb1ffb4048" /><Relationship Type="http://schemas.openxmlformats.org/officeDocument/2006/relationships/notesSlide" Target="/ppt/notesSlides/notesSlide20.xml" Id="Raf6fc2c3454646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9b24272e04c17" /><Relationship Type="http://schemas.openxmlformats.org/officeDocument/2006/relationships/notesSlide" Target="/ppt/notesSlides/notesSlide21.xml" Id="R8dab54d3165947b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89049b3a7442d6" /><Relationship Type="http://schemas.openxmlformats.org/officeDocument/2006/relationships/notesSlide" Target="/ppt/notesSlides/notesSlide22.xml" Id="R474b046f8f3d44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782150b14042c8" /><Relationship Type="http://schemas.openxmlformats.org/officeDocument/2006/relationships/notesSlide" Target="/ppt/notesSlides/notesSlide23.xml" Id="R3d3119519a994be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4fefa62a74d61" /><Relationship Type="http://schemas.openxmlformats.org/officeDocument/2006/relationships/notesSlide" Target="/ppt/notesSlides/notesSlide24.xml" Id="R6554d2cb32dd45c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5d06b6b0984061" /><Relationship Type="http://schemas.openxmlformats.org/officeDocument/2006/relationships/notesSlide" Target="/ppt/notesSlides/notesSlide25.xml" Id="Rfab8130e73fb40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a811f193b14701" /><Relationship Type="http://schemas.openxmlformats.org/officeDocument/2006/relationships/notesSlide" Target="/ppt/notesSlides/notesSlide26.xml" Id="R24f86f41ed9d4d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55ed9f27fb4811" /><Relationship Type="http://schemas.openxmlformats.org/officeDocument/2006/relationships/notesSlide" Target="/ppt/notesSlides/notesSlide27.xml" Id="R0c6a2929948f4b6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a0aa033301445a" /><Relationship Type="http://schemas.openxmlformats.org/officeDocument/2006/relationships/notesSlide" Target="/ppt/notesSlides/notesSlide28.xml" Id="R483cf557a707485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a9a2707e94485" /><Relationship Type="http://schemas.openxmlformats.org/officeDocument/2006/relationships/notesSlide" Target="/ppt/notesSlides/notesSlide29.xml" Id="R9e2e11b84e06471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f9c81c4f374a76" /><Relationship Type="http://schemas.openxmlformats.org/officeDocument/2006/relationships/notesSlide" Target="/ppt/notesSlides/notesSlide30.xml" Id="Rb118a159f19f41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fbaf104c44bbc" /><Relationship Type="http://schemas.openxmlformats.org/officeDocument/2006/relationships/notesSlide" Target="/ppt/notesSlides/notesSlide31.xml" Id="R4fb3325b7ffc4d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6a521cbc6e47e7" /><Relationship Type="http://schemas.openxmlformats.org/officeDocument/2006/relationships/notesSlide" Target="/ppt/notesSlides/notesSlide32.xml" Id="R07865cc4b7c94f5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a89ba60674ed6" /><Relationship Type="http://schemas.openxmlformats.org/officeDocument/2006/relationships/notesSlide" Target="/ppt/notesSlides/notesSlide33.xml" Id="Rae1b2870d343494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39e4029cdc4d74" /><Relationship Type="http://schemas.openxmlformats.org/officeDocument/2006/relationships/notesSlide" Target="/ppt/notesSlides/notesSlide34.xml" Id="Re9d5e6baa62f45f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3725c6e6b4980" /><Relationship Type="http://schemas.openxmlformats.org/officeDocument/2006/relationships/notesSlide" Target="/ppt/notesSlides/notesSlide35.xml" Id="R7961d716413e4d3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1c6600666480f" /><Relationship Type="http://schemas.openxmlformats.org/officeDocument/2006/relationships/notesSlide" Target="/ppt/notesSlides/notesSlide36.xml" Id="R5fe542eb98004f9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8b5b6a1fc4b2c" /><Relationship Type="http://schemas.openxmlformats.org/officeDocument/2006/relationships/notesSlide" Target="/ppt/notesSlides/notesSlide37.xml" Id="R8f75813d9e834f4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2e7e39bb084137" /><Relationship Type="http://schemas.openxmlformats.org/officeDocument/2006/relationships/notesSlide" Target="/ppt/notesSlides/notesSlide38.xml" Id="Rab8974b35f3148c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68947e20ee47e9" /><Relationship Type="http://schemas.openxmlformats.org/officeDocument/2006/relationships/notesSlide" Target="/ppt/notesSlides/notesSlide39.xml" Id="Rfa65fe91be2542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118161c04b4562" /><Relationship Type="http://schemas.openxmlformats.org/officeDocument/2006/relationships/notesSlide" Target="/ppt/notesSlides/notesSlide40.xml" Id="Re2e7a1c728b040a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bf1aba1a9b40e4" /><Relationship Type="http://schemas.openxmlformats.org/officeDocument/2006/relationships/notesSlide" Target="/ppt/notesSlides/notesSlide41.xml" Id="R51563ae79e604a6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88d40ee1f4997" /><Relationship Type="http://schemas.openxmlformats.org/officeDocument/2006/relationships/notesSlide" Target="/ppt/notesSlides/notesSlide42.xml" Id="R47b2a78304be4bf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232bc2083c43b2" /><Relationship Type="http://schemas.openxmlformats.org/officeDocument/2006/relationships/notesSlide" Target="/ppt/notesSlides/notesSlide43.xml" Id="Rbc2eada06a0d429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e630a9da846b3" /><Relationship Type="http://schemas.openxmlformats.org/officeDocument/2006/relationships/notesSlide" Target="/ppt/notesSlides/notesSlide44.xml" Id="Rac23a32282a645d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1358757054996" /><Relationship Type="http://schemas.openxmlformats.org/officeDocument/2006/relationships/notesSlide" Target="/ppt/notesSlides/notesSlide45.xml" Id="R9ce3ec04a4334aa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421755a5643e4" /><Relationship Type="http://schemas.openxmlformats.org/officeDocument/2006/relationships/notesSlide" Target="/ppt/notesSlides/notesSlide46.xml" Id="R5f7146412b7440d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aa5584062d4cf7" /><Relationship Type="http://schemas.openxmlformats.org/officeDocument/2006/relationships/notesSlide" Target="/ppt/notesSlides/notesSlide47.xml" Id="R16b9cd3f7554441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ab609a69249bd" /><Relationship Type="http://schemas.openxmlformats.org/officeDocument/2006/relationships/notesSlide" Target="/ppt/notesSlides/notesSlide48.xml" Id="R6ba3d59333b9459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b05c8b91e3414b" /><Relationship Type="http://schemas.openxmlformats.org/officeDocument/2006/relationships/notesSlide" Target="/ppt/notesSlides/notesSlide49.xml" Id="Ree856bff2a52452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6fee29189348f9" /><Relationship Type="http://schemas.openxmlformats.org/officeDocument/2006/relationships/notesSlide" Target="/ppt/notesSlides/notesSlide50.xml" Id="R2861d4eec173483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113075fb404679" /><Relationship Type="http://schemas.openxmlformats.org/officeDocument/2006/relationships/notesSlide" Target="/ppt/notesSlides/notesSlide51.xml" Id="R05d705513ecc41f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3da5bd3e4e4614" /><Relationship Type="http://schemas.openxmlformats.org/officeDocument/2006/relationships/notesSlide" Target="/ppt/notesSlides/notesSlide52.xml" Id="R09943e5d66d24c8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a9676a316f4b85" /><Relationship Type="http://schemas.openxmlformats.org/officeDocument/2006/relationships/notesSlide" Target="/ppt/notesSlides/notesSlide53.xml" Id="R4eff14ba5952457c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b9e9a3725e4f0d" /><Relationship Type="http://schemas.openxmlformats.org/officeDocument/2006/relationships/notesSlide" Target="/ppt/notesSlides/notesSlide54.xml" Id="R84317beb57c044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D2486BE-6B9C-440F-81BD-0DF8F179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74D9F04-8445-49AD-9D0B-4F74C4F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64060CD-C561-409F-B5DC-DF5B3130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/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4872B9-D447-4145-B947-D11AFB50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914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声音的数字化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FDC117C-F5AB-4C22-855F-4A76DC73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采样、量化、编码与存储</a:t>
            </a:r>
          </a:p>
        </p:txBody>
      </p:sp>
    </p:spTree>
    <p:extLst>
      <p:ext uri="{BB962C8B-B14F-4D97-AF65-F5344CB8AC3E}">
        <p14:creationId xmlns:p14="http://schemas.microsoft.com/office/powerpoint/2010/main" val="1720320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FB1C209D-091B-48BD-AFD0-42F21052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E986B8-8310-4E5E-9B16-6058FF71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34218D-14A0-43F2-918D-A75D470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899CDD-EC4B-4532-AE8E-3587A4D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3F0A1D-6A9A-4441-9F64-D44CAA3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184741B-20F9-4849-B850-DB160E1C0806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074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FB1C209D-091B-48BD-AFD0-42F21052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5E986B8-8310-4E5E-9B16-6058FF71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3B34218D-14A0-43F2-918D-A75D4700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同一段声音，为什么文件大小不同？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A899CDD-EC4B-4532-AE8E-3587A4D7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同一段6秒声音；两份均为未压缩PCM WAV。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53F0A1D-6A9A-4441-9F64-D44CAA31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先写猜测和理由，暂不看记录参数。</a:t>
            </a:r>
          </a:p>
        </p:txBody>
      </p:sp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D184741B-20F9-4849-B850-DB160E1C0806}"/>
              </a:ext>
            </a:extLst>
          </p:cNvPr>
          <p:cNvGraphicFramePr/>
          <p:nvPr/>
        </p:nvGraphicFramePr>
        <p:xfrm>
          <a:off xmlns:a="http://schemas.openxmlformats.org/drawingml/2006/main" x="2143125" y="2667000"/>
          <a:ext xmlns:a="http://schemas.openxmlformats.org/drawingml/2006/main" cx="790575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00250"/>
                <a:gridCol w="5905500"/>
              </a:tblGrid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完整文件大小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529,244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96,044 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05094121-78D5-4318-8B98-73E0F592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同样长、同为未压缩，数据量仍可不同。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A1054503-D881-4F68-97D2-15040B20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先找出电脑记录了什么，再核对猜测。</a:t>
            </a:r>
          </a:p>
        </p:txBody>
      </p:sp>
    </p:spTree>
    <p:extLst>
      <p:ext uri="{BB962C8B-B14F-4D97-AF65-F5344CB8AC3E}">
        <p14:creationId xmlns:p14="http://schemas.microsoft.com/office/powerpoint/2010/main" val="1221074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B1037529-56AD-4201-BF6F-5C20686D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6D8A98-809E-4403-AAB3-A8B5038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3DECD1-8A09-44A0-82D4-EAD3916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1BF82B-1C2B-4979-8236-C579E947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C1A318B-BDBD-42BD-8A96-22C62E6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8DF32541-7811-48AD-B79C-9CC9D4A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93109D6-6FEB-450B-ACA9-3AB73DD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5B6E61B6-3467-415C-8229-92A3045C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52BF8BDB-EBE8-43C6-B07F-0D4DB81F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横轴：________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B0840D26-119A-4FDA-968E-9D1725C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纵轴：________</a:t>
            </a:r>
          </a:p>
        </p:txBody>
      </p:sp>
    </p:spTree>
    <p:extLst>
      <p:ext uri="{BB962C8B-B14F-4D97-AF65-F5344CB8AC3E}">
        <p14:creationId xmlns:p14="http://schemas.microsoft.com/office/powerpoint/2010/main" val="12869334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B1037529-56AD-4201-BF6F-5C20686D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16D8A98-809E-4403-AAB3-A8B50385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73DECD1-8A09-44A0-82D4-EAD3916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这条波形的横轴和纵轴分别表示什么？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F1BF82B-1C2B-4979-8236-C579E947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麦克风把同一位置的声压变化转换为电信号。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C1A318B-BDBD-42BD-8A96-22C62E6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143125"/>
          </a:xfrm>
          <a:custGeom xmlns:a="http://schemas.openxmlformats.org/drawingml/2006/main">
            <a:pathLst>
              <a:path w="9525" h="2143125">
                <a:moveTo>
                  <a:pt x="0" y="0"/>
                </a:moveTo>
                <a:lnTo>
                  <a:pt x="0" y="21431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8DF32541-7811-48AD-B79C-9CC9D4A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05188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A93109D6-6FEB-450B-ACA9-3AB73DDF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5B6E61B6-3467-415C-8229-92A3045C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8301"/>
            <a:ext cx="9048750" cy="1627733"/>
          </a:xfrm>
          <a:custGeom xmlns:a="http://schemas.openxmlformats.org/drawingml/2006/main">
            <a:pathLst>
              <a:path w="9048750" h="1627733">
                <a:moveTo>
                  <a:pt x="0" y="1297885"/>
                </a:moveTo>
                <a:lnTo>
                  <a:pt x="45244" y="1284770"/>
                </a:lnTo>
                <a:lnTo>
                  <a:pt x="90488" y="1269895"/>
                </a:lnTo>
                <a:lnTo>
                  <a:pt x="135731" y="1253355"/>
                </a:lnTo>
                <a:lnTo>
                  <a:pt x="180975" y="1235245"/>
                </a:lnTo>
                <a:lnTo>
                  <a:pt x="226219" y="1215662"/>
                </a:lnTo>
                <a:lnTo>
                  <a:pt x="271463" y="1194699"/>
                </a:lnTo>
                <a:lnTo>
                  <a:pt x="316706" y="1172452"/>
                </a:lnTo>
                <a:lnTo>
                  <a:pt x="361950" y="1149017"/>
                </a:lnTo>
                <a:lnTo>
                  <a:pt x="407194" y="1124489"/>
                </a:lnTo>
                <a:lnTo>
                  <a:pt x="452438" y="1098962"/>
                </a:lnTo>
                <a:lnTo>
                  <a:pt x="497681" y="1072532"/>
                </a:lnTo>
                <a:lnTo>
                  <a:pt x="542925" y="1045294"/>
                </a:lnTo>
                <a:lnTo>
                  <a:pt x="588169" y="1017343"/>
                </a:lnTo>
                <a:lnTo>
                  <a:pt x="633413" y="988775"/>
                </a:lnTo>
                <a:lnTo>
                  <a:pt x="678656" y="959685"/>
                </a:lnTo>
                <a:lnTo>
                  <a:pt x="723900" y="930167"/>
                </a:lnTo>
                <a:lnTo>
                  <a:pt x="769144" y="900318"/>
                </a:lnTo>
                <a:lnTo>
                  <a:pt x="814388" y="870231"/>
                </a:lnTo>
                <a:lnTo>
                  <a:pt x="859631" y="840003"/>
                </a:lnTo>
                <a:lnTo>
                  <a:pt x="904875" y="809729"/>
                </a:lnTo>
                <a:lnTo>
                  <a:pt x="950119" y="778092"/>
                </a:lnTo>
                <a:lnTo>
                  <a:pt x="995363" y="743940"/>
                </a:lnTo>
                <a:lnTo>
                  <a:pt x="1040606" y="707614"/>
                </a:lnTo>
                <a:lnTo>
                  <a:pt x="1085850" y="669453"/>
                </a:lnTo>
                <a:lnTo>
                  <a:pt x="1131094" y="629798"/>
                </a:lnTo>
                <a:lnTo>
                  <a:pt x="1176338" y="588990"/>
                </a:lnTo>
                <a:lnTo>
                  <a:pt x="1221581" y="547369"/>
                </a:lnTo>
                <a:lnTo>
                  <a:pt x="1266825" y="505276"/>
                </a:lnTo>
                <a:lnTo>
                  <a:pt x="1312069" y="463051"/>
                </a:lnTo>
                <a:lnTo>
                  <a:pt x="1357313" y="421035"/>
                </a:lnTo>
                <a:lnTo>
                  <a:pt x="1402556" y="379568"/>
                </a:lnTo>
                <a:lnTo>
                  <a:pt x="1447800" y="338990"/>
                </a:lnTo>
                <a:lnTo>
                  <a:pt x="1493044" y="299643"/>
                </a:lnTo>
                <a:lnTo>
                  <a:pt x="1538288" y="261867"/>
                </a:lnTo>
                <a:lnTo>
                  <a:pt x="1583531" y="226001"/>
                </a:lnTo>
                <a:lnTo>
                  <a:pt x="1628775" y="192387"/>
                </a:lnTo>
                <a:lnTo>
                  <a:pt x="1674019" y="161366"/>
                </a:lnTo>
                <a:lnTo>
                  <a:pt x="1719263" y="133276"/>
                </a:lnTo>
                <a:lnTo>
                  <a:pt x="1764506" y="108460"/>
                </a:lnTo>
                <a:lnTo>
                  <a:pt x="1809750" y="87258"/>
                </a:lnTo>
                <a:lnTo>
                  <a:pt x="1854994" y="69224"/>
                </a:lnTo>
                <a:lnTo>
                  <a:pt x="1900238" y="53600"/>
                </a:lnTo>
                <a:lnTo>
                  <a:pt x="1945481" y="40258"/>
                </a:lnTo>
                <a:lnTo>
                  <a:pt x="1990725" y="29070"/>
                </a:lnTo>
                <a:lnTo>
                  <a:pt x="2035969" y="19908"/>
                </a:lnTo>
                <a:lnTo>
                  <a:pt x="2081213" y="12643"/>
                </a:lnTo>
                <a:lnTo>
                  <a:pt x="2126456" y="7148"/>
                </a:lnTo>
                <a:lnTo>
                  <a:pt x="2171700" y="3295"/>
                </a:lnTo>
                <a:lnTo>
                  <a:pt x="2216944" y="955"/>
                </a:lnTo>
                <a:lnTo>
                  <a:pt x="2262188" y="0"/>
                </a:lnTo>
                <a:lnTo>
                  <a:pt x="2307431" y="302"/>
                </a:lnTo>
                <a:lnTo>
                  <a:pt x="2352675" y="1733"/>
                </a:lnTo>
                <a:lnTo>
                  <a:pt x="2397919" y="4165"/>
                </a:lnTo>
                <a:lnTo>
                  <a:pt x="2443163" y="7469"/>
                </a:lnTo>
                <a:lnTo>
                  <a:pt x="2488406" y="11517"/>
                </a:lnTo>
                <a:lnTo>
                  <a:pt x="2533650" y="16182"/>
                </a:lnTo>
                <a:lnTo>
                  <a:pt x="2578894" y="21335"/>
                </a:lnTo>
                <a:lnTo>
                  <a:pt x="2624138" y="26849"/>
                </a:lnTo>
                <a:lnTo>
                  <a:pt x="2669381" y="32594"/>
                </a:lnTo>
                <a:lnTo>
                  <a:pt x="2714625" y="38442"/>
                </a:lnTo>
                <a:lnTo>
                  <a:pt x="2759869" y="44819"/>
                </a:lnTo>
                <a:lnTo>
                  <a:pt x="2805113" y="52213"/>
                </a:lnTo>
                <a:lnTo>
                  <a:pt x="2850356" y="60591"/>
                </a:lnTo>
                <a:lnTo>
                  <a:pt x="2895600" y="69919"/>
                </a:lnTo>
                <a:lnTo>
                  <a:pt x="2940844" y="80164"/>
                </a:lnTo>
                <a:lnTo>
                  <a:pt x="2986088" y="91295"/>
                </a:lnTo>
                <a:lnTo>
                  <a:pt x="3031331" y="103277"/>
                </a:lnTo>
                <a:lnTo>
                  <a:pt x="3076575" y="116079"/>
                </a:lnTo>
                <a:lnTo>
                  <a:pt x="3121819" y="129666"/>
                </a:lnTo>
                <a:lnTo>
                  <a:pt x="3167063" y="144006"/>
                </a:lnTo>
                <a:lnTo>
                  <a:pt x="3212306" y="159066"/>
                </a:lnTo>
                <a:lnTo>
                  <a:pt x="3257550" y="174814"/>
                </a:lnTo>
                <a:lnTo>
                  <a:pt x="3302794" y="191215"/>
                </a:lnTo>
                <a:lnTo>
                  <a:pt x="3348038" y="208238"/>
                </a:lnTo>
                <a:lnTo>
                  <a:pt x="3393281" y="225849"/>
                </a:lnTo>
                <a:lnTo>
                  <a:pt x="3438525" y="244015"/>
                </a:lnTo>
                <a:lnTo>
                  <a:pt x="3483769" y="262703"/>
                </a:lnTo>
                <a:lnTo>
                  <a:pt x="3529013" y="281881"/>
                </a:lnTo>
                <a:lnTo>
                  <a:pt x="3574256" y="301515"/>
                </a:lnTo>
                <a:lnTo>
                  <a:pt x="3619500" y="321573"/>
                </a:lnTo>
                <a:lnTo>
                  <a:pt x="3664744" y="342519"/>
                </a:lnTo>
                <a:lnTo>
                  <a:pt x="3709988" y="364760"/>
                </a:lnTo>
                <a:lnTo>
                  <a:pt x="3755231" y="388175"/>
                </a:lnTo>
                <a:lnTo>
                  <a:pt x="3800475" y="412643"/>
                </a:lnTo>
                <a:lnTo>
                  <a:pt x="3845719" y="438044"/>
                </a:lnTo>
                <a:lnTo>
                  <a:pt x="3890963" y="464256"/>
                </a:lnTo>
                <a:lnTo>
                  <a:pt x="3936206" y="491159"/>
                </a:lnTo>
                <a:lnTo>
                  <a:pt x="3981450" y="518632"/>
                </a:lnTo>
                <a:lnTo>
                  <a:pt x="4026694" y="546554"/>
                </a:lnTo>
                <a:lnTo>
                  <a:pt x="4071938" y="574804"/>
                </a:lnTo>
                <a:lnTo>
                  <a:pt x="4117181" y="603262"/>
                </a:lnTo>
                <a:lnTo>
                  <a:pt x="4162425" y="631806"/>
                </a:lnTo>
                <a:lnTo>
                  <a:pt x="4207669" y="660316"/>
                </a:lnTo>
                <a:lnTo>
                  <a:pt x="4252913" y="688671"/>
                </a:lnTo>
                <a:lnTo>
                  <a:pt x="4298156" y="716751"/>
                </a:lnTo>
                <a:lnTo>
                  <a:pt x="4343400" y="744433"/>
                </a:lnTo>
                <a:lnTo>
                  <a:pt x="4388644" y="771599"/>
                </a:lnTo>
                <a:lnTo>
                  <a:pt x="4433888" y="798126"/>
                </a:lnTo>
                <a:lnTo>
                  <a:pt x="4479131" y="823894"/>
                </a:lnTo>
                <a:lnTo>
                  <a:pt x="4524375" y="848782"/>
                </a:lnTo>
                <a:lnTo>
                  <a:pt x="4569619" y="873440"/>
                </a:lnTo>
                <a:lnTo>
                  <a:pt x="4614863" y="898525"/>
                </a:lnTo>
                <a:lnTo>
                  <a:pt x="4660106" y="923927"/>
                </a:lnTo>
                <a:lnTo>
                  <a:pt x="4705350" y="949537"/>
                </a:lnTo>
                <a:lnTo>
                  <a:pt x="4750594" y="975245"/>
                </a:lnTo>
                <a:lnTo>
                  <a:pt x="4795838" y="1000940"/>
                </a:lnTo>
                <a:lnTo>
                  <a:pt x="4841081" y="1026513"/>
                </a:lnTo>
                <a:lnTo>
                  <a:pt x="4886325" y="1051855"/>
                </a:lnTo>
                <a:lnTo>
                  <a:pt x="4931569" y="1076854"/>
                </a:lnTo>
                <a:lnTo>
                  <a:pt x="4976813" y="1101403"/>
                </a:lnTo>
                <a:lnTo>
                  <a:pt x="5022056" y="1125389"/>
                </a:lnTo>
                <a:lnTo>
                  <a:pt x="5067300" y="1148705"/>
                </a:lnTo>
                <a:lnTo>
                  <a:pt x="5112544" y="1171239"/>
                </a:lnTo>
                <a:lnTo>
                  <a:pt x="5157788" y="1192883"/>
                </a:lnTo>
                <a:lnTo>
                  <a:pt x="5203031" y="1213526"/>
                </a:lnTo>
                <a:lnTo>
                  <a:pt x="5248275" y="1233058"/>
                </a:lnTo>
                <a:lnTo>
                  <a:pt x="5293519" y="1251370"/>
                </a:lnTo>
                <a:lnTo>
                  <a:pt x="5338763" y="1268352"/>
                </a:lnTo>
                <a:lnTo>
                  <a:pt x="5384006" y="1283894"/>
                </a:lnTo>
                <a:lnTo>
                  <a:pt x="5429250" y="1297885"/>
                </a:lnTo>
                <a:lnTo>
                  <a:pt x="5474494" y="1309964"/>
                </a:lnTo>
                <a:lnTo>
                  <a:pt x="5519738" y="1319975"/>
                </a:lnTo>
                <a:lnTo>
                  <a:pt x="5564981" y="1328118"/>
                </a:lnTo>
                <a:lnTo>
                  <a:pt x="5610225" y="1334595"/>
                </a:lnTo>
                <a:lnTo>
                  <a:pt x="5655469" y="1339608"/>
                </a:lnTo>
                <a:lnTo>
                  <a:pt x="5700713" y="1343357"/>
                </a:lnTo>
                <a:lnTo>
                  <a:pt x="5745956" y="1346045"/>
                </a:lnTo>
                <a:lnTo>
                  <a:pt x="5791200" y="1347873"/>
                </a:lnTo>
                <a:lnTo>
                  <a:pt x="5836444" y="1349041"/>
                </a:lnTo>
                <a:lnTo>
                  <a:pt x="5881688" y="1349752"/>
                </a:lnTo>
                <a:lnTo>
                  <a:pt x="5926931" y="1350207"/>
                </a:lnTo>
                <a:lnTo>
                  <a:pt x="5972175" y="1350606"/>
                </a:lnTo>
                <a:lnTo>
                  <a:pt x="6017419" y="1351152"/>
                </a:lnTo>
                <a:lnTo>
                  <a:pt x="6062663" y="1352046"/>
                </a:lnTo>
                <a:lnTo>
                  <a:pt x="6107906" y="1353489"/>
                </a:lnTo>
                <a:lnTo>
                  <a:pt x="6153150" y="1355683"/>
                </a:lnTo>
                <a:lnTo>
                  <a:pt x="6198394" y="1358829"/>
                </a:lnTo>
                <a:lnTo>
                  <a:pt x="6243638" y="1363128"/>
                </a:lnTo>
                <a:lnTo>
                  <a:pt x="6288881" y="1368781"/>
                </a:lnTo>
                <a:lnTo>
                  <a:pt x="6334125" y="1375990"/>
                </a:lnTo>
                <a:lnTo>
                  <a:pt x="6379369" y="1385412"/>
                </a:lnTo>
                <a:lnTo>
                  <a:pt x="6424613" y="1397323"/>
                </a:lnTo>
                <a:lnTo>
                  <a:pt x="6469856" y="1411357"/>
                </a:lnTo>
                <a:lnTo>
                  <a:pt x="6515100" y="1427149"/>
                </a:lnTo>
                <a:lnTo>
                  <a:pt x="6560344" y="1444332"/>
                </a:lnTo>
                <a:lnTo>
                  <a:pt x="6605588" y="1462541"/>
                </a:lnTo>
                <a:lnTo>
                  <a:pt x="6650831" y="1481408"/>
                </a:lnTo>
                <a:lnTo>
                  <a:pt x="6696075" y="1500568"/>
                </a:lnTo>
                <a:lnTo>
                  <a:pt x="6741319" y="1519655"/>
                </a:lnTo>
                <a:lnTo>
                  <a:pt x="6786563" y="1538302"/>
                </a:lnTo>
                <a:lnTo>
                  <a:pt x="6831806" y="1556144"/>
                </a:lnTo>
                <a:lnTo>
                  <a:pt x="6877050" y="1572815"/>
                </a:lnTo>
                <a:lnTo>
                  <a:pt x="6922294" y="1587948"/>
                </a:lnTo>
                <a:lnTo>
                  <a:pt x="6967538" y="1601177"/>
                </a:lnTo>
                <a:lnTo>
                  <a:pt x="7012781" y="1612136"/>
                </a:lnTo>
                <a:lnTo>
                  <a:pt x="7058025" y="1620459"/>
                </a:lnTo>
                <a:lnTo>
                  <a:pt x="7103269" y="1625780"/>
                </a:lnTo>
                <a:lnTo>
                  <a:pt x="7148513" y="1627733"/>
                </a:lnTo>
                <a:lnTo>
                  <a:pt x="7193756" y="1625951"/>
                </a:lnTo>
                <a:lnTo>
                  <a:pt x="7239000" y="1620069"/>
                </a:lnTo>
                <a:lnTo>
                  <a:pt x="7284244" y="1609656"/>
                </a:lnTo>
                <a:lnTo>
                  <a:pt x="7329488" y="1594811"/>
                </a:lnTo>
                <a:lnTo>
                  <a:pt x="7374731" y="1575959"/>
                </a:lnTo>
                <a:lnTo>
                  <a:pt x="7419975" y="1553523"/>
                </a:lnTo>
                <a:lnTo>
                  <a:pt x="7465219" y="1527929"/>
                </a:lnTo>
                <a:lnTo>
                  <a:pt x="7510463" y="1499601"/>
                </a:lnTo>
                <a:lnTo>
                  <a:pt x="7555706" y="1468965"/>
                </a:lnTo>
                <a:lnTo>
                  <a:pt x="7600950" y="1436444"/>
                </a:lnTo>
                <a:lnTo>
                  <a:pt x="7646194" y="1402463"/>
                </a:lnTo>
                <a:lnTo>
                  <a:pt x="7691438" y="1367448"/>
                </a:lnTo>
                <a:lnTo>
                  <a:pt x="7736681" y="1331822"/>
                </a:lnTo>
                <a:lnTo>
                  <a:pt x="7781925" y="1296011"/>
                </a:lnTo>
                <a:lnTo>
                  <a:pt x="7827169" y="1260439"/>
                </a:lnTo>
                <a:lnTo>
                  <a:pt x="7872413" y="1225531"/>
                </a:lnTo>
                <a:lnTo>
                  <a:pt x="7917656" y="1191711"/>
                </a:lnTo>
                <a:lnTo>
                  <a:pt x="7962900" y="1159405"/>
                </a:lnTo>
                <a:lnTo>
                  <a:pt x="8008144" y="1129037"/>
                </a:lnTo>
                <a:lnTo>
                  <a:pt x="8053388" y="1101032"/>
                </a:lnTo>
                <a:lnTo>
                  <a:pt x="8098631" y="1075813"/>
                </a:lnTo>
                <a:lnTo>
                  <a:pt x="8143875" y="1053807"/>
                </a:lnTo>
                <a:lnTo>
                  <a:pt x="8189119" y="1034044"/>
                </a:lnTo>
                <a:lnTo>
                  <a:pt x="8234363" y="1015253"/>
                </a:lnTo>
                <a:lnTo>
                  <a:pt x="8279606" y="997403"/>
                </a:lnTo>
                <a:lnTo>
                  <a:pt x="8324850" y="980467"/>
                </a:lnTo>
                <a:lnTo>
                  <a:pt x="8370094" y="964414"/>
                </a:lnTo>
                <a:lnTo>
                  <a:pt x="8415338" y="949215"/>
                </a:lnTo>
                <a:lnTo>
                  <a:pt x="8460581" y="934841"/>
                </a:lnTo>
                <a:lnTo>
                  <a:pt x="8505825" y="921263"/>
                </a:lnTo>
                <a:lnTo>
                  <a:pt x="8551069" y="908451"/>
                </a:lnTo>
                <a:lnTo>
                  <a:pt x="8596313" y="896377"/>
                </a:lnTo>
                <a:lnTo>
                  <a:pt x="8641556" y="885010"/>
                </a:lnTo>
                <a:lnTo>
                  <a:pt x="8686800" y="874322"/>
                </a:lnTo>
                <a:lnTo>
                  <a:pt x="8732044" y="864283"/>
                </a:lnTo>
                <a:lnTo>
                  <a:pt x="8777288" y="854864"/>
                </a:lnTo>
                <a:lnTo>
                  <a:pt x="8822531" y="846036"/>
                </a:lnTo>
                <a:lnTo>
                  <a:pt x="8867775" y="837769"/>
                </a:lnTo>
                <a:lnTo>
                  <a:pt x="8913019" y="830034"/>
                </a:lnTo>
                <a:lnTo>
                  <a:pt x="8958263" y="822802"/>
                </a:lnTo>
                <a:lnTo>
                  <a:pt x="9003506" y="816043"/>
                </a:lnTo>
                <a:lnTo>
                  <a:pt x="9048750" y="809729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axis-x-placeholder">
            <a:extLst xmlns:a="http://schemas.openxmlformats.org/drawingml/2006/main">
              <a:ext uri="{FF2B5EF4-FFF2-40B4-BE49-F238E27FC236}">
                <a16:creationId xmlns:a16="http://schemas.microsoft.com/office/drawing/2014/main" id="{52BF8BDB-EBE8-43C6-B07F-0D4DB81F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4191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横轴：时间</a:t>
            </a:r>
          </a:p>
        </p:txBody>
      </p:sp>
      <p:sp>
        <p:nvSpPr>
          <p:cNvPr id="10" name="axis-y-placeholder">
            <a:extLst xmlns:a="http://schemas.openxmlformats.org/drawingml/2006/main">
              <a:ext uri="{FF2B5EF4-FFF2-40B4-BE49-F238E27FC236}">
                <a16:creationId xmlns:a16="http://schemas.microsoft.com/office/drawing/2014/main" id="{B0840D26-119A-4FDA-968E-9D1725CD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纵轴：信号幅度</a:t>
            </a:r>
          </a:p>
        </p:txBody>
      </p:sp>
      <p:sp>
        <p:nvSpPr>
          <p:cNvPr id="11" name="pressure-location">
            <a:extLst xmlns:a="http://schemas.openxmlformats.org/drawingml/2006/main">
              <a:ext uri="{FF2B5EF4-FFF2-40B4-BE49-F238E27FC236}">
                <a16:creationId xmlns:a16="http://schemas.microsoft.com/office/drawing/2014/main" id="{2992F61A-B419-4F1F-973E-7DA6D629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</a:t>
            </a:r>
          </a:p>
        </p:txBody>
      </p:sp>
      <p:sp>
        <p:nvSpPr>
          <p:cNvPr id="12" name="pressure-change">
            <a:extLst xmlns:a="http://schemas.openxmlformats.org/drawingml/2006/main">
              <a:ext uri="{FF2B5EF4-FFF2-40B4-BE49-F238E27FC236}">
                <a16:creationId xmlns:a16="http://schemas.microsoft.com/office/drawing/2014/main" id="{671FA1A3-E379-4A25-A1F0-AC2E0CC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声压随时间变化</a:t>
            </a:r>
          </a:p>
        </p:txBody>
      </p:sp>
      <p:sp>
        <p:nvSpPr>
          <p:cNvPr id="13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8B4B4B04-E8CF-4270-81DC-A7CA8948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4" name="microphone">
            <a:extLst xmlns:a="http://schemas.openxmlformats.org/drawingml/2006/main">
              <a:ext uri="{FF2B5EF4-FFF2-40B4-BE49-F238E27FC236}">
                <a16:creationId xmlns:a16="http://schemas.microsoft.com/office/drawing/2014/main" id="{C9470A1C-9856-49CB-BFE0-EBB226E4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292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麦克风</a:t>
            </a:r>
          </a:p>
        </p:txBody>
      </p:sp>
      <p:sp>
        <p:nvSpPr>
          <p:cNvPr id="15" name="electrical-change">
            <a:extLst xmlns:a="http://schemas.openxmlformats.org/drawingml/2006/main">
              <a:ext uri="{FF2B5EF4-FFF2-40B4-BE49-F238E27FC236}">
                <a16:creationId xmlns:a16="http://schemas.microsoft.com/office/drawing/2014/main" id="{2864C916-64E9-4982-AA4A-F619D19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578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转换为电信号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24B656A1-1EEF-4DED-9EC2-07C6A560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waveform-view">
            <a:extLst xmlns:a="http://schemas.openxmlformats.org/drawingml/2006/main">
              <a:ext uri="{FF2B5EF4-FFF2-40B4-BE49-F238E27FC236}">
                <a16:creationId xmlns:a16="http://schemas.microsoft.com/office/drawing/2014/main" id="{A08D99A7-F09F-493B-8A92-03207B1A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2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时间波形</a:t>
            </a:r>
          </a:p>
        </p:txBody>
      </p:sp>
      <p:sp>
        <p:nvSpPr>
          <p:cNvPr id="18" name="negative-boundary">
            <a:extLst xmlns:a="http://schemas.openxmlformats.org/drawingml/2006/main">
              <a:ext uri="{FF2B5EF4-FFF2-40B4-BE49-F238E27FC236}">
                <a16:creationId xmlns:a16="http://schemas.microsoft.com/office/drawing/2014/main" id="{F5F00E78-3C69-4C76-85A3-37C8050B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8578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零线下方是负偏差</a:t>
            </a:r>
          </a:p>
        </p:txBody>
      </p:sp>
    </p:spTree>
    <p:extLst>
      <p:ext uri="{BB962C8B-B14F-4D97-AF65-F5344CB8AC3E}">
        <p14:creationId xmlns:p14="http://schemas.microsoft.com/office/powerpoint/2010/main" val="1286933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1BFBAD5E-9D10-441A-98B5-F7D91BF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2ED775A-7C97-45E4-9801-F317FAF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90918C-222A-436C-92B9-06204EB7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9674C5-97EB-4934-9D12-29BDB26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FD57AE6-7D34-4D22-BF2F-8C582F0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54DF13B-A1D3-4187-AE91-FC057FC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6F61A91-A765-4EE2-84C9-1FB606E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454AE6C9-EB42-4A20-8064-CA287D3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57B0E10D-ADEE-4068-946A-34A15EA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F10393D9-439A-47DC-896B-C0BCFE84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7E1D37D2-722B-4B20-B929-2656A19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51084C86-959F-4BCE-9DB6-8F7B614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03586E17-F2AD-4463-B0F4-74A4E7FC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E768B4CC-F807-49E0-B14D-3B8DCA4A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5CFDFB4D-540B-4A85-B03D-E75C5BB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7CCD9135-8BE8-4922-A5B3-CFC2E25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235325CB-DA9F-485C-BE89-058B283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B0360563-42A1-4035-AEF3-9AA152B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4A44AFC1-3D81-4FDC-8B6F-75C9516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2ABB0129-A351-4BF5-B495-2D6A6C2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9134E49A-0FCD-4E87-92BF-B936904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0315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1BFBAD5E-9D10-441A-98B5-F7D91BFA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2ED775A-7C97-45E4-9801-F317FAFD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90918C-222A-436C-92B9-06204EB7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5秒内每秒取1次，怎样安排采样时刻？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19674C5-97EB-4934-9D12-29BDB267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从0s开始；记录[0,5)，不计5s端点。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FFD57AE6-7D34-4D22-BF2F-8C582F0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14575"/>
            <a:ext cx="9525" cy="2428875"/>
          </a:xfrm>
          <a:custGeom xmlns:a="http://schemas.openxmlformats.org/drawingml/2006/main">
            <a:pathLst>
              <a:path w="9525" h="2428875">
                <a:moveTo>
                  <a:pt x="0" y="0"/>
                </a:moveTo>
                <a:lnTo>
                  <a:pt x="0" y="2428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954DF13B-A1D3-4187-AE91-FC057FC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6F61A91-A765-4EE2-84C9-1FB606E2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163050" cy="9525"/>
          </a:xfrm>
          <a:custGeom xmlns:a="http://schemas.openxmlformats.org/drawingml/2006/main">
            <a:pathLst>
              <a:path w="9163050" h="9525">
                <a:moveTo>
                  <a:pt x="0" y="0"/>
                </a:moveTo>
                <a:lnTo>
                  <a:pt x="9163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454AE6C9-EB42-4A20-8064-CA287D35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5534"/>
            <a:ext cx="9048750" cy="1865937"/>
          </a:xfrm>
          <a:custGeom xmlns:a="http://schemas.openxmlformats.org/drawingml/2006/main">
            <a:pathLst>
              <a:path w="9048750" h="1865937">
                <a:moveTo>
                  <a:pt x="0" y="1487820"/>
                </a:moveTo>
                <a:lnTo>
                  <a:pt x="45244" y="1472785"/>
                </a:lnTo>
                <a:lnTo>
                  <a:pt x="90488" y="1455733"/>
                </a:lnTo>
                <a:lnTo>
                  <a:pt x="135731" y="1436772"/>
                </a:lnTo>
                <a:lnTo>
                  <a:pt x="180975" y="1416013"/>
                </a:lnTo>
                <a:lnTo>
                  <a:pt x="226219" y="1393563"/>
                </a:lnTo>
                <a:lnTo>
                  <a:pt x="271463" y="1369533"/>
                </a:lnTo>
                <a:lnTo>
                  <a:pt x="316706" y="1344031"/>
                </a:lnTo>
                <a:lnTo>
                  <a:pt x="361950" y="1317166"/>
                </a:lnTo>
                <a:lnTo>
                  <a:pt x="407194" y="1289048"/>
                </a:lnTo>
                <a:lnTo>
                  <a:pt x="452438" y="1259785"/>
                </a:lnTo>
                <a:lnTo>
                  <a:pt x="497681" y="1229488"/>
                </a:lnTo>
                <a:lnTo>
                  <a:pt x="542925" y="1198264"/>
                </a:lnTo>
                <a:lnTo>
                  <a:pt x="588169" y="1166223"/>
                </a:lnTo>
                <a:lnTo>
                  <a:pt x="633413" y="1133474"/>
                </a:lnTo>
                <a:lnTo>
                  <a:pt x="678656" y="1100126"/>
                </a:lnTo>
                <a:lnTo>
                  <a:pt x="723900" y="1066289"/>
                </a:lnTo>
                <a:lnTo>
                  <a:pt x="769144" y="1032071"/>
                </a:lnTo>
                <a:lnTo>
                  <a:pt x="814388" y="997582"/>
                </a:lnTo>
                <a:lnTo>
                  <a:pt x="859631" y="962931"/>
                </a:lnTo>
                <a:lnTo>
                  <a:pt x="904875" y="928226"/>
                </a:lnTo>
                <a:lnTo>
                  <a:pt x="950119" y="891960"/>
                </a:lnTo>
                <a:lnTo>
                  <a:pt x="995363" y="852810"/>
                </a:lnTo>
                <a:lnTo>
                  <a:pt x="1040606" y="811167"/>
                </a:lnTo>
                <a:lnTo>
                  <a:pt x="1085850" y="767421"/>
                </a:lnTo>
                <a:lnTo>
                  <a:pt x="1131094" y="721963"/>
                </a:lnTo>
                <a:lnTo>
                  <a:pt x="1176338" y="675183"/>
                </a:lnTo>
                <a:lnTo>
                  <a:pt x="1221581" y="627472"/>
                </a:lnTo>
                <a:lnTo>
                  <a:pt x="1266825" y="579219"/>
                </a:lnTo>
                <a:lnTo>
                  <a:pt x="1312069" y="530815"/>
                </a:lnTo>
                <a:lnTo>
                  <a:pt x="1357313" y="482650"/>
                </a:lnTo>
                <a:lnTo>
                  <a:pt x="1402556" y="435114"/>
                </a:lnTo>
                <a:lnTo>
                  <a:pt x="1447800" y="388599"/>
                </a:lnTo>
                <a:lnTo>
                  <a:pt x="1493044" y="343493"/>
                </a:lnTo>
                <a:lnTo>
                  <a:pt x="1538288" y="300188"/>
                </a:lnTo>
                <a:lnTo>
                  <a:pt x="1583531" y="259074"/>
                </a:lnTo>
                <a:lnTo>
                  <a:pt x="1628775" y="220541"/>
                </a:lnTo>
                <a:lnTo>
                  <a:pt x="1674019" y="184980"/>
                </a:lnTo>
                <a:lnTo>
                  <a:pt x="1719263" y="152780"/>
                </a:lnTo>
                <a:lnTo>
                  <a:pt x="1764506" y="124333"/>
                </a:lnTo>
                <a:lnTo>
                  <a:pt x="1809750" y="100027"/>
                </a:lnTo>
                <a:lnTo>
                  <a:pt x="1854994" y="79354"/>
                </a:lnTo>
                <a:lnTo>
                  <a:pt x="1900238" y="61443"/>
                </a:lnTo>
                <a:lnTo>
                  <a:pt x="1945481" y="46149"/>
                </a:lnTo>
                <a:lnTo>
                  <a:pt x="1990725" y="33324"/>
                </a:lnTo>
                <a:lnTo>
                  <a:pt x="2035969" y="22821"/>
                </a:lnTo>
                <a:lnTo>
                  <a:pt x="2081213" y="14493"/>
                </a:lnTo>
                <a:lnTo>
                  <a:pt x="2126456" y="8195"/>
                </a:lnTo>
                <a:lnTo>
                  <a:pt x="2171700" y="3777"/>
                </a:lnTo>
                <a:lnTo>
                  <a:pt x="2216944" y="1095"/>
                </a:lnTo>
                <a:lnTo>
                  <a:pt x="2262188" y="0"/>
                </a:lnTo>
                <a:lnTo>
                  <a:pt x="2307431" y="346"/>
                </a:lnTo>
                <a:lnTo>
                  <a:pt x="2352675" y="1987"/>
                </a:lnTo>
                <a:lnTo>
                  <a:pt x="2397919" y="4774"/>
                </a:lnTo>
                <a:lnTo>
                  <a:pt x="2443163" y="8562"/>
                </a:lnTo>
                <a:lnTo>
                  <a:pt x="2488406" y="13203"/>
                </a:lnTo>
                <a:lnTo>
                  <a:pt x="2533650" y="18551"/>
                </a:lnTo>
                <a:lnTo>
                  <a:pt x="2578894" y="24458"/>
                </a:lnTo>
                <a:lnTo>
                  <a:pt x="2624138" y="30778"/>
                </a:lnTo>
                <a:lnTo>
                  <a:pt x="2669381" y="37363"/>
                </a:lnTo>
                <a:lnTo>
                  <a:pt x="2714625" y="44068"/>
                </a:lnTo>
                <a:lnTo>
                  <a:pt x="2759869" y="51378"/>
                </a:lnTo>
                <a:lnTo>
                  <a:pt x="2805113" y="59854"/>
                </a:lnTo>
                <a:lnTo>
                  <a:pt x="2850356" y="69457"/>
                </a:lnTo>
                <a:lnTo>
                  <a:pt x="2895600" y="80151"/>
                </a:lnTo>
                <a:lnTo>
                  <a:pt x="2940844" y="91896"/>
                </a:lnTo>
                <a:lnTo>
                  <a:pt x="2986088" y="104655"/>
                </a:lnTo>
                <a:lnTo>
                  <a:pt x="3031331" y="118391"/>
                </a:lnTo>
                <a:lnTo>
                  <a:pt x="3076575" y="133066"/>
                </a:lnTo>
                <a:lnTo>
                  <a:pt x="3121819" y="148641"/>
                </a:lnTo>
                <a:lnTo>
                  <a:pt x="3167063" y="165080"/>
                </a:lnTo>
                <a:lnTo>
                  <a:pt x="3212306" y="182344"/>
                </a:lnTo>
                <a:lnTo>
                  <a:pt x="3257550" y="200396"/>
                </a:lnTo>
                <a:lnTo>
                  <a:pt x="3302794" y="219198"/>
                </a:lnTo>
                <a:lnTo>
                  <a:pt x="3348038" y="238712"/>
                </a:lnTo>
                <a:lnTo>
                  <a:pt x="3393281" y="258900"/>
                </a:lnTo>
                <a:lnTo>
                  <a:pt x="3438525" y="279724"/>
                </a:lnTo>
                <a:lnTo>
                  <a:pt x="3483769" y="301147"/>
                </a:lnTo>
                <a:lnTo>
                  <a:pt x="3529013" y="323132"/>
                </a:lnTo>
                <a:lnTo>
                  <a:pt x="3574256" y="345639"/>
                </a:lnTo>
                <a:lnTo>
                  <a:pt x="3619500" y="368632"/>
                </a:lnTo>
                <a:lnTo>
                  <a:pt x="3664744" y="392644"/>
                </a:lnTo>
                <a:lnTo>
                  <a:pt x="3709988" y="418140"/>
                </a:lnTo>
                <a:lnTo>
                  <a:pt x="3755231" y="444981"/>
                </a:lnTo>
                <a:lnTo>
                  <a:pt x="3800475" y="473030"/>
                </a:lnTo>
                <a:lnTo>
                  <a:pt x="3845719" y="502148"/>
                </a:lnTo>
                <a:lnTo>
                  <a:pt x="3890963" y="532196"/>
                </a:lnTo>
                <a:lnTo>
                  <a:pt x="3936206" y="563036"/>
                </a:lnTo>
                <a:lnTo>
                  <a:pt x="3981450" y="594529"/>
                </a:lnTo>
                <a:lnTo>
                  <a:pt x="4026694" y="626537"/>
                </a:lnTo>
                <a:lnTo>
                  <a:pt x="4071938" y="658922"/>
                </a:lnTo>
                <a:lnTo>
                  <a:pt x="4117181" y="691544"/>
                </a:lnTo>
                <a:lnTo>
                  <a:pt x="4162425" y="724265"/>
                </a:lnTo>
                <a:lnTo>
                  <a:pt x="4207669" y="756948"/>
                </a:lnTo>
                <a:lnTo>
                  <a:pt x="4252913" y="789452"/>
                </a:lnTo>
                <a:lnTo>
                  <a:pt x="4298156" y="821641"/>
                </a:lnTo>
                <a:lnTo>
                  <a:pt x="4343400" y="853375"/>
                </a:lnTo>
                <a:lnTo>
                  <a:pt x="4388644" y="884516"/>
                </a:lnTo>
                <a:lnTo>
                  <a:pt x="4433888" y="914925"/>
                </a:lnTo>
                <a:lnTo>
                  <a:pt x="4479131" y="944463"/>
                </a:lnTo>
                <a:lnTo>
                  <a:pt x="4524375" y="972994"/>
                </a:lnTo>
                <a:lnTo>
                  <a:pt x="4569619" y="1001260"/>
                </a:lnTo>
                <a:lnTo>
                  <a:pt x="4614863" y="1030016"/>
                </a:lnTo>
                <a:lnTo>
                  <a:pt x="4660106" y="1059136"/>
                </a:lnTo>
                <a:lnTo>
                  <a:pt x="4705350" y="1088494"/>
                </a:lnTo>
                <a:lnTo>
                  <a:pt x="4750594" y="1117963"/>
                </a:lnTo>
                <a:lnTo>
                  <a:pt x="4795838" y="1147419"/>
                </a:lnTo>
                <a:lnTo>
                  <a:pt x="4841081" y="1176735"/>
                </a:lnTo>
                <a:lnTo>
                  <a:pt x="4886325" y="1205785"/>
                </a:lnTo>
                <a:lnTo>
                  <a:pt x="4931569" y="1234443"/>
                </a:lnTo>
                <a:lnTo>
                  <a:pt x="4976813" y="1262583"/>
                </a:lnTo>
                <a:lnTo>
                  <a:pt x="5022056" y="1290080"/>
                </a:lnTo>
                <a:lnTo>
                  <a:pt x="5067300" y="1316808"/>
                </a:lnTo>
                <a:lnTo>
                  <a:pt x="5112544" y="1342640"/>
                </a:lnTo>
                <a:lnTo>
                  <a:pt x="5157788" y="1367451"/>
                </a:lnTo>
                <a:lnTo>
                  <a:pt x="5203031" y="1391115"/>
                </a:lnTo>
                <a:lnTo>
                  <a:pt x="5248275" y="1413506"/>
                </a:lnTo>
                <a:lnTo>
                  <a:pt x="5293519" y="1434498"/>
                </a:lnTo>
                <a:lnTo>
                  <a:pt x="5338763" y="1453964"/>
                </a:lnTo>
                <a:lnTo>
                  <a:pt x="5384006" y="1471781"/>
                </a:lnTo>
                <a:lnTo>
                  <a:pt x="5429250" y="1487820"/>
                </a:lnTo>
                <a:lnTo>
                  <a:pt x="5474494" y="1501666"/>
                </a:lnTo>
                <a:lnTo>
                  <a:pt x="5519738" y="1513142"/>
                </a:lnTo>
                <a:lnTo>
                  <a:pt x="5564981" y="1522476"/>
                </a:lnTo>
                <a:lnTo>
                  <a:pt x="5610225" y="1529901"/>
                </a:lnTo>
                <a:lnTo>
                  <a:pt x="5655469" y="1535648"/>
                </a:lnTo>
                <a:lnTo>
                  <a:pt x="5700713" y="1539946"/>
                </a:lnTo>
                <a:lnTo>
                  <a:pt x="5745956" y="1543027"/>
                </a:lnTo>
                <a:lnTo>
                  <a:pt x="5791200" y="1545122"/>
                </a:lnTo>
                <a:lnTo>
                  <a:pt x="5836444" y="1546462"/>
                </a:lnTo>
                <a:lnTo>
                  <a:pt x="5881688" y="1547277"/>
                </a:lnTo>
                <a:lnTo>
                  <a:pt x="5926931" y="1547798"/>
                </a:lnTo>
                <a:lnTo>
                  <a:pt x="5972175" y="1548256"/>
                </a:lnTo>
                <a:lnTo>
                  <a:pt x="6017419" y="1548882"/>
                </a:lnTo>
                <a:lnTo>
                  <a:pt x="6062663" y="1549907"/>
                </a:lnTo>
                <a:lnTo>
                  <a:pt x="6107906" y="1551561"/>
                </a:lnTo>
                <a:lnTo>
                  <a:pt x="6153150" y="1554076"/>
                </a:lnTo>
                <a:lnTo>
                  <a:pt x="6198394" y="1557682"/>
                </a:lnTo>
                <a:lnTo>
                  <a:pt x="6243638" y="1562610"/>
                </a:lnTo>
                <a:lnTo>
                  <a:pt x="6288881" y="1569090"/>
                </a:lnTo>
                <a:lnTo>
                  <a:pt x="6334125" y="1577355"/>
                </a:lnTo>
                <a:lnTo>
                  <a:pt x="6379369" y="1588155"/>
                </a:lnTo>
                <a:lnTo>
                  <a:pt x="6424613" y="1601809"/>
                </a:lnTo>
                <a:lnTo>
                  <a:pt x="6469856" y="1617897"/>
                </a:lnTo>
                <a:lnTo>
                  <a:pt x="6515100" y="1636000"/>
                </a:lnTo>
                <a:lnTo>
                  <a:pt x="6560344" y="1655698"/>
                </a:lnTo>
                <a:lnTo>
                  <a:pt x="6605588" y="1676571"/>
                </a:lnTo>
                <a:lnTo>
                  <a:pt x="6650831" y="1698199"/>
                </a:lnTo>
                <a:lnTo>
                  <a:pt x="6696075" y="1720163"/>
                </a:lnTo>
                <a:lnTo>
                  <a:pt x="6741319" y="1742043"/>
                </a:lnTo>
                <a:lnTo>
                  <a:pt x="6786563" y="1763420"/>
                </a:lnTo>
                <a:lnTo>
                  <a:pt x="6831806" y="1783873"/>
                </a:lnTo>
                <a:lnTo>
                  <a:pt x="6877050" y="1802983"/>
                </a:lnTo>
                <a:lnTo>
                  <a:pt x="6922294" y="1820330"/>
                </a:lnTo>
                <a:lnTo>
                  <a:pt x="6967538" y="1835495"/>
                </a:lnTo>
                <a:lnTo>
                  <a:pt x="7012781" y="1848058"/>
                </a:lnTo>
                <a:lnTo>
                  <a:pt x="7058025" y="1857599"/>
                </a:lnTo>
                <a:lnTo>
                  <a:pt x="7103269" y="1863699"/>
                </a:lnTo>
                <a:lnTo>
                  <a:pt x="7148513" y="1865937"/>
                </a:lnTo>
                <a:lnTo>
                  <a:pt x="7193756" y="1863895"/>
                </a:lnTo>
                <a:lnTo>
                  <a:pt x="7239000" y="1857152"/>
                </a:lnTo>
                <a:lnTo>
                  <a:pt x="7284244" y="1845216"/>
                </a:lnTo>
                <a:lnTo>
                  <a:pt x="7329488" y="1828198"/>
                </a:lnTo>
                <a:lnTo>
                  <a:pt x="7374731" y="1806587"/>
                </a:lnTo>
                <a:lnTo>
                  <a:pt x="7419975" y="1780868"/>
                </a:lnTo>
                <a:lnTo>
                  <a:pt x="7465219" y="1751528"/>
                </a:lnTo>
                <a:lnTo>
                  <a:pt x="7510463" y="1719055"/>
                </a:lnTo>
                <a:lnTo>
                  <a:pt x="7555706" y="1683935"/>
                </a:lnTo>
                <a:lnTo>
                  <a:pt x="7600950" y="1646655"/>
                </a:lnTo>
                <a:lnTo>
                  <a:pt x="7646194" y="1607702"/>
                </a:lnTo>
                <a:lnTo>
                  <a:pt x="7691438" y="1567562"/>
                </a:lnTo>
                <a:lnTo>
                  <a:pt x="7736681" y="1526723"/>
                </a:lnTo>
                <a:lnTo>
                  <a:pt x="7781925" y="1485671"/>
                </a:lnTo>
                <a:lnTo>
                  <a:pt x="7827169" y="1444893"/>
                </a:lnTo>
                <a:lnTo>
                  <a:pt x="7872413" y="1404877"/>
                </a:lnTo>
                <a:lnTo>
                  <a:pt x="7917656" y="1366108"/>
                </a:lnTo>
                <a:lnTo>
                  <a:pt x="7962900" y="1329074"/>
                </a:lnTo>
                <a:lnTo>
                  <a:pt x="8008144" y="1294262"/>
                </a:lnTo>
                <a:lnTo>
                  <a:pt x="8053388" y="1262158"/>
                </a:lnTo>
                <a:lnTo>
                  <a:pt x="8098631" y="1233249"/>
                </a:lnTo>
                <a:lnTo>
                  <a:pt x="8143875" y="1208023"/>
                </a:lnTo>
                <a:lnTo>
                  <a:pt x="8189119" y="1185368"/>
                </a:lnTo>
                <a:lnTo>
                  <a:pt x="8234363" y="1163826"/>
                </a:lnTo>
                <a:lnTo>
                  <a:pt x="8279606" y="1143365"/>
                </a:lnTo>
                <a:lnTo>
                  <a:pt x="8324850" y="1123950"/>
                </a:lnTo>
                <a:lnTo>
                  <a:pt x="8370094" y="1105547"/>
                </a:lnTo>
                <a:lnTo>
                  <a:pt x="8415338" y="1088124"/>
                </a:lnTo>
                <a:lnTo>
                  <a:pt x="8460581" y="1071647"/>
                </a:lnTo>
                <a:lnTo>
                  <a:pt x="8505825" y="1056082"/>
                </a:lnTo>
                <a:lnTo>
                  <a:pt x="8551069" y="1041396"/>
                </a:lnTo>
                <a:lnTo>
                  <a:pt x="8596313" y="1027554"/>
                </a:lnTo>
                <a:lnTo>
                  <a:pt x="8641556" y="1014524"/>
                </a:lnTo>
                <a:lnTo>
                  <a:pt x="8686800" y="1002272"/>
                </a:lnTo>
                <a:lnTo>
                  <a:pt x="8732044" y="990764"/>
                </a:lnTo>
                <a:lnTo>
                  <a:pt x="8777288" y="979966"/>
                </a:lnTo>
                <a:lnTo>
                  <a:pt x="8822531" y="969846"/>
                </a:lnTo>
                <a:lnTo>
                  <a:pt x="8867775" y="960369"/>
                </a:lnTo>
                <a:lnTo>
                  <a:pt x="8913019" y="951502"/>
                </a:lnTo>
                <a:lnTo>
                  <a:pt x="8958263" y="943212"/>
                </a:lnTo>
                <a:lnTo>
                  <a:pt x="9003506" y="935464"/>
                </a:lnTo>
                <a:lnTo>
                  <a:pt x="9048750" y="928226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57B0E10D-ADEE-4068-946A-34A15EA1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768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F10393D9-439A-47DC-896B-C0BCFE84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7E1D37D2-722B-4B20-B929-2656A19C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51084C86-959F-4BCE-9DB6-8F7B6144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03586E17-F2AD-4463-B0F4-74A4E7FC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E768B4CC-F807-49E0-B14D-3B8DCA4A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5CFDFB4D-540B-4A85-B03D-E75C5BBC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7CCD9135-8BE8-4922-A5B3-CFC2E25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235325CB-DA9F-485C-BE89-058B283C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B0360563-42A1-4035-AEF3-9AA152B2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4A44AFC1-3D81-4FDC-8B6F-75C95163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2ABB0129-A351-4BF5-B495-2D6A6C2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4345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9134E49A-0FCD-4E87-92BF-B9369042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83870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155473B5-2338-4590-9D1F-F6E08428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583A5C46-7310-4B67-AAAB-767E110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4E70C83F-15DD-46F1-AF74-487D891E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85561"/>
            <a:ext cx="9525" cy="962501"/>
          </a:xfrm>
          <a:custGeom xmlns:a="http://schemas.openxmlformats.org/drawingml/2006/main">
            <a:pathLst>
              <a:path w="9525" h="962501">
                <a:moveTo>
                  <a:pt x="0" y="9625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DE43B37D-66E6-4D5F-B4D9-8A43943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2841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F74A2824-1B4E-419C-9E95-BC00753F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4166"/>
            <a:ext cx="9525" cy="693896"/>
          </a:xfrm>
          <a:custGeom xmlns:a="http://schemas.openxmlformats.org/drawingml/2006/main">
            <a:pathLst>
              <a:path w="9525" h="693896">
                <a:moveTo>
                  <a:pt x="0" y="6938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456FA512-1E40-4CEE-AC3E-FECCD88A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701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3346D0BC-A1F8-4982-A69D-331B5FD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8063"/>
            <a:ext cx="9525" cy="425291"/>
          </a:xfrm>
          <a:custGeom xmlns:a="http://schemas.openxmlformats.org/drawingml/2006/main">
            <a:pathLst>
              <a:path w="9525" h="425291">
                <a:moveTo>
                  <a:pt x="0" y="0"/>
                </a:moveTo>
                <a:lnTo>
                  <a:pt x="0" y="4252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CF106B08-B782-481C-9DAF-7D17B122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16204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sampling-stem">
            <a:extLst xmlns:a="http://schemas.openxmlformats.org/drawingml/2006/main">
              <a:ext uri="{FF2B5EF4-FFF2-40B4-BE49-F238E27FC236}">
                <a16:creationId xmlns:a16="http://schemas.microsoft.com/office/drawing/2014/main" id="{B5F19AB6-359D-4A89-93B8-0D9CCAA0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9525" cy="794623"/>
          </a:xfrm>
          <a:custGeom xmlns:a="http://schemas.openxmlformats.org/drawingml/2006/main">
            <a:pathLst>
              <a:path w="9525" h="794623">
                <a:moveTo>
                  <a:pt x="0" y="0"/>
                </a:moveTo>
                <a:lnTo>
                  <a:pt x="0" y="7946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E0A7B235-B53C-41E6-86BE-D0F66055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5536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C20675A3-A081-4D7F-AA46-DB61E34B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采样：按指定时刻读取信号幅度。</a:t>
            </a:r>
          </a:p>
        </p:txBody>
      </p:sp>
      <p:sp>
        <p:nvSpPr>
          <p:cNvPr id="33" name="answer-2">
            <a:extLst xmlns:a="http://schemas.openxmlformats.org/drawingml/2006/main">
              <a:ext uri="{FF2B5EF4-FFF2-40B4-BE49-F238E27FC236}">
                <a16:creationId xmlns:a16="http://schemas.microsoft.com/office/drawing/2014/main" id="{276FFF4B-8273-40D5-8DC8-98A35FEA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本例0、1、2、3、4s，共5个样本。</a:t>
            </a:r>
          </a:p>
        </p:txBody>
      </p:sp>
    </p:spTree>
    <p:extLst>
      <p:ext uri="{BB962C8B-B14F-4D97-AF65-F5344CB8AC3E}">
        <p14:creationId xmlns:p14="http://schemas.microsoft.com/office/powerpoint/2010/main" val="60315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top-rail">
            <a:extLst xmlns:a="http://schemas.openxmlformats.org/drawingml/2006/main">
              <a:ext uri="{FF2B5EF4-FFF2-40B4-BE49-F238E27FC236}">
                <a16:creationId xmlns:a16="http://schemas.microsoft.com/office/drawing/2014/main" id="{44ECB822-F358-4870-AEAB-1DDCB127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044445A-C163-48BC-8C24-7AF1461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33B26D0-C9C5-425E-A478-2A47D146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F606DB-DADB-47A4-88CE-FDC6FC4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D0314AB-FCBA-4657-9EB4-96E0B88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BEE99051-C316-48DF-A558-D8CE63FB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77666D6-478E-4C19-A6AE-981D1BD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71C25B6E-DC8E-40AF-845B-4E9567A1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99CA195C-87EB-4975-89BB-A0713AA7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57CE4291-8CF1-42F1-8E24-BD28662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6694A5F9-B3FC-44F9-9102-4B47A0F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A71F3EFE-9D6A-4F25-8C58-17BC5E33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16505FB-1F2D-46D5-8593-2338672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C3CDB51A-8730-4D5C-8FF2-E4519A24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B7457B3B-5A17-485B-A9CD-9437E7BE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19D52824-A805-4D26-9BC4-C0592011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3791483-A333-4B7F-9B6C-B6227D2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4036CC94-E396-432E-9BF2-E28F9E9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D3D80217-34C0-4DDA-8078-1C5E591A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C603BAF-5674-4FB9-AD9F-AFE53276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18EED4C0-7179-42F7-9948-9419A3B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3170462D-BE5F-4AC6-8318-92EAE1EC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FFB847C9-181E-4538-A7ED-D30D7DC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AA0FCD0D-1FA1-49F5-99C9-B7BE4E14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189D51A-3668-4F7E-A57C-339B1DF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F1A56FA-0721-4F44-90D4-A8317A3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55882D90-B5B9-4192-84E0-0A1A9A5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6ADB8FF5-0E57-41A1-AF5E-1EEAC46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9E9FF2B-68DC-4D98-BF2A-9874393D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5B6C9C1A-228B-4739-94B0-AA5A332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62D02148-CF2C-4C6E-BB15-C0AC66E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5933D655-646A-4887-9B4E-19C0B36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BA81F66-9C6F-4D48-B372-B0DC64B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A109703-8EDA-4AFD-8589-1A047F3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DFC646C7-72D3-4835-A09D-96ADCB2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6FACED6-B104-490B-B107-C249D63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9F27B3F-CE2B-44CE-A7F8-8E5A4C7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A818C793-68F2-4E13-BC81-64508F0E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0668B4F9-EDB1-4DC2-9891-1F24690A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D1D4F67B-59E9-4D2B-B4CD-6C3FA136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AE4FBD18-88AB-4DC6-9C5E-B0A19F6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F9A0D678-63F3-4BA3-84AE-A2D698A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98CA2774-9E39-492C-ABEC-74344B9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61E49825-4993-4054-877F-C49A3609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D5887A53-5445-4231-AD40-3035402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17024758-B85B-42C8-A846-03E06FC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C03912E4-2CFF-4581-9F7A-D4118D4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AC66A06F-0F13-4363-9175-5E0FD69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00880E83-0C9C-43F4-95A4-A97D063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21D5C166-71FC-420B-BC4B-831096F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20A8925-AD76-4361-A15C-D8F1B18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97C3D11D-D1F3-485A-BAF0-E588751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C31D4E33-C59E-49E7-ACF1-C858B450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0FED7384-0C65-46D4-898A-F2F3B45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FFBD78B8-333C-4DBF-A1BD-88D8DDA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C1138E1A-8D16-46BB-A80C-FAD08033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25F6F690-5181-447A-A6C0-4EE34CD2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E7E6FDB6-A098-4C6B-B53B-0CDD0108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8B8C6DDA-BDFF-464F-A7AA-9E1570A7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D423E839-0221-432C-A528-2C6739A8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C75786DA-53CE-4FAE-BB86-742F24B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53FF0008-0642-4F84-9F9A-112EF5C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D93C3C87-0339-42B1-AB46-6E91622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12F5158D-7227-41CE-AD38-BC96E33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71F1C6CB-2AB8-4550-BA8D-F87555E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2270AF71-88B8-49BD-8CD8-D147F304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2BEBB097-F321-4805-9628-2A1D02B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1F905FD6-6772-4AEE-9D69-2D47B51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D8BAD1AA-4D4C-4061-8E8C-40D8F80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C850FF42-6B0D-4A9F-BF1B-9045675B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</p:spTree>
    <p:extLst>
      <p:ext uri="{BB962C8B-B14F-4D97-AF65-F5344CB8AC3E}">
        <p14:creationId xmlns:p14="http://schemas.microsoft.com/office/powerpoint/2010/main" val="117105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op-rail">
            <a:extLst xmlns:a="http://schemas.openxmlformats.org/drawingml/2006/main">
              <a:ext uri="{FF2B5EF4-FFF2-40B4-BE49-F238E27FC236}">
                <a16:creationId xmlns:a16="http://schemas.microsoft.com/office/drawing/2014/main" id="{44ECB822-F358-4870-AEAB-1DDCB127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044445A-C163-48BC-8C24-7AF1461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33B26D0-C9C5-425E-A478-2A47D146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采样率加倍，改变了什么？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3F606DB-DADB-47A4-88CE-FDC6FC4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相同输入、相同时长；只改每秒取值次数。</a:t>
            </a:r>
          </a:p>
        </p:txBody>
      </p:sp>
      <p:sp>
        <p:nvSpPr>
          <p:cNvPr id="5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0D0314AB-FCBA-4657-9EB4-96E0B884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6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BEE99051-C316-48DF-A558-D8CE63FB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time-axis">
            <a:extLst xmlns:a="http://schemas.openxmlformats.org/drawingml/2006/main">
              <a:ext uri="{FF2B5EF4-FFF2-40B4-BE49-F238E27FC236}">
                <a16:creationId xmlns:a16="http://schemas.microsoft.com/office/drawing/2014/main" id="{D77666D6-478E-4C19-A6AE-981D1BDB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71C25B6E-DC8E-40AF-845B-4E9567A1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9" name="time-label">
            <a:extLst xmlns:a="http://schemas.openxmlformats.org/drawingml/2006/main">
              <a:ext uri="{FF2B5EF4-FFF2-40B4-BE49-F238E27FC236}">
                <a16:creationId xmlns:a16="http://schemas.microsoft.com/office/drawing/2014/main" id="{99CA195C-87EB-4975-89BB-A0713AA7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0" name="line">
            <a:extLst xmlns:a="http://schemas.openxmlformats.org/drawingml/2006/main">
              <a:ext uri="{FF2B5EF4-FFF2-40B4-BE49-F238E27FC236}">
                <a16:creationId xmlns:a16="http://schemas.microsoft.com/office/drawing/2014/main" id="{57CE4291-8CF1-42F1-8E24-BD28662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1" name="time-tick">
            <a:extLst xmlns:a="http://schemas.openxmlformats.org/drawingml/2006/main">
              <a:ext uri="{FF2B5EF4-FFF2-40B4-BE49-F238E27FC236}">
                <a16:creationId xmlns:a16="http://schemas.microsoft.com/office/drawing/2014/main" id="{6694A5F9-B3FC-44F9-9102-4B47A0F4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2" name="line">
            <a:extLst xmlns:a="http://schemas.openxmlformats.org/drawingml/2006/main">
              <a:ext uri="{FF2B5EF4-FFF2-40B4-BE49-F238E27FC236}">
                <a16:creationId xmlns:a16="http://schemas.microsoft.com/office/drawing/2014/main" id="{A71F3EFE-9D6A-4F25-8C58-17BC5E33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3" name="time-tick">
            <a:extLst xmlns:a="http://schemas.openxmlformats.org/drawingml/2006/main">
              <a:ext uri="{FF2B5EF4-FFF2-40B4-BE49-F238E27FC236}">
                <a16:creationId xmlns:a16="http://schemas.microsoft.com/office/drawing/2014/main" id="{616505FB-1F2D-46D5-8593-23386720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4" name="line">
            <a:extLst xmlns:a="http://schemas.openxmlformats.org/drawingml/2006/main">
              <a:ext uri="{FF2B5EF4-FFF2-40B4-BE49-F238E27FC236}">
                <a16:creationId xmlns:a16="http://schemas.microsoft.com/office/drawing/2014/main" id="{C3CDB51A-8730-4D5C-8FF2-E4519A24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5" name="time-tick">
            <a:extLst xmlns:a="http://schemas.openxmlformats.org/drawingml/2006/main">
              <a:ext uri="{FF2B5EF4-FFF2-40B4-BE49-F238E27FC236}">
                <a16:creationId xmlns:a16="http://schemas.microsoft.com/office/drawing/2014/main" id="{B7457B3B-5A17-485B-A9CD-9437E7BE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6" name="line">
            <a:extLst xmlns:a="http://schemas.openxmlformats.org/drawingml/2006/main">
              <a:ext uri="{FF2B5EF4-FFF2-40B4-BE49-F238E27FC236}">
                <a16:creationId xmlns:a16="http://schemas.microsoft.com/office/drawing/2014/main" id="{19D52824-A805-4D26-9BC4-C0592011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7" name="time-tick">
            <a:extLst xmlns:a="http://schemas.openxmlformats.org/drawingml/2006/main">
              <a:ext uri="{FF2B5EF4-FFF2-40B4-BE49-F238E27FC236}">
                <a16:creationId xmlns:a16="http://schemas.microsoft.com/office/drawing/2014/main" id="{C3791483-A333-4B7F-9B6C-B6227D25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4036CC94-E396-432E-9BF2-E28F9E91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D3D80217-34C0-4DDA-8078-1C5E591A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CC603BAF-5674-4FB9-AD9F-AFE53276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18EED4C0-7179-42F7-9948-9419A3B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3170462D-BE5F-4AC6-8318-92EAE1EC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3" name="sample">
            <a:extLst xmlns:a="http://schemas.openxmlformats.org/drawingml/2006/main">
              <a:ext uri="{FF2B5EF4-FFF2-40B4-BE49-F238E27FC236}">
                <a16:creationId xmlns:a16="http://schemas.microsoft.com/office/drawing/2014/main" id="{FFB847C9-181E-4538-A7ED-D30D7DC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AA0FCD0D-1FA1-49F5-99C9-B7BE4E14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sample">
            <a:extLst xmlns:a="http://schemas.openxmlformats.org/drawingml/2006/main">
              <a:ext uri="{FF2B5EF4-FFF2-40B4-BE49-F238E27FC236}">
                <a16:creationId xmlns:a16="http://schemas.microsoft.com/office/drawing/2014/main" id="{5189D51A-3668-4F7E-A57C-339B1DF1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63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4F1A56FA-0721-4F44-90D4-A8317A34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sample">
            <a:extLst xmlns:a="http://schemas.openxmlformats.org/drawingml/2006/main">
              <a:ext uri="{FF2B5EF4-FFF2-40B4-BE49-F238E27FC236}">
                <a16:creationId xmlns:a16="http://schemas.microsoft.com/office/drawing/2014/main" id="{55882D90-B5B9-4192-84E0-0A1A9A5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2763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6ADB8FF5-0E57-41A1-AF5E-1EEAC463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sample">
            <a:extLst xmlns:a="http://schemas.openxmlformats.org/drawingml/2006/main">
              <a:ext uri="{FF2B5EF4-FFF2-40B4-BE49-F238E27FC236}">
                <a16:creationId xmlns:a16="http://schemas.microsoft.com/office/drawing/2014/main" id="{29E9FF2B-68DC-4D98-BF2A-9874393D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963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5B6C9C1A-228B-4739-94B0-AA5A332B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sample">
            <a:extLst xmlns:a="http://schemas.openxmlformats.org/drawingml/2006/main">
              <a:ext uri="{FF2B5EF4-FFF2-40B4-BE49-F238E27FC236}">
                <a16:creationId xmlns:a16="http://schemas.microsoft.com/office/drawing/2014/main" id="{62D02148-CF2C-4C6E-BB15-C0AC66EA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163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2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5933D655-646A-4887-9B4E-19C0B36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每秒取1次</a:t>
            </a:r>
          </a:p>
        </p:txBody>
      </p:sp>
      <p:sp>
        <p:nvSpPr>
          <p:cNvPr id="3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4BA81F66-9C6F-4D48-B372-B0DC64B1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5745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AA109703-8EDA-4AFD-8589-1A047F32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5" name="time-axis">
            <a:extLst xmlns:a="http://schemas.openxmlformats.org/drawingml/2006/main">
              <a:ext uri="{FF2B5EF4-FFF2-40B4-BE49-F238E27FC236}">
                <a16:creationId xmlns:a16="http://schemas.microsoft.com/office/drawing/2014/main" id="{DFC646C7-72D3-4835-A09D-96ADCB2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4305300" cy="9525"/>
          </a:xfrm>
          <a:custGeom xmlns:a="http://schemas.openxmlformats.org/drawingml/2006/main">
            <a:pathLst>
              <a:path w="4305300" h="9525">
                <a:moveTo>
                  <a:pt x="0" y="0"/>
                </a:moveTo>
                <a:lnTo>
                  <a:pt x="430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3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86FACED6-B104-490B-B107-C249D63E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12737"/>
            <a:ext cx="4191000" cy="1349827"/>
          </a:xfrm>
          <a:custGeom xmlns:a="http://schemas.openxmlformats.org/drawingml/2006/main">
            <a:pathLst>
              <a:path w="4191000" h="1349827">
                <a:moveTo>
                  <a:pt x="0" y="1076295"/>
                </a:moveTo>
                <a:lnTo>
                  <a:pt x="20955" y="1065419"/>
                </a:lnTo>
                <a:lnTo>
                  <a:pt x="41910" y="1053083"/>
                </a:lnTo>
                <a:lnTo>
                  <a:pt x="62865" y="1039367"/>
                </a:lnTo>
                <a:lnTo>
                  <a:pt x="83820" y="1024350"/>
                </a:lnTo>
                <a:lnTo>
                  <a:pt x="104775" y="1008110"/>
                </a:lnTo>
                <a:lnTo>
                  <a:pt x="125730" y="990726"/>
                </a:lnTo>
                <a:lnTo>
                  <a:pt x="146685" y="972278"/>
                </a:lnTo>
                <a:lnTo>
                  <a:pt x="167640" y="952844"/>
                </a:lnTo>
                <a:lnTo>
                  <a:pt x="188595" y="932503"/>
                </a:lnTo>
                <a:lnTo>
                  <a:pt x="209550" y="911334"/>
                </a:lnTo>
                <a:lnTo>
                  <a:pt x="230505" y="889417"/>
                </a:lnTo>
                <a:lnTo>
                  <a:pt x="251460" y="866829"/>
                </a:lnTo>
                <a:lnTo>
                  <a:pt x="272415" y="843651"/>
                </a:lnTo>
                <a:lnTo>
                  <a:pt x="293370" y="819960"/>
                </a:lnTo>
                <a:lnTo>
                  <a:pt x="314325" y="795836"/>
                </a:lnTo>
                <a:lnTo>
                  <a:pt x="335280" y="771358"/>
                </a:lnTo>
                <a:lnTo>
                  <a:pt x="356235" y="746605"/>
                </a:lnTo>
                <a:lnTo>
                  <a:pt x="377190" y="721655"/>
                </a:lnTo>
                <a:lnTo>
                  <a:pt x="398145" y="696588"/>
                </a:lnTo>
                <a:lnTo>
                  <a:pt x="419100" y="671483"/>
                </a:lnTo>
                <a:lnTo>
                  <a:pt x="440055" y="645247"/>
                </a:lnTo>
                <a:lnTo>
                  <a:pt x="461010" y="616926"/>
                </a:lnTo>
                <a:lnTo>
                  <a:pt x="481965" y="586802"/>
                </a:lnTo>
                <a:lnTo>
                  <a:pt x="502920" y="555156"/>
                </a:lnTo>
                <a:lnTo>
                  <a:pt x="523875" y="522271"/>
                </a:lnTo>
                <a:lnTo>
                  <a:pt x="544830" y="488431"/>
                </a:lnTo>
                <a:lnTo>
                  <a:pt x="565785" y="453916"/>
                </a:lnTo>
                <a:lnTo>
                  <a:pt x="586740" y="419009"/>
                </a:lnTo>
                <a:lnTo>
                  <a:pt x="607695" y="383993"/>
                </a:lnTo>
                <a:lnTo>
                  <a:pt x="628650" y="349151"/>
                </a:lnTo>
                <a:lnTo>
                  <a:pt x="649605" y="314763"/>
                </a:lnTo>
                <a:lnTo>
                  <a:pt x="670560" y="281114"/>
                </a:lnTo>
                <a:lnTo>
                  <a:pt x="691515" y="248485"/>
                </a:lnTo>
                <a:lnTo>
                  <a:pt x="712470" y="217158"/>
                </a:lnTo>
                <a:lnTo>
                  <a:pt x="733425" y="187416"/>
                </a:lnTo>
                <a:lnTo>
                  <a:pt x="754380" y="159541"/>
                </a:lnTo>
                <a:lnTo>
                  <a:pt x="775335" y="133815"/>
                </a:lnTo>
                <a:lnTo>
                  <a:pt x="796290" y="110522"/>
                </a:lnTo>
                <a:lnTo>
                  <a:pt x="817245" y="89943"/>
                </a:lnTo>
                <a:lnTo>
                  <a:pt x="838200" y="72360"/>
                </a:lnTo>
                <a:lnTo>
                  <a:pt x="859155" y="57405"/>
                </a:lnTo>
                <a:lnTo>
                  <a:pt x="880110" y="44448"/>
                </a:lnTo>
                <a:lnTo>
                  <a:pt x="901065" y="33384"/>
                </a:lnTo>
                <a:lnTo>
                  <a:pt x="922020" y="24107"/>
                </a:lnTo>
                <a:lnTo>
                  <a:pt x="942975" y="16509"/>
                </a:lnTo>
                <a:lnTo>
                  <a:pt x="963930" y="10485"/>
                </a:lnTo>
                <a:lnTo>
                  <a:pt x="984885" y="5928"/>
                </a:lnTo>
                <a:lnTo>
                  <a:pt x="1005840" y="2732"/>
                </a:lnTo>
                <a:lnTo>
                  <a:pt x="1026795" y="792"/>
                </a:lnTo>
                <a:lnTo>
                  <a:pt x="1047750" y="0"/>
                </a:lnTo>
                <a:lnTo>
                  <a:pt x="1068705" y="250"/>
                </a:lnTo>
                <a:lnTo>
                  <a:pt x="1089660" y="1437"/>
                </a:lnTo>
                <a:lnTo>
                  <a:pt x="1110615" y="3454"/>
                </a:lnTo>
                <a:lnTo>
                  <a:pt x="1131570" y="6194"/>
                </a:lnTo>
                <a:lnTo>
                  <a:pt x="1152525" y="9551"/>
                </a:lnTo>
                <a:lnTo>
                  <a:pt x="1173480" y="13420"/>
                </a:lnTo>
                <a:lnTo>
                  <a:pt x="1194435" y="17693"/>
                </a:lnTo>
                <a:lnTo>
                  <a:pt x="1215390" y="22265"/>
                </a:lnTo>
                <a:lnTo>
                  <a:pt x="1236345" y="27029"/>
                </a:lnTo>
                <a:lnTo>
                  <a:pt x="1257300" y="31879"/>
                </a:lnTo>
                <a:lnTo>
                  <a:pt x="1278255" y="37167"/>
                </a:lnTo>
                <a:lnTo>
                  <a:pt x="1299210" y="43299"/>
                </a:lnTo>
                <a:lnTo>
                  <a:pt x="1320165" y="50246"/>
                </a:lnTo>
                <a:lnTo>
                  <a:pt x="1341120" y="57981"/>
                </a:lnTo>
                <a:lnTo>
                  <a:pt x="1362075" y="66478"/>
                </a:lnTo>
                <a:lnTo>
                  <a:pt x="1383030" y="75708"/>
                </a:lnTo>
                <a:lnTo>
                  <a:pt x="1403985" y="85645"/>
                </a:lnTo>
                <a:lnTo>
                  <a:pt x="1424940" y="96260"/>
                </a:lnTo>
                <a:lnTo>
                  <a:pt x="1445895" y="107528"/>
                </a:lnTo>
                <a:lnTo>
                  <a:pt x="1466850" y="119420"/>
                </a:lnTo>
                <a:lnTo>
                  <a:pt x="1487805" y="131909"/>
                </a:lnTo>
                <a:lnTo>
                  <a:pt x="1508760" y="144967"/>
                </a:lnTo>
                <a:lnTo>
                  <a:pt x="1529715" y="158569"/>
                </a:lnTo>
                <a:lnTo>
                  <a:pt x="1550670" y="172685"/>
                </a:lnTo>
                <a:lnTo>
                  <a:pt x="1571625" y="187289"/>
                </a:lnTo>
                <a:lnTo>
                  <a:pt x="1592580" y="202354"/>
                </a:lnTo>
                <a:lnTo>
                  <a:pt x="1613535" y="217851"/>
                </a:lnTo>
                <a:lnTo>
                  <a:pt x="1634490" y="233755"/>
                </a:lnTo>
                <a:lnTo>
                  <a:pt x="1655445" y="250037"/>
                </a:lnTo>
                <a:lnTo>
                  <a:pt x="1676400" y="266670"/>
                </a:lnTo>
                <a:lnTo>
                  <a:pt x="1697355" y="284040"/>
                </a:lnTo>
                <a:lnTo>
                  <a:pt x="1718310" y="302484"/>
                </a:lnTo>
                <a:lnTo>
                  <a:pt x="1739265" y="321901"/>
                </a:lnTo>
                <a:lnTo>
                  <a:pt x="1760220" y="342192"/>
                </a:lnTo>
                <a:lnTo>
                  <a:pt x="1781175" y="363256"/>
                </a:lnTo>
                <a:lnTo>
                  <a:pt x="1802130" y="384993"/>
                </a:lnTo>
                <a:lnTo>
                  <a:pt x="1823085" y="407303"/>
                </a:lnTo>
                <a:lnTo>
                  <a:pt x="1844040" y="430085"/>
                </a:lnTo>
                <a:lnTo>
                  <a:pt x="1864995" y="453240"/>
                </a:lnTo>
                <a:lnTo>
                  <a:pt x="1885950" y="476667"/>
                </a:lnTo>
                <a:lnTo>
                  <a:pt x="1906905" y="500266"/>
                </a:lnTo>
                <a:lnTo>
                  <a:pt x="1927860" y="523937"/>
                </a:lnTo>
                <a:lnTo>
                  <a:pt x="1948815" y="547579"/>
                </a:lnTo>
                <a:lnTo>
                  <a:pt x="1969770" y="571093"/>
                </a:lnTo>
                <a:lnTo>
                  <a:pt x="1990725" y="594379"/>
                </a:lnTo>
                <a:lnTo>
                  <a:pt x="2011680" y="617335"/>
                </a:lnTo>
                <a:lnTo>
                  <a:pt x="2032635" y="639862"/>
                </a:lnTo>
                <a:lnTo>
                  <a:pt x="2053590" y="661860"/>
                </a:lnTo>
                <a:lnTo>
                  <a:pt x="2074545" y="683229"/>
                </a:lnTo>
                <a:lnTo>
                  <a:pt x="2095500" y="703868"/>
                </a:lnTo>
                <a:lnTo>
                  <a:pt x="2116455" y="724316"/>
                </a:lnTo>
                <a:lnTo>
                  <a:pt x="2137410" y="745118"/>
                </a:lnTo>
                <a:lnTo>
                  <a:pt x="2158365" y="766184"/>
                </a:lnTo>
                <a:lnTo>
                  <a:pt x="2179320" y="787421"/>
                </a:lnTo>
                <a:lnTo>
                  <a:pt x="2200275" y="808739"/>
                </a:lnTo>
                <a:lnTo>
                  <a:pt x="2221230" y="830048"/>
                </a:lnTo>
                <a:lnTo>
                  <a:pt x="2242185" y="851255"/>
                </a:lnTo>
                <a:lnTo>
                  <a:pt x="2263140" y="872270"/>
                </a:lnTo>
                <a:lnTo>
                  <a:pt x="2284095" y="893001"/>
                </a:lnTo>
                <a:lnTo>
                  <a:pt x="2305050" y="913358"/>
                </a:lnTo>
                <a:lnTo>
                  <a:pt x="2326005" y="933250"/>
                </a:lnTo>
                <a:lnTo>
                  <a:pt x="2346960" y="952585"/>
                </a:lnTo>
                <a:lnTo>
                  <a:pt x="2367915" y="971272"/>
                </a:lnTo>
                <a:lnTo>
                  <a:pt x="2388870" y="989220"/>
                </a:lnTo>
                <a:lnTo>
                  <a:pt x="2409825" y="1006339"/>
                </a:lnTo>
                <a:lnTo>
                  <a:pt x="2430780" y="1022536"/>
                </a:lnTo>
                <a:lnTo>
                  <a:pt x="2451735" y="1037722"/>
                </a:lnTo>
                <a:lnTo>
                  <a:pt x="2472690" y="1051804"/>
                </a:lnTo>
                <a:lnTo>
                  <a:pt x="2493645" y="1064692"/>
                </a:lnTo>
                <a:lnTo>
                  <a:pt x="2514600" y="1076295"/>
                </a:lnTo>
                <a:lnTo>
                  <a:pt x="2535555" y="1086312"/>
                </a:lnTo>
                <a:lnTo>
                  <a:pt x="2556510" y="1094613"/>
                </a:lnTo>
                <a:lnTo>
                  <a:pt x="2577465" y="1101366"/>
                </a:lnTo>
                <a:lnTo>
                  <a:pt x="2598420" y="1106737"/>
                </a:lnTo>
                <a:lnTo>
                  <a:pt x="2619375" y="1110894"/>
                </a:lnTo>
                <a:lnTo>
                  <a:pt x="2640330" y="1114004"/>
                </a:lnTo>
                <a:lnTo>
                  <a:pt x="2661285" y="1116233"/>
                </a:lnTo>
                <a:lnTo>
                  <a:pt x="2682240" y="1117748"/>
                </a:lnTo>
                <a:lnTo>
                  <a:pt x="2703195" y="1118717"/>
                </a:lnTo>
                <a:lnTo>
                  <a:pt x="2724150" y="1119307"/>
                </a:lnTo>
                <a:lnTo>
                  <a:pt x="2745105" y="1119684"/>
                </a:lnTo>
                <a:lnTo>
                  <a:pt x="2766060" y="1120015"/>
                </a:lnTo>
                <a:lnTo>
                  <a:pt x="2787015" y="1120468"/>
                </a:lnTo>
                <a:lnTo>
                  <a:pt x="2807970" y="1121209"/>
                </a:lnTo>
                <a:lnTo>
                  <a:pt x="2828925" y="1122406"/>
                </a:lnTo>
                <a:lnTo>
                  <a:pt x="2849880" y="1124225"/>
                </a:lnTo>
                <a:lnTo>
                  <a:pt x="2870835" y="1126834"/>
                </a:lnTo>
                <a:lnTo>
                  <a:pt x="2891790" y="1130398"/>
                </a:lnTo>
                <a:lnTo>
                  <a:pt x="2912745" y="1135087"/>
                </a:lnTo>
                <a:lnTo>
                  <a:pt x="2933700" y="1141065"/>
                </a:lnTo>
                <a:lnTo>
                  <a:pt x="2954655" y="1148878"/>
                </a:lnTo>
                <a:lnTo>
                  <a:pt x="2975610" y="1158756"/>
                </a:lnTo>
                <a:lnTo>
                  <a:pt x="2996565" y="1170394"/>
                </a:lnTo>
                <a:lnTo>
                  <a:pt x="3017520" y="1183490"/>
                </a:lnTo>
                <a:lnTo>
                  <a:pt x="3038475" y="1197739"/>
                </a:lnTo>
                <a:lnTo>
                  <a:pt x="3059430" y="1212838"/>
                </a:lnTo>
                <a:lnTo>
                  <a:pt x="3080385" y="1228484"/>
                </a:lnTo>
                <a:lnTo>
                  <a:pt x="3101340" y="1244373"/>
                </a:lnTo>
                <a:lnTo>
                  <a:pt x="3122295" y="1260202"/>
                </a:lnTo>
                <a:lnTo>
                  <a:pt x="3143250" y="1275665"/>
                </a:lnTo>
                <a:lnTo>
                  <a:pt x="3164205" y="1290461"/>
                </a:lnTo>
                <a:lnTo>
                  <a:pt x="3185160" y="1304286"/>
                </a:lnTo>
                <a:lnTo>
                  <a:pt x="3206115" y="1316835"/>
                </a:lnTo>
                <a:lnTo>
                  <a:pt x="3227070" y="1327805"/>
                </a:lnTo>
                <a:lnTo>
                  <a:pt x="3248025" y="1336893"/>
                </a:lnTo>
                <a:lnTo>
                  <a:pt x="3268980" y="1343795"/>
                </a:lnTo>
                <a:lnTo>
                  <a:pt x="3289935" y="1348208"/>
                </a:lnTo>
                <a:lnTo>
                  <a:pt x="3310890" y="1349827"/>
                </a:lnTo>
                <a:lnTo>
                  <a:pt x="3331845" y="1348349"/>
                </a:lnTo>
                <a:lnTo>
                  <a:pt x="3352800" y="1343471"/>
                </a:lnTo>
                <a:lnTo>
                  <a:pt x="3373755" y="1334837"/>
                </a:lnTo>
                <a:lnTo>
                  <a:pt x="3394710" y="1322526"/>
                </a:lnTo>
                <a:lnTo>
                  <a:pt x="3415665" y="1306893"/>
                </a:lnTo>
                <a:lnTo>
                  <a:pt x="3436620" y="1288287"/>
                </a:lnTo>
                <a:lnTo>
                  <a:pt x="3457575" y="1267063"/>
                </a:lnTo>
                <a:lnTo>
                  <a:pt x="3478530" y="1243572"/>
                </a:lnTo>
                <a:lnTo>
                  <a:pt x="3499485" y="1218166"/>
                </a:lnTo>
                <a:lnTo>
                  <a:pt x="3520440" y="1191197"/>
                </a:lnTo>
                <a:lnTo>
                  <a:pt x="3541395" y="1163018"/>
                </a:lnTo>
                <a:lnTo>
                  <a:pt x="3562350" y="1133981"/>
                </a:lnTo>
                <a:lnTo>
                  <a:pt x="3583305" y="1104438"/>
                </a:lnTo>
                <a:lnTo>
                  <a:pt x="3604260" y="1074741"/>
                </a:lnTo>
                <a:lnTo>
                  <a:pt x="3625215" y="1045242"/>
                </a:lnTo>
                <a:lnTo>
                  <a:pt x="3646170" y="1016294"/>
                </a:lnTo>
                <a:lnTo>
                  <a:pt x="3667125" y="988249"/>
                </a:lnTo>
                <a:lnTo>
                  <a:pt x="3688080" y="961458"/>
                </a:lnTo>
                <a:lnTo>
                  <a:pt x="3709035" y="936275"/>
                </a:lnTo>
                <a:lnTo>
                  <a:pt x="3729990" y="913051"/>
                </a:lnTo>
                <a:lnTo>
                  <a:pt x="3750945" y="892138"/>
                </a:lnTo>
                <a:lnTo>
                  <a:pt x="3771900" y="873889"/>
                </a:lnTo>
                <a:lnTo>
                  <a:pt x="3792855" y="857500"/>
                </a:lnTo>
                <a:lnTo>
                  <a:pt x="3813810" y="841917"/>
                </a:lnTo>
                <a:lnTo>
                  <a:pt x="3834765" y="827115"/>
                </a:lnTo>
                <a:lnTo>
                  <a:pt x="3855720" y="813070"/>
                </a:lnTo>
                <a:lnTo>
                  <a:pt x="3876675" y="799758"/>
                </a:lnTo>
                <a:lnTo>
                  <a:pt x="3897630" y="787154"/>
                </a:lnTo>
                <a:lnTo>
                  <a:pt x="3918585" y="775234"/>
                </a:lnTo>
                <a:lnTo>
                  <a:pt x="3939540" y="763974"/>
                </a:lnTo>
                <a:lnTo>
                  <a:pt x="3960495" y="753350"/>
                </a:lnTo>
                <a:lnTo>
                  <a:pt x="3981450" y="743337"/>
                </a:lnTo>
                <a:lnTo>
                  <a:pt x="4002405" y="733911"/>
                </a:lnTo>
                <a:lnTo>
                  <a:pt x="4023360" y="725048"/>
                </a:lnTo>
                <a:lnTo>
                  <a:pt x="4044315" y="716723"/>
                </a:lnTo>
                <a:lnTo>
                  <a:pt x="4065270" y="708912"/>
                </a:lnTo>
                <a:lnTo>
                  <a:pt x="4086225" y="701591"/>
                </a:lnTo>
                <a:lnTo>
                  <a:pt x="4107180" y="694735"/>
                </a:lnTo>
                <a:lnTo>
                  <a:pt x="4128135" y="688321"/>
                </a:lnTo>
                <a:lnTo>
                  <a:pt x="4149090" y="682324"/>
                </a:lnTo>
                <a:lnTo>
                  <a:pt x="4170045" y="676719"/>
                </a:lnTo>
                <a:lnTo>
                  <a:pt x="4191000" y="6714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62626"/>
            </a:solidFill>
          </a:ln>
        </p:spPr>
      </p:sp>
      <p:sp>
        <p:nvSpPr>
          <p:cNvPr id="37" name="time-label">
            <a:extLst xmlns:a="http://schemas.openxmlformats.org/drawingml/2006/main">
              <a:ext uri="{FF2B5EF4-FFF2-40B4-BE49-F238E27FC236}">
                <a16:creationId xmlns:a16="http://schemas.microsoft.com/office/drawing/2014/main" id="{99F27B3F-CE2B-44CE-A7F8-8E5A4C7F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8" name="line">
            <a:extLst xmlns:a="http://schemas.openxmlformats.org/drawingml/2006/main">
              <a:ext uri="{FF2B5EF4-FFF2-40B4-BE49-F238E27FC236}">
                <a16:creationId xmlns:a16="http://schemas.microsoft.com/office/drawing/2014/main" id="{A818C793-68F2-4E13-BC81-64508F0E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9" name="time-tick">
            <a:extLst xmlns:a="http://schemas.openxmlformats.org/drawingml/2006/main">
              <a:ext uri="{FF2B5EF4-FFF2-40B4-BE49-F238E27FC236}">
                <a16:creationId xmlns:a16="http://schemas.microsoft.com/office/drawing/2014/main" id="{0668B4F9-EDB1-4DC2-9891-1F24690A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ine">
            <a:extLst xmlns:a="http://schemas.openxmlformats.org/drawingml/2006/main">
              <a:ext uri="{FF2B5EF4-FFF2-40B4-BE49-F238E27FC236}">
                <a16:creationId xmlns:a16="http://schemas.microsoft.com/office/drawing/2014/main" id="{D1D4F67B-59E9-4D2B-B4CD-6C3FA136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1" name="time-tick">
            <a:extLst xmlns:a="http://schemas.openxmlformats.org/drawingml/2006/main">
              <a:ext uri="{FF2B5EF4-FFF2-40B4-BE49-F238E27FC236}">
                <a16:creationId xmlns:a16="http://schemas.microsoft.com/office/drawing/2014/main" id="{AE4FBD18-88AB-4DC6-9C5E-B0A19F6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2" name="line">
            <a:extLst xmlns:a="http://schemas.openxmlformats.org/drawingml/2006/main">
              <a:ext uri="{FF2B5EF4-FFF2-40B4-BE49-F238E27FC236}">
                <a16:creationId xmlns:a16="http://schemas.microsoft.com/office/drawing/2014/main" id="{F9A0D678-63F3-4BA3-84AE-A2D698A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3" name="time-tick">
            <a:extLst xmlns:a="http://schemas.openxmlformats.org/drawingml/2006/main">
              <a:ext uri="{FF2B5EF4-FFF2-40B4-BE49-F238E27FC236}">
                <a16:creationId xmlns:a16="http://schemas.microsoft.com/office/drawing/2014/main" id="{98CA2774-9E39-492C-ABEC-74344B9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44" name="line">
            <a:extLst xmlns:a="http://schemas.openxmlformats.org/drawingml/2006/main">
              <a:ext uri="{FF2B5EF4-FFF2-40B4-BE49-F238E27FC236}">
                <a16:creationId xmlns:a16="http://schemas.microsoft.com/office/drawing/2014/main" id="{61E49825-4993-4054-877F-C49A3609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5" name="time-tick">
            <a:extLst xmlns:a="http://schemas.openxmlformats.org/drawingml/2006/main">
              <a:ext uri="{FF2B5EF4-FFF2-40B4-BE49-F238E27FC236}">
                <a16:creationId xmlns:a16="http://schemas.microsoft.com/office/drawing/2014/main" id="{D5887A53-5445-4231-AD40-30354029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46" name="line">
            <a:extLst xmlns:a="http://schemas.openxmlformats.org/drawingml/2006/main">
              <a:ext uri="{FF2B5EF4-FFF2-40B4-BE49-F238E27FC236}">
                <a16:creationId xmlns:a16="http://schemas.microsoft.com/office/drawing/2014/main" id="{17024758-B85B-42C8-A846-03E06FCC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7" name="time-tick">
            <a:extLst xmlns:a="http://schemas.openxmlformats.org/drawingml/2006/main">
              <a:ext uri="{FF2B5EF4-FFF2-40B4-BE49-F238E27FC236}">
                <a16:creationId xmlns:a16="http://schemas.microsoft.com/office/drawing/2014/main" id="{C03912E4-2CFF-4581-9F7A-D4118D4A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48" name="line">
            <a:extLst xmlns:a="http://schemas.openxmlformats.org/drawingml/2006/main">
              <a:ext uri="{FF2B5EF4-FFF2-40B4-BE49-F238E27FC236}">
                <a16:creationId xmlns:a16="http://schemas.microsoft.com/office/drawing/2014/main" id="{AC66A06F-0F13-4363-9175-5E0FD690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2672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49" name="time-tick">
            <a:extLst xmlns:a="http://schemas.openxmlformats.org/drawingml/2006/main">
              <a:ext uri="{FF2B5EF4-FFF2-40B4-BE49-F238E27FC236}">
                <a16:creationId xmlns:a16="http://schemas.microsoft.com/office/drawing/2014/main" id="{00880E83-0C9C-43F4-95A4-A97D063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43624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50" name="line">
            <a:extLst xmlns:a="http://schemas.openxmlformats.org/drawingml/2006/main">
              <a:ext uri="{FF2B5EF4-FFF2-40B4-BE49-F238E27FC236}">
                <a16:creationId xmlns:a16="http://schemas.microsoft.com/office/drawing/2014/main" id="{21D5C166-71FC-420B-BC4B-831096FF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sample">
            <a:extLst xmlns:a="http://schemas.openxmlformats.org/drawingml/2006/main">
              <a:ext uri="{FF2B5EF4-FFF2-40B4-BE49-F238E27FC236}">
                <a16:creationId xmlns:a16="http://schemas.microsoft.com/office/drawing/2014/main" id="{E20A8925-AD76-4361-A15C-D8F1B18F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2" name="line">
            <a:extLst xmlns:a="http://schemas.openxmlformats.org/drawingml/2006/main">
              <a:ext uri="{FF2B5EF4-FFF2-40B4-BE49-F238E27FC236}">
                <a16:creationId xmlns:a16="http://schemas.microsoft.com/office/drawing/2014/main" id="{97C3D11D-D1F3-485A-BAF0-E5887513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84220"/>
            <a:ext cx="9525" cy="97155"/>
          </a:xfrm>
          <a:custGeom xmlns:a="http://schemas.openxmlformats.org/drawingml/2006/main">
            <a:pathLst>
              <a:path w="9525" h="97155">
                <a:moveTo>
                  <a:pt x="0" y="9715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sample">
            <a:extLst xmlns:a="http://schemas.openxmlformats.org/drawingml/2006/main">
              <a:ext uri="{FF2B5EF4-FFF2-40B4-BE49-F238E27FC236}">
                <a16:creationId xmlns:a16="http://schemas.microsoft.com/office/drawing/2014/main" id="{C31D4E33-C59E-49E7-ACF1-C858B450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23183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4" name="line">
            <a:extLst xmlns:a="http://schemas.openxmlformats.org/drawingml/2006/main">
              <a:ext uri="{FF2B5EF4-FFF2-40B4-BE49-F238E27FC236}">
                <a16:creationId xmlns:a16="http://schemas.microsoft.com/office/drawing/2014/main" id="{0FED7384-0C65-46D4-898A-F2F3B45E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685098"/>
            <a:ext cx="9525" cy="696278"/>
          </a:xfrm>
          <a:custGeom xmlns:a="http://schemas.openxmlformats.org/drawingml/2006/main">
            <a:pathLst>
              <a:path w="9525" h="696278">
                <a:moveTo>
                  <a:pt x="0" y="69627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5" name="sample">
            <a:extLst xmlns:a="http://schemas.openxmlformats.org/drawingml/2006/main">
              <a:ext uri="{FF2B5EF4-FFF2-40B4-BE49-F238E27FC236}">
                <a16:creationId xmlns:a16="http://schemas.microsoft.com/office/drawing/2014/main" id="{FFBD78B8-333C-4DBF-A1BD-88D8DDAC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1938" y="263271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6" name="line">
            <a:extLst xmlns:a="http://schemas.openxmlformats.org/drawingml/2006/main">
              <a:ext uri="{FF2B5EF4-FFF2-40B4-BE49-F238E27FC236}">
                <a16:creationId xmlns:a16="http://schemas.microsoft.com/office/drawing/2014/main" id="{C1138E1A-8D16-46BB-A80C-FAD08033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4616"/>
            <a:ext cx="9525" cy="736759"/>
          </a:xfrm>
          <a:custGeom xmlns:a="http://schemas.openxmlformats.org/drawingml/2006/main">
            <a:pathLst>
              <a:path w="9525" h="736759">
                <a:moveTo>
                  <a:pt x="0" y="7367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sample">
            <a:extLst xmlns:a="http://schemas.openxmlformats.org/drawingml/2006/main">
              <a:ext uri="{FF2B5EF4-FFF2-40B4-BE49-F238E27FC236}">
                <a16:creationId xmlns:a16="http://schemas.microsoft.com/office/drawing/2014/main" id="{25F6F690-5181-447A-A6C0-4EE34CD2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038" y="259222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58" name="line">
            <a:extLst xmlns:a="http://schemas.openxmlformats.org/drawingml/2006/main">
              <a:ext uri="{FF2B5EF4-FFF2-40B4-BE49-F238E27FC236}">
                <a16:creationId xmlns:a16="http://schemas.microsoft.com/office/drawing/2014/main" id="{E7E6FDB6-A098-4C6B-B53B-0CDD0108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879408"/>
            <a:ext cx="9525" cy="501967"/>
          </a:xfrm>
          <a:custGeom xmlns:a="http://schemas.openxmlformats.org/drawingml/2006/main">
            <a:pathLst>
              <a:path w="9525" h="501967">
                <a:moveTo>
                  <a:pt x="0" y="50196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sample">
            <a:extLst xmlns:a="http://schemas.openxmlformats.org/drawingml/2006/main">
              <a:ext uri="{FF2B5EF4-FFF2-40B4-BE49-F238E27FC236}">
                <a16:creationId xmlns:a16="http://schemas.microsoft.com/office/drawing/2014/main" id="{8B8C6DDA-BDFF-464F-A7AA-9E1570A7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282702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0" name="line">
            <a:extLst xmlns:a="http://schemas.openxmlformats.org/drawingml/2006/main">
              <a:ext uri="{FF2B5EF4-FFF2-40B4-BE49-F238E27FC236}">
                <a16:creationId xmlns:a16="http://schemas.microsoft.com/office/drawing/2014/main" id="{D423E839-0221-432C-A528-2C6739A8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16605"/>
            <a:ext cx="9525" cy="64770"/>
          </a:xfrm>
          <a:custGeom xmlns:a="http://schemas.openxmlformats.org/drawingml/2006/main">
            <a:pathLst>
              <a:path w="9525" h="64770">
                <a:moveTo>
                  <a:pt x="0" y="647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1" name="sample">
            <a:extLst xmlns:a="http://schemas.openxmlformats.org/drawingml/2006/main">
              <a:ext uri="{FF2B5EF4-FFF2-40B4-BE49-F238E27FC236}">
                <a16:creationId xmlns:a16="http://schemas.microsoft.com/office/drawing/2014/main" id="{C75786DA-53CE-4FAE-BB86-742F24BB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4218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2" name="line">
            <a:extLst xmlns:a="http://schemas.openxmlformats.org/drawingml/2006/main">
              <a:ext uri="{FF2B5EF4-FFF2-40B4-BE49-F238E27FC236}">
                <a16:creationId xmlns:a16="http://schemas.microsoft.com/office/drawing/2014/main" id="{53FF0008-0642-4F84-9F9A-112EF5CA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81375"/>
            <a:ext cx="9525" cy="307658"/>
          </a:xfrm>
          <a:custGeom xmlns:a="http://schemas.openxmlformats.org/drawingml/2006/main">
            <a:pathLst>
              <a:path w="9525" h="307658">
                <a:moveTo>
                  <a:pt x="0" y="0"/>
                </a:moveTo>
                <a:lnTo>
                  <a:pt x="0" y="3076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sample">
            <a:extLst xmlns:a="http://schemas.openxmlformats.org/drawingml/2006/main">
              <a:ext uri="{FF2B5EF4-FFF2-40B4-BE49-F238E27FC236}">
                <a16:creationId xmlns:a16="http://schemas.microsoft.com/office/drawing/2014/main" id="{D93C3C87-0339-42B1-AB46-6E91622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338" y="363664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4" name="line">
            <a:extLst xmlns:a="http://schemas.openxmlformats.org/drawingml/2006/main">
              <a:ext uri="{FF2B5EF4-FFF2-40B4-BE49-F238E27FC236}">
                <a16:creationId xmlns:a16="http://schemas.microsoft.com/office/drawing/2014/main" id="{12F5158D-7227-41CE-AD38-BC96E33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381375"/>
            <a:ext cx="9525" cy="372428"/>
          </a:xfrm>
          <a:custGeom xmlns:a="http://schemas.openxmlformats.org/drawingml/2006/main">
            <a:pathLst>
              <a:path w="9525" h="372428">
                <a:moveTo>
                  <a:pt x="0" y="0"/>
                </a:moveTo>
                <a:lnTo>
                  <a:pt x="0" y="37242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5" name="sample">
            <a:extLst xmlns:a="http://schemas.openxmlformats.org/drawingml/2006/main">
              <a:ext uri="{FF2B5EF4-FFF2-40B4-BE49-F238E27FC236}">
                <a16:creationId xmlns:a16="http://schemas.microsoft.com/office/drawing/2014/main" id="{71F1C6CB-2AB8-4550-BA8D-F87555ED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70141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6" name="line">
            <a:extLst xmlns:a="http://schemas.openxmlformats.org/drawingml/2006/main">
              <a:ext uri="{FF2B5EF4-FFF2-40B4-BE49-F238E27FC236}">
                <a16:creationId xmlns:a16="http://schemas.microsoft.com/office/drawing/2014/main" id="{2270AF71-88B8-49BD-8CD8-D147F304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9525" cy="574834"/>
          </a:xfrm>
          <a:custGeom xmlns:a="http://schemas.openxmlformats.org/drawingml/2006/main">
            <a:pathLst>
              <a:path w="9525" h="574834">
                <a:moveTo>
                  <a:pt x="0" y="0"/>
                </a:moveTo>
                <a:lnTo>
                  <a:pt x="0" y="5748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7" name="sample">
            <a:extLst xmlns:a="http://schemas.openxmlformats.org/drawingml/2006/main">
              <a:ext uri="{FF2B5EF4-FFF2-40B4-BE49-F238E27FC236}">
                <a16:creationId xmlns:a16="http://schemas.microsoft.com/office/drawing/2014/main" id="{2BEBB097-F321-4805-9628-2A1D02B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6538" y="3903821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68" name="line">
            <a:extLst xmlns:a="http://schemas.openxmlformats.org/drawingml/2006/main">
              <a:ext uri="{FF2B5EF4-FFF2-40B4-BE49-F238E27FC236}">
                <a16:creationId xmlns:a16="http://schemas.microsoft.com/office/drawing/2014/main" id="{1F905FD6-6772-4AEE-9D69-2D47B51C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3381375"/>
            <a:ext cx="9525" cy="105251"/>
          </a:xfrm>
          <a:custGeom xmlns:a="http://schemas.openxmlformats.org/drawingml/2006/main">
            <a:pathLst>
              <a:path w="9525" h="105251">
                <a:moveTo>
                  <a:pt x="0" y="0"/>
                </a:moveTo>
                <a:lnTo>
                  <a:pt x="0" y="10525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9" name="sample">
            <a:extLst xmlns:a="http://schemas.openxmlformats.org/drawingml/2006/main">
              <a:ext uri="{FF2B5EF4-FFF2-40B4-BE49-F238E27FC236}">
                <a16:creationId xmlns:a16="http://schemas.microsoft.com/office/drawing/2014/main" id="{D8BAD1AA-4D4C-4061-8E8C-40D8F806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3434239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70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C850FF42-6B0D-4A9F-BF1B-9045675B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145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每秒取2次</a:t>
            </a:r>
          </a:p>
        </p:txBody>
      </p:sp>
      <p:sp>
        <p:nvSpPr>
          <p:cNvPr id="71" name="answer-1">
            <a:extLst xmlns:a="http://schemas.openxmlformats.org/drawingml/2006/main">
              <a:ext uri="{FF2B5EF4-FFF2-40B4-BE49-F238E27FC236}">
                <a16:creationId xmlns:a16="http://schemas.microsoft.com/office/drawing/2014/main" id="{089E2A5A-6511-4D44-874C-65561112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 Hz：5个样本；2 Hz：10个样本。</a:t>
            </a:r>
          </a:p>
        </p:txBody>
      </p:sp>
      <p:sp>
        <p:nvSpPr>
          <p:cNvPr id="72" name="answer-2">
            <a:extLst xmlns:a="http://schemas.openxmlformats.org/drawingml/2006/main">
              <a:ext uri="{FF2B5EF4-FFF2-40B4-BE49-F238E27FC236}">
                <a16:creationId xmlns:a16="http://schemas.microsoft.com/office/drawing/2014/main" id="{52884E0F-72F0-442F-A68D-B0CA86EC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采样率＝每秒每声道取得的样本数。</a:t>
            </a:r>
          </a:p>
        </p:txBody>
      </p:sp>
    </p:spTree>
    <p:extLst>
      <p:ext uri="{BB962C8B-B14F-4D97-AF65-F5344CB8AC3E}">
        <p14:creationId xmlns:p14="http://schemas.microsoft.com/office/powerpoint/2010/main" val="117105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5349DD96-FEE5-4A7A-B978-2F02300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669DDCC-7F3D-419B-963C-DA33FA1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20FCFF5-50A2-43AA-A8C7-58313A2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DF970014-9573-4675-BB4B-0A01620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0D78CDD6-EF68-4CDB-83E6-499D3099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</p:spTree>
    <p:extLst>
      <p:ext uri="{BB962C8B-B14F-4D97-AF65-F5344CB8AC3E}">
        <p14:creationId xmlns:p14="http://schemas.microsoft.com/office/powerpoint/2010/main" val="1585522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op-rail">
            <a:extLst xmlns:a="http://schemas.openxmlformats.org/drawingml/2006/main">
              <a:ext uri="{FF2B5EF4-FFF2-40B4-BE49-F238E27FC236}">
                <a16:creationId xmlns:a16="http://schemas.microsoft.com/office/drawing/2014/main" id="{5349DD96-FEE5-4A7A-B978-2F02300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1669DDCC-7F3D-419B-963C-DA33FA1F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20FCFF5-50A2-43AA-A8C7-58313A2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采样率与时长，怎样决定记录数量？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DF970014-9573-4675-BB4B-0A01620B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0D78CDD6-EF68-4CDB-83E6-499D3099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48A1A42-AF00-4BCF-B241-1D582CE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83489A36-F96D-46FA-9913-4642DBB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84EBA672-DD59-488C-94AD-769C4368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3EAD8B6E-D602-4C0B-A822-543B28D3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25752B4C-C303-42B6-8B50-C0CFC0A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7A426E4E-5D64-42C0-8040-230F8DF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26C3C8D-B923-4CA8-B8F7-CC4D686C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A687D600-E9D2-4728-814D-DD069C8C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74F64121-B11D-427C-A829-A738ACF2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D60BEE6E-AE52-42B4-B9AB-42C053CC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6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6D4CE105-FD0E-4F81-B03C-318BD3EB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5855226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CCFBE5DF-D7C7-41DF-9633-BF9FC42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E7B09-6B19-4363-9061-776A660E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AD75080-B95A-4BFE-9303-BF2A524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F805CC-BF4A-40B6-9FEA-E8F9DDC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17D6DDBA-AEE9-4978-9E1D-1AD15277C5E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CBCB55D1-25AB-4158-9AF4-A0FBC5007F94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8454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CCFBE5DF-D7C7-41DF-9633-BF9FC42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E7B09-6B19-4363-9061-776A660E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2AD75080-B95A-4BFE-9303-BF2A524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按4个等级，给这些幅度找代表值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EF805CC-BF4A-40B6-9FEA-E8F9DDCF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范围[-1,1)；均匀分档，边界归入上档。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17D6DDBA-AEE9-4978-9E1D-1AD15277C5E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62865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762250"/>
                <a:gridCol w="2190750"/>
                <a:gridCol w="13335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幅度区间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[-1, -0.5)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[-0.5, 0)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[0, 0.5)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[0.5, 1)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CBCB55D1-25AB-4158-9AF4-A0FBC5007F94}"/>
              </a:ext>
            </a:extLst>
          </p:cNvPr>
          <p:cNvGraphicFramePr/>
          <p:nvPr/>
        </p:nvGraphicFramePr>
        <p:xfrm>
          <a:off xmlns:a="http://schemas.openxmlformats.org/drawingml/2006/main" x="7467600" y="2381250"/>
          <a:ext xmlns:a="http://schemas.openxmlformats.org/drawingml/2006/main" cx="4114800" cy="2667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57400"/>
                <a:gridCol w="2057400"/>
              </a:tblGrid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输入幅度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−0.38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0.12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0.86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−0.71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answer-1">
            <a:extLst xmlns:a="http://schemas.openxmlformats.org/drawingml/2006/main">
              <a:ext uri="{FF2B5EF4-FFF2-40B4-BE49-F238E27FC236}">
                <a16:creationId xmlns:a16="http://schemas.microsoft.com/office/drawing/2014/main" id="{AE99A398-D33B-4EE0-8426-6580790E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量化：把输入幅度近似为有限个等级。</a:t>
            </a:r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A56613FF-5D97-499C-9370-78E2BFAD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代表值是近似值；编号只是这一档的标签。</a:t>
            </a:r>
          </a:p>
        </p:txBody>
      </p:sp>
    </p:spTree>
    <p:extLst>
      <p:ext uri="{BB962C8B-B14F-4D97-AF65-F5344CB8AC3E}">
        <p14:creationId xmlns:p14="http://schemas.microsoft.com/office/powerpoint/2010/main" val="1235845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top-rail">
            <a:extLst xmlns:a="http://schemas.openxmlformats.org/drawingml/2006/main">
              <a:ext uri="{FF2B5EF4-FFF2-40B4-BE49-F238E27FC236}">
                <a16:creationId xmlns:a16="http://schemas.microsoft.com/office/drawing/2014/main" id="{175FCC95-2DE4-435B-8E32-A294FD3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040FE52-AA38-4CCC-AD46-FD5F6FE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7F14EA-4179-4A7B-874A-D80AC96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CA0D6A-E106-4CAC-B86D-34DC28F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4AD1488-4796-48CC-A811-7C0B0B7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0EB5573-CDBB-41E5-83DD-98A6ECB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B7C568A-EDF6-4A49-960C-8BDF71F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9CD67F1-2333-4B27-B5D0-9AB62356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892CC71-66F8-4798-8051-7EA9F4F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1B62852-FCAB-4820-99FF-9D877FE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2EB8EF-EFD5-4614-993D-D970BEB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3E86845-0785-47ED-A8BD-B2828A6C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352AC487-936F-45D7-B78C-3AA2338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1593135-F2FE-4EC0-9B8C-ED390CAC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1EE6CDD1-85B5-467A-BB6B-D05D09D5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34707252-886D-4523-B88B-1758BC1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CEFAB018-04E7-42DB-A02D-0EE6547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A67D3642-1612-4C95-86AB-D25118D1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E7EE31C-7C07-48AC-906A-62ED469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A16A93C0-A4C2-4A78-937F-1E03F3DC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B21C99CC-BCFC-484B-8DC6-0A3600C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D771A444-C509-45B0-B16F-E24F9C1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BB6A02AC-ADE1-4C69-8D66-8934C92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F65E5E83-9C58-45BF-86BD-0FF21C4A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961AB693-246F-4672-9CE8-96924B1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73771BEC-2F07-4EA0-8A10-F1103F3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5D08C135-7A93-43FA-9637-550BBE1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CD65E4D8-6F60-4892-939A-834CB59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4954891F-E236-42F0-AA38-0430BF9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12A362F-90DF-437D-9C07-B36DC9F6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31F5366-9E6E-48D1-8564-B24F86F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F229BC0-08EC-4384-A248-202FB06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65CC8BF-3A0C-435B-98F3-93A445D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14B8761-653D-489C-AC55-1DFFCD43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EACAE9A-5F3D-4D86-90A1-C01B000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144406-00B6-41EA-B9DD-1EFDCF0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49228B8-D760-497B-BC2B-0242E5B6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2EF483E-82A9-41F5-B2A9-4EC0B233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47039F1-5197-42ED-89AC-3469E0A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951F99-9D7A-4810-AD51-1B77D8B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7C8EC0E-0B9D-4DD4-9088-ACE34D5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C87A698-95B9-4323-A99D-01F8328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CA4744B-F386-4A02-8C52-0A486D3D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B509991-E18B-443E-BF17-CACB54F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009A831-9388-434E-9D2F-141986F4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EA818C8-2D06-4E4D-9757-3A7F555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C92E730-7C90-4FD3-B92A-4E0CD3C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68086C7-BBAC-4E0E-9E10-599CD193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2E27505-40F8-4335-B1FF-6FC12EB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5291920-955C-4ADC-BB5B-E6CE33D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246B5FB9-5D76-4BA5-867C-D6684ED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71D93C5-D24A-4514-851F-83CB45D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A31E54E-DAEB-458F-BF64-77E9998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84D0643-517E-4DA4-AA4F-E184A5C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09C77CA-D68D-4207-B4BD-5CBD495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43E805-F829-491A-9739-05C8FCF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A57EE07-D9C5-4027-91A1-38FF835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19632FF-4B9B-4D97-B885-74910787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8B30044-A44C-4323-B4DF-D21EF07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BE5F592-6D79-4142-B7AB-8BF8ED4F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E10D7C48-6790-47DA-949A-BA1EB83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BA491F4-93BC-4C7F-8728-2029362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56C9D40-0EA7-447E-AB02-00A31DCC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CD44C80-1B80-4405-B296-8408B74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8F566A5-0576-41B5-9330-7748223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77C6CF3-B917-433B-B496-633CF2ED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87DE6F3-7A2C-4519-8EF8-C298808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2B3004E-02A1-488E-B999-43261A8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B4E12AF-834D-4209-B1E6-F2613B5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00BF9A1-C346-482D-A36C-F7F80E9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D5FAD2D-EF0F-4CFF-95DC-FB02C01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ADE7791-336C-46F8-AD9F-70676CF9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670355A-A87B-4141-B1D2-1454CDC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0548C26-2CB0-4C89-A822-2F01CAB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30E951E-E056-4B6C-89BA-B3A4CF25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5FE23B3-217F-4D07-9EE0-85F90D2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6B90CBD-D64C-48E3-AD5A-3CBD9AB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FE2CFF2-6138-4402-89BA-1CEF16D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F39EB1F6-F3E5-4EE1-9764-74E4BE9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804D2A81-DD75-4FD7-91CC-2F86E3C2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31D9A36-D7B9-4A47-BA3B-161BAD6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67C85CD5-C05A-4FB2-8FE3-FBABD55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95D46C5B-75D1-48EB-B9BB-5CA3B3C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680EE055-8942-42F6-B0DB-C25538A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33E8C659-7FB2-46E2-884E-532B05F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25BDCAA-C180-42A9-85F5-AAC6AFEB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7996C631-82AC-459F-B3A7-755C51E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88DF9E63-7CAB-40CA-91A8-E7605E8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DBEF8D72-2723-4524-AD0F-FC90B2F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C65C8FE7-2F42-4B74-AB97-85B35C6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9BDDD0D-B1F1-4E76-B352-419FD98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C9A77A1F-93DF-4BD7-842A-E639E6CF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BA5EBF99-8976-48E3-95E7-CBF3AB6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C5A209CB-D3F7-4811-BE40-418F9FC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277B92D-8412-4AAA-9A72-9A89F4A6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85B6725-3D65-4871-820C-0353A439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52D1752-9539-4218-A3E4-07D54D7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255A381-4634-4B06-B9B5-F2A7703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978BAAE-CFE8-4693-BF4B-043543C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06D827C-08AE-4E32-ADB1-E88CB262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723099-E80C-423A-A8D3-2FCB36A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383E427-DAA8-4B49-9B40-4BB06A00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530A327-20D2-44A3-9E5D-B6936D85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163226F-BFD0-49EA-813E-777DCDC7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717B461-0590-472A-A098-4F411DC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B93948E-33B3-4042-ACDD-2B37515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123183-B68B-4C56-99F3-BCDC543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BF2220C-9270-45BD-853E-787DC52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7327710-50DD-46B8-AC57-904A711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DF49C5E-B192-4F66-9AD8-D4C620C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436E070-72E2-4F3D-A519-8B5099B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85C95-64D4-49DE-9B69-9EFB215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928D5AF-6CA5-4B29-95AA-FBFF2AC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613AC03-C1E4-45F6-85CC-EB6C431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D7F1CC9-E7FA-4678-9392-DFF6912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F10CF27E-AD9B-4224-B4B4-B2D0B5B9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28566C-1459-4CEE-987A-D982625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7E8BDCC-7327-49D9-A153-48365E2D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F427CB8-D569-4445-9114-0937CCB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E802F77-194F-4869-AEE5-A93EEF5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0AC48DA-96BF-4BD2-82DC-4726684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640F5A-9DD2-4212-9A69-FD0FA10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89E7FCF-853E-48D0-835C-FCF8EB1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2A4A5D1-6B30-4C4A-A490-DC2F6FA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7BBB1E7-0009-4F57-9E58-6520792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41D5002A-2F03-4DD5-AD18-A5EFD96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EB5C11F3-D243-4BBD-A194-3237C56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945747D5-28C5-4018-B606-2BEB51F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2D9650C5-4C3E-434F-8C50-E4D850FB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98F5BAD2-DEB7-40CF-ABD2-0D51443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E71E3F7B-09D8-443D-BD90-D04749D3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FBA6D844-8D01-442F-B401-43C6E04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</p:spTree>
    <p:extLst>
      <p:ext uri="{BB962C8B-B14F-4D97-AF65-F5344CB8AC3E}">
        <p14:creationId xmlns:p14="http://schemas.microsoft.com/office/powerpoint/2010/main" val="4813949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op-rail">
            <a:extLst xmlns:a="http://schemas.openxmlformats.org/drawingml/2006/main">
              <a:ext uri="{FF2B5EF4-FFF2-40B4-BE49-F238E27FC236}">
                <a16:creationId xmlns:a16="http://schemas.microsoft.com/office/drawing/2014/main" id="{175FCC95-2DE4-435B-8E32-A294FD3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040FE52-AA38-4CCC-AD46-FD5F6FE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77F14EA-4179-4A7B-874A-D80AC965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只增加等级数，哪些量没变？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8CA0D6A-E106-4CAC-B86D-34DC28FF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相同10个时刻、相同输入、相同幅度范围。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4AD1488-4796-48CC-A811-7C0B0B7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766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0EB5573-CDBB-41E5-83DD-98A6ECBB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623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B7C568A-EDF6-4A49-960C-8BDF71F3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49CD67F1-2333-4B27-B5D0-9AB62356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623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892CC71-66F8-4798-8051-7EA9F4F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7657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1B62852-FCAB-4820-99FF-9D877FE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6227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02EB8EF-EFD5-4614-993D-D970BEB7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76525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03E86845-0785-47ED-A8BD-B2828A6C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62225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3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352AC487-936F-45D7-B78C-3AA23384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4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E1593135-F2FE-4EC0-9B8C-ED390CAC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5" name="time-axis">
            <a:extLst xmlns:a="http://schemas.openxmlformats.org/drawingml/2006/main">
              <a:ext uri="{FF2B5EF4-FFF2-40B4-BE49-F238E27FC236}">
                <a16:creationId xmlns:a16="http://schemas.microsoft.com/office/drawing/2014/main" id="{1EE6CDD1-85B5-467A-BB6B-D05D09D5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16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34707252-886D-4523-B88B-1758BC1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2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17" name="time-label">
            <a:extLst xmlns:a="http://schemas.openxmlformats.org/drawingml/2006/main">
              <a:ext uri="{FF2B5EF4-FFF2-40B4-BE49-F238E27FC236}">
                <a16:creationId xmlns:a16="http://schemas.microsoft.com/office/drawing/2014/main" id="{CEFAB018-04E7-42DB-A02D-0EE65471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18" name="line">
            <a:extLst xmlns:a="http://schemas.openxmlformats.org/drawingml/2006/main">
              <a:ext uri="{FF2B5EF4-FFF2-40B4-BE49-F238E27FC236}">
                <a16:creationId xmlns:a16="http://schemas.microsoft.com/office/drawing/2014/main" id="{A67D3642-1612-4C95-86AB-D25118D1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19" name="time-tick">
            <a:extLst xmlns:a="http://schemas.openxmlformats.org/drawingml/2006/main">
              <a:ext uri="{FF2B5EF4-FFF2-40B4-BE49-F238E27FC236}">
                <a16:creationId xmlns:a16="http://schemas.microsoft.com/office/drawing/2014/main" id="{CE7EE31C-7C07-48AC-906A-62ED469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0" name="line">
            <a:extLst xmlns:a="http://schemas.openxmlformats.org/drawingml/2006/main">
              <a:ext uri="{FF2B5EF4-FFF2-40B4-BE49-F238E27FC236}">
                <a16:creationId xmlns:a16="http://schemas.microsoft.com/office/drawing/2014/main" id="{A16A93C0-A4C2-4A78-937F-1E03F3DC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1" name="time-tick">
            <a:extLst xmlns:a="http://schemas.openxmlformats.org/drawingml/2006/main">
              <a:ext uri="{FF2B5EF4-FFF2-40B4-BE49-F238E27FC236}">
                <a16:creationId xmlns:a16="http://schemas.microsoft.com/office/drawing/2014/main" id="{B21C99CC-BCFC-484B-8DC6-0A3600C4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2" name="line">
            <a:extLst xmlns:a="http://schemas.openxmlformats.org/drawingml/2006/main">
              <a:ext uri="{FF2B5EF4-FFF2-40B4-BE49-F238E27FC236}">
                <a16:creationId xmlns:a16="http://schemas.microsoft.com/office/drawing/2014/main" id="{D771A444-C509-45B0-B16F-E24F9C17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3" name="time-tick">
            <a:extLst xmlns:a="http://schemas.openxmlformats.org/drawingml/2006/main">
              <a:ext uri="{FF2B5EF4-FFF2-40B4-BE49-F238E27FC236}">
                <a16:creationId xmlns:a16="http://schemas.microsoft.com/office/drawing/2014/main" id="{BB6A02AC-ADE1-4C69-8D66-8934C92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24" name="line">
            <a:extLst xmlns:a="http://schemas.openxmlformats.org/drawingml/2006/main">
              <a:ext uri="{FF2B5EF4-FFF2-40B4-BE49-F238E27FC236}">
                <a16:creationId xmlns:a16="http://schemas.microsoft.com/office/drawing/2014/main" id="{F65E5E83-9C58-45BF-86BD-0FF21C4A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5" name="time-tick">
            <a:extLst xmlns:a="http://schemas.openxmlformats.org/drawingml/2006/main">
              <a:ext uri="{FF2B5EF4-FFF2-40B4-BE49-F238E27FC236}">
                <a16:creationId xmlns:a16="http://schemas.microsoft.com/office/drawing/2014/main" id="{961AB693-246F-4672-9CE8-96924B1A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73771BEC-2F07-4EA0-8A10-F1103F39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5D08C135-7A93-43FA-9637-550BBE1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CD65E4D8-6F60-4892-939A-834CB591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4954891F-E236-42F0-AA38-0430BF99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12A362F-90DF-437D-9C07-B36DC9F6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31F5366-9E6E-48D1-8564-B24F86F6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F229BC0-08EC-4384-A248-202FB06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65CC8BF-3A0C-435B-98F3-93A445D6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188" y="307657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14B8761-653D-489C-AC55-1DFFCD43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EACAE9A-5F3D-4D86-90A1-C01B000A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61144406-00B6-41EA-B9DD-1EFDCF0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88514"/>
            <a:ext cx="9525" cy="88011"/>
          </a:xfrm>
          <a:custGeom xmlns:a="http://schemas.openxmlformats.org/drawingml/2006/main">
            <a:pathLst>
              <a:path w="9525" h="88011">
                <a:moveTo>
                  <a:pt x="0" y="0"/>
                </a:moveTo>
                <a:lnTo>
                  <a:pt x="0" y="8801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49228B8-D760-497B-BC2B-0242E5B6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2EF483E-82A9-41F5-B2A9-4EC0B233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47039F1-5197-42ED-89AC-3469E0A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2548509"/>
            <a:ext cx="9525" cy="128016"/>
          </a:xfrm>
          <a:custGeom xmlns:a="http://schemas.openxmlformats.org/drawingml/2006/main">
            <a:pathLst>
              <a:path w="9525" h="128016">
                <a:moveTo>
                  <a:pt x="0" y="0"/>
                </a:moveTo>
                <a:lnTo>
                  <a:pt x="0" y="1280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6951F99-9D7A-4810-AD51-1B77D8B4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7C8EC0E-0B9D-4DD4-9088-ACE34D5A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188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C87A698-95B9-4323-A99D-01F8328C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765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CA4744B-F386-4A02-8C52-0A486D3D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B509991-E18B-443E-BF17-CACB54F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28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009A831-9388-434E-9D2F-141986F4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076575"/>
            <a:ext cx="9525" cy="136017"/>
          </a:xfrm>
          <a:custGeom xmlns:a="http://schemas.openxmlformats.org/drawingml/2006/main">
            <a:pathLst>
              <a:path w="9525" h="136017">
                <a:moveTo>
                  <a:pt x="0" y="13601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EA818C8-2D06-4E4D-9757-3A7F555B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C92E730-7C90-4FD3-B92A-4E0CD3C3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3028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68086C7-BBAC-4E0E-9E10-599CD193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9525" cy="104013"/>
          </a:xfrm>
          <a:custGeom xmlns:a="http://schemas.openxmlformats.org/drawingml/2006/main">
            <a:pathLst>
              <a:path w="9525" h="104013">
                <a:moveTo>
                  <a:pt x="0" y="1040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2E27505-40F8-4335-B1FF-6FC12EB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5291920-955C-4ADC-BB5B-E6CE33D1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1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246B5FB9-5D76-4BA5-867C-D6684EDB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43275"/>
            <a:ext cx="285750" cy="370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5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71D93C5-D24A-4514-851F-83CB45D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76625"/>
            <a:ext cx="9525" cy="168021"/>
          </a:xfrm>
          <a:custGeom xmlns:a="http://schemas.openxmlformats.org/drawingml/2006/main">
            <a:pathLst>
              <a:path w="9525" h="168021">
                <a:moveTo>
                  <a:pt x="0" y="1680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A31E54E-DAEB-458F-BF64-77E9998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84D0643-517E-4DA4-AA4F-E184A5C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09C77CA-D68D-4207-B4BD-5CBD495B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44671"/>
            <a:ext cx="9525" cy="32004"/>
          </a:xfrm>
          <a:custGeom xmlns:a="http://schemas.openxmlformats.org/drawingml/2006/main">
            <a:pathLst>
              <a:path w="9525" h="32004">
                <a:moveTo>
                  <a:pt x="0" y="0"/>
                </a:moveTo>
                <a:lnTo>
                  <a:pt x="0" y="32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CC43E805-F829-491A-9739-05C8FCF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FA57EE07-D9C5-4027-91A1-38FF8352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29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19632FF-4B9B-4D97-B885-74910787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380613"/>
            <a:ext cx="9525" cy="96012"/>
          </a:xfrm>
          <a:custGeom xmlns:a="http://schemas.openxmlformats.org/drawingml/2006/main">
            <a:pathLst>
              <a:path w="9525" h="96012">
                <a:moveTo>
                  <a:pt x="0" y="0"/>
                </a:moveTo>
                <a:lnTo>
                  <a:pt x="0" y="960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48B30044-A44C-4323-B4DF-D21EF07C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DBE5F592-6D79-4142-B7AB-8BF8ED4F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1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E10D7C48-6790-47DA-949A-BA1EB835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BA491F4-93BC-4C7F-8728-20293628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9766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256C9D40-0EA7-447E-AB02-00A31DCC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23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6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CD44C80-1B80-4405-B296-8408B743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766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68F566A5-0576-41B5-9330-7748223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623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6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77C6CF3-B917-433B-B496-633CF2ED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E87DE6F3-7A2C-4519-8EF8-C2988086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23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68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C2B3004E-02A1-488E-B999-43261A88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766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9" name="level-value">
            <a:extLst xmlns:a="http://schemas.openxmlformats.org/drawingml/2006/main">
              <a:ext uri="{FF2B5EF4-FFF2-40B4-BE49-F238E27FC236}">
                <a16:creationId xmlns:a16="http://schemas.microsoft.com/office/drawing/2014/main" id="{3B4E12AF-834D-4209-B1E6-F2613B59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623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70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A00BF9A1-C346-482D-A36C-F7F80E97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7658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1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D5FAD2D-EF0F-4CFF-95DC-FB02C01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228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72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3ADE7791-336C-46F8-AD9F-70676CF9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656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3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670355A-A87B-4141-B1D2-1454CDC0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6226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74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F0548C26-2CB0-4C89-A822-2F01CAB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76538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5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30E951E-E056-4B6C-89BA-B3A4CF25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223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76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5FE23B3-217F-4D07-9EE0-85F90D2E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6513"/>
            <a:ext cx="4048125" cy="9525"/>
          </a:xfrm>
          <a:custGeom xmlns:a="http://schemas.openxmlformats.org/drawingml/2006/main"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7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6B90CBD-D64C-48E3-AD5A-3CBD9AB7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6221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78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DFE2CFF2-6138-4402-89BA-1CEF16D9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79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F39EB1F6-F3E5-4EE1-9764-74E4BE9D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0" name="time-axis">
            <a:extLst xmlns:a="http://schemas.openxmlformats.org/drawingml/2006/main">
              <a:ext uri="{FF2B5EF4-FFF2-40B4-BE49-F238E27FC236}">
                <a16:creationId xmlns:a16="http://schemas.microsoft.com/office/drawing/2014/main" id="{804D2A81-DD75-4FD7-91CC-2F86E3C2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4162425" cy="9525"/>
          </a:xfrm>
          <a:custGeom xmlns:a="http://schemas.openxmlformats.org/drawingml/2006/main">
            <a:pathLst>
              <a:path w="4162425" h="9525">
                <a:moveTo>
                  <a:pt x="0" y="0"/>
                </a:moveTo>
                <a:lnTo>
                  <a:pt x="416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81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D31D9A36-D7B9-4A47-BA3B-161BAD6A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7005"/>
            <a:ext cx="4048125" cy="1333947"/>
          </a:xfrm>
          <a:custGeom xmlns:a="http://schemas.openxmlformats.org/drawingml/2006/main">
            <a:pathLst>
              <a:path w="4048125" h="1333947">
                <a:moveTo>
                  <a:pt x="0" y="1063633"/>
                </a:moveTo>
                <a:lnTo>
                  <a:pt x="20241" y="1052885"/>
                </a:lnTo>
                <a:lnTo>
                  <a:pt x="40481" y="1040694"/>
                </a:lnTo>
                <a:lnTo>
                  <a:pt x="60722" y="1027139"/>
                </a:lnTo>
                <a:lnTo>
                  <a:pt x="80963" y="1012299"/>
                </a:lnTo>
                <a:lnTo>
                  <a:pt x="101203" y="996250"/>
                </a:lnTo>
                <a:lnTo>
                  <a:pt x="121444" y="979070"/>
                </a:lnTo>
                <a:lnTo>
                  <a:pt x="141684" y="960839"/>
                </a:lnTo>
                <a:lnTo>
                  <a:pt x="161925" y="941634"/>
                </a:lnTo>
                <a:lnTo>
                  <a:pt x="182166" y="921532"/>
                </a:lnTo>
                <a:lnTo>
                  <a:pt x="202406" y="900613"/>
                </a:lnTo>
                <a:lnTo>
                  <a:pt x="222647" y="878953"/>
                </a:lnTo>
                <a:lnTo>
                  <a:pt x="242888" y="856631"/>
                </a:lnTo>
                <a:lnTo>
                  <a:pt x="263128" y="833725"/>
                </a:lnTo>
                <a:lnTo>
                  <a:pt x="283369" y="810313"/>
                </a:lnTo>
                <a:lnTo>
                  <a:pt x="303609" y="786473"/>
                </a:lnTo>
                <a:lnTo>
                  <a:pt x="323850" y="762283"/>
                </a:lnTo>
                <a:lnTo>
                  <a:pt x="344091" y="737821"/>
                </a:lnTo>
                <a:lnTo>
                  <a:pt x="364331" y="713165"/>
                </a:lnTo>
                <a:lnTo>
                  <a:pt x="384572" y="688393"/>
                </a:lnTo>
                <a:lnTo>
                  <a:pt x="404813" y="663583"/>
                </a:lnTo>
                <a:lnTo>
                  <a:pt x="425053" y="637656"/>
                </a:lnTo>
                <a:lnTo>
                  <a:pt x="445294" y="609668"/>
                </a:lnTo>
                <a:lnTo>
                  <a:pt x="465534" y="579898"/>
                </a:lnTo>
                <a:lnTo>
                  <a:pt x="485775" y="548625"/>
                </a:lnTo>
                <a:lnTo>
                  <a:pt x="506016" y="516127"/>
                </a:lnTo>
                <a:lnTo>
                  <a:pt x="526256" y="482684"/>
                </a:lnTo>
                <a:lnTo>
                  <a:pt x="546497" y="448576"/>
                </a:lnTo>
                <a:lnTo>
                  <a:pt x="566738" y="414080"/>
                </a:lnTo>
                <a:lnTo>
                  <a:pt x="586978" y="379476"/>
                </a:lnTo>
                <a:lnTo>
                  <a:pt x="607219" y="345043"/>
                </a:lnTo>
                <a:lnTo>
                  <a:pt x="627459" y="311060"/>
                </a:lnTo>
                <a:lnTo>
                  <a:pt x="647700" y="277807"/>
                </a:lnTo>
                <a:lnTo>
                  <a:pt x="667941" y="245561"/>
                </a:lnTo>
                <a:lnTo>
                  <a:pt x="688181" y="214603"/>
                </a:lnTo>
                <a:lnTo>
                  <a:pt x="708422" y="185211"/>
                </a:lnTo>
                <a:lnTo>
                  <a:pt x="728663" y="157664"/>
                </a:lnTo>
                <a:lnTo>
                  <a:pt x="748903" y="132241"/>
                </a:lnTo>
                <a:lnTo>
                  <a:pt x="769144" y="109222"/>
                </a:lnTo>
                <a:lnTo>
                  <a:pt x="789384" y="88885"/>
                </a:lnTo>
                <a:lnTo>
                  <a:pt x="809625" y="71509"/>
                </a:lnTo>
                <a:lnTo>
                  <a:pt x="829866" y="56730"/>
                </a:lnTo>
                <a:lnTo>
                  <a:pt x="850106" y="43925"/>
                </a:lnTo>
                <a:lnTo>
                  <a:pt x="870347" y="32992"/>
                </a:lnTo>
                <a:lnTo>
                  <a:pt x="890588" y="23823"/>
                </a:lnTo>
                <a:lnTo>
                  <a:pt x="910828" y="16315"/>
                </a:lnTo>
                <a:lnTo>
                  <a:pt x="931069" y="10361"/>
                </a:lnTo>
                <a:lnTo>
                  <a:pt x="951309" y="5858"/>
                </a:lnTo>
                <a:lnTo>
                  <a:pt x="971550" y="2700"/>
                </a:lnTo>
                <a:lnTo>
                  <a:pt x="991791" y="783"/>
                </a:lnTo>
                <a:lnTo>
                  <a:pt x="1012031" y="0"/>
                </a:lnTo>
                <a:lnTo>
                  <a:pt x="1032272" y="248"/>
                </a:lnTo>
                <a:lnTo>
                  <a:pt x="1052513" y="1420"/>
                </a:lnTo>
                <a:lnTo>
                  <a:pt x="1072753" y="3413"/>
                </a:lnTo>
                <a:lnTo>
                  <a:pt x="1092994" y="6121"/>
                </a:lnTo>
                <a:lnTo>
                  <a:pt x="1113234" y="9439"/>
                </a:lnTo>
                <a:lnTo>
                  <a:pt x="1133475" y="13262"/>
                </a:lnTo>
                <a:lnTo>
                  <a:pt x="1153716" y="17485"/>
                </a:lnTo>
                <a:lnTo>
                  <a:pt x="1173956" y="22003"/>
                </a:lnTo>
                <a:lnTo>
                  <a:pt x="1194197" y="26711"/>
                </a:lnTo>
                <a:lnTo>
                  <a:pt x="1214438" y="31504"/>
                </a:lnTo>
                <a:lnTo>
                  <a:pt x="1234678" y="36730"/>
                </a:lnTo>
                <a:lnTo>
                  <a:pt x="1254919" y="42789"/>
                </a:lnTo>
                <a:lnTo>
                  <a:pt x="1275159" y="49655"/>
                </a:lnTo>
                <a:lnTo>
                  <a:pt x="1295400" y="57299"/>
                </a:lnTo>
                <a:lnTo>
                  <a:pt x="1315641" y="65696"/>
                </a:lnTo>
                <a:lnTo>
                  <a:pt x="1335881" y="74817"/>
                </a:lnTo>
                <a:lnTo>
                  <a:pt x="1356122" y="84637"/>
                </a:lnTo>
                <a:lnTo>
                  <a:pt x="1376363" y="95128"/>
                </a:lnTo>
                <a:lnTo>
                  <a:pt x="1396603" y="106263"/>
                </a:lnTo>
                <a:lnTo>
                  <a:pt x="1416844" y="118015"/>
                </a:lnTo>
                <a:lnTo>
                  <a:pt x="1437084" y="130357"/>
                </a:lnTo>
                <a:lnTo>
                  <a:pt x="1457325" y="143262"/>
                </a:lnTo>
                <a:lnTo>
                  <a:pt x="1477566" y="156703"/>
                </a:lnTo>
                <a:lnTo>
                  <a:pt x="1497806" y="170653"/>
                </a:lnTo>
                <a:lnTo>
                  <a:pt x="1518047" y="185086"/>
                </a:lnTo>
                <a:lnTo>
                  <a:pt x="1538288" y="199973"/>
                </a:lnTo>
                <a:lnTo>
                  <a:pt x="1558528" y="215288"/>
                </a:lnTo>
                <a:lnTo>
                  <a:pt x="1578769" y="231005"/>
                </a:lnTo>
                <a:lnTo>
                  <a:pt x="1599009" y="247095"/>
                </a:lnTo>
                <a:lnTo>
                  <a:pt x="1619250" y="263533"/>
                </a:lnTo>
                <a:lnTo>
                  <a:pt x="1639491" y="280699"/>
                </a:lnTo>
                <a:lnTo>
                  <a:pt x="1659731" y="298925"/>
                </a:lnTo>
                <a:lnTo>
                  <a:pt x="1679972" y="318114"/>
                </a:lnTo>
                <a:lnTo>
                  <a:pt x="1700213" y="338166"/>
                </a:lnTo>
                <a:lnTo>
                  <a:pt x="1720453" y="358982"/>
                </a:lnTo>
                <a:lnTo>
                  <a:pt x="1740694" y="380464"/>
                </a:lnTo>
                <a:lnTo>
                  <a:pt x="1760934" y="402511"/>
                </a:lnTo>
                <a:lnTo>
                  <a:pt x="1781175" y="425025"/>
                </a:lnTo>
                <a:lnTo>
                  <a:pt x="1801416" y="447907"/>
                </a:lnTo>
                <a:lnTo>
                  <a:pt x="1821656" y="471059"/>
                </a:lnTo>
                <a:lnTo>
                  <a:pt x="1841897" y="494380"/>
                </a:lnTo>
                <a:lnTo>
                  <a:pt x="1862138" y="517773"/>
                </a:lnTo>
                <a:lnTo>
                  <a:pt x="1882378" y="541137"/>
                </a:lnTo>
                <a:lnTo>
                  <a:pt x="1902619" y="564375"/>
                </a:lnTo>
                <a:lnTo>
                  <a:pt x="1922859" y="587386"/>
                </a:lnTo>
                <a:lnTo>
                  <a:pt x="1943100" y="610072"/>
                </a:lnTo>
                <a:lnTo>
                  <a:pt x="1963341" y="632335"/>
                </a:lnTo>
                <a:lnTo>
                  <a:pt x="1983581" y="654074"/>
                </a:lnTo>
                <a:lnTo>
                  <a:pt x="2003822" y="675191"/>
                </a:lnTo>
                <a:lnTo>
                  <a:pt x="2024063" y="695587"/>
                </a:lnTo>
                <a:lnTo>
                  <a:pt x="2044303" y="715794"/>
                </a:lnTo>
                <a:lnTo>
                  <a:pt x="2064544" y="736352"/>
                </a:lnTo>
                <a:lnTo>
                  <a:pt x="2084784" y="757170"/>
                </a:lnTo>
                <a:lnTo>
                  <a:pt x="2105025" y="778157"/>
                </a:lnTo>
                <a:lnTo>
                  <a:pt x="2125266" y="799225"/>
                </a:lnTo>
                <a:lnTo>
                  <a:pt x="2145506" y="820283"/>
                </a:lnTo>
                <a:lnTo>
                  <a:pt x="2165747" y="841240"/>
                </a:lnTo>
                <a:lnTo>
                  <a:pt x="2185988" y="862008"/>
                </a:lnTo>
                <a:lnTo>
                  <a:pt x="2206228" y="882495"/>
                </a:lnTo>
                <a:lnTo>
                  <a:pt x="2226469" y="902613"/>
                </a:lnTo>
                <a:lnTo>
                  <a:pt x="2246709" y="922270"/>
                </a:lnTo>
                <a:lnTo>
                  <a:pt x="2266950" y="941378"/>
                </a:lnTo>
                <a:lnTo>
                  <a:pt x="2287191" y="959845"/>
                </a:lnTo>
                <a:lnTo>
                  <a:pt x="2307431" y="977582"/>
                </a:lnTo>
                <a:lnTo>
                  <a:pt x="2327672" y="994499"/>
                </a:lnTo>
                <a:lnTo>
                  <a:pt x="2347913" y="1010506"/>
                </a:lnTo>
                <a:lnTo>
                  <a:pt x="2368153" y="1025513"/>
                </a:lnTo>
                <a:lnTo>
                  <a:pt x="2388394" y="1039430"/>
                </a:lnTo>
                <a:lnTo>
                  <a:pt x="2408634" y="1052167"/>
                </a:lnTo>
                <a:lnTo>
                  <a:pt x="2428875" y="1063633"/>
                </a:lnTo>
                <a:lnTo>
                  <a:pt x="2449116" y="1073532"/>
                </a:lnTo>
                <a:lnTo>
                  <a:pt x="2469356" y="1081735"/>
                </a:lnTo>
                <a:lnTo>
                  <a:pt x="2489597" y="1088409"/>
                </a:lnTo>
                <a:lnTo>
                  <a:pt x="2509838" y="1093717"/>
                </a:lnTo>
                <a:lnTo>
                  <a:pt x="2530078" y="1097825"/>
                </a:lnTo>
                <a:lnTo>
                  <a:pt x="2550319" y="1100898"/>
                </a:lnTo>
                <a:lnTo>
                  <a:pt x="2570559" y="1103100"/>
                </a:lnTo>
                <a:lnTo>
                  <a:pt x="2590800" y="1104598"/>
                </a:lnTo>
                <a:lnTo>
                  <a:pt x="2611041" y="1105556"/>
                </a:lnTo>
                <a:lnTo>
                  <a:pt x="2631281" y="1106138"/>
                </a:lnTo>
                <a:lnTo>
                  <a:pt x="2651522" y="1106511"/>
                </a:lnTo>
                <a:lnTo>
                  <a:pt x="2671763" y="1106838"/>
                </a:lnTo>
                <a:lnTo>
                  <a:pt x="2692003" y="1107286"/>
                </a:lnTo>
                <a:lnTo>
                  <a:pt x="2712244" y="1108018"/>
                </a:lnTo>
                <a:lnTo>
                  <a:pt x="2732484" y="1109201"/>
                </a:lnTo>
                <a:lnTo>
                  <a:pt x="2752725" y="1110999"/>
                </a:lnTo>
                <a:lnTo>
                  <a:pt x="2772966" y="1113577"/>
                </a:lnTo>
                <a:lnTo>
                  <a:pt x="2793206" y="1117100"/>
                </a:lnTo>
                <a:lnTo>
                  <a:pt x="2813447" y="1121733"/>
                </a:lnTo>
                <a:lnTo>
                  <a:pt x="2833688" y="1127641"/>
                </a:lnTo>
                <a:lnTo>
                  <a:pt x="2853928" y="1135362"/>
                </a:lnTo>
                <a:lnTo>
                  <a:pt x="2874169" y="1145123"/>
                </a:lnTo>
                <a:lnTo>
                  <a:pt x="2894409" y="1156625"/>
                </a:lnTo>
                <a:lnTo>
                  <a:pt x="2914650" y="1169566"/>
                </a:lnTo>
                <a:lnTo>
                  <a:pt x="2934891" y="1183648"/>
                </a:lnTo>
                <a:lnTo>
                  <a:pt x="2955131" y="1198570"/>
                </a:lnTo>
                <a:lnTo>
                  <a:pt x="2975372" y="1214032"/>
                </a:lnTo>
                <a:lnTo>
                  <a:pt x="2995613" y="1229734"/>
                </a:lnTo>
                <a:lnTo>
                  <a:pt x="3015853" y="1245376"/>
                </a:lnTo>
                <a:lnTo>
                  <a:pt x="3036094" y="1260658"/>
                </a:lnTo>
                <a:lnTo>
                  <a:pt x="3056334" y="1275279"/>
                </a:lnTo>
                <a:lnTo>
                  <a:pt x="3076575" y="1288941"/>
                </a:lnTo>
                <a:lnTo>
                  <a:pt x="3096816" y="1301343"/>
                </a:lnTo>
                <a:lnTo>
                  <a:pt x="3117056" y="1312184"/>
                </a:lnTo>
                <a:lnTo>
                  <a:pt x="3137297" y="1321165"/>
                </a:lnTo>
                <a:lnTo>
                  <a:pt x="3157538" y="1327986"/>
                </a:lnTo>
                <a:lnTo>
                  <a:pt x="3177778" y="1332347"/>
                </a:lnTo>
                <a:lnTo>
                  <a:pt x="3198019" y="1333947"/>
                </a:lnTo>
                <a:lnTo>
                  <a:pt x="3218259" y="1332487"/>
                </a:lnTo>
                <a:lnTo>
                  <a:pt x="3238500" y="1327666"/>
                </a:lnTo>
                <a:lnTo>
                  <a:pt x="3258741" y="1319133"/>
                </a:lnTo>
                <a:lnTo>
                  <a:pt x="3278981" y="1306967"/>
                </a:lnTo>
                <a:lnTo>
                  <a:pt x="3299222" y="1291517"/>
                </a:lnTo>
                <a:lnTo>
                  <a:pt x="3319463" y="1273131"/>
                </a:lnTo>
                <a:lnTo>
                  <a:pt x="3339703" y="1252156"/>
                </a:lnTo>
                <a:lnTo>
                  <a:pt x="3359944" y="1228942"/>
                </a:lnTo>
                <a:lnTo>
                  <a:pt x="3380184" y="1203834"/>
                </a:lnTo>
                <a:lnTo>
                  <a:pt x="3400425" y="1177183"/>
                </a:lnTo>
                <a:lnTo>
                  <a:pt x="3420666" y="1149336"/>
                </a:lnTo>
                <a:lnTo>
                  <a:pt x="3440906" y="1120640"/>
                </a:lnTo>
                <a:lnTo>
                  <a:pt x="3461147" y="1091444"/>
                </a:lnTo>
                <a:lnTo>
                  <a:pt x="3481388" y="1062097"/>
                </a:lnTo>
                <a:lnTo>
                  <a:pt x="3501628" y="1032945"/>
                </a:lnTo>
                <a:lnTo>
                  <a:pt x="3521869" y="1004338"/>
                </a:lnTo>
                <a:lnTo>
                  <a:pt x="3542109" y="976622"/>
                </a:lnTo>
                <a:lnTo>
                  <a:pt x="3562350" y="950147"/>
                </a:lnTo>
                <a:lnTo>
                  <a:pt x="3582591" y="925260"/>
                </a:lnTo>
                <a:lnTo>
                  <a:pt x="3602831" y="902309"/>
                </a:lnTo>
                <a:lnTo>
                  <a:pt x="3623072" y="881642"/>
                </a:lnTo>
                <a:lnTo>
                  <a:pt x="3643313" y="863608"/>
                </a:lnTo>
                <a:lnTo>
                  <a:pt x="3663553" y="847412"/>
                </a:lnTo>
                <a:lnTo>
                  <a:pt x="3683794" y="832012"/>
                </a:lnTo>
                <a:lnTo>
                  <a:pt x="3704034" y="817384"/>
                </a:lnTo>
                <a:lnTo>
                  <a:pt x="3724275" y="803504"/>
                </a:lnTo>
                <a:lnTo>
                  <a:pt x="3744516" y="790349"/>
                </a:lnTo>
                <a:lnTo>
                  <a:pt x="3764756" y="777893"/>
                </a:lnTo>
                <a:lnTo>
                  <a:pt x="3784997" y="766114"/>
                </a:lnTo>
                <a:lnTo>
                  <a:pt x="3805238" y="754986"/>
                </a:lnTo>
                <a:lnTo>
                  <a:pt x="3825478" y="744487"/>
                </a:lnTo>
                <a:lnTo>
                  <a:pt x="3845719" y="734592"/>
                </a:lnTo>
                <a:lnTo>
                  <a:pt x="3865959" y="725277"/>
                </a:lnTo>
                <a:lnTo>
                  <a:pt x="3886200" y="716518"/>
                </a:lnTo>
                <a:lnTo>
                  <a:pt x="3906441" y="708291"/>
                </a:lnTo>
                <a:lnTo>
                  <a:pt x="3926681" y="700572"/>
                </a:lnTo>
                <a:lnTo>
                  <a:pt x="3946922" y="693337"/>
                </a:lnTo>
                <a:lnTo>
                  <a:pt x="3967163" y="686562"/>
                </a:lnTo>
                <a:lnTo>
                  <a:pt x="3987403" y="680223"/>
                </a:lnTo>
                <a:lnTo>
                  <a:pt x="4007644" y="674296"/>
                </a:lnTo>
                <a:lnTo>
                  <a:pt x="4027884" y="668758"/>
                </a:lnTo>
                <a:lnTo>
                  <a:pt x="4048125" y="663583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82" name="time-label">
            <a:extLst xmlns:a="http://schemas.openxmlformats.org/drawingml/2006/main">
              <a:ext uri="{FF2B5EF4-FFF2-40B4-BE49-F238E27FC236}">
                <a16:creationId xmlns:a16="http://schemas.microsoft.com/office/drawing/2014/main" id="{67C85CD5-C05A-4FB2-8FE3-FBABD55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862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83" name="line">
            <a:extLst xmlns:a="http://schemas.openxmlformats.org/drawingml/2006/main">
              <a:ext uri="{FF2B5EF4-FFF2-40B4-BE49-F238E27FC236}">
                <a16:creationId xmlns:a16="http://schemas.microsoft.com/office/drawing/2014/main" id="{95D46C5B-75D1-48EB-B9BB-5CA3B3CD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4" name="time-tick">
            <a:extLst xmlns:a="http://schemas.openxmlformats.org/drawingml/2006/main">
              <a:ext uri="{FF2B5EF4-FFF2-40B4-BE49-F238E27FC236}">
                <a16:creationId xmlns:a16="http://schemas.microsoft.com/office/drawing/2014/main" id="{680EE055-8942-42F6-B0DB-C25538A2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85" name="line">
            <a:extLst xmlns:a="http://schemas.openxmlformats.org/drawingml/2006/main">
              <a:ext uri="{FF2B5EF4-FFF2-40B4-BE49-F238E27FC236}">
                <a16:creationId xmlns:a16="http://schemas.microsoft.com/office/drawing/2014/main" id="{33E8C659-7FB2-46E2-884E-532B05F3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6" name="time-tick">
            <a:extLst xmlns:a="http://schemas.openxmlformats.org/drawingml/2006/main">
              <a:ext uri="{FF2B5EF4-FFF2-40B4-BE49-F238E27FC236}">
                <a16:creationId xmlns:a16="http://schemas.microsoft.com/office/drawing/2014/main" id="{025BDCAA-C180-42A9-85F5-AAC6AFEB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7" name="line">
            <a:extLst xmlns:a="http://schemas.openxmlformats.org/drawingml/2006/main">
              <a:ext uri="{FF2B5EF4-FFF2-40B4-BE49-F238E27FC236}">
                <a16:creationId xmlns:a16="http://schemas.microsoft.com/office/drawing/2014/main" id="{7996C631-82AC-459F-B3A7-755C51EE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88" name="time-tick">
            <a:extLst xmlns:a="http://schemas.openxmlformats.org/drawingml/2006/main">
              <a:ext uri="{FF2B5EF4-FFF2-40B4-BE49-F238E27FC236}">
                <a16:creationId xmlns:a16="http://schemas.microsoft.com/office/drawing/2014/main" id="{88DF9E63-7CAB-40CA-91A8-E7605E84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89" name="line">
            <a:extLst xmlns:a="http://schemas.openxmlformats.org/drawingml/2006/main">
              <a:ext uri="{FF2B5EF4-FFF2-40B4-BE49-F238E27FC236}">
                <a16:creationId xmlns:a16="http://schemas.microsoft.com/office/drawing/2014/main" id="{DBEF8D72-2723-4524-AD0F-FC90B2F3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0" name="time-tick">
            <a:extLst xmlns:a="http://schemas.openxmlformats.org/drawingml/2006/main">
              <a:ext uri="{FF2B5EF4-FFF2-40B4-BE49-F238E27FC236}">
                <a16:creationId xmlns:a16="http://schemas.microsoft.com/office/drawing/2014/main" id="{C65C8FE7-2F42-4B74-AB97-85B35C6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91" name="line">
            <a:extLst xmlns:a="http://schemas.openxmlformats.org/drawingml/2006/main">
              <a:ext uri="{FF2B5EF4-FFF2-40B4-BE49-F238E27FC236}">
                <a16:creationId xmlns:a16="http://schemas.microsoft.com/office/drawing/2014/main" id="{09BDDD0D-B1F1-4E76-B352-419FD982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2" name="time-tick">
            <a:extLst xmlns:a="http://schemas.openxmlformats.org/drawingml/2006/main">
              <a:ext uri="{FF2B5EF4-FFF2-40B4-BE49-F238E27FC236}">
                <a16:creationId xmlns:a16="http://schemas.microsoft.com/office/drawing/2014/main" id="{C9A77A1F-93DF-4BD7-842A-E639E6CF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93" name="line">
            <a:extLst xmlns:a="http://schemas.openxmlformats.org/drawingml/2006/main">
              <a:ext uri="{FF2B5EF4-FFF2-40B4-BE49-F238E27FC236}">
                <a16:creationId xmlns:a16="http://schemas.microsoft.com/office/drawing/2014/main" id="{BA5EBF99-8976-48E3-95E7-CBF3AB61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41529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94" name="time-tick">
            <a:extLst xmlns:a="http://schemas.openxmlformats.org/drawingml/2006/main">
              <a:ext uri="{FF2B5EF4-FFF2-40B4-BE49-F238E27FC236}">
                <a16:creationId xmlns:a16="http://schemas.microsoft.com/office/drawing/2014/main" id="{C5A209CB-D3F7-4811-BE40-418F9FC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2481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9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277B92D-8412-4AAA-9A72-9A89F4A6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F85B6725-3D65-4871-820C-0353A439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9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52D1752-9539-4218-A3E4-07D54D78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9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F255A381-4634-4B06-B9B5-F2A7703B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563" y="317658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978BAAE-CFE8-4693-BF4B-043543CA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3296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B06D827C-08AE-4E32-ADB1-E88CB262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723099-E80C-423A-A8D3-2FCB36A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6513"/>
            <a:ext cx="9525" cy="12001"/>
          </a:xfrm>
          <a:custGeom xmlns:a="http://schemas.openxmlformats.org/drawingml/2006/main">
            <a:pathLst>
              <a:path w="9525" h="12001">
                <a:moveTo>
                  <a:pt x="0" y="12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383E427-DAA8-4B49-9B40-4BB06A00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088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530A327-20D2-44A3-9E5D-B6936D85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163226F-BFD0-49EA-813E-777DCDC7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8188" y="2548509"/>
            <a:ext cx="9525" cy="28003"/>
          </a:xfrm>
          <a:custGeom xmlns:a="http://schemas.openxmlformats.org/drawingml/2006/main">
            <a:pathLst>
              <a:path w="9525" h="28003">
                <a:moveTo>
                  <a:pt x="0" y="0"/>
                </a:moveTo>
                <a:lnTo>
                  <a:pt x="0" y="2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717B461-0590-472A-A098-4F411DC0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0088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B93948E-33B3-4042-ACDD-2B375158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563" y="25288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0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59123183-B68B-4C56-99F3-BCDC5433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65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9BF2220C-9270-45BD-853E-787DC52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329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0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7327710-50DD-46B8-AC57-904A711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289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ADF49C5E-B192-4F66-9AD8-D4C620C5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176588"/>
            <a:ext cx="9525" cy="36004"/>
          </a:xfrm>
          <a:custGeom xmlns:a="http://schemas.openxmlformats.org/drawingml/2006/main">
            <a:pathLst>
              <a:path w="9525" h="36004">
                <a:moveTo>
                  <a:pt x="0" y="3600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2436E070-72E2-4F3D-A519-8B5099B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6496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19A85C95-64D4-49DE-9B69-9EFB2152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312896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928D5AF-6CA5-4B29-95AA-FBFF2ACA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76638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1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613AC03-C1E4-45F6-85CC-EB6C4310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330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D7F1CC9-E7FA-4678-9392-DFF6912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6" name="current-focus">
            <a:extLst xmlns:a="http://schemas.openxmlformats.org/drawingml/2006/main">
              <a:ext uri="{FF2B5EF4-FFF2-40B4-BE49-F238E27FC236}">
                <a16:creationId xmlns:a16="http://schemas.microsoft.com/office/drawing/2014/main" id="{F10CF27E-AD9B-4224-B4B4-B2D0B5B9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3288"/>
            <a:ext cx="285750" cy="27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1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A28566C-1459-4CEE-987A-D982625E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3576638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1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B7E8BDCC-7327-49D9-A153-48365E2D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9702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1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EF427CB8-D569-4445-9114-0937CCB0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352901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BE802F77-194F-4869-AEE5-A93EEF50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776663"/>
            <a:ext cx="9525" cy="68008"/>
          </a:xfrm>
          <a:custGeom xmlns:a="http://schemas.openxmlformats.org/drawingml/2006/main">
            <a:pathLst>
              <a:path w="9525" h="68008">
                <a:moveTo>
                  <a:pt x="0" y="680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00AC48DA-96BF-4BD2-82DC-4726684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9704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6640F5A-9DD2-4212-9A69-FD0FA10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2903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289E7FCF-853E-48D0-835C-FCF8EB1E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3" y="3376613"/>
            <a:ext cx="9525" cy="9525"/>
          </a:xfrm>
          <a:custGeom xmlns:a="http://schemas.openxmlformats.org/drawingml/2006/main">
            <a:pathLst>
              <a:path w="9525" h="9525">
                <a:moveTo>
                  <a:pt x="0" y="4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2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2A4A5D1-6B30-4C4A-A490-DC2F6FA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3298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7BBB1E7-0009-4F57-9E58-6520792D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332898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26" name="plot-caption">
            <a:extLst xmlns:a="http://schemas.openxmlformats.org/drawingml/2006/main">
              <a:ext uri="{FF2B5EF4-FFF2-40B4-BE49-F238E27FC236}">
                <a16:creationId xmlns:a16="http://schemas.microsoft.com/office/drawing/2014/main" id="{41D5002A-2F03-4DD5-AD18-A5EFD964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127" name="sample">
            <a:extLst xmlns:a="http://schemas.openxmlformats.org/drawingml/2006/main">
              <a:ext uri="{FF2B5EF4-FFF2-40B4-BE49-F238E27FC236}">
                <a16:creationId xmlns:a16="http://schemas.microsoft.com/office/drawing/2014/main" id="{EB5C11F3-D243-4BBD-A194-3237C568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3" y="4957763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945747D5-28C5-4018-B606-2BEB51F3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输入幅度</a:t>
            </a:r>
          </a:p>
        </p:txBody>
      </p:sp>
      <p:sp>
        <p:nvSpPr>
          <p:cNvPr id="129" name="box">
            <a:extLst xmlns:a="http://schemas.openxmlformats.org/drawingml/2006/main">
              <a:ext uri="{FF2B5EF4-FFF2-40B4-BE49-F238E27FC236}">
                <a16:creationId xmlns:a16="http://schemas.microsoft.com/office/drawing/2014/main" id="{2D9650C5-4C3E-434F-8C50-E4D850FB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972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98F5BAD2-DEB7-40CF-ABD2-0D514430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8482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</a:t>
            </a:r>
          </a:p>
        </p:txBody>
      </p:sp>
      <p:sp>
        <p:nvSpPr>
          <p:cNvPr id="131" name="line">
            <a:extLst xmlns:a="http://schemas.openxmlformats.org/drawingml/2006/main">
              <a:ext uri="{FF2B5EF4-FFF2-40B4-BE49-F238E27FC236}">
                <a16:creationId xmlns:a16="http://schemas.microsoft.com/office/drawing/2014/main" id="{E71E3F7B-09D8-443D-BD90-D04749D3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FBA6D844-8D01-442F-B401-43C6E04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48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本次观察的误差</a:t>
            </a:r>
          </a:p>
        </p:txBody>
      </p:sp>
      <p:sp>
        <p:nvSpPr>
          <p:cNvPr id="133" name="answer-1">
            <a:extLst xmlns:a="http://schemas.openxmlformats.org/drawingml/2006/main">
              <a:ext uri="{FF2B5EF4-FFF2-40B4-BE49-F238E27FC236}">
                <a16:creationId xmlns:a16="http://schemas.microsoft.com/office/drawing/2014/main" id="{EC9E17D4-06BA-4861-9255-F109583E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时刻、输入和范围不变；等级间隔变小。</a:t>
            </a:r>
          </a:p>
        </p:txBody>
      </p:sp>
      <p:sp>
        <p:nvSpPr>
          <p:cNvPr id="134" name="answer-2">
            <a:extLst xmlns:a="http://schemas.openxmlformats.org/drawingml/2006/main">
              <a:ext uri="{FF2B5EF4-FFF2-40B4-BE49-F238E27FC236}">
                <a16:creationId xmlns:a16="http://schemas.microsoft.com/office/drawing/2014/main" id="{4A92B878-15D3-4991-9ECD-DE84318B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接着放大同一个样本，核对误差。</a:t>
            </a:r>
          </a:p>
        </p:txBody>
      </p:sp>
    </p:spTree>
    <p:extLst>
      <p:ext uri="{BB962C8B-B14F-4D97-AF65-F5344CB8AC3E}">
        <p14:creationId xmlns:p14="http://schemas.microsoft.com/office/powerpoint/2010/main" val="4813949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C6A7A8EE-2B45-4557-82E5-5F3C935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10A825-BEA5-4AF4-BB40-E1310476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5CAFEE5-F9BF-4219-AF66-587EBAC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86B7CF-84FF-41C2-8502-993BA3A8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E8FE5C48-E970-4563-A015-6DD3084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5AF8E3A4-A505-4099-9C83-A4DCDF9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E67B074-3E45-4AF7-86E6-554BD95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D96BCAAF-ED68-458D-9393-B50A0F3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90ABEB30-F798-4D69-BD0D-F738477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3228D7D-E7CA-4BEE-AF69-765AB7D6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627E4F5-0618-45FA-9C62-4EE7149A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24B1C761-C9DD-4DA1-820C-745C7F5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8AA8B776-4670-41B3-8FBE-2CC603C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4DA55F7C-6E8B-4911-A56D-1CB5CF6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CFDB1E36-67FC-4002-A789-35B3876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364535B-7A92-4FD3-B546-1C335148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B8352870-A722-4AF5-BDDF-F95342D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6BA2D94A-D260-41A0-819F-FF01400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C25FAD92-CB81-4423-B74D-2103E38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503B9B92-B939-412F-96A9-BCA4C40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415AFFD-0015-49DB-B2DE-1784B11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6B82384E-D1E6-417D-BF62-11DDDA87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CBED5347-778D-4D1A-91BA-9957871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A63B7588-2507-46D4-A974-CBB7E27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37FB25A8-2431-4313-BB95-341A1A8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541E9FA2-374F-4ABA-A2C6-F3163B3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06F24369-5492-4487-A27C-B19865D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56D43255-9EB3-4B28-A763-E053EC7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3D91AE7C-7BF8-4605-B07D-71512EB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CEB4BEC-F48E-4944-92F2-8669E1A8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6D2C6F5D-BE9B-4312-A23E-ACE0EC8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43123508-6F6C-4206-A8E2-DB842AD9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D553C3BF-DDEA-4FAD-B64E-A1B8231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03EF9447-8499-4022-A7D6-DBFF3AB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BE45311C-1981-47DC-9CCD-5B963BF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18E6C013-4A35-4CD5-B1CD-6F3B9543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586EDC46-8D62-4AE8-863D-1669181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69CFF24F-01AE-45CB-856B-3AD2780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04AE589-C91E-4F7C-9099-E467753E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A1A56A85-AB52-4F79-B63E-1F7B418E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误差＝？</a:t>
            </a:r>
          </a:p>
        </p:txBody>
      </p:sp>
    </p:spTree>
    <p:extLst>
      <p:ext uri="{BB962C8B-B14F-4D97-AF65-F5344CB8AC3E}">
        <p14:creationId xmlns:p14="http://schemas.microsoft.com/office/powerpoint/2010/main" val="20500048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top-rail">
            <a:extLst xmlns:a="http://schemas.openxmlformats.org/drawingml/2006/main">
              <a:ext uri="{FF2B5EF4-FFF2-40B4-BE49-F238E27FC236}">
                <a16:creationId xmlns:a16="http://schemas.microsoft.com/office/drawing/2014/main" id="{C6A7A8EE-2B45-4557-82E5-5F3C9359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410A825-BEA5-4AF4-BB40-E1310476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75CAFEE5-F9BF-4219-AF66-587EBACF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同一个幅度，两次量化的误差各是多少？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C86B7CF-84FF-41C2-8502-993BA3A8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局部放大：这里的横轴表示幅度，两图使用同一标尺。</a:t>
            </a:r>
          </a:p>
        </p:txBody>
      </p:sp>
      <p:sp>
        <p:nvSpPr>
          <p:cNvPr id="5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E8FE5C48-E970-4563-A015-6DD30840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</a:t>
            </a:r>
          </a:p>
        </p:txBody>
      </p:sp>
      <p:sp>
        <p:nvSpPr>
          <p:cNvPr id="6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5AF8E3A4-A505-4099-9C83-A4DCDF92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7" name="line">
            <a:extLst xmlns:a="http://schemas.openxmlformats.org/drawingml/2006/main">
              <a:ext uri="{FF2B5EF4-FFF2-40B4-BE49-F238E27FC236}">
                <a16:creationId xmlns:a16="http://schemas.microsoft.com/office/drawing/2014/main" id="{8E67B074-3E45-4AF7-86E6-554BD953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D96BCAAF-ED68-458D-9393-B50A0F3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9" name="line">
            <a:extLst xmlns:a="http://schemas.openxmlformats.org/drawingml/2006/main">
              <a:ext uri="{FF2B5EF4-FFF2-40B4-BE49-F238E27FC236}">
                <a16:creationId xmlns:a16="http://schemas.microsoft.com/office/drawing/2014/main" id="{90ABEB30-F798-4D69-BD0D-F738477B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F3228D7D-E7CA-4BEE-AF69-765AB7D6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11" name="line">
            <a:extLst xmlns:a="http://schemas.openxmlformats.org/drawingml/2006/main">
              <a:ext uri="{FF2B5EF4-FFF2-40B4-BE49-F238E27FC236}">
                <a16:creationId xmlns:a16="http://schemas.microsoft.com/office/drawing/2014/main" id="{3627E4F5-0618-45FA-9C62-4EE7149A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24B1C761-C9DD-4DA1-820C-745C7F5F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13" name="line">
            <a:extLst xmlns:a="http://schemas.openxmlformats.org/drawingml/2006/main">
              <a:ext uri="{FF2B5EF4-FFF2-40B4-BE49-F238E27FC236}">
                <a16:creationId xmlns:a16="http://schemas.microsoft.com/office/drawing/2014/main" id="{8AA8B776-4670-41B3-8FBE-2CC603C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14" name="inset-scale">
            <a:extLst xmlns:a="http://schemas.openxmlformats.org/drawingml/2006/main">
              <a:ext uri="{FF2B5EF4-FFF2-40B4-BE49-F238E27FC236}">
                <a16:creationId xmlns:a16="http://schemas.microsoft.com/office/drawing/2014/main" id="{4DA55F7C-6E8B-4911-A56D-1CB5CF6A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15" name="inset-input">
            <a:extLst xmlns:a="http://schemas.openxmlformats.org/drawingml/2006/main">
              <a:ext uri="{FF2B5EF4-FFF2-40B4-BE49-F238E27FC236}">
                <a16:creationId xmlns:a16="http://schemas.microsoft.com/office/drawing/2014/main" id="{CFDB1E36-67FC-4002-A789-35B3876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6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9364535B-7A92-4FD3-B546-1C335148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B8352870-A722-4AF5-BDDF-F95342D7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18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6BA2D94A-D260-41A0-819F-FF01400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−0.25</a:t>
            </a:r>
          </a:p>
        </p:txBody>
      </p:sp>
      <p:sp>
        <p:nvSpPr>
          <p:cNvPr id="1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C25FAD92-CB81-4423-B74D-2103E38C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inset-error">
            <a:extLst xmlns:a="http://schemas.openxmlformats.org/drawingml/2006/main">
              <a:ext uri="{FF2B5EF4-FFF2-40B4-BE49-F238E27FC236}">
                <a16:creationId xmlns:a16="http://schemas.microsoft.com/office/drawing/2014/main" id="{503B9B92-B939-412F-96A9-BCA4C405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95625"/>
            <a:ext cx="1733550" cy="9525"/>
          </a:xfrm>
          <a:custGeom xmlns:a="http://schemas.openxmlformats.org/drawingml/2006/main"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1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415AFFD-0015-49DB-B2DE-1784B115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6B82384E-D1E6-417D-BF62-11DDDA87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0.13</a:t>
            </a:r>
          </a:p>
        </p:txBody>
      </p:sp>
      <p:sp>
        <p:nvSpPr>
          <p:cNvPr id="23" name="error-inset-heading">
            <a:extLst xmlns:a="http://schemas.openxmlformats.org/drawingml/2006/main">
              <a:ext uri="{FF2B5EF4-FFF2-40B4-BE49-F238E27FC236}">
                <a16:creationId xmlns:a16="http://schemas.microsoft.com/office/drawing/2014/main" id="{CBED5347-778D-4D1A-91BA-9957871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</a:t>
            </a:r>
          </a:p>
        </p:txBody>
      </p:sp>
      <p:sp>
        <p:nvSpPr>
          <p:cNvPr id="24" name="amplitude-ruler">
            <a:extLst xmlns:a="http://schemas.openxmlformats.org/drawingml/2006/main">
              <a:ext uri="{FF2B5EF4-FFF2-40B4-BE49-F238E27FC236}">
                <a16:creationId xmlns:a16="http://schemas.microsoft.com/office/drawing/2014/main" id="{A63B7588-2507-46D4-A974-CBB7E27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4000500" cy="9525"/>
          </a:xfrm>
          <a:custGeom xmlns:a="http://schemas.openxmlformats.org/drawingml/2006/main">
            <a:pathLst>
              <a:path w="4000500" h="9525">
                <a:moveTo>
                  <a:pt x="0" y="0"/>
                </a:moveTo>
                <a:lnTo>
                  <a:pt x="400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808080"/>
            </a:solidFill>
          </a:ln>
        </p:spPr>
      </p:sp>
      <p:sp>
        <p:nvSpPr>
          <p:cNvPr id="25" name="line">
            <a:extLst xmlns:a="http://schemas.openxmlformats.org/drawingml/2006/main">
              <a:ext uri="{FF2B5EF4-FFF2-40B4-BE49-F238E27FC236}">
                <a16:creationId xmlns:a16="http://schemas.microsoft.com/office/drawing/2014/main" id="{37FB25A8-2431-4313-BB95-341A1A8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6" name="inset-scale">
            <a:extLst xmlns:a="http://schemas.openxmlformats.org/drawingml/2006/main">
              <a:ext uri="{FF2B5EF4-FFF2-40B4-BE49-F238E27FC236}">
                <a16:creationId xmlns:a16="http://schemas.microsoft.com/office/drawing/2014/main" id="{541E9FA2-374F-4ABA-A2C6-F3163B35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-0.5</a:t>
            </a:r>
          </a:p>
        </p:txBody>
      </p:sp>
      <p:sp>
        <p:nvSpPr>
          <p:cNvPr id="27" name="line">
            <a:extLst xmlns:a="http://schemas.openxmlformats.org/drawingml/2006/main">
              <a:ext uri="{FF2B5EF4-FFF2-40B4-BE49-F238E27FC236}">
                <a16:creationId xmlns:a16="http://schemas.microsoft.com/office/drawing/2014/main" id="{06F24369-5492-4487-A27C-B19865DC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8" name="inset-scale">
            <a:extLst xmlns:a="http://schemas.openxmlformats.org/drawingml/2006/main">
              <a:ext uri="{FF2B5EF4-FFF2-40B4-BE49-F238E27FC236}">
                <a16:creationId xmlns:a16="http://schemas.microsoft.com/office/drawing/2014/main" id="{56D43255-9EB3-4B28-A763-E053EC78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-0.4</a:t>
            </a:r>
          </a:p>
        </p:txBody>
      </p:sp>
      <p:sp>
        <p:nvSpPr>
          <p:cNvPr id="29" name="line">
            <a:extLst xmlns:a="http://schemas.openxmlformats.org/drawingml/2006/main">
              <a:ext uri="{FF2B5EF4-FFF2-40B4-BE49-F238E27FC236}">
                <a16:creationId xmlns:a16="http://schemas.microsoft.com/office/drawing/2014/main" id="{3D91AE7C-7BF8-4605-B07D-71512EBB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0" name="inset-scale">
            <a:extLst xmlns:a="http://schemas.openxmlformats.org/drawingml/2006/main">
              <a:ext uri="{FF2B5EF4-FFF2-40B4-BE49-F238E27FC236}">
                <a16:creationId xmlns:a16="http://schemas.microsoft.com/office/drawing/2014/main" id="{8CEB4BEC-F48E-4944-92F2-8669E1A8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</a:t>
            </a:r>
          </a:p>
        </p:txBody>
      </p:sp>
      <p:sp>
        <p:nvSpPr>
          <p:cNvPr id="31" name="line">
            <a:extLst xmlns:a="http://schemas.openxmlformats.org/drawingml/2006/main">
              <a:ext uri="{FF2B5EF4-FFF2-40B4-BE49-F238E27FC236}">
                <a16:creationId xmlns:a16="http://schemas.microsoft.com/office/drawing/2014/main" id="{6D2C6F5D-BE9B-4312-A23E-ACE0EC8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861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32" name="inset-scale">
            <a:extLst xmlns:a="http://schemas.openxmlformats.org/drawingml/2006/main">
              <a:ext uri="{FF2B5EF4-FFF2-40B4-BE49-F238E27FC236}">
                <a16:creationId xmlns:a16="http://schemas.microsoft.com/office/drawing/2014/main" id="{43123508-6F6C-4206-A8E2-DB842AD9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7665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-0.2</a:t>
            </a:r>
          </a:p>
        </p:txBody>
      </p:sp>
      <p:sp>
        <p:nvSpPr>
          <p:cNvPr id="33" name="inset-input">
            <a:extLst xmlns:a="http://schemas.openxmlformats.org/drawingml/2006/main">
              <a:ext uri="{FF2B5EF4-FFF2-40B4-BE49-F238E27FC236}">
                <a16:creationId xmlns:a16="http://schemas.microsoft.com/office/drawing/2014/main" id="{D553C3BF-DDEA-4FAD-B64E-A1B82318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34" name="inset-representative">
            <a:extLst xmlns:a="http://schemas.openxmlformats.org/drawingml/2006/main">
              <a:ext uri="{FF2B5EF4-FFF2-40B4-BE49-F238E27FC236}">
                <a16:creationId xmlns:a16="http://schemas.microsoft.com/office/drawing/2014/main" id="{03EF9447-8499-4022-A7D6-DBFF3AB8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67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5" name="inset-input-label">
            <a:extLst xmlns:a="http://schemas.openxmlformats.org/drawingml/2006/main">
              <a:ext uri="{FF2B5EF4-FFF2-40B4-BE49-F238E27FC236}">
                <a16:creationId xmlns:a16="http://schemas.microsoft.com/office/drawing/2014/main" id="{BE45311C-1981-47DC-9CCD-5B963BF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67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输入 −0.38</a:t>
            </a:r>
          </a:p>
        </p:txBody>
      </p:sp>
      <p:sp>
        <p:nvSpPr>
          <p:cNvPr id="36" name="inset-representative-label">
            <a:extLst xmlns:a="http://schemas.openxmlformats.org/drawingml/2006/main">
              <a:ext uri="{FF2B5EF4-FFF2-40B4-BE49-F238E27FC236}">
                <a16:creationId xmlns:a16="http://schemas.microsoft.com/office/drawing/2014/main" id="{18E6C013-4A35-4CD5-B1CD-6F3B9543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14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代表值 −0.375</a:t>
            </a:r>
          </a:p>
        </p:txBody>
      </p:sp>
      <p:sp>
        <p:nvSpPr>
          <p:cNvPr id="37" name="inset-error">
            <a:extLst xmlns:a="http://schemas.openxmlformats.org/drawingml/2006/main">
              <a:ext uri="{FF2B5EF4-FFF2-40B4-BE49-F238E27FC236}">
                <a16:creationId xmlns:a16="http://schemas.microsoft.com/office/drawing/2014/main" id="{586EDC46-8D62-4AE8-863D-1669181E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8" name="inset-error">
            <a:extLst xmlns:a="http://schemas.openxmlformats.org/drawingml/2006/main">
              <a:ext uri="{FF2B5EF4-FFF2-40B4-BE49-F238E27FC236}">
                <a16:creationId xmlns:a16="http://schemas.microsoft.com/office/drawing/2014/main" id="{69CFF24F-01AE-45CB-856B-3AD2780D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95625"/>
            <a:ext cx="66675" cy="9525"/>
          </a:xfrm>
          <a:custGeom xmlns:a="http://schemas.openxmlformats.org/drawingml/2006/main">
            <a:pathLst>
              <a:path w="66675" h="952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39" name="inset-error">
            <a:extLst xmlns:a="http://schemas.openxmlformats.org/drawingml/2006/main">
              <a:ext uri="{FF2B5EF4-FFF2-40B4-BE49-F238E27FC236}">
                <a16:creationId xmlns:a16="http://schemas.microsoft.com/office/drawing/2014/main" id="{A04AE589-C91E-4F7C-9099-E467753E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0" name="inset-error-label">
            <a:extLst xmlns:a="http://schemas.openxmlformats.org/drawingml/2006/main">
              <a:ext uri="{FF2B5EF4-FFF2-40B4-BE49-F238E27FC236}">
                <a16:creationId xmlns:a16="http://schemas.microsoft.com/office/drawing/2014/main" id="{A1A56A85-AB52-4F79-B63E-1F7B418E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误差 0.005</a:t>
            </a:r>
          </a:p>
        </p:txBody>
      </p:sp>
      <p:sp>
        <p:nvSpPr>
          <p:cNvPr id="41" name="answer-1">
            <a:extLst xmlns:a="http://schemas.openxmlformats.org/drawingml/2006/main">
              <a:ext uri="{FF2B5EF4-FFF2-40B4-BE49-F238E27FC236}">
                <a16:creationId xmlns:a16="http://schemas.microsoft.com/office/drawing/2014/main" id="{27B494B6-6384-438C-94F9-CFAA5DB0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本例：0.13 与 0.005。</a:t>
            </a:r>
          </a:p>
        </p:txBody>
      </p:sp>
      <p:sp>
        <p:nvSpPr>
          <p:cNvPr id="42" name="answer-2">
            <a:extLst xmlns:a="http://schemas.openxmlformats.org/drawingml/2006/main">
              <a:ext uri="{FF2B5EF4-FFF2-40B4-BE49-F238E27FC236}">
                <a16:creationId xmlns:a16="http://schemas.microsoft.com/office/drawing/2014/main" id="{1CE74212-F972-464F-B62C-E5AEE721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固定范围均匀量化：步长减小，误差上界减小。</a:t>
            </a:r>
          </a:p>
        </p:txBody>
      </p:sp>
    </p:spTree>
    <p:extLst>
      <p:ext uri="{BB962C8B-B14F-4D97-AF65-F5344CB8AC3E}">
        <p14:creationId xmlns:p14="http://schemas.microsoft.com/office/powerpoint/2010/main" val="20500048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7206FB6A-D723-4E92-AFB6-79369C5E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BA6302-1D88-4EA3-80E7-160B8E3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736AC7D-310A-4124-B651-F05D39A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0426D7D-16ED-4655-ADF9-A3461DD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9CB0B187-D58D-4E81-A10A-55EA4EC9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5A82C87-52AD-4F97-BE15-028AE0B0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7847DF2B-53E5-46EA-833A-6336E56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5F54BD27-C13A-4EC0-ADC7-03D0259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9B53EBE5-2856-4C07-AE9B-022D6C1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219866D-CAE9-483C-A777-72E0CE0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65FD7740-4672-4DDA-902B-BCBBB176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5DD8C5E-A232-423E-9589-D7D813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E07569BD-9742-439A-AD3A-1059220B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36D26DC9-9DB9-46CC-B1B6-1AC0DB1A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</p:spTree>
    <p:extLst>
      <p:ext uri="{BB962C8B-B14F-4D97-AF65-F5344CB8AC3E}">
        <p14:creationId xmlns:p14="http://schemas.microsoft.com/office/powerpoint/2010/main" val="8614803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7206FB6A-D723-4E92-AFB6-79369C5E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79BA6302-1D88-4EA3-80E7-160B8E3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A736AC7D-310A-4124-B651-F05D39AE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量化增加了哪些幅度选择？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90426D7D-16ED-4655-ADF9-A3461DD7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9CB0B187-D58D-4E81-A10A-55EA4EC9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D5A82C87-52AD-4F97-BE15-028AE0B0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7847DF2B-53E5-46EA-833A-6336E567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5F54BD27-C13A-4EC0-ADC7-03D0259F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9B53EBE5-2856-4C07-AE9B-022D6C1A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D219866D-CAE9-483C-A777-72E0CE0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65FD7740-4672-4DDA-902B-BCBBB176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5DD8C5E-A232-423E-9589-D7D8137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E07569BD-9742-439A-AD3A-1059220B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36D26DC9-9DB9-46CC-B1B6-1AC0DB1A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45C789A9-7EEC-44D9-B0CB-E489CF9B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3A124542-525E-48AF-B9B2-A0576D53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0A27B2FB-62FB-4F83-BEFF-29377639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3CE5D17B-E254-4E0C-8A3B-62AB894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61C7907F-A5F6-41FA-B118-AB2C0867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BD01AE4D-50FF-4ADA-9715-6E63468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D62A5CA-8BAD-4624-A79D-0B6362AA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908479E6-2237-449B-956A-C8C591C0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55CAEE73-9964-4190-9483-973AB98B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34BEAB1A-2925-405D-B6CC-E80A26A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194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5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842AF1C3-7A0F-4AA5-8C23-CC96B9E4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861480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rail">
            <a:extLst xmlns:a="http://schemas.openxmlformats.org/drawingml/2006/main">
              <a:ext uri="{FF2B5EF4-FFF2-40B4-BE49-F238E27FC236}">
                <a16:creationId xmlns:a16="http://schemas.microsoft.com/office/drawing/2014/main" id="{0F4B1766-9193-4BCC-8304-FB272F1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A551717-3D76-4E90-BE7B-534BEF0D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525F96E-DF1C-4E35-9695-56901276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50A753FE-9A9B-4F72-A9D0-8AFEF17C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B3CDE2D5-E093-4A97-BC81-3CFE1A6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4FB22F1-F922-447F-BF21-31FF5D9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96767E7-4CA9-4852-9749-87990A3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476AB17-57B2-4EE2-B414-9B9713E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7A900A78-A32C-4C4F-8B0E-524BC33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451D5A8-F4EE-42D8-962A-FE92B25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5AE9091-FBBA-46C7-9A3E-BC8A632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99D702-2E5A-44D2-AABF-0F148F8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6665D47-2E53-4E4D-A1BC-839218F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536C556-B6F1-4C29-93A0-294255F6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50ABA43-6C2E-48C8-82C2-04A1955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F88EDE-DFD2-4E2F-AE52-91BC941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68CB7CD-9539-4EB1-9B58-0FE10BC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E3CE6240-119D-430B-8FB2-4651800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</p:spTree>
    <p:extLst>
      <p:ext uri="{BB962C8B-B14F-4D97-AF65-F5344CB8AC3E}">
        <p14:creationId xmlns:p14="http://schemas.microsoft.com/office/powerpoint/2010/main" val="2051146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op-rail">
            <a:extLst xmlns:a="http://schemas.openxmlformats.org/drawingml/2006/main">
              <a:ext uri="{FF2B5EF4-FFF2-40B4-BE49-F238E27FC236}">
                <a16:creationId xmlns:a16="http://schemas.microsoft.com/office/drawing/2014/main" id="{0F4B1766-9193-4BCC-8304-FB272F1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A551717-3D76-4E90-BE7B-534BEF0D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525F96E-DF1C-4E35-9695-56901276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50A753FE-9A9B-4F72-A9D0-8AFEF17C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B3CDE2D5-E093-4A97-BC81-3CFE1A6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4FB22F1-F922-447F-BF21-31FF5D9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96767E7-4CA9-4852-9749-87990A3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476AB17-57B2-4EE2-B414-9B9713E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7A900A78-A32C-4C4F-8B0E-524BC33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451D5A8-F4EE-42D8-962A-FE92B25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5AE9091-FBBA-46C7-9A3E-BC8A632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99D702-2E5A-44D2-AABF-0F148F8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6665D47-2E53-4E4D-A1BC-839218F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536C556-B6F1-4C29-93A0-294255F6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50ABA43-6C2E-48C8-82C2-04A1955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F88EDE-DFD2-4E2F-AE52-91BC941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68CB7CD-9539-4EB1-9B58-0FE10BC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E3CE6240-119D-430B-8FB2-4651800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8847C46-CC21-47E8-B3B1-DEBE10E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C0A637B-397E-4DEF-8F5F-CF5105B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2700E33-AEB0-476A-8CB7-30E774A4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D9DD3C0-432F-4582-AC9C-B81D9E8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D1274BE2-4C6F-4AA4-8AE2-EE1DFD5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25F8229-CD61-46BA-9231-4B5E4BE0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92422A8C-9D3D-443B-8073-93E51A4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73E3758-418A-4229-9280-19BCD65E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1ED3379B-FC24-406C-87A8-65C061F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161F11EA-8050-48CC-ADBF-2E1F5D2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FE0BB5DA-71EF-45BE-A5D9-48202AA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EB0D84CA-EAA0-4ED6-B4E9-D70EB94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F705B14-C4A8-448B-8EB4-403D7DA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454B5555-D10D-448C-9675-1F6C080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FD2CA42-A36F-438E-B8CB-5809A2B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55926CB-25C1-48BC-9FB6-69E1D59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148F79FE-40C0-4EFB-B4D7-B9C39026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</p:spTree>
    <p:extLst>
      <p:ext uri="{BB962C8B-B14F-4D97-AF65-F5344CB8AC3E}">
        <p14:creationId xmlns:p14="http://schemas.microsoft.com/office/powerpoint/2010/main" val="20511467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top-rail">
            <a:extLst xmlns:a="http://schemas.openxmlformats.org/drawingml/2006/main">
              <a:ext uri="{FF2B5EF4-FFF2-40B4-BE49-F238E27FC236}">
                <a16:creationId xmlns:a16="http://schemas.microsoft.com/office/drawing/2014/main" id="{0F4B1766-9193-4BCC-8304-FB272F11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A551717-3D76-4E90-BE7B-534BEF0D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525F96E-DF1C-4E35-9695-56901276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4级和8级，分别至少需要几bit？</a:t>
            </a:r>
          </a:p>
        </p:txBody>
      </p:sp>
      <p:sp>
        <p:nvSpPr>
          <p:cNvPr id="4" name="four-level-heading">
            <a:extLst xmlns:a="http://schemas.openxmlformats.org/drawingml/2006/main">
              <a:ext uri="{FF2B5EF4-FFF2-40B4-BE49-F238E27FC236}">
                <a16:creationId xmlns:a16="http://schemas.microsoft.com/office/drawing/2014/main" id="{50A753FE-9A9B-4F72-A9D0-8AFEF17C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4个等级：编号0–3</a:t>
            </a:r>
          </a:p>
        </p:txBody>
      </p:sp>
      <p:sp>
        <p:nvSpPr>
          <p:cNvPr id="5" name="eight-level-heading">
            <a:extLst xmlns:a="http://schemas.openxmlformats.org/drawingml/2006/main">
              <a:ext uri="{FF2B5EF4-FFF2-40B4-BE49-F238E27FC236}">
                <a16:creationId xmlns:a16="http://schemas.microsoft.com/office/drawing/2014/main" id="{B3CDE2D5-E093-4A97-BC81-3CFE1A61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288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8个等级：编号0–7</a:t>
            </a:r>
          </a:p>
        </p:txBody>
      </p:sp>
      <p:sp>
        <p:nvSpPr>
          <p:cNvPr id="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04FB22F1-F922-447F-BF21-31FF5D9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896767E7-4CA9-4852-9749-87990A3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8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476AB17-57B2-4EE2-B414-9B9713E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9" name="level-index">
            <a:extLst xmlns:a="http://schemas.openxmlformats.org/drawingml/2006/main">
              <a:ext uri="{FF2B5EF4-FFF2-40B4-BE49-F238E27FC236}">
                <a16:creationId xmlns:a16="http://schemas.microsoft.com/office/drawing/2014/main" id="{7A900A78-A32C-4C4F-8B0E-524BC33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0" name="level-index">
            <a:extLst xmlns:a="http://schemas.openxmlformats.org/drawingml/2006/main">
              <a:ext uri="{FF2B5EF4-FFF2-40B4-BE49-F238E27FC236}">
                <a16:creationId xmlns:a16="http://schemas.microsoft.com/office/drawing/2014/main" id="{3451D5A8-F4EE-42D8-962A-FE92B25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0</a:t>
            </a:r>
          </a:p>
        </p:txBody>
      </p:sp>
      <p:sp>
        <p:nvSpPr>
          <p:cNvPr id="11" name="level-index">
            <a:extLst xmlns:a="http://schemas.openxmlformats.org/drawingml/2006/main">
              <a:ext uri="{FF2B5EF4-FFF2-40B4-BE49-F238E27FC236}">
                <a16:creationId xmlns:a16="http://schemas.microsoft.com/office/drawing/2014/main" id="{D5AE9091-FBBA-46C7-9A3E-BC8A632E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2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99D702-2E5A-44D2-AABF-0F148F8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3" name="level-index">
            <a:extLst xmlns:a="http://schemas.openxmlformats.org/drawingml/2006/main">
              <a:ext uri="{FF2B5EF4-FFF2-40B4-BE49-F238E27FC236}">
                <a16:creationId xmlns:a16="http://schemas.microsoft.com/office/drawing/2014/main" id="{16665D47-2E53-4E4D-A1BC-839218F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6225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536C556-B6F1-4C29-93A0-294255F6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5" name="level-index">
            <a:extLst xmlns:a="http://schemas.openxmlformats.org/drawingml/2006/main">
              <a:ext uri="{FF2B5EF4-FFF2-40B4-BE49-F238E27FC236}">
                <a16:creationId xmlns:a16="http://schemas.microsoft.com/office/drawing/2014/main" id="{B50ABA43-6C2E-48C8-82C2-04A1955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5</a:t>
            </a:r>
          </a:p>
        </p:txBody>
      </p:sp>
      <p:sp>
        <p:nvSpPr>
          <p:cNvPr id="16" name="level-index">
            <a:extLst xmlns:a="http://schemas.openxmlformats.org/drawingml/2006/main">
              <a:ext uri="{FF2B5EF4-FFF2-40B4-BE49-F238E27FC236}">
                <a16:creationId xmlns:a16="http://schemas.microsoft.com/office/drawing/2014/main" id="{E8F88EDE-DFD2-4E2F-AE52-91BC941A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7" name="level-index">
            <a:extLst xmlns:a="http://schemas.openxmlformats.org/drawingml/2006/main">
              <a:ext uri="{FF2B5EF4-FFF2-40B4-BE49-F238E27FC236}">
                <a16:creationId xmlns:a16="http://schemas.microsoft.com/office/drawing/2014/main" id="{C68CB7CD-9539-4EB1-9B58-0FE10BC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4114800"/>
            <a:ext cx="876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18" name="comparison-divider">
            <a:extLst xmlns:a="http://schemas.openxmlformats.org/drawingml/2006/main">
              <a:ext uri="{FF2B5EF4-FFF2-40B4-BE49-F238E27FC236}">
                <a16:creationId xmlns:a16="http://schemas.microsoft.com/office/drawing/2014/main" id="{E3CE6240-119D-430B-8FB2-46518004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9525" cy="3648075"/>
          </a:xfrm>
          <a:custGeom xmlns:a="http://schemas.openxmlformats.org/drawingml/2006/main">
            <a:pathLst>
              <a:path w="9525" h="3648075">
                <a:moveTo>
                  <a:pt x="0" y="0"/>
                </a:moveTo>
                <a:lnTo>
                  <a:pt x="0" y="3648075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7D7DE"/>
            </a:solidFill>
          </a:ln>
        </p:spPr>
      </p:sp>
      <p:sp>
        <p:nvSpPr>
          <p:cNvPr id="19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8847C46-CC21-47E8-B3B1-DEBE10EC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0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C0A637B-397E-4DEF-8F5F-CF5105B0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1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12700E33-AEB0-476A-8CB7-30E774A4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6D9DD3C0-432F-4582-AC9C-B81D9E8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3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D1274BE2-4C6F-4AA4-8AE2-EE1DFD58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F25F8229-CD61-46BA-9231-4B5E4BE0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5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92422A8C-9D3D-443B-8073-93E51A4A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6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373E3758-418A-4229-9280-19BCD65E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7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1ED3379B-FC24-406C-87A8-65C061FC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8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161F11EA-8050-48CC-ADBF-2E1F5D27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29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FE0BB5DA-71EF-45BE-A5D9-48202AA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0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EB0D84CA-EAA0-4ED6-B4E9-D70EB94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1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9F705B14-C4A8-448B-8EB4-403D7DA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2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454B5555-D10D-448C-9675-1F6C0800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3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DFD2CA42-A36F-438E-B8CB-5809A2B9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4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D55926CB-25C1-48BC-9FB6-69E1D59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5" name="four-level-answer">
            <a:extLst xmlns:a="http://schemas.openxmlformats.org/drawingml/2006/main">
              <a:ext uri="{FF2B5EF4-FFF2-40B4-BE49-F238E27FC236}">
                <a16:creationId xmlns:a16="http://schemas.microsoft.com/office/drawing/2014/main" id="{148F79FE-40C0-4EFB-B4D7-B9C39026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4级 → 2 bit</a:t>
            </a:r>
          </a:p>
        </p:txBody>
      </p:sp>
      <p:sp>
        <p:nvSpPr>
          <p:cNvPr id="3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F0B8DFA3-5213-456E-8479-0FA4CAC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1864B276-7E17-4745-9770-FBD17BF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3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ED573EAE-ADC0-4F4D-86FC-2AAB203E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3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CBACA607-7ACE-480B-B89C-B0AB3025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2711B77-1A9C-41AC-94D0-55BC83D9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5BBB20D3-1731-4C28-9FC3-1C7CFB49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71CE5D0D-D764-433D-A1A0-F2C24DEC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C05A41E4-065E-49E2-881B-9D07F351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5E2A96A5-9221-49EF-AFB5-C9D1CAC5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DF9AF87-88A0-4934-9357-2CD689B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4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2F6E4A7C-C664-4C10-B83D-0BB48FA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D5D57468-C754-4675-8F2E-B5B7CD93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4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13716B89-4429-4B4D-BE45-A375E30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4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1BD3710-DDE5-4830-A3EE-CC49C30B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7880413A-E6A4-402F-8258-A8DFF64A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7FC2A3A4-937F-4FD4-BBC3-DF2A8EE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6B70D90-A1A9-4C06-8446-3FADD6A5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3A599928-5DD9-4DFA-8412-A309861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4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F6429FD8-E05A-438C-ADF6-5B2ADF3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5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F964494-0E3A-4DBA-875D-98D6F5A7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56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A1B9FF7E-8F9E-40B8-983C-AAC27AB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7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866FBF7E-414E-4510-BBF1-B1B08BF6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58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7C11A75B-EFFF-4E0C-AAE6-4121F39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09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9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359BEB21-8448-45EB-B1C2-4AC7D0D2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2385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0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E8829DAA-B602-4086-B7D4-7AA601B5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1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89C9A1D0-D6A3-4416-A033-FBCA7F6E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2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53728E2A-5B54-4557-AC19-0C496AA4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3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F9EDC5A0-610D-4D4C-89BB-313DEC2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4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E4F0C2F0-960B-4111-A127-B9B041AD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5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4B66D859-33DB-46C9-8F39-65BB6378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6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77FF234C-1D2C-4214-84F4-4D772EEA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7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C6547453-6DC2-43AA-8677-B5FFB1BC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68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6CE63FC8-DCA1-4011-A1A5-20C68883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69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411E4C33-7D8C-4640-BA40-065AA81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0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F9B7261A-3ECB-48A1-BBD7-3BE01878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6D939513-4DEE-46F6-B864-319386F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2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AE9019F-549A-4385-AC07-0DA0B80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6B49E5FF-E041-47ED-9297-DD6D67D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4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500E97F7-0B5F-4BE4-ADC6-5156B7FE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10403EAF-23F4-4E59-90A4-BD279FA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76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DB1378D4-15D5-4C2B-85D2-732F1CD1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7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BF86C003-2D19-498E-9B52-FFFBCBFA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78" name="level-code-0">
            <a:extLst xmlns:a="http://schemas.openxmlformats.org/drawingml/2006/main">
              <a:ext uri="{FF2B5EF4-FFF2-40B4-BE49-F238E27FC236}">
                <a16:creationId xmlns:a16="http://schemas.microsoft.com/office/drawing/2014/main" id="{AA286F75-9AC9-4275-9A3B-58787C71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level-code-digit-0">
            <a:extLst xmlns:a="http://schemas.openxmlformats.org/drawingml/2006/main">
              <a:ext uri="{FF2B5EF4-FFF2-40B4-BE49-F238E27FC236}">
                <a16:creationId xmlns:a16="http://schemas.microsoft.com/office/drawing/2014/main" id="{B96915C7-3457-4D7E-BE4D-3B1B1655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0" name="level-code-1">
            <a:extLst xmlns:a="http://schemas.openxmlformats.org/drawingml/2006/main">
              <a:ext uri="{FF2B5EF4-FFF2-40B4-BE49-F238E27FC236}">
                <a16:creationId xmlns:a16="http://schemas.microsoft.com/office/drawing/2014/main" id="{3FFB977A-956C-4E43-98E2-BABB8051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level-code-digit-1">
            <a:extLst xmlns:a="http://schemas.openxmlformats.org/drawingml/2006/main">
              <a:ext uri="{FF2B5EF4-FFF2-40B4-BE49-F238E27FC236}">
                <a16:creationId xmlns:a16="http://schemas.microsoft.com/office/drawing/2014/main" id="{45B93D7D-1E22-4F52-868A-3D13FDEF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2" name="level-code-2">
            <a:extLst xmlns:a="http://schemas.openxmlformats.org/drawingml/2006/main">
              <a:ext uri="{FF2B5EF4-FFF2-40B4-BE49-F238E27FC236}">
                <a16:creationId xmlns:a16="http://schemas.microsoft.com/office/drawing/2014/main" id="{205F5B69-ECE7-46CC-8EA8-265E60C0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624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level-code-digit-2">
            <a:extLst xmlns:a="http://schemas.openxmlformats.org/drawingml/2006/main">
              <a:ext uri="{FF2B5EF4-FFF2-40B4-BE49-F238E27FC236}">
                <a16:creationId xmlns:a16="http://schemas.microsoft.com/office/drawing/2014/main" id="{7FBCAD16-9598-4DDB-88B3-11E55EF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5910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84" name="eight-level-answer">
            <a:extLst xmlns:a="http://schemas.openxmlformats.org/drawingml/2006/main">
              <a:ext uri="{FF2B5EF4-FFF2-40B4-BE49-F238E27FC236}">
                <a16:creationId xmlns:a16="http://schemas.microsoft.com/office/drawing/2014/main" id="{6CF2B36B-906F-4B2C-913B-BC9741DD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245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8级 → 3 bit</a:t>
            </a:r>
          </a:p>
        </p:txBody>
      </p:sp>
      <p:sp>
        <p:nvSpPr>
          <p:cNvPr id="85" name="code-capacity">
            <a:extLst xmlns:a="http://schemas.openxmlformats.org/drawingml/2006/main">
              <a:ext uri="{FF2B5EF4-FFF2-40B4-BE49-F238E27FC236}">
                <a16:creationId xmlns:a16="http://schemas.microsoft.com/office/drawing/2014/main" id="{69CF093B-BCEA-4FAD-8FCB-B77B92DF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n bit可提供2的n次方个码字。</a:t>
            </a:r>
          </a:p>
        </p:txBody>
      </p:sp>
    </p:spTree>
    <p:extLst>
      <p:ext uri="{BB962C8B-B14F-4D97-AF65-F5344CB8AC3E}">
        <p14:creationId xmlns:p14="http://schemas.microsoft.com/office/powerpoint/2010/main" val="20511467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top-rail">
            <a:extLst xmlns:a="http://schemas.openxmlformats.org/drawingml/2006/main">
              <a:ext uri="{FF2B5EF4-FFF2-40B4-BE49-F238E27FC236}">
                <a16:creationId xmlns:a16="http://schemas.microsoft.com/office/drawing/2014/main" id="{91E9E567-9BA6-495A-AEE6-00A0811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E3439A-340F-44CF-A36B-EF6201E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8F067A9-7E6B-4CAA-8643-73D1BF90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236B5E-DF5F-44BD-A1DA-BBDF9EDC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3D96457-50A3-4D7A-A863-12B05F2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E78EF1C-C003-4511-A9FF-EBA796C0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9B221A0-1BB7-404A-96A2-6D67525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401082-6350-490A-84BA-1BE133F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7FF0326-36F0-498B-8EF6-207335A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80E7B63-5D0F-45EC-959E-137CA2F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FE68032-C33A-4C54-9326-C82E5F3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1ED54D91-0112-4DB9-B50E-9A8DC6B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780E280-CDD8-4991-AB57-429B6C27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EEF19CD-0AEC-4368-88F3-0620475C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20C9F79-7090-446F-B334-3C806E6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44E0DB7-B077-413F-AA11-C765203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E3C51B2-DF68-4911-85EB-40C9552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F9B9E8C-6C3A-4401-A51B-04462C3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4E6C635-9B51-4E25-8239-8731BBEA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57FF265-5F24-4A4A-9D43-7858590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79188AC-77F7-40AC-95CE-BF3FD61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28F33E78-1285-4E45-AB9B-1A2BC6E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6E5D81D6-6D8E-4899-B3D1-D4D95ED0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299806C3-EF09-478E-8090-305D67B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436A31B7-E82E-454A-97A1-D67A750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593C3C78-9FE6-4168-B289-B4B9D0AF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470A92FF-D440-46AE-AD28-AAACD78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2EC451A-5D47-4917-A7F2-E7DAB8B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406D9B74-3F09-4AD2-8621-6A9ACB6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27580FE3-913E-4400-809C-D6C1477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7390DA9D-41E3-4B46-9219-B836F3B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7CCF5601-C2AC-414E-A276-14AFAFE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C0B70F46-1A4A-4238-8429-748F29D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2203C36D-D783-433C-9E8D-D5740AE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07459EE7-BB94-4C33-8920-9ED2D7D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05A92F3-820F-48CC-89F8-CF93824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F7450C61-B1E8-49F7-9253-A444384B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BAED539-5CAC-4C40-8D00-C7F4CE8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589E971-FF55-47C3-B3D3-262E3FE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B568508-7A2E-4520-BA7E-0F777B95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3AA7D33-C126-4388-BE7B-EEE0BD5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C6D16A9-EE5A-4DA5-B504-C5BAC3D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E98946-A727-4ACE-AFE7-C4F65DD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5625770-ED88-4931-8F22-F77CBBA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9430B42-93C5-47CB-9046-589EEC1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61BC8BE-116A-4E58-9926-47AFFD5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46E1785-C844-4E34-BA01-95306A9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28EDC46-4E85-4E55-94B1-A7556D9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69CF93A-BE7C-43C4-B605-6D0BD92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237619D-3F27-46DC-AFA4-A2D3DFF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EC2679E-B9F2-4C02-9DD6-735D5A1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3ED376-C2EC-4962-B329-FF56B74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DD7C4F-B0D7-4D9E-A45C-6E3694C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93D2CF3-ADA4-4DE4-8B8E-03799C6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A21FBDF-CC42-48F3-8896-60C23CD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69EC2A-F5B1-4925-BE4F-62EAC45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D02AC69-9091-49E1-804E-36FAF41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D37F7E-B482-4EFF-9FB8-5AED3967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ED08888-AC09-4980-B4A2-9A5F2F2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A7635FE-27E4-4AE8-B22D-84A789E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16CAC5A-E798-4C38-BA7D-D6AFBC63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6EB079B-FC47-41DF-9956-47897360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11E0C39C-EF14-4682-AF36-6B3F587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BE79431-E8AF-49F2-ABC4-DF31818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31F023C-5801-4487-9686-62DF960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B35DDC-E0A4-45B6-9891-D44B6698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D8D8BD9-DAE2-4341-9829-8193AF7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5FF87E1F-62B9-4454-BDDB-8A4611D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9EC9B7-DC6F-4B89-8A7F-C50B72D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82BB1070-D047-4821-A0C3-8B94DBB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7D681B70-E3D2-48C4-B88A-C68180F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E00F772F-C829-4BA7-ADDC-4CCC12E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A0335667-D2BA-4DA7-A6B7-FCF4659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C908FDA-E1EF-418D-B49C-21F2FDA6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026F86F5-D1C7-40E7-AABE-010DD55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68EB8FE5-9F85-49EA-88AF-BDB65A0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AE9FEC0-92E6-4E64-A509-CC209FA5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550C5AE6-76B6-4A75-9341-EA9342FA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57FC39D0-49A7-4903-8BC3-90963DE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C41336C-45EA-442D-B833-4F03FBB7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6B7CAB58-F0AC-47B1-82B7-5280D31D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A3E0BEA8-3F9A-4483-9779-4C73B68B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662E7D43-126A-4163-BCAA-4564885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99CB10C7-2520-4A80-A791-66053D97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BED7799-751E-4FC8-B4E7-8BD14A48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B1220A41-6847-400D-AF27-ECFDD36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9731CCDB-F7D0-4FEC-B2B1-99A4DCA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737C184C-1A65-44A1-991A-51518D79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75984DDF-C0CC-4FFC-8ED9-5E457D6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98F76F15-CA91-4591-B28E-2926668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100C23A4-56EC-4A6C-8CA8-BFC3CA9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B9209F2A-6DA3-4A8E-8AB9-54D551E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B153977-8D6C-4553-A31E-0D2362F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21592F3B-6F59-46F7-BAD9-7771072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86CBC483-3A0F-4609-89B7-3E7DCD7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E82AFD74-9D56-4BCC-A20E-64611472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97D87936-E138-48E2-8C75-46A0A329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59851779-7629-40A5-91DF-EEAB16F4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D92945ED-AFC2-4A27-9964-9EFA527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B440F472-9BAE-4CB6-A502-A7CE83B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F822D4B-E926-4428-85A8-E1DF202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F7260F97-C8D7-4FC4-B7CB-2205A09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F06DC11B-3824-42C8-A762-2E32E13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EEE415C1-8646-49D4-A972-F9845DB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12B9C9F5-9943-464B-A540-09CBE1B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F2743822-E0B7-4B4E-9C9F-F15D8D6B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8E2BE54D-76CF-44C4-A7DA-4A522527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E5DA655B-5C5C-4FD6-8D72-9E9305D6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9227FF5B-11A4-46E8-A895-6A9DE3F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98E75988-3E3C-423E-9E2A-7AE72AAD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2EC902AC-8125-4DE7-975C-059CF44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04C58841-E71E-4127-BCC8-864A623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80CC60EC-14B1-4DBD-9C95-DD0382E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F6A8081-119E-4DF0-B727-8817E8C1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62FA794-E5F4-40AA-B6C1-7514C50B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4ECF3E41-9BAC-4B72-8E3D-964DB24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9CCC0D7-F47D-4C4C-90A0-747BCFF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7DCA999F-2FA7-4DFD-9A1E-531DA50E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2CF79D12-9D88-4554-B1A6-DA230CC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AB2CA20D-2F0D-4298-B41D-882602CB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D6F8648F-EBA5-4C71-8D65-CFA2F5B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7E2A146-B679-4D7C-9745-2F289A0B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00FE0F1-6A26-473F-B8E0-C577293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BB2D5792-0DF4-482D-A8AA-E1B3CE37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FF2388B-6345-49A9-85E7-10652DF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24019E8-BF0B-4C78-94A3-A343CAE2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CC13743F-6924-457A-86EA-20AD21C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184D1A01-4280-4CAC-B7C5-7CDF4BC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43E96E4E-670C-4D26-8A77-21F348F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EBA5DE60-DFA0-422C-9817-09F89F7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96B99737-9963-4346-BBE5-A1362AF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06E90FBC-1419-4F81-94BC-2CC4AB4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D9A2AE5-4921-4060-BCB0-3E88D98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D2A64EEC-0CE6-4256-9AC8-D0D8356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EA8E4DA3-112A-43E8-B946-5ED4D0FB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84E75C2F-ED3D-4800-9EEB-C529BC9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EA81C6CB-167F-4853-B893-BAB35EA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7222F3CA-07E1-472F-A10C-5B37B31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5E2E10B-7AE4-4D44-83DE-F2346EE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1EF5B01E-77FA-4097-A495-7BAB630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7BEC7D6-38D8-4444-9AEC-30846707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DD68B5F9-0625-4804-B5E0-6FD5A896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3402EE7E-DA37-4558-9D9A-7C4AC22F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A5DEFF68-EB93-4F28-95BA-418A097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6DC09C91-1424-4657-AB4A-828DF33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F960549F-E411-4A2B-8D4F-18701BD8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094FA91D-054D-4FBE-982A-CC54DA6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7D0B0118-7F90-40F3-89A3-DB25CEED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</p:spTree>
    <p:extLst>
      <p:ext uri="{BB962C8B-B14F-4D97-AF65-F5344CB8AC3E}">
        <p14:creationId xmlns:p14="http://schemas.microsoft.com/office/powerpoint/2010/main" val="2477122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top-rail">
            <a:extLst xmlns:a="http://schemas.openxmlformats.org/drawingml/2006/main">
              <a:ext uri="{FF2B5EF4-FFF2-40B4-BE49-F238E27FC236}">
                <a16:creationId xmlns:a16="http://schemas.microsoft.com/office/drawing/2014/main" id="{91E9E567-9BA6-495A-AEE6-00A0811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89E3439A-340F-44CF-A36B-EF6201E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8F067A9-7E6B-4CAA-8643-73D1BF90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这十个等级，怎样写成等长码字？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236B5E-DF5F-44BD-A1DA-BBDF9EDC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点旁为等级编号；8级，每个样本使用3 bit码字。</a:t>
            </a:r>
          </a:p>
        </p:txBody>
      </p:sp>
      <p:sp>
        <p:nvSpPr>
          <p:cNvPr id="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3D96457-50A3-4D7A-A863-12B05F2F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35016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9E78EF1C-C003-4511-A9FF-EBA796C0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820716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-0.875</a:t>
            </a:r>
          </a:p>
        </p:txBody>
      </p:sp>
      <p:sp>
        <p:nvSpPr>
          <p:cNvPr id="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B9B221A0-1BB7-404A-96A2-6D675257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27847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BC401082-6350-490A-84BA-1BE133F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3547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-0.625</a:t>
            </a:r>
          </a:p>
        </p:txBody>
      </p:sp>
      <p:sp>
        <p:nvSpPr>
          <p:cNvPr id="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57FF0326-36F0-498B-8EF6-207335A2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A80E7B63-5D0F-45EC-959E-137CA2FD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406378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-0.375</a:t>
            </a:r>
          </a:p>
        </p:txBody>
      </p:sp>
      <p:sp>
        <p:nvSpPr>
          <p:cNvPr id="11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9FE68032-C33A-4C54-9326-C82E5F3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13509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" name="level-value">
            <a:extLst xmlns:a="http://schemas.openxmlformats.org/drawingml/2006/main">
              <a:ext uri="{FF2B5EF4-FFF2-40B4-BE49-F238E27FC236}">
                <a16:creationId xmlns:a16="http://schemas.microsoft.com/office/drawing/2014/main" id="{1ED54D91-0112-4DB9-B50E-9A8DC6B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199209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-0.125</a:t>
            </a:r>
          </a:p>
        </p:txBody>
      </p:sp>
      <p:sp>
        <p:nvSpPr>
          <p:cNvPr id="13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E780E280-CDD8-4991-AB57-429B6C27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06341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" name="level-value">
            <a:extLst xmlns:a="http://schemas.openxmlformats.org/drawingml/2006/main">
              <a:ext uri="{FF2B5EF4-FFF2-40B4-BE49-F238E27FC236}">
                <a16:creationId xmlns:a16="http://schemas.microsoft.com/office/drawing/2014/main" id="{DEEF19CD-0AEC-4368-88F3-0620475C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2041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5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D20C9F79-7090-446F-B334-3C806E62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99172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6" name="level-value">
            <a:extLst xmlns:a="http://schemas.openxmlformats.org/drawingml/2006/main">
              <a:ext uri="{FF2B5EF4-FFF2-40B4-BE49-F238E27FC236}">
                <a16:creationId xmlns:a16="http://schemas.microsoft.com/office/drawing/2014/main" id="{544E0DB7-B077-413F-AA11-C7652039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784872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17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1E3C51B2-DF68-4911-85EB-40C95528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92003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8" name="level-value">
            <a:extLst xmlns:a="http://schemas.openxmlformats.org/drawingml/2006/main">
              <a:ext uri="{FF2B5EF4-FFF2-40B4-BE49-F238E27FC236}">
                <a16:creationId xmlns:a16="http://schemas.microsoft.com/office/drawing/2014/main" id="{8F9B9E8C-6C3A-4401-A51B-04462C32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577703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0.625</a:t>
            </a:r>
          </a:p>
        </p:txBody>
      </p:sp>
      <p:sp>
        <p:nvSpPr>
          <p:cNvPr id="19" name="quantization-level">
            <a:extLst xmlns:a="http://schemas.openxmlformats.org/drawingml/2006/main">
              <a:ext uri="{FF2B5EF4-FFF2-40B4-BE49-F238E27FC236}">
                <a16:creationId xmlns:a16="http://schemas.microsoft.com/office/drawing/2014/main" id="{24E6C635-9B51-4E25-8239-8731BBEA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84834"/>
            <a:ext cx="9144000" cy="9525"/>
          </a:xfrm>
          <a:custGeom xmlns:a="http://schemas.openxmlformats.org/drawingml/2006/main">
            <a:pathLst>
              <a:path w="9144000" h="9525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20" name="level-value">
            <a:extLst xmlns:a="http://schemas.openxmlformats.org/drawingml/2006/main">
              <a:ext uri="{FF2B5EF4-FFF2-40B4-BE49-F238E27FC236}">
                <a16:creationId xmlns:a16="http://schemas.microsoft.com/office/drawing/2014/main" id="{757FF265-5F24-4A4A-9D43-78585903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70534"/>
            <a:ext cx="581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r">
              <a:def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0.875</a:t>
            </a:r>
          </a:p>
        </p:txBody>
      </p:sp>
      <p:sp>
        <p:nvSpPr>
          <p:cNvPr id="21" name="amplitude-axis">
            <a:extLst xmlns:a="http://schemas.openxmlformats.org/drawingml/2006/main">
              <a:ext uri="{FF2B5EF4-FFF2-40B4-BE49-F238E27FC236}">
                <a16:creationId xmlns:a16="http://schemas.microsoft.com/office/drawing/2014/main" id="{879188AC-77F7-40AC-95CE-BF3FD611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66950"/>
            <a:ext cx="9525" cy="1847850"/>
          </a:xfrm>
          <a:custGeom xmlns:a="http://schemas.openxmlformats.org/drawingml/2006/main">
            <a:pathLst>
              <a:path w="9525" h="1847850">
                <a:moveTo>
                  <a:pt x="0" y="0"/>
                </a:moveTo>
                <a:lnTo>
                  <a:pt x="0" y="184785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2" name="zero-baseline">
            <a:extLst xmlns:a="http://schemas.openxmlformats.org/drawingml/2006/main">
              <a:ext uri="{FF2B5EF4-FFF2-40B4-BE49-F238E27FC236}">
                <a16:creationId xmlns:a16="http://schemas.microsoft.com/office/drawing/2014/main" id="{28F33E78-1285-4E45-AB9B-1A2BC6ED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09925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3" name="time-axis">
            <a:extLst xmlns:a="http://schemas.openxmlformats.org/drawingml/2006/main">
              <a:ext uri="{FF2B5EF4-FFF2-40B4-BE49-F238E27FC236}">
                <a16:creationId xmlns:a16="http://schemas.microsoft.com/office/drawing/2014/main" id="{6E5D81D6-6D8E-4899-B3D1-D4D95ED0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258300" cy="9525"/>
          </a:xfrm>
          <a:custGeom xmlns:a="http://schemas.openxmlformats.org/drawingml/2006/main">
            <a:pathLst>
              <a:path w="9258300" h="9525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262626"/>
            </a:solidFill>
          </a:ln>
        </p:spPr>
      </p:sp>
      <p:sp>
        <p:nvSpPr>
          <p:cNvPr id="24" name="original-waveform">
            <a:extLst xmlns:a="http://schemas.openxmlformats.org/drawingml/2006/main">
              <a:ext uri="{FF2B5EF4-FFF2-40B4-BE49-F238E27FC236}">
                <a16:creationId xmlns:a16="http://schemas.microsoft.com/office/drawing/2014/main" id="{299806C3-EF09-478E-8090-305D67B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3202"/>
            <a:ext cx="9144000" cy="1381588"/>
          </a:xfrm>
          <a:custGeom xmlns:a="http://schemas.openxmlformats.org/drawingml/2006/main">
            <a:pathLst>
              <a:path w="9144000" h="1381588">
                <a:moveTo>
                  <a:pt x="0" y="1101620"/>
                </a:moveTo>
                <a:lnTo>
                  <a:pt x="45720" y="1090488"/>
                </a:lnTo>
                <a:lnTo>
                  <a:pt x="91440" y="1077862"/>
                </a:lnTo>
                <a:lnTo>
                  <a:pt x="137160" y="1063823"/>
                </a:lnTo>
                <a:lnTo>
                  <a:pt x="182880" y="1048452"/>
                </a:lnTo>
                <a:lnTo>
                  <a:pt x="228600" y="1031830"/>
                </a:lnTo>
                <a:lnTo>
                  <a:pt x="274320" y="1014037"/>
                </a:lnTo>
                <a:lnTo>
                  <a:pt x="320040" y="995155"/>
                </a:lnTo>
                <a:lnTo>
                  <a:pt x="365760" y="975263"/>
                </a:lnTo>
                <a:lnTo>
                  <a:pt x="411480" y="954444"/>
                </a:lnTo>
                <a:lnTo>
                  <a:pt x="457200" y="932777"/>
                </a:lnTo>
                <a:lnTo>
                  <a:pt x="502920" y="910344"/>
                </a:lnTo>
                <a:lnTo>
                  <a:pt x="548640" y="887225"/>
                </a:lnTo>
                <a:lnTo>
                  <a:pt x="594360" y="863501"/>
                </a:lnTo>
                <a:lnTo>
                  <a:pt x="640080" y="839253"/>
                </a:lnTo>
                <a:lnTo>
                  <a:pt x="685800" y="814562"/>
                </a:lnTo>
                <a:lnTo>
                  <a:pt x="731520" y="789508"/>
                </a:lnTo>
                <a:lnTo>
                  <a:pt x="777240" y="764172"/>
                </a:lnTo>
                <a:lnTo>
                  <a:pt x="822960" y="738635"/>
                </a:lnTo>
                <a:lnTo>
                  <a:pt x="868680" y="712979"/>
                </a:lnTo>
                <a:lnTo>
                  <a:pt x="914400" y="687282"/>
                </a:lnTo>
                <a:lnTo>
                  <a:pt x="960120" y="660430"/>
                </a:lnTo>
                <a:lnTo>
                  <a:pt x="1005840" y="631442"/>
                </a:lnTo>
                <a:lnTo>
                  <a:pt x="1051560" y="600609"/>
                </a:lnTo>
                <a:lnTo>
                  <a:pt x="1097280" y="568218"/>
                </a:lnTo>
                <a:lnTo>
                  <a:pt x="1143000" y="534560"/>
                </a:lnTo>
                <a:lnTo>
                  <a:pt x="1188720" y="499923"/>
                </a:lnTo>
                <a:lnTo>
                  <a:pt x="1234440" y="464596"/>
                </a:lnTo>
                <a:lnTo>
                  <a:pt x="1280160" y="428868"/>
                </a:lnTo>
                <a:lnTo>
                  <a:pt x="1325880" y="393029"/>
                </a:lnTo>
                <a:lnTo>
                  <a:pt x="1371600" y="357366"/>
                </a:lnTo>
                <a:lnTo>
                  <a:pt x="1417320" y="322170"/>
                </a:lnTo>
                <a:lnTo>
                  <a:pt x="1463040" y="287728"/>
                </a:lnTo>
                <a:lnTo>
                  <a:pt x="1508760" y="254331"/>
                </a:lnTo>
                <a:lnTo>
                  <a:pt x="1554480" y="222267"/>
                </a:lnTo>
                <a:lnTo>
                  <a:pt x="1600200" y="191825"/>
                </a:lnTo>
                <a:lnTo>
                  <a:pt x="1645920" y="163295"/>
                </a:lnTo>
                <a:lnTo>
                  <a:pt x="1691640" y="136964"/>
                </a:lnTo>
                <a:lnTo>
                  <a:pt x="1737360" y="113122"/>
                </a:lnTo>
                <a:lnTo>
                  <a:pt x="1783080" y="92059"/>
                </a:lnTo>
                <a:lnTo>
                  <a:pt x="1828800" y="74063"/>
                </a:lnTo>
                <a:lnTo>
                  <a:pt x="1874520" y="58756"/>
                </a:lnTo>
                <a:lnTo>
                  <a:pt x="1920240" y="45494"/>
                </a:lnTo>
                <a:lnTo>
                  <a:pt x="1965960" y="34170"/>
                </a:lnTo>
                <a:lnTo>
                  <a:pt x="2011680" y="24674"/>
                </a:lnTo>
                <a:lnTo>
                  <a:pt x="2057400" y="16897"/>
                </a:lnTo>
                <a:lnTo>
                  <a:pt x="2103120" y="10731"/>
                </a:lnTo>
                <a:lnTo>
                  <a:pt x="2148840" y="6067"/>
                </a:lnTo>
                <a:lnTo>
                  <a:pt x="2194560" y="2797"/>
                </a:lnTo>
                <a:lnTo>
                  <a:pt x="2240280" y="811"/>
                </a:lnTo>
                <a:lnTo>
                  <a:pt x="2286000" y="0"/>
                </a:lnTo>
                <a:lnTo>
                  <a:pt x="2331720" y="256"/>
                </a:lnTo>
                <a:lnTo>
                  <a:pt x="2377440" y="1471"/>
                </a:lnTo>
                <a:lnTo>
                  <a:pt x="2423160" y="3535"/>
                </a:lnTo>
                <a:lnTo>
                  <a:pt x="2468880" y="6339"/>
                </a:lnTo>
                <a:lnTo>
                  <a:pt x="2514600" y="9776"/>
                </a:lnTo>
                <a:lnTo>
                  <a:pt x="2560320" y="13735"/>
                </a:lnTo>
                <a:lnTo>
                  <a:pt x="2606040" y="18109"/>
                </a:lnTo>
                <a:lnTo>
                  <a:pt x="2651760" y="22789"/>
                </a:lnTo>
                <a:lnTo>
                  <a:pt x="2697480" y="27665"/>
                </a:lnTo>
                <a:lnTo>
                  <a:pt x="2743200" y="32629"/>
                </a:lnTo>
                <a:lnTo>
                  <a:pt x="2788920" y="38042"/>
                </a:lnTo>
                <a:lnTo>
                  <a:pt x="2834640" y="44318"/>
                </a:lnTo>
                <a:lnTo>
                  <a:pt x="2880360" y="51428"/>
                </a:lnTo>
                <a:lnTo>
                  <a:pt x="2926080" y="59346"/>
                </a:lnTo>
                <a:lnTo>
                  <a:pt x="2971800" y="68042"/>
                </a:lnTo>
                <a:lnTo>
                  <a:pt x="3017520" y="77489"/>
                </a:lnTo>
                <a:lnTo>
                  <a:pt x="3063240" y="87660"/>
                </a:lnTo>
                <a:lnTo>
                  <a:pt x="3108960" y="98525"/>
                </a:lnTo>
                <a:lnTo>
                  <a:pt x="3154680" y="110058"/>
                </a:lnTo>
                <a:lnTo>
                  <a:pt x="3200400" y="122230"/>
                </a:lnTo>
                <a:lnTo>
                  <a:pt x="3246120" y="135012"/>
                </a:lnTo>
                <a:lnTo>
                  <a:pt x="3291840" y="148378"/>
                </a:lnTo>
                <a:lnTo>
                  <a:pt x="3337560" y="162300"/>
                </a:lnTo>
                <a:lnTo>
                  <a:pt x="3383280" y="176748"/>
                </a:lnTo>
                <a:lnTo>
                  <a:pt x="3429000" y="191696"/>
                </a:lnTo>
                <a:lnTo>
                  <a:pt x="3474720" y="207115"/>
                </a:lnTo>
                <a:lnTo>
                  <a:pt x="3520440" y="222977"/>
                </a:lnTo>
                <a:lnTo>
                  <a:pt x="3566160" y="239255"/>
                </a:lnTo>
                <a:lnTo>
                  <a:pt x="3611880" y="255920"/>
                </a:lnTo>
                <a:lnTo>
                  <a:pt x="3657600" y="272945"/>
                </a:lnTo>
                <a:lnTo>
                  <a:pt x="3703320" y="290724"/>
                </a:lnTo>
                <a:lnTo>
                  <a:pt x="3749040" y="309601"/>
                </a:lnTo>
                <a:lnTo>
                  <a:pt x="3794760" y="329475"/>
                </a:lnTo>
                <a:lnTo>
                  <a:pt x="3840480" y="350244"/>
                </a:lnTo>
                <a:lnTo>
                  <a:pt x="3886200" y="371803"/>
                </a:lnTo>
                <a:lnTo>
                  <a:pt x="3931920" y="394052"/>
                </a:lnTo>
                <a:lnTo>
                  <a:pt x="3977640" y="416886"/>
                </a:lnTo>
                <a:lnTo>
                  <a:pt x="4023360" y="440205"/>
                </a:lnTo>
                <a:lnTo>
                  <a:pt x="4069080" y="463904"/>
                </a:lnTo>
                <a:lnTo>
                  <a:pt x="4114800" y="487882"/>
                </a:lnTo>
                <a:lnTo>
                  <a:pt x="4160520" y="512037"/>
                </a:lnTo>
                <a:lnTo>
                  <a:pt x="4206240" y="536265"/>
                </a:lnTo>
                <a:lnTo>
                  <a:pt x="4251960" y="560463"/>
                </a:lnTo>
                <a:lnTo>
                  <a:pt x="4297680" y="584531"/>
                </a:lnTo>
                <a:lnTo>
                  <a:pt x="4343400" y="608364"/>
                </a:lnTo>
                <a:lnTo>
                  <a:pt x="4389120" y="631861"/>
                </a:lnTo>
                <a:lnTo>
                  <a:pt x="4434840" y="654918"/>
                </a:lnTo>
                <a:lnTo>
                  <a:pt x="4480560" y="677434"/>
                </a:lnTo>
                <a:lnTo>
                  <a:pt x="4526280" y="699305"/>
                </a:lnTo>
                <a:lnTo>
                  <a:pt x="4572000" y="720429"/>
                </a:lnTo>
                <a:lnTo>
                  <a:pt x="4617720" y="741359"/>
                </a:lnTo>
                <a:lnTo>
                  <a:pt x="4663440" y="762650"/>
                </a:lnTo>
                <a:lnTo>
                  <a:pt x="4709160" y="784211"/>
                </a:lnTo>
                <a:lnTo>
                  <a:pt x="4754880" y="805949"/>
                </a:lnTo>
                <a:lnTo>
                  <a:pt x="4800600" y="827769"/>
                </a:lnTo>
                <a:lnTo>
                  <a:pt x="4846320" y="849578"/>
                </a:lnTo>
                <a:lnTo>
                  <a:pt x="4892040" y="871284"/>
                </a:lnTo>
                <a:lnTo>
                  <a:pt x="4937760" y="892794"/>
                </a:lnTo>
                <a:lnTo>
                  <a:pt x="4983480" y="914013"/>
                </a:lnTo>
                <a:lnTo>
                  <a:pt x="5029200" y="934849"/>
                </a:lnTo>
                <a:lnTo>
                  <a:pt x="5074920" y="955208"/>
                </a:lnTo>
                <a:lnTo>
                  <a:pt x="5120640" y="974998"/>
                </a:lnTo>
                <a:lnTo>
                  <a:pt x="5166360" y="994125"/>
                </a:lnTo>
                <a:lnTo>
                  <a:pt x="5212080" y="1012496"/>
                </a:lnTo>
                <a:lnTo>
                  <a:pt x="5257800" y="1030017"/>
                </a:lnTo>
                <a:lnTo>
                  <a:pt x="5303520" y="1046596"/>
                </a:lnTo>
                <a:lnTo>
                  <a:pt x="5349240" y="1062139"/>
                </a:lnTo>
                <a:lnTo>
                  <a:pt x="5394960" y="1076552"/>
                </a:lnTo>
                <a:lnTo>
                  <a:pt x="5440680" y="1089744"/>
                </a:lnTo>
                <a:lnTo>
                  <a:pt x="5486400" y="1101620"/>
                </a:lnTo>
                <a:lnTo>
                  <a:pt x="5532120" y="1111872"/>
                </a:lnTo>
                <a:lnTo>
                  <a:pt x="5577840" y="1120369"/>
                </a:lnTo>
                <a:lnTo>
                  <a:pt x="5623560" y="1127280"/>
                </a:lnTo>
                <a:lnTo>
                  <a:pt x="5669280" y="1132778"/>
                </a:lnTo>
                <a:lnTo>
                  <a:pt x="5715000" y="1137033"/>
                </a:lnTo>
                <a:lnTo>
                  <a:pt x="5760720" y="1140215"/>
                </a:lnTo>
                <a:lnTo>
                  <a:pt x="5806440" y="1142497"/>
                </a:lnTo>
                <a:lnTo>
                  <a:pt x="5852160" y="1144048"/>
                </a:lnTo>
                <a:lnTo>
                  <a:pt x="5897880" y="1145040"/>
                </a:lnTo>
                <a:lnTo>
                  <a:pt x="5943600" y="1145643"/>
                </a:lnTo>
                <a:lnTo>
                  <a:pt x="5989320" y="1146029"/>
                </a:lnTo>
                <a:lnTo>
                  <a:pt x="6035040" y="1146368"/>
                </a:lnTo>
                <a:lnTo>
                  <a:pt x="6080760" y="1146832"/>
                </a:lnTo>
                <a:lnTo>
                  <a:pt x="6126480" y="1147591"/>
                </a:lnTo>
                <a:lnTo>
                  <a:pt x="6172200" y="1148815"/>
                </a:lnTo>
                <a:lnTo>
                  <a:pt x="6217920" y="1150677"/>
                </a:lnTo>
                <a:lnTo>
                  <a:pt x="6263640" y="1153347"/>
                </a:lnTo>
                <a:lnTo>
                  <a:pt x="6309360" y="1156996"/>
                </a:lnTo>
                <a:lnTo>
                  <a:pt x="6355080" y="1161795"/>
                </a:lnTo>
                <a:lnTo>
                  <a:pt x="6400800" y="1167914"/>
                </a:lnTo>
                <a:lnTo>
                  <a:pt x="6446520" y="1175911"/>
                </a:lnTo>
                <a:lnTo>
                  <a:pt x="6492240" y="1186020"/>
                </a:lnTo>
                <a:lnTo>
                  <a:pt x="6537960" y="1197933"/>
                </a:lnTo>
                <a:lnTo>
                  <a:pt x="6583680" y="1211336"/>
                </a:lnTo>
                <a:lnTo>
                  <a:pt x="6629400" y="1225921"/>
                </a:lnTo>
                <a:lnTo>
                  <a:pt x="6675120" y="1241376"/>
                </a:lnTo>
                <a:lnTo>
                  <a:pt x="6720840" y="1257390"/>
                </a:lnTo>
                <a:lnTo>
                  <a:pt x="6766560" y="1273653"/>
                </a:lnTo>
                <a:lnTo>
                  <a:pt x="6812280" y="1289853"/>
                </a:lnTo>
                <a:lnTo>
                  <a:pt x="6858000" y="1305681"/>
                </a:lnTo>
                <a:lnTo>
                  <a:pt x="6903720" y="1320825"/>
                </a:lnTo>
                <a:lnTo>
                  <a:pt x="6949440" y="1334975"/>
                </a:lnTo>
                <a:lnTo>
                  <a:pt x="6995160" y="1347819"/>
                </a:lnTo>
                <a:lnTo>
                  <a:pt x="7040880" y="1359048"/>
                </a:lnTo>
                <a:lnTo>
                  <a:pt x="7086600" y="1368350"/>
                </a:lnTo>
                <a:lnTo>
                  <a:pt x="7132320" y="1375414"/>
                </a:lnTo>
                <a:lnTo>
                  <a:pt x="7178040" y="1379930"/>
                </a:lnTo>
                <a:lnTo>
                  <a:pt x="7223760" y="1381588"/>
                </a:lnTo>
                <a:lnTo>
                  <a:pt x="7269480" y="1380075"/>
                </a:lnTo>
                <a:lnTo>
                  <a:pt x="7315200" y="1375083"/>
                </a:lnTo>
                <a:lnTo>
                  <a:pt x="7360920" y="1366245"/>
                </a:lnTo>
                <a:lnTo>
                  <a:pt x="7406640" y="1353645"/>
                </a:lnTo>
                <a:lnTo>
                  <a:pt x="7452360" y="1337643"/>
                </a:lnTo>
                <a:lnTo>
                  <a:pt x="7498080" y="1318600"/>
                </a:lnTo>
                <a:lnTo>
                  <a:pt x="7543800" y="1296876"/>
                </a:lnTo>
                <a:lnTo>
                  <a:pt x="7589520" y="1272832"/>
                </a:lnTo>
                <a:lnTo>
                  <a:pt x="7635240" y="1246829"/>
                </a:lnTo>
                <a:lnTo>
                  <a:pt x="7680960" y="1219225"/>
                </a:lnTo>
                <a:lnTo>
                  <a:pt x="7726680" y="1190383"/>
                </a:lnTo>
                <a:lnTo>
                  <a:pt x="7772400" y="1160663"/>
                </a:lnTo>
                <a:lnTo>
                  <a:pt x="7818120" y="1130425"/>
                </a:lnTo>
                <a:lnTo>
                  <a:pt x="7863840" y="1100029"/>
                </a:lnTo>
                <a:lnTo>
                  <a:pt x="7909560" y="1069836"/>
                </a:lnTo>
                <a:lnTo>
                  <a:pt x="7955280" y="1040207"/>
                </a:lnTo>
                <a:lnTo>
                  <a:pt x="8001000" y="1011501"/>
                </a:lnTo>
                <a:lnTo>
                  <a:pt x="8046720" y="984081"/>
                </a:lnTo>
                <a:lnTo>
                  <a:pt x="8092440" y="958305"/>
                </a:lnTo>
                <a:lnTo>
                  <a:pt x="8138160" y="934534"/>
                </a:lnTo>
                <a:lnTo>
                  <a:pt x="8183880" y="913129"/>
                </a:lnTo>
                <a:lnTo>
                  <a:pt x="8229600" y="894451"/>
                </a:lnTo>
                <a:lnTo>
                  <a:pt x="8275320" y="877677"/>
                </a:lnTo>
                <a:lnTo>
                  <a:pt x="8321040" y="861727"/>
                </a:lnTo>
                <a:lnTo>
                  <a:pt x="8366760" y="846576"/>
                </a:lnTo>
                <a:lnTo>
                  <a:pt x="8412480" y="832201"/>
                </a:lnTo>
                <a:lnTo>
                  <a:pt x="8458200" y="818576"/>
                </a:lnTo>
                <a:lnTo>
                  <a:pt x="8503920" y="805675"/>
                </a:lnTo>
                <a:lnTo>
                  <a:pt x="8549640" y="793475"/>
                </a:lnTo>
                <a:lnTo>
                  <a:pt x="8595360" y="781950"/>
                </a:lnTo>
                <a:lnTo>
                  <a:pt x="8641080" y="771076"/>
                </a:lnTo>
                <a:lnTo>
                  <a:pt x="8686800" y="760827"/>
                </a:lnTo>
                <a:lnTo>
                  <a:pt x="8732520" y="751179"/>
                </a:lnTo>
                <a:lnTo>
                  <a:pt x="8778240" y="742107"/>
                </a:lnTo>
                <a:lnTo>
                  <a:pt x="8823960" y="733587"/>
                </a:lnTo>
                <a:lnTo>
                  <a:pt x="8869680" y="725592"/>
                </a:lnTo>
                <a:lnTo>
                  <a:pt x="8915400" y="718099"/>
                </a:lnTo>
                <a:lnTo>
                  <a:pt x="8961120" y="711082"/>
                </a:lnTo>
                <a:lnTo>
                  <a:pt x="9006840" y="704517"/>
                </a:lnTo>
                <a:lnTo>
                  <a:pt x="9052560" y="698378"/>
                </a:lnTo>
                <a:lnTo>
                  <a:pt x="9098280" y="692642"/>
                </a:lnTo>
                <a:lnTo>
                  <a:pt x="9144000" y="687282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808080"/>
            </a:solidFill>
          </a:ln>
        </p:spPr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436A31B7-E82E-454A-97A1-D67A7501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481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26" name="line">
            <a:extLst xmlns:a="http://schemas.openxmlformats.org/drawingml/2006/main">
              <a:ext uri="{FF2B5EF4-FFF2-40B4-BE49-F238E27FC236}">
                <a16:creationId xmlns:a16="http://schemas.microsoft.com/office/drawing/2014/main" id="{593C3C78-9FE6-4168-B289-B4B9D0AF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7" name="time-tick">
            <a:extLst xmlns:a="http://schemas.openxmlformats.org/drawingml/2006/main">
              <a:ext uri="{FF2B5EF4-FFF2-40B4-BE49-F238E27FC236}">
                <a16:creationId xmlns:a16="http://schemas.microsoft.com/office/drawing/2014/main" id="{470A92FF-D440-46AE-AD28-AAACD783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8" name="line">
            <a:extLst xmlns:a="http://schemas.openxmlformats.org/drawingml/2006/main">
              <a:ext uri="{FF2B5EF4-FFF2-40B4-BE49-F238E27FC236}">
                <a16:creationId xmlns:a16="http://schemas.microsoft.com/office/drawing/2014/main" id="{52EC451A-5D47-4917-A7F2-E7DAB8B6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29" name="time-tick">
            <a:extLst xmlns:a="http://schemas.openxmlformats.org/drawingml/2006/main">
              <a:ext uri="{FF2B5EF4-FFF2-40B4-BE49-F238E27FC236}">
                <a16:creationId xmlns:a16="http://schemas.microsoft.com/office/drawing/2014/main" id="{406D9B74-3F09-4AD2-8621-6A9ACB6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30" name="line">
            <a:extLst xmlns:a="http://schemas.openxmlformats.org/drawingml/2006/main">
              <a:ext uri="{FF2B5EF4-FFF2-40B4-BE49-F238E27FC236}">
                <a16:creationId xmlns:a16="http://schemas.microsoft.com/office/drawing/2014/main" id="{27580FE3-913E-4400-809C-D6C1477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1" name="time-tick">
            <a:extLst xmlns:a="http://schemas.openxmlformats.org/drawingml/2006/main">
              <a:ext uri="{FF2B5EF4-FFF2-40B4-BE49-F238E27FC236}">
                <a16:creationId xmlns:a16="http://schemas.microsoft.com/office/drawing/2014/main" id="{7390DA9D-41E3-4B46-9219-B836F3BA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32" name="line">
            <a:extLst xmlns:a="http://schemas.openxmlformats.org/drawingml/2006/main">
              <a:ext uri="{FF2B5EF4-FFF2-40B4-BE49-F238E27FC236}">
                <a16:creationId xmlns:a16="http://schemas.microsoft.com/office/drawing/2014/main" id="{7CCF5601-C2AC-414E-A276-14AFAFE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3" name="time-tick">
            <a:extLst xmlns:a="http://schemas.openxmlformats.org/drawingml/2006/main">
              <a:ext uri="{FF2B5EF4-FFF2-40B4-BE49-F238E27FC236}">
                <a16:creationId xmlns:a16="http://schemas.microsoft.com/office/drawing/2014/main" id="{C0B70F46-1A4A-4238-8429-748F29D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</a:t>
            </a:r>
          </a:p>
        </p:txBody>
      </p:sp>
      <p:sp>
        <p:nvSpPr>
          <p:cNvPr id="34" name="line">
            <a:extLst xmlns:a="http://schemas.openxmlformats.org/drawingml/2006/main">
              <a:ext uri="{FF2B5EF4-FFF2-40B4-BE49-F238E27FC236}">
                <a16:creationId xmlns:a16="http://schemas.microsoft.com/office/drawing/2014/main" id="{2203C36D-D783-433C-9E8D-D5740AE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5" name="time-tick">
            <a:extLst xmlns:a="http://schemas.openxmlformats.org/drawingml/2006/main">
              <a:ext uri="{FF2B5EF4-FFF2-40B4-BE49-F238E27FC236}">
                <a16:creationId xmlns:a16="http://schemas.microsoft.com/office/drawing/2014/main" id="{07459EE7-BB94-4C33-8920-9ED2D7D6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36" name="line">
            <a:extLst xmlns:a="http://schemas.openxmlformats.org/drawingml/2006/main">
              <a:ext uri="{FF2B5EF4-FFF2-40B4-BE49-F238E27FC236}">
                <a16:creationId xmlns:a16="http://schemas.microsoft.com/office/drawing/2014/main" id="{F05A92F3-820F-48CC-89F8-CF93824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114800"/>
            <a:ext cx="9525" cy="66675"/>
          </a:xfrm>
          <a:custGeom xmlns:a="http://schemas.openxmlformats.org/drawingml/2006/main"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2626"/>
            </a:solidFill>
          </a:ln>
        </p:spPr>
      </p:sp>
      <p:sp>
        <p:nvSpPr>
          <p:cNvPr id="37" name="time-tick">
            <a:extLst xmlns:a="http://schemas.openxmlformats.org/drawingml/2006/main">
              <a:ext uri="{FF2B5EF4-FFF2-40B4-BE49-F238E27FC236}">
                <a16:creationId xmlns:a16="http://schemas.microsoft.com/office/drawing/2014/main" id="{F7450C61-B1E8-49F7-9253-A444384B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4210050"/>
            <a:ext cx="28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5</a:t>
            </a:r>
          </a:p>
        </p:txBody>
      </p:sp>
      <p:sp>
        <p:nvSpPr>
          <p:cNvPr id="38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BAED539-5CAC-4C40-8D00-C7F4CE88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9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589E971-FF55-47C3-B3D3-262E3FE9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0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CB568508-7A2E-4520-BA7E-0F777B95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1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3AA7D33-C126-4388-BE7B-EEE0BD52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6341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2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C6D16A9-EE5A-4DA5-B504-C5BAC3DB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628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3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FE98946-A727-4ACE-AFE7-C4F65DDA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4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C5625770-ED88-4931-8F22-F77CBBA9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84834"/>
            <a:ext cx="9525" cy="12430"/>
          </a:xfrm>
          <a:custGeom xmlns:a="http://schemas.openxmlformats.org/drawingml/2006/main">
            <a:pathLst>
              <a:path w="9525" h="12430">
                <a:moveTo>
                  <a:pt x="0" y="12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5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E9430B42-93C5-47CB-9046-589EEC11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496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6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61BC8BE-116A-4E58-9926-47AFFD59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7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146E1785-C844-4E34-BA01-95306A9F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5831"/>
            <a:ext cx="9525" cy="29004"/>
          </a:xfrm>
          <a:custGeom xmlns:a="http://schemas.openxmlformats.org/drawingml/2006/main">
            <a:pathLst>
              <a:path w="9525" h="29004">
                <a:moveTo>
                  <a:pt x="0" y="0"/>
                </a:moveTo>
                <a:lnTo>
                  <a:pt x="0" y="290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48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28EDC46-4E85-4E55-94B1-A7556D9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82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49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A69CF93A-BE7C-43C4-B605-6D0BD925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7209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0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7237619D-3F27-46DC-AFA4-A2D3DFF7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692003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1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3EC2679E-B9F2-4C02-9DD6-735D5A1E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852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2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813ED376-C2EC-4962-B329-FF56B74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44378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3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09DD7C4F-B0D7-4D9E-A45C-6E3694C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6341"/>
            <a:ext cx="9525" cy="37290"/>
          </a:xfrm>
          <a:custGeom xmlns:a="http://schemas.openxmlformats.org/drawingml/2006/main">
            <a:pathLst>
              <a:path w="9525" h="37290">
                <a:moveTo>
                  <a:pt x="0" y="372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4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793D2CF3-ADA4-4DE4-8B8E-03799C6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600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5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3A21FBDF-CC42-48F3-8896-60C23CDE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58716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6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669EC2A-F5B1-4925-BE4F-62EAC45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520678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57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5D02AC69-9091-49E1-804E-36FAF41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719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58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51D37F7E-B482-4EFF-9FB8-5AED3967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59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3ED08888-AC09-4980-B4A2-9A5F2F27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20678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0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6A7635FE-27E4-4AE8-B22D-84A789E2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4349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1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216CAC5A-E798-4C38-BA7D-D6AFBC63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3053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2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E6EB079B-FC47-41DF-9956-47897360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727847"/>
            <a:ext cx="9525" cy="70437"/>
          </a:xfrm>
          <a:custGeom xmlns:a="http://schemas.openxmlformats.org/drawingml/2006/main">
            <a:pathLst>
              <a:path w="9525" h="70437">
                <a:moveTo>
                  <a:pt x="0" y="7043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3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11E0C39C-EF14-4682-AF36-6B3F587E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506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4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7BE79431-E8AF-49F2-ABC4-DF318189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80222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5" name="quantization-error">
            <a:extLst xmlns:a="http://schemas.openxmlformats.org/drawingml/2006/main">
              <a:ext uri="{FF2B5EF4-FFF2-40B4-BE49-F238E27FC236}">
                <a16:creationId xmlns:a16="http://schemas.microsoft.com/office/drawing/2014/main" id="{931F023C-5801-4487-9686-62DF960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3313509"/>
            <a:ext cx="9525" cy="9525"/>
          </a:xfrm>
          <a:custGeom xmlns:a="http://schemas.openxmlformats.org/drawingml/2006/main">
            <a:pathLst>
              <a:path w="9525" h="9525">
                <a:moveTo>
                  <a:pt x="0" y="414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66" name="original-sample">
            <a:extLst xmlns:a="http://schemas.openxmlformats.org/drawingml/2006/main">
              <a:ext uri="{FF2B5EF4-FFF2-40B4-BE49-F238E27FC236}">
                <a16:creationId xmlns:a16="http://schemas.microsoft.com/office/drawing/2014/main" id="{DAB35DDC-E0A4-45B6-9891-D44B6698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700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67" name="quantized-sample">
            <a:extLst xmlns:a="http://schemas.openxmlformats.org/drawingml/2006/main">
              <a:ext uri="{FF2B5EF4-FFF2-40B4-BE49-F238E27FC236}">
                <a16:creationId xmlns:a16="http://schemas.microsoft.com/office/drawing/2014/main" id="{4D8D8BD9-DAE2-4341-9829-8193AF7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65884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68" name="sample-grade-0">
            <a:extLst xmlns:a="http://schemas.openxmlformats.org/drawingml/2006/main">
              <a:ext uri="{FF2B5EF4-FFF2-40B4-BE49-F238E27FC236}">
                <a16:creationId xmlns:a16="http://schemas.microsoft.com/office/drawing/2014/main" id="{5FF87E1F-62B9-4454-BDDB-8A4611DC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6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A59EC9B7-DC6F-4B89-8A7F-C50B72D9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0" name="sample-code-0-0">
            <a:extLst xmlns:a="http://schemas.openxmlformats.org/drawingml/2006/main">
              <a:ext uri="{FF2B5EF4-FFF2-40B4-BE49-F238E27FC236}">
                <a16:creationId xmlns:a16="http://schemas.microsoft.com/office/drawing/2014/main" id="{82BB1070-D047-4821-A0C3-8B94DBB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1" name="sample-code-0-digit-0">
            <a:extLst xmlns:a="http://schemas.openxmlformats.org/drawingml/2006/main">
              <a:ext uri="{FF2B5EF4-FFF2-40B4-BE49-F238E27FC236}">
                <a16:creationId xmlns:a16="http://schemas.microsoft.com/office/drawing/2014/main" id="{7D681B70-E3D2-48C4-B88A-C68180F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2" name="sample-code-0-1">
            <a:extLst xmlns:a="http://schemas.openxmlformats.org/drawingml/2006/main">
              <a:ext uri="{FF2B5EF4-FFF2-40B4-BE49-F238E27FC236}">
                <a16:creationId xmlns:a16="http://schemas.microsoft.com/office/drawing/2014/main" id="{E00F772F-C829-4BA7-ADDC-4CCC12E0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3" name="sample-code-0-digit-1">
            <a:extLst xmlns:a="http://schemas.openxmlformats.org/drawingml/2006/main">
              <a:ext uri="{FF2B5EF4-FFF2-40B4-BE49-F238E27FC236}">
                <a16:creationId xmlns:a16="http://schemas.microsoft.com/office/drawing/2014/main" id="{A0335667-D2BA-4DA7-A6B7-FCF46595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74" name="sample-code-0-2">
            <a:extLst xmlns:a="http://schemas.openxmlformats.org/drawingml/2006/main">
              <a:ext uri="{FF2B5EF4-FFF2-40B4-BE49-F238E27FC236}">
                <a16:creationId xmlns:a16="http://schemas.microsoft.com/office/drawing/2014/main" id="{AC908FDA-E1EF-418D-B49C-21F2FDA6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5" name="sample-code-0-digit-2">
            <a:extLst xmlns:a="http://schemas.openxmlformats.org/drawingml/2006/main">
              <a:ext uri="{FF2B5EF4-FFF2-40B4-BE49-F238E27FC236}">
                <a16:creationId xmlns:a16="http://schemas.microsoft.com/office/drawing/2014/main" id="{026F86F5-D1C7-40E7-AABE-010DD55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76" name="sample-grade-1">
            <a:extLst xmlns:a="http://schemas.openxmlformats.org/drawingml/2006/main">
              <a:ext uri="{FF2B5EF4-FFF2-40B4-BE49-F238E27FC236}">
                <a16:creationId xmlns:a16="http://schemas.microsoft.com/office/drawing/2014/main" id="{68EB8FE5-9F85-49EA-88AF-BDB65A04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7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AE9FEC0-92E6-4E64-A509-CC209FA5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78" name="sample-code-1-0">
            <a:extLst xmlns:a="http://schemas.openxmlformats.org/drawingml/2006/main">
              <a:ext uri="{FF2B5EF4-FFF2-40B4-BE49-F238E27FC236}">
                <a16:creationId xmlns:a16="http://schemas.microsoft.com/office/drawing/2014/main" id="{550C5AE6-76B6-4A75-9341-EA9342FA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79" name="sample-code-1-digit-0">
            <a:extLst xmlns:a="http://schemas.openxmlformats.org/drawingml/2006/main">
              <a:ext uri="{FF2B5EF4-FFF2-40B4-BE49-F238E27FC236}">
                <a16:creationId xmlns:a16="http://schemas.microsoft.com/office/drawing/2014/main" id="{57FC39D0-49A7-4903-8BC3-90963DE5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0" name="sample-code-1-1">
            <a:extLst xmlns:a="http://schemas.openxmlformats.org/drawingml/2006/main">
              <a:ext uri="{FF2B5EF4-FFF2-40B4-BE49-F238E27FC236}">
                <a16:creationId xmlns:a16="http://schemas.microsoft.com/office/drawing/2014/main" id="{2C41336C-45EA-442D-B833-4F03FBB7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1" name="sample-code-1-digit-1">
            <a:extLst xmlns:a="http://schemas.openxmlformats.org/drawingml/2006/main">
              <a:ext uri="{FF2B5EF4-FFF2-40B4-BE49-F238E27FC236}">
                <a16:creationId xmlns:a16="http://schemas.microsoft.com/office/drawing/2014/main" id="{6B7CAB58-F0AC-47B1-82B7-5280D31D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2" name="sample-code-1-2">
            <a:extLst xmlns:a="http://schemas.openxmlformats.org/drawingml/2006/main">
              <a:ext uri="{FF2B5EF4-FFF2-40B4-BE49-F238E27FC236}">
                <a16:creationId xmlns:a16="http://schemas.microsoft.com/office/drawing/2014/main" id="{A3E0BEA8-3F9A-4483-9779-4C73B68B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3" name="sample-code-1-digit-2">
            <a:extLst xmlns:a="http://schemas.openxmlformats.org/drawingml/2006/main">
              <a:ext uri="{FF2B5EF4-FFF2-40B4-BE49-F238E27FC236}">
                <a16:creationId xmlns:a16="http://schemas.microsoft.com/office/drawing/2014/main" id="{662E7D43-126A-4163-BCAA-45648854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84" name="sample-grade-2">
            <a:extLst xmlns:a="http://schemas.openxmlformats.org/drawingml/2006/main">
              <a:ext uri="{FF2B5EF4-FFF2-40B4-BE49-F238E27FC236}">
                <a16:creationId xmlns:a16="http://schemas.microsoft.com/office/drawing/2014/main" id="{99CB10C7-2520-4A80-A791-66053D97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8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CBED7799-751E-4FC8-B4E7-8BD14A48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86" name="sample-code-2-0">
            <a:extLst xmlns:a="http://schemas.openxmlformats.org/drawingml/2006/main">
              <a:ext uri="{FF2B5EF4-FFF2-40B4-BE49-F238E27FC236}">
                <a16:creationId xmlns:a16="http://schemas.microsoft.com/office/drawing/2014/main" id="{B1220A41-6847-400D-AF27-ECFDD367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7" name="sample-code-2-digit-0">
            <a:extLst xmlns:a="http://schemas.openxmlformats.org/drawingml/2006/main">
              <a:ext uri="{FF2B5EF4-FFF2-40B4-BE49-F238E27FC236}">
                <a16:creationId xmlns:a16="http://schemas.microsoft.com/office/drawing/2014/main" id="{9731CCDB-F7D0-4FEC-B2B1-99A4DCAD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88" name="sample-code-2-1">
            <a:extLst xmlns:a="http://schemas.openxmlformats.org/drawingml/2006/main">
              <a:ext uri="{FF2B5EF4-FFF2-40B4-BE49-F238E27FC236}">
                <a16:creationId xmlns:a16="http://schemas.microsoft.com/office/drawing/2014/main" id="{737C184C-1A65-44A1-991A-51518D79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89" name="sample-code-2-digit-1">
            <a:extLst xmlns:a="http://schemas.openxmlformats.org/drawingml/2006/main">
              <a:ext uri="{FF2B5EF4-FFF2-40B4-BE49-F238E27FC236}">
                <a16:creationId xmlns:a16="http://schemas.microsoft.com/office/drawing/2014/main" id="{75984DDF-C0CC-4FFC-8ED9-5E457D6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0" name="sample-code-2-2">
            <a:extLst xmlns:a="http://schemas.openxmlformats.org/drawingml/2006/main">
              <a:ext uri="{FF2B5EF4-FFF2-40B4-BE49-F238E27FC236}">
                <a16:creationId xmlns:a16="http://schemas.microsoft.com/office/drawing/2014/main" id="{98F76F15-CA91-4591-B28E-2926668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1" name="sample-code-2-digit-2">
            <a:extLst xmlns:a="http://schemas.openxmlformats.org/drawingml/2006/main">
              <a:ext uri="{FF2B5EF4-FFF2-40B4-BE49-F238E27FC236}">
                <a16:creationId xmlns:a16="http://schemas.microsoft.com/office/drawing/2014/main" id="{100C23A4-56EC-4A6C-8CA8-BFC3CA90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2" name="sample-grade-3">
            <a:extLst xmlns:a="http://schemas.openxmlformats.org/drawingml/2006/main">
              <a:ext uri="{FF2B5EF4-FFF2-40B4-BE49-F238E27FC236}">
                <a16:creationId xmlns:a16="http://schemas.microsoft.com/office/drawing/2014/main" id="{B9209F2A-6DA3-4A8E-8AB9-54D551E3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1459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7</a:t>
            </a:r>
          </a:p>
        </p:txBody>
      </p:sp>
      <p:sp>
        <p:nvSpPr>
          <p:cNvPr id="9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B153977-8D6C-4553-A31E-0D2362F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94" name="sample-code-3-0">
            <a:extLst xmlns:a="http://schemas.openxmlformats.org/drawingml/2006/main">
              <a:ext uri="{FF2B5EF4-FFF2-40B4-BE49-F238E27FC236}">
                <a16:creationId xmlns:a16="http://schemas.microsoft.com/office/drawing/2014/main" id="{21592F3B-6F59-46F7-BAD9-7771072F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5" name="sample-code-3-digit-0">
            <a:extLst xmlns:a="http://schemas.openxmlformats.org/drawingml/2006/main">
              <a:ext uri="{FF2B5EF4-FFF2-40B4-BE49-F238E27FC236}">
                <a16:creationId xmlns:a16="http://schemas.microsoft.com/office/drawing/2014/main" id="{86CBC483-3A0F-4609-89B7-3E7DCD71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6" name="sample-code-3-1">
            <a:extLst xmlns:a="http://schemas.openxmlformats.org/drawingml/2006/main">
              <a:ext uri="{FF2B5EF4-FFF2-40B4-BE49-F238E27FC236}">
                <a16:creationId xmlns:a16="http://schemas.microsoft.com/office/drawing/2014/main" id="{E82AFD74-9D56-4BCC-A20E-64611472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7" name="sample-code-3-digit-1">
            <a:extLst xmlns:a="http://schemas.openxmlformats.org/drawingml/2006/main">
              <a:ext uri="{FF2B5EF4-FFF2-40B4-BE49-F238E27FC236}">
                <a16:creationId xmlns:a16="http://schemas.microsoft.com/office/drawing/2014/main" id="{97D87936-E138-48E2-8C75-46A0A329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98" name="sample-code-3-2">
            <a:extLst xmlns:a="http://schemas.openxmlformats.org/drawingml/2006/main">
              <a:ext uri="{FF2B5EF4-FFF2-40B4-BE49-F238E27FC236}">
                <a16:creationId xmlns:a16="http://schemas.microsoft.com/office/drawing/2014/main" id="{59851779-7629-40A5-91DF-EEAB16F4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99" name="sample-code-3-digit-2">
            <a:extLst xmlns:a="http://schemas.openxmlformats.org/drawingml/2006/main">
              <a:ext uri="{FF2B5EF4-FFF2-40B4-BE49-F238E27FC236}">
                <a16:creationId xmlns:a16="http://schemas.microsoft.com/office/drawing/2014/main" id="{D92945ED-AFC2-4A27-9964-9EFA527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0" name="sample-grade-4">
            <a:extLst xmlns:a="http://schemas.openxmlformats.org/drawingml/2006/main">
              <a:ext uri="{FF2B5EF4-FFF2-40B4-BE49-F238E27FC236}">
                <a16:creationId xmlns:a16="http://schemas.microsoft.com/office/drawing/2014/main" id="{B440F472-9BAE-4CB6-A502-A7CE83B5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358628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</a:t>
            </a:r>
          </a:p>
        </p:txBody>
      </p:sp>
      <p:sp>
        <p:nvSpPr>
          <p:cNvPr id="10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5F822D4B-E926-4428-85A8-E1DF202B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02" name="sample-code-4-0">
            <a:extLst xmlns:a="http://schemas.openxmlformats.org/drawingml/2006/main">
              <a:ext uri="{FF2B5EF4-FFF2-40B4-BE49-F238E27FC236}">
                <a16:creationId xmlns:a16="http://schemas.microsoft.com/office/drawing/2014/main" id="{F7260F97-C8D7-4FC4-B7CB-2205A096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3" name="sample-code-4-digit-0">
            <a:extLst xmlns:a="http://schemas.openxmlformats.org/drawingml/2006/main">
              <a:ext uri="{FF2B5EF4-FFF2-40B4-BE49-F238E27FC236}">
                <a16:creationId xmlns:a16="http://schemas.microsoft.com/office/drawing/2014/main" id="{F06DC11B-3824-42C8-A762-2E32E13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4" name="sample-code-4-1">
            <a:extLst xmlns:a="http://schemas.openxmlformats.org/drawingml/2006/main">
              <a:ext uri="{FF2B5EF4-FFF2-40B4-BE49-F238E27FC236}">
                <a16:creationId xmlns:a16="http://schemas.microsoft.com/office/drawing/2014/main" id="{EEE415C1-8646-49D4-A972-F9845DBF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5" name="sample-code-4-digit-1">
            <a:extLst xmlns:a="http://schemas.openxmlformats.org/drawingml/2006/main">
              <a:ext uri="{FF2B5EF4-FFF2-40B4-BE49-F238E27FC236}">
                <a16:creationId xmlns:a16="http://schemas.microsoft.com/office/drawing/2014/main" id="{12B9C9F5-9943-464B-A540-09CBE1B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06" name="sample-code-4-2">
            <a:extLst xmlns:a="http://schemas.openxmlformats.org/drawingml/2006/main">
              <a:ext uri="{FF2B5EF4-FFF2-40B4-BE49-F238E27FC236}">
                <a16:creationId xmlns:a16="http://schemas.microsoft.com/office/drawing/2014/main" id="{F2743822-E0B7-4B4E-9C9F-F15D8D6B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07" name="sample-code-4-digit-2">
            <a:extLst xmlns:a="http://schemas.openxmlformats.org/drawingml/2006/main">
              <a:ext uri="{FF2B5EF4-FFF2-40B4-BE49-F238E27FC236}">
                <a16:creationId xmlns:a16="http://schemas.microsoft.com/office/drawing/2014/main" id="{8E2BE54D-76CF-44C4-A7DA-4A522527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08" name="sample-grade-5">
            <a:extLst xmlns:a="http://schemas.openxmlformats.org/drawingml/2006/main">
              <a:ext uri="{FF2B5EF4-FFF2-40B4-BE49-F238E27FC236}">
                <a16:creationId xmlns:a16="http://schemas.microsoft.com/office/drawing/2014/main" id="{E5DA655B-5C5C-4FD6-8D72-9E9305D6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2966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4</a:t>
            </a:r>
          </a:p>
        </p:txBody>
      </p:sp>
      <p:sp>
        <p:nvSpPr>
          <p:cNvPr id="109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9227FF5B-11A4-46E8-A895-6A9DE3F2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0" name="sample-code-5-0">
            <a:extLst xmlns:a="http://schemas.openxmlformats.org/drawingml/2006/main">
              <a:ext uri="{FF2B5EF4-FFF2-40B4-BE49-F238E27FC236}">
                <a16:creationId xmlns:a16="http://schemas.microsoft.com/office/drawing/2014/main" id="{98E75988-3E3C-423E-9E2A-7AE72AAD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1" name="sample-code-5-digit-0">
            <a:extLst xmlns:a="http://schemas.openxmlformats.org/drawingml/2006/main">
              <a:ext uri="{FF2B5EF4-FFF2-40B4-BE49-F238E27FC236}">
                <a16:creationId xmlns:a16="http://schemas.microsoft.com/office/drawing/2014/main" id="{2EC902AC-8125-4DE7-975C-059CF44A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12" name="sample-code-5-1">
            <a:extLst xmlns:a="http://schemas.openxmlformats.org/drawingml/2006/main">
              <a:ext uri="{FF2B5EF4-FFF2-40B4-BE49-F238E27FC236}">
                <a16:creationId xmlns:a16="http://schemas.microsoft.com/office/drawing/2014/main" id="{04C58841-E71E-4127-BCC8-864A623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3" name="sample-code-5-digit-1">
            <a:extLst xmlns:a="http://schemas.openxmlformats.org/drawingml/2006/main">
              <a:ext uri="{FF2B5EF4-FFF2-40B4-BE49-F238E27FC236}">
                <a16:creationId xmlns:a16="http://schemas.microsoft.com/office/drawing/2014/main" id="{80CC60EC-14B1-4DBD-9C95-DD0382E9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4" name="sample-code-5-2">
            <a:extLst xmlns:a="http://schemas.openxmlformats.org/drawingml/2006/main">
              <a:ext uri="{FF2B5EF4-FFF2-40B4-BE49-F238E27FC236}">
                <a16:creationId xmlns:a16="http://schemas.microsoft.com/office/drawing/2014/main" id="{8F6A8081-119E-4DF0-B727-8817E8C1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5" name="sample-code-5-digit-2">
            <a:extLst xmlns:a="http://schemas.openxmlformats.org/drawingml/2006/main">
              <a:ext uri="{FF2B5EF4-FFF2-40B4-BE49-F238E27FC236}">
                <a16:creationId xmlns:a16="http://schemas.microsoft.com/office/drawing/2014/main" id="{862FA794-E5F4-40AA-B6C1-7514C50B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16" name="sample-grade-6">
            <a:extLst xmlns:a="http://schemas.openxmlformats.org/drawingml/2006/main">
              <a:ext uri="{FF2B5EF4-FFF2-40B4-BE49-F238E27FC236}">
                <a16:creationId xmlns:a16="http://schemas.microsoft.com/office/drawing/2014/main" id="{4ECF3E41-9BAC-4B72-8E3D-964DB24B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17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09CCC0D7-F47D-4C4C-90A0-747BCFF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18" name="sample-code-6-0">
            <a:extLst xmlns:a="http://schemas.openxmlformats.org/drawingml/2006/main">
              <a:ext uri="{FF2B5EF4-FFF2-40B4-BE49-F238E27FC236}">
                <a16:creationId xmlns:a16="http://schemas.microsoft.com/office/drawing/2014/main" id="{7DCA999F-2FA7-4DFD-9A1E-531DA50E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19" name="sample-code-6-digit-0">
            <a:extLst xmlns:a="http://schemas.openxmlformats.org/drawingml/2006/main">
              <a:ext uri="{FF2B5EF4-FFF2-40B4-BE49-F238E27FC236}">
                <a16:creationId xmlns:a16="http://schemas.microsoft.com/office/drawing/2014/main" id="{2CF79D12-9D88-4554-B1A6-DA230CC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0" name="sample-code-6-1">
            <a:extLst xmlns:a="http://schemas.openxmlformats.org/drawingml/2006/main">
              <a:ext uri="{FF2B5EF4-FFF2-40B4-BE49-F238E27FC236}">
                <a16:creationId xmlns:a16="http://schemas.microsoft.com/office/drawing/2014/main" id="{AB2CA20D-2F0D-4298-B41D-882602CB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1" name="sample-code-6-digit-1">
            <a:extLst xmlns:a="http://schemas.openxmlformats.org/drawingml/2006/main">
              <a:ext uri="{FF2B5EF4-FFF2-40B4-BE49-F238E27FC236}">
                <a16:creationId xmlns:a16="http://schemas.microsoft.com/office/drawing/2014/main" id="{D6F8648F-EBA5-4C71-8D65-CFA2F5B2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22" name="sample-code-6-2">
            <a:extLst xmlns:a="http://schemas.openxmlformats.org/drawingml/2006/main">
              <a:ext uri="{FF2B5EF4-FFF2-40B4-BE49-F238E27FC236}">
                <a16:creationId xmlns:a16="http://schemas.microsoft.com/office/drawing/2014/main" id="{87E2A146-B679-4D7C-9745-2F289A0B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3" name="sample-code-6-digit-2">
            <a:extLst xmlns:a="http://schemas.openxmlformats.org/drawingml/2006/main">
              <a:ext uri="{FF2B5EF4-FFF2-40B4-BE49-F238E27FC236}">
                <a16:creationId xmlns:a16="http://schemas.microsoft.com/office/drawing/2014/main" id="{E00FE0F1-6A26-473F-B8E0-C577293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4" name="sample-grade-7">
            <a:extLst xmlns:a="http://schemas.openxmlformats.org/drawingml/2006/main">
              <a:ext uri="{FF2B5EF4-FFF2-40B4-BE49-F238E27FC236}">
                <a16:creationId xmlns:a16="http://schemas.microsoft.com/office/drawing/2014/main" id="{BB2D5792-0DF4-482D-A8AA-E1B3CE37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87303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</a:t>
            </a:r>
          </a:p>
        </p:txBody>
      </p:sp>
      <p:sp>
        <p:nvSpPr>
          <p:cNvPr id="125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4FF2388B-6345-49A9-85E7-10652DFC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26" name="sample-code-7-0">
            <a:extLst xmlns:a="http://schemas.openxmlformats.org/drawingml/2006/main">
              <a:ext uri="{FF2B5EF4-FFF2-40B4-BE49-F238E27FC236}">
                <a16:creationId xmlns:a16="http://schemas.microsoft.com/office/drawing/2014/main" id="{924019E8-BF0B-4C78-94A3-A343CAE2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7" name="sample-code-7-digit-0">
            <a:extLst xmlns:a="http://schemas.openxmlformats.org/drawingml/2006/main">
              <a:ext uri="{FF2B5EF4-FFF2-40B4-BE49-F238E27FC236}">
                <a16:creationId xmlns:a16="http://schemas.microsoft.com/office/drawing/2014/main" id="{CC13743F-6924-457A-86EA-20AD21C4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28" name="sample-code-7-1">
            <a:extLst xmlns:a="http://schemas.openxmlformats.org/drawingml/2006/main">
              <a:ext uri="{FF2B5EF4-FFF2-40B4-BE49-F238E27FC236}">
                <a16:creationId xmlns:a16="http://schemas.microsoft.com/office/drawing/2014/main" id="{184D1A01-4280-4CAC-B7C5-7CDF4BCA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29" name="sample-code-7-digit-1">
            <a:extLst xmlns:a="http://schemas.openxmlformats.org/drawingml/2006/main">
              <a:ext uri="{FF2B5EF4-FFF2-40B4-BE49-F238E27FC236}">
                <a16:creationId xmlns:a16="http://schemas.microsoft.com/office/drawing/2014/main" id="{43E96E4E-670C-4D26-8A77-21F348F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30" name="sample-code-7-2">
            <a:extLst xmlns:a="http://schemas.openxmlformats.org/drawingml/2006/main">
              <a:ext uri="{FF2B5EF4-FFF2-40B4-BE49-F238E27FC236}">
                <a16:creationId xmlns:a16="http://schemas.microsoft.com/office/drawing/2014/main" id="{EBA5DE60-DFA0-422C-9817-09F89F70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1" name="sample-code-7-digit-2">
            <a:extLst xmlns:a="http://schemas.openxmlformats.org/drawingml/2006/main">
              <a:ext uri="{FF2B5EF4-FFF2-40B4-BE49-F238E27FC236}">
                <a16:creationId xmlns:a16="http://schemas.microsoft.com/office/drawing/2014/main" id="{96B99737-9963-4346-BBE5-A1362AF9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2" name="sample-grade-8">
            <a:extLst xmlns:a="http://schemas.openxmlformats.org/drawingml/2006/main">
              <a:ext uri="{FF2B5EF4-FFF2-40B4-BE49-F238E27FC236}">
                <a16:creationId xmlns:a16="http://schemas.microsoft.com/office/drawing/2014/main" id="{06E90FBC-1419-4F81-94BC-2CC4AB4D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94472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</a:t>
            </a:r>
          </a:p>
        </p:txBody>
      </p:sp>
      <p:sp>
        <p:nvSpPr>
          <p:cNvPr id="133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2D9A2AE5-4921-4060-BCB0-3E88D981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34" name="sample-code-8-0">
            <a:extLst xmlns:a="http://schemas.openxmlformats.org/drawingml/2006/main">
              <a:ext uri="{FF2B5EF4-FFF2-40B4-BE49-F238E27FC236}">
                <a16:creationId xmlns:a16="http://schemas.microsoft.com/office/drawing/2014/main" id="{D2A64EEC-0CE6-4256-9AC8-D0D8356A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5" name="sample-code-8-digit-0">
            <a:extLst xmlns:a="http://schemas.openxmlformats.org/drawingml/2006/main">
              <a:ext uri="{FF2B5EF4-FFF2-40B4-BE49-F238E27FC236}">
                <a16:creationId xmlns:a16="http://schemas.microsoft.com/office/drawing/2014/main" id="{EA8E4DA3-112A-43E8-B946-5ED4D0FB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6" name="sample-code-8-1">
            <a:extLst xmlns:a="http://schemas.openxmlformats.org/drawingml/2006/main">
              <a:ext uri="{FF2B5EF4-FFF2-40B4-BE49-F238E27FC236}">
                <a16:creationId xmlns:a16="http://schemas.microsoft.com/office/drawing/2014/main" id="{84E75C2F-ED3D-4800-9EEB-C529BC9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7" name="sample-code-8-digit-1">
            <a:extLst xmlns:a="http://schemas.openxmlformats.org/drawingml/2006/main">
              <a:ext uri="{FF2B5EF4-FFF2-40B4-BE49-F238E27FC236}">
                <a16:creationId xmlns:a16="http://schemas.microsoft.com/office/drawing/2014/main" id="{EA81C6CB-167F-4853-B893-BAB35EA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38" name="sample-code-8-2">
            <a:extLst xmlns:a="http://schemas.openxmlformats.org/drawingml/2006/main">
              <a:ext uri="{FF2B5EF4-FFF2-40B4-BE49-F238E27FC236}">
                <a16:creationId xmlns:a16="http://schemas.microsoft.com/office/drawing/2014/main" id="{7222F3CA-07E1-472F-A10C-5B37B31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39" name="sample-code-8-digit-2">
            <a:extLst xmlns:a="http://schemas.openxmlformats.org/drawingml/2006/main">
              <a:ext uri="{FF2B5EF4-FFF2-40B4-BE49-F238E27FC236}">
                <a16:creationId xmlns:a16="http://schemas.microsoft.com/office/drawing/2014/main" id="{05E2E10B-7AE4-4D44-83DE-F2346EEB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0" name="sample-grade-9">
            <a:extLst xmlns:a="http://schemas.openxmlformats.org/drawingml/2006/main">
              <a:ext uri="{FF2B5EF4-FFF2-40B4-BE49-F238E27FC236}">
                <a16:creationId xmlns:a16="http://schemas.microsoft.com/office/drawing/2014/main" id="{1EF5B01E-77FA-4097-A495-7BAB630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80134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0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3</a:t>
            </a:r>
          </a:p>
        </p:txBody>
      </p:sp>
      <p:sp>
        <p:nvSpPr>
          <p:cNvPr id="141" name="sample-code-guide">
            <a:extLst xmlns:a="http://schemas.openxmlformats.org/drawingml/2006/main">
              <a:ext uri="{FF2B5EF4-FFF2-40B4-BE49-F238E27FC236}">
                <a16:creationId xmlns:a16="http://schemas.microsoft.com/office/drawing/2014/main" id="{77BEC7D6-38D8-4444-9AEC-30846707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229100"/>
            <a:ext cx="9525" cy="419100"/>
          </a:xfrm>
          <a:custGeom xmlns:a="http://schemas.openxmlformats.org/drawingml/2006/main">
            <a:pathLst>
              <a:path w="9525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D7DE"/>
            </a:solidFill>
          </a:ln>
        </p:spPr>
      </p:sp>
      <p:sp>
        <p:nvSpPr>
          <p:cNvPr id="142" name="sample-code-9-0">
            <a:extLst xmlns:a="http://schemas.openxmlformats.org/drawingml/2006/main">
              <a:ext uri="{FF2B5EF4-FFF2-40B4-BE49-F238E27FC236}">
                <a16:creationId xmlns:a16="http://schemas.microsoft.com/office/drawing/2014/main" id="{DD68B5F9-0625-4804-B5E0-6FD5A896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3" name="sample-code-9-digit-0">
            <a:extLst xmlns:a="http://schemas.openxmlformats.org/drawingml/2006/main">
              <a:ext uri="{FF2B5EF4-FFF2-40B4-BE49-F238E27FC236}">
                <a16:creationId xmlns:a16="http://schemas.microsoft.com/office/drawing/2014/main" id="{3402EE7E-DA37-4558-9D9A-7C4AC22F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0</a:t>
            </a:r>
          </a:p>
        </p:txBody>
      </p:sp>
      <p:sp>
        <p:nvSpPr>
          <p:cNvPr id="144" name="sample-code-9-1">
            <a:extLst xmlns:a="http://schemas.openxmlformats.org/drawingml/2006/main">
              <a:ext uri="{FF2B5EF4-FFF2-40B4-BE49-F238E27FC236}">
                <a16:creationId xmlns:a16="http://schemas.microsoft.com/office/drawing/2014/main" id="{A5DEFF68-EB93-4F28-95BA-418A097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5" name="sample-code-9-digit-1">
            <a:extLst xmlns:a="http://schemas.openxmlformats.org/drawingml/2006/main">
              <a:ext uri="{FF2B5EF4-FFF2-40B4-BE49-F238E27FC236}">
                <a16:creationId xmlns:a16="http://schemas.microsoft.com/office/drawing/2014/main" id="{6DC09C91-1424-4657-AB4A-828DF33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6" name="sample-code-9-2">
            <a:extLst xmlns:a="http://schemas.openxmlformats.org/drawingml/2006/main">
              <a:ext uri="{FF2B5EF4-FFF2-40B4-BE49-F238E27FC236}">
                <a16:creationId xmlns:a16="http://schemas.microsoft.com/office/drawing/2014/main" id="{F960549F-E411-4A2B-8D4F-18701BD8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147" name="sample-code-9-digit-2">
            <a:extLst xmlns:a="http://schemas.openxmlformats.org/drawingml/2006/main">
              <a:ext uri="{FF2B5EF4-FFF2-40B4-BE49-F238E27FC236}">
                <a16:creationId xmlns:a16="http://schemas.microsoft.com/office/drawing/2014/main" id="{094FA91D-054D-4FBE-982A-CC54DA6C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101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t>1</a:t>
            </a:r>
          </a:p>
        </p:txBody>
      </p:sp>
      <p:sp>
        <p:nvSpPr>
          <p:cNvPr id="148" name="code-row-label">
            <a:extLst xmlns:a="http://schemas.openxmlformats.org/drawingml/2006/main">
              <a:ext uri="{FF2B5EF4-FFF2-40B4-BE49-F238E27FC236}">
                <a16:creationId xmlns:a16="http://schemas.microsoft.com/office/drawing/2014/main" id="{7D0B0118-7F90-40F3-89A3-DB25CEED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码字</a:t>
            </a:r>
          </a:p>
        </p:txBody>
      </p:sp>
      <p:sp>
        <p:nvSpPr>
          <p:cNvPr id="149" name="last-code-focus">
            <a:extLst xmlns:a="http://schemas.openxmlformats.org/drawingml/2006/main">
              <a:ext uri="{FF2B5EF4-FFF2-40B4-BE49-F238E27FC236}">
                <a16:creationId xmlns:a16="http://schemas.microsoft.com/office/drawing/2014/main" id="{66EB210F-7563-41DC-BF47-26529705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33925"/>
            <a:ext cx="93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150" name="answer-1">
            <a:extLst xmlns:a="http://schemas.openxmlformats.org/drawingml/2006/main">
              <a:ext uri="{FF2B5EF4-FFF2-40B4-BE49-F238E27FC236}">
                <a16:creationId xmlns:a16="http://schemas.microsoft.com/office/drawing/2014/main" id="{42A739E5-CCF9-486E-9F02-6AC49CA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同一时刻的代表值 → 等级编号 → 码字。</a:t>
            </a:r>
          </a:p>
        </p:txBody>
      </p:sp>
      <p:sp>
        <p:nvSpPr>
          <p:cNvPr id="151" name="answer-2">
            <a:extLst xmlns:a="http://schemas.openxmlformats.org/drawingml/2006/main">
              <a:ext uri="{FF2B5EF4-FFF2-40B4-BE49-F238E27FC236}">
                <a16:creationId xmlns:a16="http://schemas.microsoft.com/office/drawing/2014/main" id="{6AF1C233-3E2A-4369-9349-80FB7ECC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 → 011；本课编码可以不压缩。</a:t>
            </a:r>
          </a:p>
        </p:txBody>
      </p:sp>
    </p:spTree>
    <p:extLst>
      <p:ext uri="{BB962C8B-B14F-4D97-AF65-F5344CB8AC3E}">
        <p14:creationId xmlns:p14="http://schemas.microsoft.com/office/powerpoint/2010/main" val="24771222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6045FCCA-AAED-42D8-90C1-FC8C28CF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9423891-831D-4593-B80E-0BAC5FB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AB51197-F730-44F5-90F1-2EE5C7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A4B880E-4231-4EC2-AE4B-487BA4D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2AFC65CD-B403-4545-AF6A-1DAD2F6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F9131DC-B552-4DE8-8812-844C1C5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4617D58A-9429-470B-8F23-D3BC7E2E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083152A8-E74D-46AB-983F-F1C01535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5F3E8E8D-6A34-459E-A704-C8DDC36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0333DAA9-A61C-4357-9BE6-097F91FB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5E086B09-94DD-449B-8B26-7825130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4C847DB-122D-40D9-BEA9-6A2FA22F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E8E9348F-1C9C-4E9F-BBB8-9BA27183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5A4F7D5-24F9-49E1-BFF2-61D9E9E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8A5C8C5-F129-447D-A396-CAC977F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8F768402-0C2A-4352-A267-ADEF549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BC832D9A-B21F-4D29-8092-F75CB45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FD603052-758E-4C8C-827F-FDAB964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874E1EBB-1349-46C2-BCC1-406D85A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50D622C-BDD5-47A8-88D0-322E4A1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8CF68E5-F974-458E-A832-0CBE9BD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F8D02FE-EB52-40E4-83DE-7355265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6E3CA97E-DD7D-4009-8746-07C63F7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</p:spTree>
    <p:extLst>
      <p:ext uri="{BB962C8B-B14F-4D97-AF65-F5344CB8AC3E}">
        <p14:creationId xmlns:p14="http://schemas.microsoft.com/office/powerpoint/2010/main" val="6639520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6045FCCA-AAED-42D8-90C1-FC8C28CF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9423891-831D-4593-B80E-0BAC5FB5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AB51197-F730-44F5-90F1-2EE5C782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时刻、幅度和码字，各解决什么问题？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4A4B880E-4231-4EC2-AE4B-487BA4DC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2AFC65CD-B403-4545-AF6A-1DAD2F6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5F9131DC-B552-4DE8-8812-844C1C5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4617D58A-9429-470B-8F23-D3BC7E2E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083152A8-E74D-46AB-983F-F1C01535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5F3E8E8D-6A34-459E-A704-C8DDC36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0333DAA9-A61C-4357-9BE6-097F91FB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5E086B09-94DD-449B-8B26-78251300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64C847DB-122D-40D9-BEA9-6A2FA22F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E8E9348F-1C9C-4E9F-BBB8-9BA27183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85A4F7D5-24F9-49E1-BFF2-61D9E9EB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88A5C8C5-F129-447D-A396-CAC977F4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8F768402-0C2A-4352-A267-ADEF5496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BC832D9A-B21F-4D29-8092-F75CB45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FD603052-758E-4C8C-827F-FDAB9642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874E1EBB-1349-46C2-BCC1-406D85AA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50D622C-BDD5-47A8-88D0-322E4A1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8CF68E5-F974-458E-A832-0CBE9BDF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5F8D02FE-EB52-40E4-83DE-73552652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6E3CA97E-DD7D-4009-8746-07C63F7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1BA78E34-12A3-4EED-B888-58FBD7DE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4508DBE4-1CAE-4E28-B362-D3B3D297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98AADA42-28B5-4EC7-A934-1D8B78AF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BA3DE473-FE94-4213-9B5C-C6865B48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58A40BB3-B0D7-487D-88CB-D7285292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D708A1E0-162B-466A-AF59-B551AE68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446B9AB3-B931-4456-ADE7-9A02B63E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96186825-663A-489C-914E-5DD163A2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A1A50395-C089-4861-8601-2BB8E4EB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090229F5-A05D-4628-8CCE-595932D5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243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34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70FDFC96-A21A-43F8-9F6A-0E6CF77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576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6639520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414A0F03-9BF3-4974-A60B-8942A7B2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2AFD6EB-D6F5-4F77-8ECF-E10E013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7BC9452-57F0-433B-BAB1-BC4ECE3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4662A9-2D20-4938-A679-BE58FC8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B0B52670-AA26-4836-AF7F-CDA3559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5945FA0A-7EC7-4931-9ED1-FD41BC0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58D23B64-3F55-4ED2-84A4-5E2B0D0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F3D19654-A1A6-4149-BF1E-8EB2931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编码方法？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DEC826C2-6707-4148-ADB8-1FDD8D0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怎样表示这些数据？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F7D82B-DC80-4C85-AE55-C4008EEB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68EE218C-A04E-4486-91B4-363FA1A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235B4024-3A9A-45C3-8D89-651CEE3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文件包装？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0B7D3571-381B-4C2C-A5F4-D147CF9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格式与数据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F9CA46E4-3B50-4E89-A275-798596B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038537E9-F710-4B73-954D-C50AB86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56145C-2738-4C92-A8E2-1DB43B9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6556C2A8-D3FF-497E-A001-9B28A4C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指令格式？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E6BA3902-BAAC-4812-BB87-AC0A273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E604AEC-AB13-4952-B86F-64E614F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5198D47D-27B4-4B75-B1A4-73A7E9D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</p:spTree>
    <p:extLst>
      <p:ext uri="{BB962C8B-B14F-4D97-AF65-F5344CB8AC3E}">
        <p14:creationId xmlns:p14="http://schemas.microsoft.com/office/powerpoint/2010/main" val="7331924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414A0F03-9BF3-4974-A60B-8942A7B2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2AFD6EB-D6F5-4F77-8ECF-E10E013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7BC9452-57F0-433B-BAB1-BC4ECE39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这些名称在录音流程的哪一层？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A4662A9-2D20-4938-A679-BE58FC8F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WAV、PCM、MP3、WMA、MIDI</a:t>
            </a:r>
          </a:p>
        </p:txBody>
      </p:sp>
      <p:sp>
        <p:nvSpPr>
          <p:cNvPr id="5" name="recorded-route">
            <a:extLst xmlns:a="http://schemas.openxmlformats.org/drawingml/2006/main">
              <a:ext uri="{FF2B5EF4-FFF2-40B4-BE49-F238E27FC236}">
                <a16:creationId xmlns:a16="http://schemas.microsoft.com/office/drawing/2014/main" id="{B0B52670-AA26-4836-AF7F-CDA35590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录音样本</a:t>
            </a:r>
          </a:p>
        </p:txBody>
      </p:sp>
      <p:sp>
        <p:nvSpPr>
          <p:cNvPr id="6" name="recorded-content">
            <a:extLst xmlns:a="http://schemas.openxmlformats.org/drawingml/2006/main">
              <a:ext uri="{FF2B5EF4-FFF2-40B4-BE49-F238E27FC236}">
                <a16:creationId xmlns:a16="http://schemas.microsoft.com/office/drawing/2014/main" id="{5945FA0A-7EC7-4931-9ED1-FD41BC0C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按时刻保存幅度</a:t>
            </a:r>
          </a:p>
        </p:txBody>
      </p:sp>
      <p:sp>
        <p:nvSpPr>
          <p:cNvPr id="7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58D23B64-3F55-4ED2-84A4-5E2B0D0D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audio-encoding-slot">
            <a:extLst xmlns:a="http://schemas.openxmlformats.org/drawingml/2006/main">
              <a:ext uri="{FF2B5EF4-FFF2-40B4-BE49-F238E27FC236}">
                <a16:creationId xmlns:a16="http://schemas.microsoft.com/office/drawing/2014/main" id="{F3D19654-A1A6-4149-BF1E-8EB2931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PCM：音频编码</a:t>
            </a:r>
          </a:p>
        </p:txBody>
      </p:sp>
      <p:sp>
        <p:nvSpPr>
          <p:cNvPr id="9" name="codec-example-slot">
            <a:extLst xmlns:a="http://schemas.openxmlformats.org/drawingml/2006/main">
              <a:ext uri="{FF2B5EF4-FFF2-40B4-BE49-F238E27FC236}">
                <a16:creationId xmlns:a16="http://schemas.microsoft.com/office/drawing/2014/main" id="{DEC826C2-6707-4148-ADB8-1FDD8D01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本课：未压缩PCM</a:t>
            </a:r>
          </a:p>
        </p:txBody>
      </p:sp>
      <p:sp>
        <p:nvSpPr>
          <p:cNvPr id="1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EF7D82B-DC80-4C85-AE55-C4008EEB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1" name="container-outline">
            <a:extLst xmlns:a="http://schemas.openxmlformats.org/drawingml/2006/main">
              <a:ext uri="{FF2B5EF4-FFF2-40B4-BE49-F238E27FC236}">
                <a16:creationId xmlns:a16="http://schemas.microsoft.com/office/drawing/2014/main" id="{68EE218C-A04E-4486-91B4-363FA1A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container-slot">
            <a:extLst xmlns:a="http://schemas.openxmlformats.org/drawingml/2006/main">
              <a:ext uri="{FF2B5EF4-FFF2-40B4-BE49-F238E27FC236}">
                <a16:creationId xmlns:a16="http://schemas.microsoft.com/office/drawing/2014/main" id="{235B4024-3A9A-45C3-8D89-651CEE3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812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WAV：容器</a:t>
            </a:r>
          </a:p>
        </p:txBody>
      </p:sp>
      <p:sp>
        <p:nvSpPr>
          <p:cNvPr id="13" name="pcm-container-example">
            <a:extLst xmlns:a="http://schemas.openxmlformats.org/drawingml/2006/main">
              <a:ext uri="{FF2B5EF4-FFF2-40B4-BE49-F238E27FC236}">
                <a16:creationId xmlns:a16="http://schemas.microsoft.com/office/drawing/2014/main" id="{0B7D3571-381B-4C2C-A5F4-D147CF94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本课装PCM</a:t>
            </a:r>
          </a:p>
        </p:txBody>
      </p:sp>
      <p:sp>
        <p:nvSpPr>
          <p:cNvPr id="14" name="event-route">
            <a:extLst xmlns:a="http://schemas.openxmlformats.org/drawingml/2006/main">
              <a:ext uri="{FF2B5EF4-FFF2-40B4-BE49-F238E27FC236}">
                <a16:creationId xmlns:a16="http://schemas.microsoft.com/office/drawing/2014/main" id="{F9CA46E4-3B50-4E89-A275-798596B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演奏事件</a:t>
            </a:r>
          </a:p>
        </p:txBody>
      </p:sp>
      <p:sp>
        <p:nvSpPr>
          <p:cNvPr id="15" name="event-content">
            <a:extLst xmlns:a="http://schemas.openxmlformats.org/drawingml/2006/main">
              <a:ext uri="{FF2B5EF4-FFF2-40B4-BE49-F238E27FC236}">
                <a16:creationId xmlns:a16="http://schemas.microsoft.com/office/drawing/2014/main" id="{038537E9-F710-4B73-954D-C50AB86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音符、时长、乐器</a:t>
            </a:r>
          </a:p>
        </p:txBody>
      </p:sp>
      <p:sp>
        <p:nvSpPr>
          <p:cNvPr id="16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956145C-2738-4C92-A8E2-1DB43B96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7" name="midi-slot">
            <a:extLst xmlns:a="http://schemas.openxmlformats.org/drawingml/2006/main">
              <a:ext uri="{FF2B5EF4-FFF2-40B4-BE49-F238E27FC236}">
                <a16:creationId xmlns:a16="http://schemas.microsoft.com/office/drawing/2014/main" id="{6556C2A8-D3FF-497E-A001-9B28A4C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0527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MIDI指令</a:t>
            </a:r>
          </a:p>
        </p:txBody>
      </p:sp>
      <p:sp>
        <p:nvSpPr>
          <p:cNvPr id="18" name="synthesizer">
            <a:extLst xmlns:a="http://schemas.openxmlformats.org/drawingml/2006/main">
              <a:ext uri="{FF2B5EF4-FFF2-40B4-BE49-F238E27FC236}">
                <a16:creationId xmlns:a16="http://schemas.microsoft.com/office/drawing/2014/main" id="{E6BA3902-BAAC-4812-BB87-AC0A273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72000"/>
            <a:ext cx="323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由合成器解释</a:t>
            </a:r>
          </a:p>
        </p:txBody>
      </p:sp>
      <p:sp>
        <p:nvSpPr>
          <p:cNvPr id="1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CE604AEC-AB13-4952-B86F-64E614F9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4953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0" name="synthesized-sound">
            <a:extLst xmlns:a="http://schemas.openxmlformats.org/drawingml/2006/main">
              <a:ext uri="{FF2B5EF4-FFF2-40B4-BE49-F238E27FC236}">
                <a16:creationId xmlns:a16="http://schemas.microsoft.com/office/drawing/2014/main" id="{5198D47D-27B4-4B75-B1A4-73A7E9D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05275"/>
            <a:ext cx="2076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产生声音</a:t>
            </a:r>
          </a:p>
        </p:txBody>
      </p:sp>
      <p:sp>
        <p:nvSpPr>
          <p:cNvPr id="21" name="answer-1">
            <a:extLst xmlns:a="http://schemas.openxmlformats.org/drawingml/2006/main">
              <a:ext uri="{FF2B5EF4-FFF2-40B4-BE49-F238E27FC236}">
                <a16:creationId xmlns:a16="http://schemas.microsoft.com/office/drawing/2014/main" id="{A5A17A0A-6C63-48FE-8D0C-88B4A16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MP3／WMA：音频编码；MIDI：演奏指令。</a:t>
            </a:r>
          </a:p>
        </p:txBody>
      </p:sp>
    </p:spTree>
    <p:extLst>
      <p:ext uri="{BB962C8B-B14F-4D97-AF65-F5344CB8AC3E}">
        <p14:creationId xmlns:p14="http://schemas.microsoft.com/office/powerpoint/2010/main" val="73319245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B1C269F1-4E4D-45D9-B9F8-29F7A4B3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F81F56C-A0D6-4A9B-9FFE-299B33D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DE7754B-AB9A-47C1-94E9-2A6C80E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AEA60A-CCDC-47C8-BCC1-9122377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FE92F8-2B5C-4B8F-B47A-DBD319F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943F89-933D-4F27-854E-AAB0387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</p:spTree>
    <p:extLst>
      <p:ext uri="{BB962C8B-B14F-4D97-AF65-F5344CB8AC3E}">
        <p14:creationId xmlns:p14="http://schemas.microsoft.com/office/powerpoint/2010/main" val="4722145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B1C269F1-4E4D-45D9-B9F8-29F7A4B3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F81F56C-A0D6-4A9B-9FFE-299B33D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DE7754B-AB9A-47C1-94E9-2A6C80E2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MP3一定压缩到原来的1/10吗？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3AEA60A-CCDC-47C8-BCC1-9122377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相同时长；只比较数据，不计文件结构开销。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5FE92F8-2B5C-4B8F-B47A-DBD319F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PCM：1,411,200 bit/s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943F89-933D-4F27-854E-AAB0387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MP3：128,000 bit/s（本例固定码率）</a:t>
            </a:r>
          </a:p>
        </p:txBody>
      </p:sp>
      <p:sp>
        <p:nvSpPr>
          <p:cNvPr id="7" name="pcm-rate-bar">
            <a:extLst xmlns:a="http://schemas.openxmlformats.org/drawingml/2006/main">
              <a:ext uri="{FF2B5EF4-FFF2-40B4-BE49-F238E27FC236}">
                <a16:creationId xmlns:a16="http://schemas.microsoft.com/office/drawing/2014/main" id="{38419F84-F742-432C-9BB0-FBE4CABE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09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mp3-rate-bar">
            <a:extLst xmlns:a="http://schemas.openxmlformats.org/drawingml/2006/main">
              <a:ext uri="{FF2B5EF4-FFF2-40B4-BE49-F238E27FC236}">
                <a16:creationId xmlns:a16="http://schemas.microsoft.com/office/drawing/2014/main" id="{6D9C789A-7150-45F3-BB05-77DD9948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91578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02BCB1DC-7D8F-48C7-9008-292FE6C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128,000 ÷ 1,411,200 ≈ 9.1%。</a:t>
            </a:r>
          </a:p>
        </p:txBody>
      </p:sp>
      <p:sp>
        <p:nvSpPr>
          <p:cNvPr id="10" name="answer-2">
            <a:extLst xmlns:a="http://schemas.openxmlformats.org/drawingml/2006/main">
              <a:ext uri="{FF2B5EF4-FFF2-40B4-BE49-F238E27FC236}">
                <a16:creationId xmlns:a16="http://schemas.microsoft.com/office/drawing/2014/main" id="{0B12FEEB-F519-4F2D-9BF4-335DA371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比例取决于参数与码率，不能固定为1/10。</a:t>
            </a:r>
          </a:p>
        </p:txBody>
      </p:sp>
    </p:spTree>
    <p:extLst>
      <p:ext uri="{BB962C8B-B14F-4D97-AF65-F5344CB8AC3E}">
        <p14:creationId xmlns:p14="http://schemas.microsoft.com/office/powerpoint/2010/main" val="47221455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top-rail">
            <a:extLst xmlns:a="http://schemas.openxmlformats.org/drawingml/2006/main">
              <a:ext uri="{FF2B5EF4-FFF2-40B4-BE49-F238E27FC236}">
                <a16:creationId xmlns:a16="http://schemas.microsoft.com/office/drawing/2014/main" id="{BFCF3927-F127-4C36-9298-3135C62A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BA0B6CD-A6C1-427A-AB84-5B76ACD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82A8008-09B0-4121-B7A3-66F4111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8361B2A-65F6-4D65-BB2C-FA729B24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B407F7AC-7869-4454-8309-5BB9D9F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2529D5BA-0741-48E6-AFCF-ADCBA58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88E12C-4C15-4E1C-B2BF-94470ED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97F1BDA2-DF8D-49BA-B33D-5CC26B6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B49B6EED-9069-4398-80D5-A6A885E0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640AE715-EDEE-4588-A59F-1E5F4AC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9E5FF6B9-88BE-4146-A2CD-2058DFD6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A7EC719D-54AF-4D62-95AB-4FB62876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58B2B1D0-795A-4497-A720-9754D22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D3B3B6E3-262A-4DEC-9E14-EE3E4CFA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E7766487-7DE2-4B3C-B01A-115533FE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7A45FE8B-A7B3-40E7-90A3-6C412CA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4880C459-B52D-4082-B448-2ED2E860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2E4694D7-9262-4139-A078-CC3546B2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6DA1C54F-DB40-4C47-9154-1891A67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B6EFBA9-FB9F-4352-89BC-6744D83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9B2939A2-0A71-43D0-BAFE-46286BDB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696AC883-A23F-43B9-9566-26CF331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5073FBE0-C158-4B54-8832-AFCEEF1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12EB1957-37EB-4084-B8D8-5701402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FACB0219-F36B-4D8E-96B3-B4865C6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AC1CEA52-4CFA-443A-9E34-4FCB21A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2E4C1364-4B39-4E83-8EA7-01E8067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02E8AC5F-BBE6-4E52-ACC2-809E9EBF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3E0F6E84-E920-4892-9B8F-B4CDC9F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73597F40-00FF-426D-B3BD-9BF7EC9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ECB8DF2A-2E3D-4C53-A081-29675B8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5A676988-BB9A-4D44-83D3-4CE4500D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FEAEC99F-8EC7-4863-B0AF-BA2CD880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157BB064-C92E-4BDF-8CBB-C1D9AA7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985ABD49-E61A-4357-BE80-6ED79E4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F39FDB7B-7705-4025-B02A-03C6209C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A479CF5A-0485-42C4-BD63-33F4A39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D6CEE5DF-1FD5-4FA1-94D5-BBF7E36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069D1C10-A572-42A9-8E5E-9F17B28B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0392385E-1EDD-4C79-85B9-5C01A29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7D1CC8C7-67CE-49E9-8AF0-F44672CE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CBBBC19-73C3-4F81-B33E-2AD0165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1FFA7164-0FFA-40F7-8218-3A6BC38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F68715D5-97CC-4497-B0B8-0DF4486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E847EA1-091A-455E-A286-AD06B0A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3799E236-3D85-48F8-A7D5-E4633E5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C0D955E3-CF95-40FB-A91E-D1EAA22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ED81CB3-5BE2-49B4-AE53-B1C4112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68E474AF-D838-4262-A483-1679E37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0E7D0D4-213B-4990-8121-0599586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8121E4F6-4361-4701-9CA8-30BA028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17F2366C-5B0A-4A61-AE44-00C1B814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F56FD0BB-16FC-49D9-80FF-8512654E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81C4619-BAC1-48F8-B14D-BF8B0C1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92D5200A-543A-4EF0-B8C7-AB211BC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53740AA6-6E12-46C5-BB9B-9EDD532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</a:t>
            </a:r>
          </a:p>
        </p:txBody>
      </p:sp>
    </p:spTree>
    <p:extLst>
      <p:ext uri="{BB962C8B-B14F-4D97-AF65-F5344CB8AC3E}">
        <p14:creationId xmlns:p14="http://schemas.microsoft.com/office/powerpoint/2010/main" val="104552077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top-rail">
            <a:extLst xmlns:a="http://schemas.openxmlformats.org/drawingml/2006/main">
              <a:ext uri="{FF2B5EF4-FFF2-40B4-BE49-F238E27FC236}">
                <a16:creationId xmlns:a16="http://schemas.microsoft.com/office/drawing/2014/main" id="{BFCF3927-F127-4C36-9298-3135C62A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BA0B6CD-A6C1-427A-AB84-5B76ACD2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82A8008-09B0-4121-B7A3-66F41113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这8个样本一共占多少byte？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8361B2A-65F6-4D65-BB2C-FA729B24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计数模型：4 Hz、2 s、16 bit / 样本、单声道。</a:t>
            </a:r>
          </a:p>
        </p:txBody>
      </p:sp>
      <p:sp>
        <p:nvSpPr>
          <p:cNvPr id="5" name="toy-time-0">
            <a:extLst xmlns:a="http://schemas.openxmlformats.org/drawingml/2006/main">
              <a:ext uri="{FF2B5EF4-FFF2-40B4-BE49-F238E27FC236}">
                <a16:creationId xmlns:a16="http://schemas.microsoft.com/office/drawing/2014/main" id="{B407F7AC-7869-4454-8309-5BB9D9F6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6" name="toy-sample-0">
            <a:extLst xmlns:a="http://schemas.openxmlformats.org/drawingml/2006/main">
              <a:ext uri="{FF2B5EF4-FFF2-40B4-BE49-F238E27FC236}">
                <a16:creationId xmlns:a16="http://schemas.microsoft.com/office/drawing/2014/main" id="{2529D5BA-0741-48E6-AFCF-ADCBA58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oy-width-0">
            <a:extLst xmlns:a="http://schemas.openxmlformats.org/drawingml/2006/main">
              <a:ext uri="{FF2B5EF4-FFF2-40B4-BE49-F238E27FC236}">
                <a16:creationId xmlns:a16="http://schemas.microsoft.com/office/drawing/2014/main" id="{C688E12C-4C15-4E1C-B2BF-94470ED6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8" name="toy-time-1">
            <a:extLst xmlns:a="http://schemas.openxmlformats.org/drawingml/2006/main">
              <a:ext uri="{FF2B5EF4-FFF2-40B4-BE49-F238E27FC236}">
                <a16:creationId xmlns:a16="http://schemas.microsoft.com/office/drawing/2014/main" id="{97F1BDA2-DF8D-49BA-B33D-5CC26B6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9" name="toy-sample-1">
            <a:extLst xmlns:a="http://schemas.openxmlformats.org/drawingml/2006/main">
              <a:ext uri="{FF2B5EF4-FFF2-40B4-BE49-F238E27FC236}">
                <a16:creationId xmlns:a16="http://schemas.microsoft.com/office/drawing/2014/main" id="{B49B6EED-9069-4398-80D5-A6A885E0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oy-width-1">
            <a:extLst xmlns:a="http://schemas.openxmlformats.org/drawingml/2006/main">
              <a:ext uri="{FF2B5EF4-FFF2-40B4-BE49-F238E27FC236}">
                <a16:creationId xmlns:a16="http://schemas.microsoft.com/office/drawing/2014/main" id="{640AE715-EDEE-4588-A59F-1E5F4AC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1" name="toy-time-2">
            <a:extLst xmlns:a="http://schemas.openxmlformats.org/drawingml/2006/main">
              <a:ext uri="{FF2B5EF4-FFF2-40B4-BE49-F238E27FC236}">
                <a16:creationId xmlns:a16="http://schemas.microsoft.com/office/drawing/2014/main" id="{9E5FF6B9-88BE-4146-A2CD-2058DFD6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12" name="toy-sample-2">
            <a:extLst xmlns:a="http://schemas.openxmlformats.org/drawingml/2006/main">
              <a:ext uri="{FF2B5EF4-FFF2-40B4-BE49-F238E27FC236}">
                <a16:creationId xmlns:a16="http://schemas.microsoft.com/office/drawing/2014/main" id="{A7EC719D-54AF-4D62-95AB-4FB62876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oy-width-2">
            <a:extLst xmlns:a="http://schemas.openxmlformats.org/drawingml/2006/main">
              <a:ext uri="{FF2B5EF4-FFF2-40B4-BE49-F238E27FC236}">
                <a16:creationId xmlns:a16="http://schemas.microsoft.com/office/drawing/2014/main" id="{58B2B1D0-795A-4497-A720-9754D229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4" name="toy-time-3">
            <a:extLst xmlns:a="http://schemas.openxmlformats.org/drawingml/2006/main">
              <a:ext uri="{FF2B5EF4-FFF2-40B4-BE49-F238E27FC236}">
                <a16:creationId xmlns:a16="http://schemas.microsoft.com/office/drawing/2014/main" id="{D3B3B6E3-262A-4DEC-9E14-EE3E4CFA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0.75</a:t>
            </a:r>
          </a:p>
        </p:txBody>
      </p:sp>
      <p:sp>
        <p:nvSpPr>
          <p:cNvPr id="15" name="toy-sample-3">
            <a:extLst xmlns:a="http://schemas.openxmlformats.org/drawingml/2006/main">
              <a:ext uri="{FF2B5EF4-FFF2-40B4-BE49-F238E27FC236}">
                <a16:creationId xmlns:a16="http://schemas.microsoft.com/office/drawing/2014/main" id="{E7766487-7DE2-4B3C-B01A-115533FE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oy-width-3">
            <a:extLst xmlns:a="http://schemas.openxmlformats.org/drawingml/2006/main">
              <a:ext uri="{FF2B5EF4-FFF2-40B4-BE49-F238E27FC236}">
                <a16:creationId xmlns:a16="http://schemas.microsoft.com/office/drawing/2014/main" id="{7A45FE8B-A7B3-40E7-90A3-6C412CA9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17" name="toy-time-4">
            <a:extLst xmlns:a="http://schemas.openxmlformats.org/drawingml/2006/main">
              <a:ext uri="{FF2B5EF4-FFF2-40B4-BE49-F238E27FC236}">
                <a16:creationId xmlns:a16="http://schemas.microsoft.com/office/drawing/2014/main" id="{4880C459-B52D-4082-B448-2ED2E860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</a:t>
            </a:r>
          </a:p>
        </p:txBody>
      </p:sp>
      <p:sp>
        <p:nvSpPr>
          <p:cNvPr id="18" name="toy-sample-4">
            <a:extLst xmlns:a="http://schemas.openxmlformats.org/drawingml/2006/main">
              <a:ext uri="{FF2B5EF4-FFF2-40B4-BE49-F238E27FC236}">
                <a16:creationId xmlns:a16="http://schemas.microsoft.com/office/drawing/2014/main" id="{2E4694D7-9262-4139-A078-CC3546B2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oy-width-4">
            <a:extLst xmlns:a="http://schemas.openxmlformats.org/drawingml/2006/main">
              <a:ext uri="{FF2B5EF4-FFF2-40B4-BE49-F238E27FC236}">
                <a16:creationId xmlns:a16="http://schemas.microsoft.com/office/drawing/2014/main" id="{6DA1C54F-DB40-4C47-9154-1891A671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0" name="toy-time-5">
            <a:extLst xmlns:a="http://schemas.openxmlformats.org/drawingml/2006/main">
              <a:ext uri="{FF2B5EF4-FFF2-40B4-BE49-F238E27FC236}">
                <a16:creationId xmlns:a16="http://schemas.microsoft.com/office/drawing/2014/main" id="{3B6EFBA9-FB9F-4352-89BC-6744D83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1.25</a:t>
            </a:r>
          </a:p>
        </p:txBody>
      </p:sp>
      <p:sp>
        <p:nvSpPr>
          <p:cNvPr id="21" name="toy-sample-5">
            <a:extLst xmlns:a="http://schemas.openxmlformats.org/drawingml/2006/main">
              <a:ext uri="{FF2B5EF4-FFF2-40B4-BE49-F238E27FC236}">
                <a16:creationId xmlns:a16="http://schemas.microsoft.com/office/drawing/2014/main" id="{9B2939A2-0A71-43D0-BAFE-46286BDB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oy-width-5">
            <a:extLst xmlns:a="http://schemas.openxmlformats.org/drawingml/2006/main">
              <a:ext uri="{FF2B5EF4-FFF2-40B4-BE49-F238E27FC236}">
                <a16:creationId xmlns:a16="http://schemas.microsoft.com/office/drawing/2014/main" id="{696AC883-A23F-43B9-9566-26CF331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3" name="toy-time-6">
            <a:extLst xmlns:a="http://schemas.openxmlformats.org/drawingml/2006/main">
              <a:ext uri="{FF2B5EF4-FFF2-40B4-BE49-F238E27FC236}">
                <a16:creationId xmlns:a16="http://schemas.microsoft.com/office/drawing/2014/main" id="{5073FBE0-C158-4B54-8832-AFCEEF13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1.5</a:t>
            </a:r>
          </a:p>
        </p:txBody>
      </p:sp>
      <p:sp>
        <p:nvSpPr>
          <p:cNvPr id="24" name="toy-sample-6">
            <a:extLst xmlns:a="http://schemas.openxmlformats.org/drawingml/2006/main">
              <a:ext uri="{FF2B5EF4-FFF2-40B4-BE49-F238E27FC236}">
                <a16:creationId xmlns:a16="http://schemas.microsoft.com/office/drawing/2014/main" id="{12EB1957-37EB-4084-B8D8-5701402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oy-width-6">
            <a:extLst xmlns:a="http://schemas.openxmlformats.org/drawingml/2006/main">
              <a:ext uri="{FF2B5EF4-FFF2-40B4-BE49-F238E27FC236}">
                <a16:creationId xmlns:a16="http://schemas.microsoft.com/office/drawing/2014/main" id="{FACB0219-F36B-4D8E-96B3-B4865C6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6" name="toy-time-7">
            <a:extLst xmlns:a="http://schemas.openxmlformats.org/drawingml/2006/main">
              <a:ext uri="{FF2B5EF4-FFF2-40B4-BE49-F238E27FC236}">
                <a16:creationId xmlns:a16="http://schemas.microsoft.com/office/drawing/2014/main" id="{AC1CEA52-4CFA-443A-9E34-4FCB21AE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102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1.75</a:t>
            </a:r>
          </a:p>
        </p:txBody>
      </p:sp>
      <p:sp>
        <p:nvSpPr>
          <p:cNvPr id="27" name="toy-sample-7">
            <a:extLst xmlns:a="http://schemas.openxmlformats.org/drawingml/2006/main">
              <a:ext uri="{FF2B5EF4-FFF2-40B4-BE49-F238E27FC236}">
                <a16:creationId xmlns:a16="http://schemas.microsoft.com/office/drawing/2014/main" id="{2E4C1364-4B39-4E83-8EA7-01E8067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028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oy-width-7">
            <a:extLst xmlns:a="http://schemas.openxmlformats.org/drawingml/2006/main">
              <a:ext uri="{FF2B5EF4-FFF2-40B4-BE49-F238E27FC236}">
                <a16:creationId xmlns:a16="http://schemas.microsoft.com/office/drawing/2014/main" id="{02E8AC5F-BBE6-4E52-ACC2-809E9EBF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813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 bit</a:t>
            </a:r>
          </a:p>
        </p:txBody>
      </p:sp>
      <p:sp>
        <p:nvSpPr>
          <p:cNvPr id="29" name="toy-time-unit">
            <a:extLst xmlns:a="http://schemas.openxmlformats.org/drawingml/2006/main">
              <a:ext uri="{FF2B5EF4-FFF2-40B4-BE49-F238E27FC236}">
                <a16:creationId xmlns:a16="http://schemas.microsoft.com/office/drawing/2014/main" id="{3E0F6E84-E920-4892-9B8F-B4CDC9FA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s</a:t>
            </a:r>
          </a:p>
        </p:txBody>
      </p:sp>
      <p:sp>
        <p:nvSpPr>
          <p:cNvPr id="30" name="toy-timeline">
            <a:extLst xmlns:a="http://schemas.openxmlformats.org/drawingml/2006/main">
              <a:ext uri="{FF2B5EF4-FFF2-40B4-BE49-F238E27FC236}">
                <a16:creationId xmlns:a16="http://schemas.microsoft.com/office/drawing/2014/main" id="{73597F40-00FF-426D-B3BD-9BF7EC9C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9448800" cy="9525"/>
          </a:xfrm>
          <a:custGeom xmlns:a="http://schemas.openxmlformats.org/drawingml/2006/main">
            <a:pathLst>
              <a:path w="9448800" h="9525">
                <a:moveTo>
                  <a:pt x="0" y="0"/>
                </a:moveTo>
                <a:lnTo>
                  <a:pt x="944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1" name="toy-expand-heading">
            <a:extLst xmlns:a="http://schemas.openxmlformats.org/drawingml/2006/main">
              <a:ext uri="{FF2B5EF4-FFF2-40B4-BE49-F238E27FC236}">
                <a16:creationId xmlns:a16="http://schemas.microsoft.com/office/drawing/2014/main" id="{ECB8DF2A-2E3D-4C53-A081-29675B8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展开一个样本：每格1 bit</a:t>
            </a:r>
          </a:p>
        </p:txBody>
      </p:sp>
      <p:sp>
        <p:nvSpPr>
          <p:cNvPr id="32" name="toy-expanded-bit-0">
            <a:extLst xmlns:a="http://schemas.openxmlformats.org/drawingml/2006/main">
              <a:ext uri="{FF2B5EF4-FFF2-40B4-BE49-F238E27FC236}">
                <a16:creationId xmlns:a16="http://schemas.microsoft.com/office/drawing/2014/main" id="{5A676988-BB9A-4D44-83D3-4CE4500D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3" name="toy-expanded-bit-1">
            <a:extLst xmlns:a="http://schemas.openxmlformats.org/drawingml/2006/main">
              <a:ext uri="{FF2B5EF4-FFF2-40B4-BE49-F238E27FC236}">
                <a16:creationId xmlns:a16="http://schemas.microsoft.com/office/drawing/2014/main" id="{FEAEC99F-8EC7-4863-B0AF-BA2CD880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4" name="toy-expanded-bit-2">
            <a:extLst xmlns:a="http://schemas.openxmlformats.org/drawingml/2006/main">
              <a:ext uri="{FF2B5EF4-FFF2-40B4-BE49-F238E27FC236}">
                <a16:creationId xmlns:a16="http://schemas.microsoft.com/office/drawing/2014/main" id="{157BB064-C92E-4BDF-8CBB-C1D9AA7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5" name="toy-expanded-bit-3">
            <a:extLst xmlns:a="http://schemas.openxmlformats.org/drawingml/2006/main">
              <a:ext uri="{FF2B5EF4-FFF2-40B4-BE49-F238E27FC236}">
                <a16:creationId xmlns:a16="http://schemas.microsoft.com/office/drawing/2014/main" id="{985ABD49-E61A-4357-BE80-6ED79E4C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6" name="toy-expanded-bit-4">
            <a:extLst xmlns:a="http://schemas.openxmlformats.org/drawingml/2006/main">
              <a:ext uri="{FF2B5EF4-FFF2-40B4-BE49-F238E27FC236}">
                <a16:creationId xmlns:a16="http://schemas.microsoft.com/office/drawing/2014/main" id="{F39FDB7B-7705-4025-B02A-03C6209C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7" name="toy-expanded-bit-5">
            <a:extLst xmlns:a="http://schemas.openxmlformats.org/drawingml/2006/main">
              <a:ext uri="{FF2B5EF4-FFF2-40B4-BE49-F238E27FC236}">
                <a16:creationId xmlns:a16="http://schemas.microsoft.com/office/drawing/2014/main" id="{A479CF5A-0485-42C4-BD63-33F4A39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8" name="toy-expanded-bit-6">
            <a:extLst xmlns:a="http://schemas.openxmlformats.org/drawingml/2006/main">
              <a:ext uri="{FF2B5EF4-FFF2-40B4-BE49-F238E27FC236}">
                <a16:creationId xmlns:a16="http://schemas.microsoft.com/office/drawing/2014/main" id="{D6CEE5DF-1FD5-4FA1-94D5-BBF7E36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39" name="toy-expanded-bit-7">
            <a:extLst xmlns:a="http://schemas.openxmlformats.org/drawingml/2006/main">
              <a:ext uri="{FF2B5EF4-FFF2-40B4-BE49-F238E27FC236}">
                <a16:creationId xmlns:a16="http://schemas.microsoft.com/office/drawing/2014/main" id="{069D1C10-A572-42A9-8E5E-9F17B28B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0" name="toy-expanded-bit-8">
            <a:extLst xmlns:a="http://schemas.openxmlformats.org/drawingml/2006/main">
              <a:ext uri="{FF2B5EF4-FFF2-40B4-BE49-F238E27FC236}">
                <a16:creationId xmlns:a16="http://schemas.microsoft.com/office/drawing/2014/main" id="{0392385E-1EDD-4C79-85B9-5C01A29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7C9B"/>
            </a:solidFill>
          </a:ln>
        </p:spPr>
      </p:sp>
      <p:sp>
        <p:nvSpPr>
          <p:cNvPr id="41" name="toy-expanded-bit-9">
            <a:extLst xmlns:a="http://schemas.openxmlformats.org/drawingml/2006/main">
              <a:ext uri="{FF2B5EF4-FFF2-40B4-BE49-F238E27FC236}">
                <a16:creationId xmlns:a16="http://schemas.microsoft.com/office/drawing/2014/main" id="{7D1CC8C7-67CE-49E9-8AF0-F44672CE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2" name="toy-expanded-bit-10">
            <a:extLst xmlns:a="http://schemas.openxmlformats.org/drawingml/2006/main">
              <a:ext uri="{FF2B5EF4-FFF2-40B4-BE49-F238E27FC236}">
                <a16:creationId xmlns:a16="http://schemas.microsoft.com/office/drawing/2014/main" id="{CCBBBC19-73C3-4F81-B33E-2AD0165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3" name="toy-expanded-bit-11">
            <a:extLst xmlns:a="http://schemas.openxmlformats.org/drawingml/2006/main">
              <a:ext uri="{FF2B5EF4-FFF2-40B4-BE49-F238E27FC236}">
                <a16:creationId xmlns:a16="http://schemas.microsoft.com/office/drawing/2014/main" id="{1FFA7164-0FFA-40F7-8218-3A6BC38E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4" name="toy-expanded-bit-12">
            <a:extLst xmlns:a="http://schemas.openxmlformats.org/drawingml/2006/main">
              <a:ext uri="{FF2B5EF4-FFF2-40B4-BE49-F238E27FC236}">
                <a16:creationId xmlns:a16="http://schemas.microsoft.com/office/drawing/2014/main" id="{F68715D5-97CC-4497-B0B8-0DF4486C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5" name="toy-expanded-bit-13">
            <a:extLst xmlns:a="http://schemas.openxmlformats.org/drawingml/2006/main">
              <a:ext uri="{FF2B5EF4-FFF2-40B4-BE49-F238E27FC236}">
                <a16:creationId xmlns:a16="http://schemas.microsoft.com/office/drawing/2014/main" id="{AE847EA1-091A-455E-A286-AD06B0A6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6" name="toy-expanded-bit-14">
            <a:extLst xmlns:a="http://schemas.openxmlformats.org/drawingml/2006/main">
              <a:ext uri="{FF2B5EF4-FFF2-40B4-BE49-F238E27FC236}">
                <a16:creationId xmlns:a16="http://schemas.microsoft.com/office/drawing/2014/main" id="{3799E236-3D85-48F8-A7D5-E4633E57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7" name="toy-expanded-bit-15">
            <a:extLst xmlns:a="http://schemas.openxmlformats.org/drawingml/2006/main">
              <a:ext uri="{FF2B5EF4-FFF2-40B4-BE49-F238E27FC236}">
                <a16:creationId xmlns:a16="http://schemas.microsoft.com/office/drawing/2014/main" id="{C0D955E3-CF95-40FB-A91E-D1EAA228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48200"/>
            <a:ext cx="257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64E1"/>
            </a:solidFill>
          </a:ln>
        </p:spPr>
      </p:sp>
      <p:sp>
        <p:nvSpPr>
          <p:cNvPr id="48" name="toy-expanded-byte-boundary">
            <a:extLst xmlns:a="http://schemas.openxmlformats.org/drawingml/2006/main">
              <a:ext uri="{FF2B5EF4-FFF2-40B4-BE49-F238E27FC236}">
                <a16:creationId xmlns:a16="http://schemas.microsoft.com/office/drawing/2014/main" id="{BED81CB3-5BE2-49B4-AE53-B1C4112F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00575"/>
            <a:ext cx="9525" cy="476250"/>
          </a:xfrm>
          <a:custGeom xmlns:a="http://schemas.openxmlformats.org/drawingml/2006/main"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7C9B"/>
            </a:solidFill>
          </a:ln>
        </p:spPr>
      </p:sp>
      <p:sp>
        <p:nvSpPr>
          <p:cNvPr id="49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68E474AF-D838-4262-A483-1679E37D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0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00E7D0D4-213B-4990-8121-0599586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1" name="toy-expanded-byte-1">
            <a:extLst xmlns:a="http://schemas.openxmlformats.org/drawingml/2006/main">
              <a:ext uri="{FF2B5EF4-FFF2-40B4-BE49-F238E27FC236}">
                <a16:creationId xmlns:a16="http://schemas.microsoft.com/office/drawing/2014/main" id="{8121E4F6-4361-4701-9CA8-30BA0286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52" name="toy-expanded-byte-1-label">
            <a:extLst xmlns:a="http://schemas.openxmlformats.org/drawingml/2006/main">
              <a:ext uri="{FF2B5EF4-FFF2-40B4-BE49-F238E27FC236}">
                <a16:creationId xmlns:a16="http://schemas.microsoft.com/office/drawing/2014/main" id="{17F2366C-5B0A-4A61-AE44-00C1B814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3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F56FD0BB-16FC-49D9-80FF-8512654E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4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A81C4619-BAC1-48F8-B14D-BF8B0C1B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2057400" cy="9525"/>
          </a:xfrm>
          <a:custGeom xmlns:a="http://schemas.openxmlformats.org/drawingml/2006/main">
            <a:pathLst>
              <a:path w="2057400" h="9525">
                <a:moveTo>
                  <a:pt x="0" y="0"/>
                </a:moveTo>
                <a:lnTo>
                  <a:pt x="2057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5" name="toy-expanded-byte-2">
            <a:extLst xmlns:a="http://schemas.openxmlformats.org/drawingml/2006/main">
              <a:ext uri="{FF2B5EF4-FFF2-40B4-BE49-F238E27FC236}">
                <a16:creationId xmlns:a16="http://schemas.microsoft.com/office/drawing/2014/main" id="{92D5200A-543A-4EF0-B8C7-AB211BC5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007C9B"/>
            </a:solidFill>
          </a:ln>
        </p:spPr>
      </p:sp>
      <p:sp>
        <p:nvSpPr>
          <p:cNvPr id="56" name="toy-expanded-byte-2-label">
            <a:extLst xmlns:a="http://schemas.openxmlformats.org/drawingml/2006/main">
              <a:ext uri="{FF2B5EF4-FFF2-40B4-BE49-F238E27FC236}">
                <a16:creationId xmlns:a16="http://schemas.microsoft.com/office/drawing/2014/main" id="{53740AA6-6E12-46C5-BB9B-9EDD5325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006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bit＝1 B</a:t>
            </a:r>
          </a:p>
        </p:txBody>
      </p:sp>
      <p:sp>
        <p:nvSpPr>
          <p:cNvPr id="57" name="toy-total">
            <a:extLst xmlns:a="http://schemas.openxmlformats.org/drawingml/2006/main">
              <a:ext uri="{FF2B5EF4-FFF2-40B4-BE49-F238E27FC236}">
                <a16:creationId xmlns:a16="http://schemas.microsoft.com/office/drawing/2014/main" id="{CE317411-A49E-4D97-BD8A-42A336A8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8个样本 × 2 B / 样本＝16 B</a:t>
            </a:r>
          </a:p>
        </p:txBody>
      </p:sp>
    </p:spTree>
    <p:extLst>
      <p:ext uri="{BB962C8B-B14F-4D97-AF65-F5344CB8AC3E}">
        <p14:creationId xmlns:p14="http://schemas.microsoft.com/office/powerpoint/2010/main" val="10455207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op-rail">
            <a:extLst xmlns:a="http://schemas.openxmlformats.org/drawingml/2006/main">
              <a:ext uri="{FF2B5EF4-FFF2-40B4-BE49-F238E27FC236}">
                <a16:creationId xmlns:a16="http://schemas.microsoft.com/office/drawing/2014/main" id="{8B2C7096-BFBB-4C1A-8C91-30DBFB5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69CDA-A7B0-4F1E-81FC-BEBF8A3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3031D7D-C02E-47B1-A645-EF042EE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7F35AB-2D57-4B9A-958A-9F5779C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A1643BF4-7EA3-4BDE-8D8F-B24CBA4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FB2B3B7-EFB8-471A-B4B2-71CEE8B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B22453-B0DC-4EEC-A79D-966DE8A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7D89F0C-32A4-42F4-AB19-4AB80B7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7467DDF-8C8A-436B-8A9D-D587E85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329289-B2F6-4C20-84DB-CFA4B44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3644171-64C2-49C1-8CE2-353B245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31923B3-16D2-42D6-AE99-B4252DB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EF1A2DB-BEDF-4211-836D-D0FC3AA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FBDD298-3BE2-48F3-A25A-B0CCD4A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BAAE5D87-0F8E-4C02-9DF0-690C12B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EB401755-5F34-417D-B468-FA37595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3BF5CF6-A786-40CE-A9BB-90D001B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732F252-4BDD-4555-A8BD-29667D60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1FFC823-0CD8-46B5-8A80-C5D300F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1F5B6F7-C30B-4A91-AAB3-512C540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D9C6448-53E3-459B-AD73-A9172C2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0BEB77-A7A1-4AD2-83E7-1D3F5B9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1683B47-14B1-4FFF-B67E-049DC10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A4F3B2-CF08-40F8-90B8-D21BB95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6660AAB-E69A-4A15-9DA9-94A84A1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AF288819-6414-473A-97AE-18580E8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39E5892-9771-4D3A-A879-7DAD04E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855093A-3B4F-4836-B579-19EAE04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B57213AE-AD89-47C7-ADFB-6829B6A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C6B73CD0-1CF2-4C11-A4CC-D7DFFE3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C011302-E8FA-44CE-81DB-4740F20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201835659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8B2C7096-BFBB-4C1A-8C91-30DBFB5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69CDA-A7B0-4F1E-81FC-BEBF8A3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3031D7D-C02E-47B1-A645-EF042EE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7F35AB-2D57-4B9A-958A-9F5779C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A1643BF4-7EA3-4BDE-8D8F-B24CBA4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FB2B3B7-EFB8-471A-B4B2-71CEE8B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B22453-B0DC-4EEC-A79D-966DE8A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7D89F0C-32A4-42F4-AB19-4AB80B7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7467DDF-8C8A-436B-8A9D-D587E85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329289-B2F6-4C20-84DB-CFA4B44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3644171-64C2-49C1-8CE2-353B245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31923B3-16D2-42D6-AE99-B4252DB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EF1A2DB-BEDF-4211-836D-D0FC3AA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FBDD298-3BE2-48F3-A25A-B0CCD4A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BAAE5D87-0F8E-4C02-9DF0-690C12B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EB401755-5F34-417D-B468-FA37595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3BF5CF6-A786-40CE-A9BB-90D001B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732F252-4BDD-4555-A8BD-29667D60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1FFC823-0CD8-46B5-8A80-C5D300F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1F5B6F7-C30B-4A91-AAB3-512C540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D9C6448-53E3-459B-AD73-A9172C2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0BEB77-A7A1-4AD2-83E7-1D3F5B9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1683B47-14B1-4FFF-B67E-049DC10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A4F3B2-CF08-40F8-90B8-D21BB95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6660AAB-E69A-4A15-9DA9-94A84A1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AF288819-6414-473A-97AE-18580E8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39E5892-9771-4D3A-A879-7DAD04E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855093A-3B4F-4836-B579-19EAE04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B57213AE-AD89-47C7-ADFB-6829B6A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C6B73CD0-1CF2-4C11-A4CC-D7DFFE3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C011302-E8FA-44CE-81DB-4740F20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7B42E77E-6719-4EA3-B1E3-D912C804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</p:spTree>
    <p:extLst>
      <p:ext uri="{BB962C8B-B14F-4D97-AF65-F5344CB8AC3E}">
        <p14:creationId xmlns:p14="http://schemas.microsoft.com/office/powerpoint/2010/main" val="20183565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op-rail">
            <a:extLst xmlns:a="http://schemas.openxmlformats.org/drawingml/2006/main">
              <a:ext uri="{FF2B5EF4-FFF2-40B4-BE49-F238E27FC236}">
                <a16:creationId xmlns:a16="http://schemas.microsoft.com/office/drawing/2014/main" id="{8B2C7096-BFBB-4C1A-8C91-30DBFB5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69CDA-A7B0-4F1E-81FC-BEBF8A3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3031D7D-C02E-47B1-A645-EF042EE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7F35AB-2D57-4B9A-958A-9F5779C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A1643BF4-7EA3-4BDE-8D8F-B24CBA4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FB2B3B7-EFB8-471A-B4B2-71CEE8B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B22453-B0DC-4EEC-A79D-966DE8A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7D89F0C-32A4-42F4-AB19-4AB80B7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7467DDF-8C8A-436B-8A9D-D587E85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329289-B2F6-4C20-84DB-CFA4B44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3644171-64C2-49C1-8CE2-353B245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31923B3-16D2-42D6-AE99-B4252DB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EF1A2DB-BEDF-4211-836D-D0FC3AA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FBDD298-3BE2-48F3-A25A-B0CCD4A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BAAE5D87-0F8E-4C02-9DF0-690C12B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EB401755-5F34-417D-B468-FA37595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3BF5CF6-A786-40CE-A9BB-90D001B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732F252-4BDD-4555-A8BD-29667D60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1FFC823-0CD8-46B5-8A80-C5D300F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1F5B6F7-C30B-4A91-AAB3-512C540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D9C6448-53E3-459B-AD73-A9172C2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0BEB77-A7A1-4AD2-83E7-1D3F5B9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1683B47-14B1-4FFF-B67E-049DC10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A4F3B2-CF08-40F8-90B8-D21BB95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6660AAB-E69A-4A15-9DA9-94A84A1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AF288819-6414-473A-97AE-18580E8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39E5892-9771-4D3A-A879-7DAD04E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855093A-3B4F-4836-B579-19EAE04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B57213AE-AD89-47C7-ADFB-6829B6A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C6B73CD0-1CF2-4C11-A4CC-D7DFFE3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C011302-E8FA-44CE-81DB-4740F20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7B42E77E-6719-4EA3-B1E3-D912C804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BCBB340D-F690-4286-94BD-3FD92C58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</p:spTree>
    <p:extLst>
      <p:ext uri="{BB962C8B-B14F-4D97-AF65-F5344CB8AC3E}">
        <p14:creationId xmlns:p14="http://schemas.microsoft.com/office/powerpoint/2010/main" val="20183565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-rail">
            <a:extLst xmlns:a="http://schemas.openxmlformats.org/drawingml/2006/main">
              <a:ext uri="{FF2B5EF4-FFF2-40B4-BE49-F238E27FC236}">
                <a16:creationId xmlns:a16="http://schemas.microsoft.com/office/drawing/2014/main" id="{8B2C7096-BFBB-4C1A-8C91-30DBFB5F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C969CDA-A7B0-4F1E-81FC-BEBF8A3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3031D7D-C02E-47B1-A645-EF042EE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2秒单声道PCM，需要多少样本数据？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B7F35AB-2D57-4B9A-958A-9F5779C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样本｜单声道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A1643BF4-7EA3-4BDE-8D8F-B24CBA48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28925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BFB2B3B7-EFB8-471A-B4B2-71CEE8B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FB22453-B0DC-4EEC-A79D-966DE8A1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7D89F0C-32A4-42F4-AB19-4AB80B79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F7467DDF-8C8A-436B-8A9D-D587E855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56329289-B2F6-4C20-84DB-CFA4B44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3644171-64C2-49C1-8CE2-353B2457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31923B3-16D2-42D6-AE99-B4252DBA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EF1A2DB-BEDF-4211-836D-D0FC3AAA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DFBDD298-3BE2-48F3-A25A-B0CCD4AF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5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BAAE5D87-0F8E-4C02-9DF0-690C12BE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6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EB401755-5F34-417D-B468-FA37595F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7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3BF5CF6-A786-40CE-A9BB-90D001B5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18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732F252-4BDD-4555-A8BD-29667D60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526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1FFC823-0CD8-46B5-8A80-C5D300F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C1F5B6F7-C30B-4A91-AAB3-512C540E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D9C6448-53E3-459B-AD73-A9172C2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C0BEB77-A7A1-4AD2-83E7-1D3F5B90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3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1683B47-14B1-4FFF-B67E-049DC101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2895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2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AA4F3B2-CF08-40F8-90B8-D21BB951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0375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16660AAB-E69A-4A15-9DA9-94A84A1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000375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6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AF288819-6414-473A-97AE-18580E8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7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39E5892-9771-4D3A-A879-7DAD04E0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8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855093A-3B4F-4836-B579-19EAE04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004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9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B57213AE-AD89-47C7-ADFB-6829B6A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30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C6B73CD0-1CF2-4C11-A4CC-D7DFFE39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单声道</a:t>
            </a:r>
          </a:p>
        </p:txBody>
      </p:sp>
      <p:sp>
        <p:nvSpPr>
          <p:cNvPr id="31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EC011302-E8FA-44CE-81DB-4740F20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32" name="answer-1">
            <a:extLst xmlns:a="http://schemas.openxmlformats.org/drawingml/2006/main">
              <a:ext uri="{FF2B5EF4-FFF2-40B4-BE49-F238E27FC236}">
                <a16:creationId xmlns:a16="http://schemas.microsoft.com/office/drawing/2014/main" id="{7B42E77E-6719-4EA3-B1E3-D912C804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8,000 个/秒 × 2 秒＝16,000个样本。</a:t>
            </a:r>
          </a:p>
        </p:txBody>
      </p:sp>
      <p:sp>
        <p:nvSpPr>
          <p:cNvPr id="33" name="sample-width-answer">
            <a:extLst xmlns:a="http://schemas.openxmlformats.org/drawingml/2006/main">
              <a:ext uri="{FF2B5EF4-FFF2-40B4-BE49-F238E27FC236}">
                <a16:creationId xmlns:a16="http://schemas.microsoft.com/office/drawing/2014/main" id="{BCBB340D-F690-4286-94BD-3FD92C58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 bit / 样本 ÷ 8＝2 B / 样本</a:t>
            </a:r>
          </a:p>
        </p:txBody>
      </p:sp>
      <p:sp>
        <p:nvSpPr>
          <p:cNvPr id="34" name="pcm-payload-result">
            <a:extLst xmlns:a="http://schemas.openxmlformats.org/drawingml/2006/main">
              <a:ext uri="{FF2B5EF4-FFF2-40B4-BE49-F238E27FC236}">
                <a16:creationId xmlns:a16="http://schemas.microsoft.com/office/drawing/2014/main" id="{24E22F83-A04C-4045-89D4-05D1E14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16,000个样本 × 2 B / 样本＝32,000 B</a:t>
            </a:r>
          </a:p>
        </p:txBody>
      </p:sp>
    </p:spTree>
    <p:extLst>
      <p:ext uri="{BB962C8B-B14F-4D97-AF65-F5344CB8AC3E}">
        <p14:creationId xmlns:p14="http://schemas.microsoft.com/office/powerpoint/2010/main" val="201835659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top-rail">
            <a:extLst xmlns:a="http://schemas.openxmlformats.org/drawingml/2006/main">
              <a:ext uri="{FF2B5EF4-FFF2-40B4-BE49-F238E27FC236}">
                <a16:creationId xmlns:a16="http://schemas.microsoft.com/office/drawing/2014/main" id="{400E5165-E5D0-4283-ADC6-F734E70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7DF3335-34BB-4CB8-92B7-0B76A739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19F5BBF-ED6E-48B6-A50D-156E4CD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864BFE-AF99-4A11-AEEB-DB20DB2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31124584-F668-4E14-BA54-98D76DAE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8B7ACBC-D17D-40BA-8ABE-16BC40F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BBB4D1B3-7D20-4BD6-B04C-3C8804A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AC3E60DD-B5C9-4691-9E85-C1A86750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55FC455-8160-41AE-9364-D381F01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53FA0BC-B9E8-4AFE-9783-1264462B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F51B92B0-6A7C-4B45-962E-BCD925D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14F3B77-3ED6-460F-B983-EDA767E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6B2058D-CC2D-4FB0-92C3-69370E7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FC96FBB-BD3C-4102-AC84-BEA44F6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5B80C11-86CF-441E-AC67-463143A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02A5349-34EB-46F1-AEA2-5340348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6659E5-9B83-48DB-9F49-09D36EAC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41154802-0E1F-4BC5-AD39-786E87D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EB8AF26-87A9-4A57-AE62-97AE4B0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29C94E7-E656-41A1-8189-50B4FCC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99791A97-9093-4C0C-A403-8BBA4E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9E082A34-F628-48BA-A88A-255D9A3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0730238C-DE2B-44DF-955F-BE29E7D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A6AB182-FE3B-44AB-BCE1-A2256BB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CE3D764-AFA5-4AE1-B123-9716AB7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D8DB8C9-5E43-450F-B95A-B30DC47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A2E6029-C489-496D-91EB-4A6E5C31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53219B8-9632-4D77-ABB8-B509A171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C88082D-B49E-41E8-BBB4-460C11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5B3CD38-2C9D-4DA0-804E-1EA91F0F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26DB8C0-06B6-40CA-AF55-B88DCD1C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20249FC-F2C3-4DF1-A434-4326DF6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B7B7950-DC71-471F-AEFC-AE47008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D6AEE50-B64E-4CE9-919B-242BA142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E186DD0-B19B-4655-BCAC-F6FA561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EF1CCFD-AF3C-4326-861C-9D8B146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7F08AC2-47A4-43A7-8AF0-691D1A2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BBDDFBA-6170-4103-A516-54251956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297D146-A30A-4EC0-A60F-55DECD1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D04D5D36-5A4A-4BDA-997A-C34C748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DAFB434-F3DB-42FE-BA96-DADBDD0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519D9145-8D53-4DD2-A33B-89ADA70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ED566505-CC2B-4CEB-8941-3DE0094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30B5E463-31F9-4BEE-8883-8BEBCE9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A5BA5517-5406-4ADF-9EE2-78DBC44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559649B8-7EF1-4161-9283-22ED608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</p:spTree>
    <p:extLst>
      <p:ext uri="{BB962C8B-B14F-4D97-AF65-F5344CB8AC3E}">
        <p14:creationId xmlns:p14="http://schemas.microsoft.com/office/powerpoint/2010/main" val="2176848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rail">
            <a:extLst xmlns:a="http://schemas.openxmlformats.org/drawingml/2006/main">
              <a:ext uri="{FF2B5EF4-FFF2-40B4-BE49-F238E27FC236}">
                <a16:creationId xmlns:a16="http://schemas.microsoft.com/office/drawing/2014/main" id="{400E5165-E5D0-4283-ADC6-F734E70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7DF3335-34BB-4CB8-92B7-0B76A739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19F5BBF-ED6E-48B6-A50D-156E4CD9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增加右声道，哪些记录多了一份？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864BFE-AF99-4A11-AEEB-DB20DB25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8,000 Hz｜2 s｜16 bit / 样本｜双声道</a:t>
            </a:r>
          </a:p>
        </p:txBody>
      </p:sp>
      <p:sp>
        <p:nvSpPr>
          <p:cNvPr id="5" name="recording-time-axis">
            <a:extLst xmlns:a="http://schemas.openxmlformats.org/drawingml/2006/main">
              <a:ext uri="{FF2B5EF4-FFF2-40B4-BE49-F238E27FC236}">
                <a16:creationId xmlns:a16="http://schemas.microsoft.com/office/drawing/2014/main" id="{31124584-F668-4E14-BA54-98D76DAE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09850"/>
            <a:ext cx="8953500" cy="9525"/>
          </a:xfrm>
          <a:custGeom xmlns:a="http://schemas.openxmlformats.org/drawingml/2006/main">
            <a:pathLst>
              <a:path w="8953500" h="9525">
                <a:moveTo>
                  <a:pt x="0" y="0"/>
                </a:moveTo>
                <a:lnTo>
                  <a:pt x="895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2626"/>
            </a:solidFill>
          </a:ln>
        </p:spPr>
      </p:sp>
      <p:sp>
        <p:nvSpPr>
          <p:cNvPr id="6" name="second-label-0">
            <a:extLst xmlns:a="http://schemas.openxmlformats.org/drawingml/2006/main">
              <a:ext uri="{FF2B5EF4-FFF2-40B4-BE49-F238E27FC236}">
                <a16:creationId xmlns:a16="http://schemas.microsoft.com/office/drawing/2014/main" id="{A8B7ACBC-D17D-40BA-8ABE-16BC40FB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第1秒</a:t>
            </a:r>
          </a:p>
        </p:txBody>
      </p:sp>
      <p:sp>
        <p:nvSpPr>
          <p:cNvPr id="7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BBB4D1B3-7D20-4BD6-B04C-3C8804A2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AC3E60DD-B5C9-4691-9E85-C1A86750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855FC455-8160-41AE-9364-D381F01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53FA0BC-B9E8-4AFE-9783-1264462B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1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F51B92B0-6A7C-4B45-962E-BCD925DE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2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C14F3B77-3ED6-460F-B983-EDA767E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3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26B2058D-CC2D-4FB0-92C3-69370E7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14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FC96FBB-BD3C-4102-AC84-BEA44F61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5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F5B80C11-86CF-441E-AC67-463143A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502A5349-34EB-46F1-AEA2-5340348C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1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656659E5-9B83-48DB-9F49-09D36EAC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18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41154802-0E1F-4BC5-AD39-786E87D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19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EB8AF26-87A9-4A57-AE62-97AE4B0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20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729C94E7-E656-41A1-8189-50B4FCC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21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99791A97-9093-4C0C-A403-8BBA4E8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2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9E082A34-F628-48BA-A88A-255D9A3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3" name="second-count-0">
            <a:extLst xmlns:a="http://schemas.openxmlformats.org/drawingml/2006/main">
              <a:ext uri="{FF2B5EF4-FFF2-40B4-BE49-F238E27FC236}">
                <a16:creationId xmlns:a16="http://schemas.microsoft.com/office/drawing/2014/main" id="{0730238C-DE2B-44DF-955F-BE29E7DE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4" name="second-count-0-label">
            <a:extLst xmlns:a="http://schemas.openxmlformats.org/drawingml/2006/main">
              <a:ext uri="{FF2B5EF4-FFF2-40B4-BE49-F238E27FC236}">
                <a16:creationId xmlns:a16="http://schemas.microsoft.com/office/drawing/2014/main" id="{DA6AB182-FE3B-44AB-BCE1-A2256BBA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25" name="second-label-1">
            <a:extLst xmlns:a="http://schemas.openxmlformats.org/drawingml/2006/main">
              <a:ext uri="{FF2B5EF4-FFF2-40B4-BE49-F238E27FC236}">
                <a16:creationId xmlns:a16="http://schemas.microsoft.com/office/drawing/2014/main" id="{8CE3D764-AFA5-4AE1-B123-9716AB72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第2秒</a:t>
            </a:r>
          </a:p>
        </p:txBody>
      </p:sp>
      <p:sp>
        <p:nvSpPr>
          <p:cNvPr id="26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DD8DB8C9-5E43-450F-B95A-B30DC47A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EA2E6029-C489-496D-91EB-4A6E5C31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2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453219B8-9632-4D77-ABB8-B509A171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C88082D-B49E-41E8-BBB4-460C119A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0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C5B3CD38-2C9D-4DA0-804E-1EA91F0F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98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1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926DB8C0-06B6-40CA-AF55-B88DCD1C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2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420249FC-F2C3-4DF1-A434-4326DF67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7813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C64E1"/>
            </a:solidFill>
          </a:ln>
        </p:spPr>
      </p:sp>
      <p:sp>
        <p:nvSpPr>
          <p:cNvPr id="33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2B7B7950-DC71-471F-AEFC-AE47008F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4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3D6AEE50-B64E-4CE9-919B-242BA142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5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7E186DD0-B19B-4655-BCAC-F6FA561A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6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EF1CCFD-AF3C-4326-861C-9D8B146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37" name="omitted-samples">
            <a:extLst xmlns:a="http://schemas.openxmlformats.org/drawingml/2006/main">
              <a:ext uri="{FF2B5EF4-FFF2-40B4-BE49-F238E27FC236}">
                <a16:creationId xmlns:a16="http://schemas.microsoft.com/office/drawing/2014/main" id="{37F08AC2-47A4-43A7-8AF0-691D1A23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48075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…</a:t>
            </a:r>
          </a:p>
        </p:txBody>
      </p:sp>
      <p:sp>
        <p:nvSpPr>
          <p:cNvPr id="38" name="stored-sample-cell">
            <a:extLst xmlns:a="http://schemas.openxmlformats.org/drawingml/2006/main">
              <a:ext uri="{FF2B5EF4-FFF2-40B4-BE49-F238E27FC236}">
                <a16:creationId xmlns:a16="http://schemas.microsoft.com/office/drawing/2014/main" id="{EBBDDFBA-6170-4103-A516-54251956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195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C9B"/>
            </a:solidFill>
          </a:ln>
        </p:spPr>
      </p:sp>
      <p:sp>
        <p:nvSpPr>
          <p:cNvPr id="39" name="two-byte-divider">
            <a:extLst xmlns:a="http://schemas.openxmlformats.org/drawingml/2006/main">
              <a:ext uri="{FF2B5EF4-FFF2-40B4-BE49-F238E27FC236}">
                <a16:creationId xmlns:a16="http://schemas.microsoft.com/office/drawing/2014/main" id="{0297D146-A30A-4EC0-A60F-55DECD1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619500"/>
            <a:ext cx="9525" cy="514350"/>
          </a:xfrm>
          <a:custGeom xmlns:a="http://schemas.openxmlformats.org/drawingml/2006/main">
            <a:pathLst>
              <a:path w="9525" h="514350">
                <a:moveTo>
                  <a:pt x="0" y="0"/>
                </a:moveTo>
                <a:lnTo>
                  <a:pt x="0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007C9B"/>
            </a:solidFill>
          </a:ln>
        </p:spPr>
      </p:sp>
      <p:sp>
        <p:nvSpPr>
          <p:cNvPr id="40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D04D5D36-5A4A-4BDA-997A-C34C748C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1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CDAFB434-F3DB-42FE-BA96-DADBDD0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95775"/>
            <a:ext cx="4248150" cy="9525"/>
          </a:xfrm>
          <a:custGeom xmlns:a="http://schemas.openxmlformats.org/drawingml/2006/main">
            <a:pathLst>
              <a:path w="4248150" h="9525">
                <a:moveTo>
                  <a:pt x="0" y="0"/>
                </a:moveTo>
                <a:lnTo>
                  <a:pt x="424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2" name="second-count-1">
            <a:extLst xmlns:a="http://schemas.openxmlformats.org/drawingml/2006/main">
              <a:ext uri="{FF2B5EF4-FFF2-40B4-BE49-F238E27FC236}">
                <a16:creationId xmlns:a16="http://schemas.microsoft.com/office/drawing/2014/main" id="{519D9145-8D53-4DD2-A33B-89ADA70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219575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43" name="second-count-1-label">
            <a:extLst xmlns:a="http://schemas.openxmlformats.org/drawingml/2006/main">
              <a:ext uri="{FF2B5EF4-FFF2-40B4-BE49-F238E27FC236}">
                <a16:creationId xmlns:a16="http://schemas.microsoft.com/office/drawing/2014/main" id="{ED566505-CC2B-4CEB-8941-3DE0094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91025"/>
            <a:ext cx="424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每声道8,000个样本</a:t>
            </a:r>
          </a:p>
        </p:txBody>
      </p:sp>
      <p:sp>
        <p:nvSpPr>
          <p:cNvPr id="44" name="channel-name-0">
            <a:extLst xmlns:a="http://schemas.openxmlformats.org/drawingml/2006/main">
              <a:ext uri="{FF2B5EF4-FFF2-40B4-BE49-F238E27FC236}">
                <a16:creationId xmlns:a16="http://schemas.microsoft.com/office/drawing/2014/main" id="{30B5E463-31F9-4BEE-8883-8BEBCE9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左声道 L</a:t>
            </a:r>
          </a:p>
        </p:txBody>
      </p:sp>
      <p:sp>
        <p:nvSpPr>
          <p:cNvPr id="45" name="channel-name-1">
            <a:extLst xmlns:a="http://schemas.openxmlformats.org/drawingml/2006/main">
              <a:ext uri="{FF2B5EF4-FFF2-40B4-BE49-F238E27FC236}">
                <a16:creationId xmlns:a16="http://schemas.microsoft.com/office/drawing/2014/main" id="{A5BA5517-5406-4ADF-9EE2-78DBC44A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右声道 R</a:t>
            </a:r>
          </a:p>
        </p:txBody>
      </p:sp>
      <p:sp>
        <p:nvSpPr>
          <p:cNvPr id="46" name="schematic-count-boundary">
            <a:extLst xmlns:a="http://schemas.openxmlformats.org/drawingml/2006/main">
              <a:ext uri="{FF2B5EF4-FFF2-40B4-BE49-F238E27FC236}">
                <a16:creationId xmlns:a16="http://schemas.microsoft.com/office/drawing/2014/main" id="{559649B8-7EF1-4161-9283-22ED6086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只画部分样本；每个时刻，每声道保存一个16 bit值。</a:t>
            </a:r>
          </a:p>
        </p:txBody>
      </p:sp>
      <p:sp>
        <p:nvSpPr>
          <p:cNvPr id="47" name="answer-1">
            <a:extLst xmlns:a="http://schemas.openxmlformats.org/drawingml/2006/main">
              <a:ext uri="{FF2B5EF4-FFF2-40B4-BE49-F238E27FC236}">
                <a16:creationId xmlns:a16="http://schemas.microsoft.com/office/drawing/2014/main" id="{408C59B1-0F14-452C-854D-3C1376DD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每个时刻：2 B＋2 B＝4 B。</a:t>
            </a:r>
          </a:p>
        </p:txBody>
      </p:sp>
      <p:sp>
        <p:nvSpPr>
          <p:cNvPr id="48" name="answer-2">
            <a:extLst xmlns:a="http://schemas.openxmlformats.org/drawingml/2006/main">
              <a:ext uri="{FF2B5EF4-FFF2-40B4-BE49-F238E27FC236}">
                <a16:creationId xmlns:a16="http://schemas.microsoft.com/office/drawing/2014/main" id="{04417926-335C-4A61-97C2-B5633BF9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16,000 × 4＝64,000 B（样本数据）。</a:t>
            </a:r>
          </a:p>
        </p:txBody>
      </p:sp>
    </p:spTree>
    <p:extLst>
      <p:ext uri="{BB962C8B-B14F-4D97-AF65-F5344CB8AC3E}">
        <p14:creationId xmlns:p14="http://schemas.microsoft.com/office/powerpoint/2010/main" val="21768488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rail">
            <a:extLst xmlns:a="http://schemas.openxmlformats.org/drawingml/2006/main">
              <a:ext uri="{FF2B5EF4-FFF2-40B4-BE49-F238E27FC236}">
                <a16:creationId xmlns:a16="http://schemas.microsoft.com/office/drawing/2014/main" id="{FB19378D-4698-4C51-B0CD-BFA6263D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4AA487E-B1D5-421F-A15B-D2C18B9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8BB16D-893A-4A14-AA54-9C8559B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89B131-60E1-4CE0-B3EE-29738E9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D2FE791A-258F-4798-98B0-0FB9BB0B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1D0A6B-B0C6-4027-80E1-C3A18F0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1938D1EF-6067-44A9-A514-22B5983B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8594DA87-FB15-4814-A819-7B17415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8458E2F5-FCD4-4FD2-9530-3A9373CB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11CFA4ED-B5B5-4F39-BE74-E8C5ADA2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163C72FB-F41D-4114-B762-B0D7BDD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ED00BCDE-BABE-4E13-8CCB-DC7189E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B1BA03BE-E19B-41DA-B318-7ECFDC8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？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4E66C61B-90C5-4158-BF89-85736D1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492C553C-4DC8-41F8-822B-1A11FCE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792CD7CB-D63C-4A0F-B464-ADFC453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22B20F9-052E-48DE-9273-8EE558E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2702EA5D-96CC-4B7C-8B1C-B09C29FB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F376081A-7F66-4F08-BEB3-5843E6D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F2622C28-2F33-4983-BB78-2C0196D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结构信息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6AA311A1-BBDC-44CF-A69A-2FC76F0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EB5B0B2-030C-4DC9-BDD9-5C76F3D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8180B633-5C34-43C6-979C-6BE5A43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A8B18A9-3E6E-4D2D-9F2D-D8AF650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E611398B-8C89-4DE2-B9EC-A930106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</p:spTree>
    <p:extLst>
      <p:ext uri="{BB962C8B-B14F-4D97-AF65-F5344CB8AC3E}">
        <p14:creationId xmlns:p14="http://schemas.microsoft.com/office/powerpoint/2010/main" val="15180744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op-rail">
            <a:extLst xmlns:a="http://schemas.openxmlformats.org/drawingml/2006/main">
              <a:ext uri="{FF2B5EF4-FFF2-40B4-BE49-F238E27FC236}">
                <a16:creationId xmlns:a16="http://schemas.microsoft.com/office/drawing/2014/main" id="{FB19378D-4698-4C51-B0CD-BFA6263D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4AA487E-B1D5-421F-A15B-D2C18B91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A8BB16D-893A-4A14-AA54-9C8559B0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算出32,000 B，完整文件一定同样大吗？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89B131-60E1-4CE0-B3EE-29738E9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本例：8kHz、2秒、16bit、单声道PCM WAV。</a:t>
            </a:r>
          </a:p>
        </p:txBody>
      </p:sp>
      <p:sp>
        <p:nvSpPr>
          <p:cNvPr id="5" name="file-block">
            <a:extLst xmlns:a="http://schemas.openxmlformats.org/drawingml/2006/main">
              <a:ext uri="{FF2B5EF4-FFF2-40B4-BE49-F238E27FC236}">
                <a16:creationId xmlns:a16="http://schemas.microsoft.com/office/drawing/2014/main" id="{D2FE791A-258F-4798-98B0-0FB9BB0B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809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6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C91D0A6B-B0C6-4027-80E1-C3A18F00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RIFF结构</a:t>
            </a:r>
          </a:p>
        </p:txBody>
      </p:sp>
      <p:sp>
        <p:nvSpPr>
          <p:cNvPr id="7" name="file-block-count-12">
            <a:extLst xmlns:a="http://schemas.openxmlformats.org/drawingml/2006/main">
              <a:ext uri="{FF2B5EF4-FFF2-40B4-BE49-F238E27FC236}">
                <a16:creationId xmlns:a16="http://schemas.microsoft.com/office/drawing/2014/main" id="{1938D1EF-6067-44A9-A514-22B5983B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 B</a:t>
            </a:r>
          </a:p>
        </p:txBody>
      </p:sp>
      <p:sp>
        <p:nvSpPr>
          <p:cNvPr id="8" name="file-block">
            <a:extLst xmlns:a="http://schemas.openxmlformats.org/drawingml/2006/main">
              <a:ext uri="{FF2B5EF4-FFF2-40B4-BE49-F238E27FC236}">
                <a16:creationId xmlns:a16="http://schemas.microsoft.com/office/drawing/2014/main" id="{8594DA87-FB15-4814-A819-7B17415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24175"/>
            <a:ext cx="190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9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8458E2F5-FCD4-4FD2-9530-3A9373CB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fmt结构</a:t>
            </a:r>
          </a:p>
        </p:txBody>
      </p:sp>
      <p:sp>
        <p:nvSpPr>
          <p:cNvPr id="10" name="file-block-count-24">
            <a:extLst xmlns:a="http://schemas.openxmlformats.org/drawingml/2006/main">
              <a:ext uri="{FF2B5EF4-FFF2-40B4-BE49-F238E27FC236}">
                <a16:creationId xmlns:a16="http://schemas.microsoft.com/office/drawing/2014/main" id="{11CFA4ED-B5B5-4F39-BE74-E8C5ADA2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24 B</a:t>
            </a:r>
          </a:p>
        </p:txBody>
      </p:sp>
      <p:sp>
        <p:nvSpPr>
          <p:cNvPr id="11" name="file-block">
            <a:extLst xmlns:a="http://schemas.openxmlformats.org/drawingml/2006/main">
              <a:ext uri="{FF2B5EF4-FFF2-40B4-BE49-F238E27FC236}">
                <a16:creationId xmlns:a16="http://schemas.microsoft.com/office/drawing/2014/main" id="{163C72FB-F41D-4114-B762-B0D7BDDB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08080"/>
            </a:solidFill>
          </a:ln>
        </p:spPr>
      </p:sp>
      <p:sp>
        <p:nvSpPr>
          <p:cNvPr id="12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ED00BCDE-BABE-4E13-8CCB-DC7189ED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data块头</a:t>
            </a:r>
          </a:p>
        </p:txBody>
      </p:sp>
      <p:sp>
        <p:nvSpPr>
          <p:cNvPr id="13" name="file-block-count-8">
            <a:extLst xmlns:a="http://schemas.openxmlformats.org/drawingml/2006/main">
              <a:ext uri="{FF2B5EF4-FFF2-40B4-BE49-F238E27FC236}">
                <a16:creationId xmlns:a16="http://schemas.microsoft.com/office/drawing/2014/main" id="{B1BA03BE-E19B-41DA-B318-7ECFDC87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433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B</a:t>
            </a:r>
          </a:p>
        </p:txBody>
      </p:sp>
      <p:sp>
        <p:nvSpPr>
          <p:cNvPr id="14" name="file-block">
            <a:extLst xmlns:a="http://schemas.openxmlformats.org/drawingml/2006/main">
              <a:ext uri="{FF2B5EF4-FFF2-40B4-BE49-F238E27FC236}">
                <a16:creationId xmlns:a16="http://schemas.microsoft.com/office/drawing/2014/main" id="{4E66C61B-90C5-4158-BF89-85736D13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72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5" name="file-block-label">
            <a:extLst xmlns:a="http://schemas.openxmlformats.org/drawingml/2006/main">
              <a:ext uri="{FF2B5EF4-FFF2-40B4-BE49-F238E27FC236}">
                <a16:creationId xmlns:a16="http://schemas.microsoft.com/office/drawing/2014/main" id="{492C553C-4DC8-41F8-822B-1A11FCEC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861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PCM样本数据</a:t>
            </a:r>
          </a:p>
        </p:txBody>
      </p:sp>
      <p:sp>
        <p:nvSpPr>
          <p:cNvPr id="16" name="file-block-count-32000">
            <a:extLst xmlns:a="http://schemas.openxmlformats.org/drawingml/2006/main">
              <a:ext uri="{FF2B5EF4-FFF2-40B4-BE49-F238E27FC236}">
                <a16:creationId xmlns:a16="http://schemas.microsoft.com/office/drawing/2014/main" id="{792CD7CB-D63C-4A0F-B464-ADFC453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32,000 B</a:t>
            </a:r>
          </a:p>
        </p:txBody>
      </p:sp>
      <p:sp>
        <p:nvSpPr>
          <p:cNvPr id="17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422B20F9-052E-48DE-9273-8EE558E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8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2702EA5D-96CC-4B7C-8B1C-B09C29FB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810250" cy="9525"/>
          </a:xfrm>
          <a:custGeom xmlns:a="http://schemas.openxmlformats.org/drawingml/2006/main">
            <a:pathLst>
              <a:path w="5810250" h="9525">
                <a:moveTo>
                  <a:pt x="0" y="0"/>
                </a:moveTo>
                <a:lnTo>
                  <a:pt x="5810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19" name="file-overhead-bracket">
            <a:extLst xmlns:a="http://schemas.openxmlformats.org/drawingml/2006/main">
              <a:ext uri="{FF2B5EF4-FFF2-40B4-BE49-F238E27FC236}">
                <a16:creationId xmlns:a16="http://schemas.microsoft.com/office/drawing/2014/main" id="{F376081A-7F66-4F08-BEB3-5843E6D9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08080"/>
            </a:solidFill>
          </a:ln>
        </p:spPr>
      </p:sp>
      <p:sp>
        <p:nvSpPr>
          <p:cNvPr id="20" name="file-overhead-bracket-label">
            <a:extLst xmlns:a="http://schemas.openxmlformats.org/drawingml/2006/main">
              <a:ext uri="{FF2B5EF4-FFF2-40B4-BE49-F238E27FC236}">
                <a16:creationId xmlns:a16="http://schemas.microsoft.com/office/drawing/2014/main" id="{F2622C28-2F33-4983-BB78-2C0196D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本例结构：12＋24＋8＝44 B</a:t>
            </a:r>
          </a:p>
        </p:txBody>
      </p:sp>
      <p:sp>
        <p:nvSpPr>
          <p:cNvPr id="21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6AA311A1-BBDC-44CF-A69A-2FC76F0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2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CEB5B0B2-030C-4DC9-BDD9-5C76F3D4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91000"/>
            <a:ext cx="4972050" cy="9525"/>
          </a:xfrm>
          <a:custGeom xmlns:a="http://schemas.openxmlformats.org/drawingml/2006/main">
            <a:pathLst>
              <a:path w="4972050" h="9525">
                <a:moveTo>
                  <a:pt x="0" y="0"/>
                </a:moveTo>
                <a:lnTo>
                  <a:pt x="4972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3" name="file-payload-bracket">
            <a:extLst xmlns:a="http://schemas.openxmlformats.org/drawingml/2006/main">
              <a:ext uri="{FF2B5EF4-FFF2-40B4-BE49-F238E27FC236}">
                <a16:creationId xmlns:a16="http://schemas.microsoft.com/office/drawing/2014/main" id="{8180B633-5C34-43C6-979C-6BE5A434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411480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C64E1"/>
            </a:solidFill>
          </a:ln>
        </p:spPr>
      </p:sp>
      <p:sp>
        <p:nvSpPr>
          <p:cNvPr id="24" name="file-payload-bracket-label">
            <a:extLst xmlns:a="http://schemas.openxmlformats.org/drawingml/2006/main">
              <a:ext uri="{FF2B5EF4-FFF2-40B4-BE49-F238E27FC236}">
                <a16:creationId xmlns:a16="http://schemas.microsoft.com/office/drawing/2014/main" id="{8A8B18A9-3E6E-4D2D-9F2D-D8AF6502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86250"/>
            <a:ext cx="4972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8C64E1"/>
                </a:solidFill>
                <a:latin typeface="Alibaba PuHuiTi 3.0 55 Regular"/>
                <a:ea typeface="Alibaba PuHuiTi 3.0 55 Regular"/>
                <a:cs typeface="Alibaba PuHuiTi 3.0 55 Regular"/>
              </a:rPr>
              <a:t>样本数据：32,000 B</a:t>
            </a:r>
          </a:p>
        </p:txBody>
      </p:sp>
      <p:sp>
        <p:nvSpPr>
          <p:cNvPr id="25" name="file-not-to-scale">
            <a:extLst xmlns:a="http://schemas.openxmlformats.org/drawingml/2006/main">
              <a:ext uri="{FF2B5EF4-FFF2-40B4-BE49-F238E27FC236}">
                <a16:creationId xmlns:a16="http://schemas.microsoft.com/office/drawing/2014/main" id="{E611398B-8C89-4DE2-B9EC-A930106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结构示意，不按字节比例绘制。</a:t>
            </a:r>
          </a:p>
        </p:txBody>
      </p:sp>
      <p:sp>
        <p:nvSpPr>
          <p:cNvPr id="26" name="answer-1">
            <a:extLst xmlns:a="http://schemas.openxmlformats.org/drawingml/2006/main">
              <a:ext uri="{FF2B5EF4-FFF2-40B4-BE49-F238E27FC236}">
                <a16:creationId xmlns:a16="http://schemas.microsoft.com/office/drawing/2014/main" id="{F1195FBC-C49C-4052-B6BD-A77D65DD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32,000 B＋本例44 B＝32,044 B。</a:t>
            </a:r>
          </a:p>
        </p:txBody>
      </p:sp>
      <p:sp>
        <p:nvSpPr>
          <p:cNvPr id="27" name="answer-2">
            <a:extLst xmlns:a="http://schemas.openxmlformats.org/drawingml/2006/main">
              <a:ext uri="{FF2B5EF4-FFF2-40B4-BE49-F238E27FC236}">
                <a16:creationId xmlns:a16="http://schemas.microsoft.com/office/drawing/2014/main" id="{0AB26B22-EAB9-4C1B-B47B-E8874A96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44 B属于本例，不能概括所有WAV。</a:t>
            </a:r>
          </a:p>
        </p:txBody>
      </p:sp>
    </p:spTree>
    <p:extLst>
      <p:ext uri="{BB962C8B-B14F-4D97-AF65-F5344CB8AC3E}">
        <p14:creationId xmlns:p14="http://schemas.microsoft.com/office/powerpoint/2010/main" val="151807446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661BFF09-3E44-40F3-AED4-85A3E50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AE7370-832F-44C3-B7A1-3FF4AA3D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E09B142-C56F-4090-9C4D-E48E0DD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FD475B-C7BD-4659-96AA-2392832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9FB5513A-1628-4950-9E5C-252B6D5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D6276226-7EF1-4059-BB7B-4AA7B0A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</p:spTree>
    <p:extLst>
      <p:ext uri="{BB962C8B-B14F-4D97-AF65-F5344CB8AC3E}">
        <p14:creationId xmlns:p14="http://schemas.microsoft.com/office/powerpoint/2010/main" val="16254175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661BFF09-3E44-40F3-AED4-85A3E50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8AE7370-832F-44C3-B7A1-3FF4AA3D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E09B142-C56F-4090-9C4D-E48E0DD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用样本数解释开场A、B的大小差异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1FD475B-C7BD-4659-96AA-2392832B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相同：6秒、16 bit、单声道；不同：采样率。</a:t>
            </a:r>
          </a:p>
        </p:txBody>
      </p:sp>
      <p:sp>
        <p:nvSpPr>
          <p:cNvPr id="5" name="opening-A-parameters">
            <a:extLst xmlns:a="http://schemas.openxmlformats.org/drawingml/2006/main">
              <a:ext uri="{FF2B5EF4-FFF2-40B4-BE49-F238E27FC236}">
                <a16:creationId xmlns:a16="http://schemas.microsoft.com/office/drawing/2014/main" id="{9FB5513A-1628-4950-9E5C-252B6D5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A：44,100 Hz；完整文件529,244 B</a:t>
            </a:r>
          </a:p>
        </p:txBody>
      </p:sp>
      <p:sp>
        <p:nvSpPr>
          <p:cNvPr id="6" name="opening-B-parameters">
            <a:extLst xmlns:a="http://schemas.openxmlformats.org/drawingml/2006/main">
              <a:ext uri="{FF2B5EF4-FFF2-40B4-BE49-F238E27FC236}">
                <a16:creationId xmlns:a16="http://schemas.microsoft.com/office/drawing/2014/main" id="{D6276226-7EF1-4059-BB7B-4AA7B0A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B：8,000 Hz；完整文件96,044 B</a:t>
            </a:r>
          </a:p>
        </p:txBody>
      </p:sp>
      <p:sp>
        <p:nvSpPr>
          <p:cNvPr id="7" name="opening-A-payload-bar">
            <a:extLst xmlns:a="http://schemas.openxmlformats.org/drawingml/2006/main">
              <a:ext uri="{FF2B5EF4-FFF2-40B4-BE49-F238E27FC236}">
                <a16:creationId xmlns:a16="http://schemas.microsoft.com/office/drawing/2014/main" id="{3726826D-F2D8-4D25-AC40-B4D7F8E9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8" name="opening-B-payload-bar">
            <a:extLst xmlns:a="http://schemas.openxmlformats.org/drawingml/2006/main">
              <a:ext uri="{FF2B5EF4-FFF2-40B4-BE49-F238E27FC236}">
                <a16:creationId xmlns:a16="http://schemas.microsoft.com/office/drawing/2014/main" id="{A3577CE9-E725-4962-8C5C-901A34F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97007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9B"/>
          </a:solidFill>
          <a:ln xmlns:a="http://schemas.openxmlformats.org/drawingml/2006/main" w="0">
            <a:noFill/>
          </a:ln>
        </p:spPr>
      </p:sp>
      <p:sp>
        <p:nvSpPr>
          <p:cNvPr id="9" name="opening-A-payload">
            <a:extLst xmlns:a="http://schemas.openxmlformats.org/drawingml/2006/main">
              <a:ext uri="{FF2B5EF4-FFF2-40B4-BE49-F238E27FC236}">
                <a16:creationId xmlns:a16="http://schemas.microsoft.com/office/drawing/2014/main" id="{13271EF8-3FE4-470F-80C8-2EC3DBB7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264,600个样本 × 2 B＝529,200 B</a:t>
            </a:r>
          </a:p>
        </p:txBody>
      </p:sp>
      <p:sp>
        <p:nvSpPr>
          <p:cNvPr id="10" name="opening-B-payload">
            <a:extLst xmlns:a="http://schemas.openxmlformats.org/drawingml/2006/main">
              <a:ext uri="{FF2B5EF4-FFF2-40B4-BE49-F238E27FC236}">
                <a16:creationId xmlns:a16="http://schemas.microsoft.com/office/drawing/2014/main" id="{173FACDC-C39A-4FBB-9CF5-98802073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48,000个样本 × 2 B＝96,000 B</a:t>
            </a:r>
          </a:p>
        </p:txBody>
      </p:sp>
      <p:sp>
        <p:nvSpPr>
          <p:cNvPr id="11" name="opening-closure">
            <a:extLst xmlns:a="http://schemas.openxmlformats.org/drawingml/2006/main">
              <a:ext uri="{FF2B5EF4-FFF2-40B4-BE49-F238E27FC236}">
                <a16:creationId xmlns:a16="http://schemas.microsoft.com/office/drawing/2014/main" id="{6EE305DF-C94D-487A-9A63-81CD4CEA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两份本例各加44 B结构信息，回到开场大小。</a:t>
            </a:r>
          </a:p>
        </p:txBody>
      </p:sp>
    </p:spTree>
    <p:extLst>
      <p:ext uri="{BB962C8B-B14F-4D97-AF65-F5344CB8AC3E}">
        <p14:creationId xmlns:p14="http://schemas.microsoft.com/office/powerpoint/2010/main" val="1625417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op-rail">
            <a:extLst xmlns:a="http://schemas.openxmlformats.org/drawingml/2006/main">
              <a:ext uri="{FF2B5EF4-FFF2-40B4-BE49-F238E27FC236}">
                <a16:creationId xmlns:a16="http://schemas.microsoft.com/office/drawing/2014/main" id="{DDFC179D-3E8F-4F74-AE0E-4AE1A8F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7C9F5F4-6ED1-43F2-9945-0FCCAEA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D84DA2-963D-4925-A1EB-285147A0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083551-1010-457A-ADDA-DF0B3A6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诊断模型：不先低通，直接用8 kHz取样。</a:t>
            </a:r>
          </a:p>
        </p:txBody>
      </p:sp>
      <p:sp>
        <p:nvSpPr>
          <p:cNvPr id="5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E0C00B65-6156-4C40-B61E-427394B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6" name="alias-zero">
            <a:extLst xmlns:a="http://schemas.openxmlformats.org/drawingml/2006/main">
              <a:ext uri="{FF2B5EF4-FFF2-40B4-BE49-F238E27FC236}">
                <a16:creationId xmlns:a16="http://schemas.microsoft.com/office/drawing/2014/main" id="{BBD45D4F-2B1C-453C-9A44-9BF1089D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A42A8498-BF06-4B5C-84DC-3EFD2BE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8" name="alias-stem">
            <a:extLst xmlns:a="http://schemas.openxmlformats.org/drawingml/2006/main">
              <a:ext uri="{FF2B5EF4-FFF2-40B4-BE49-F238E27FC236}">
                <a16:creationId xmlns:a16="http://schemas.microsoft.com/office/drawing/2014/main" id="{36158AB7-E6D0-43AB-8DC5-9CA1FED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656801D0-CDCA-4531-B236-614F192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0" name="alias-time">
            <a:extLst xmlns:a="http://schemas.openxmlformats.org/drawingml/2006/main">
              <a:ext uri="{FF2B5EF4-FFF2-40B4-BE49-F238E27FC236}">
                <a16:creationId xmlns:a16="http://schemas.microsoft.com/office/drawing/2014/main" id="{36A3B130-19B2-4C38-974E-58B6A05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stem">
            <a:extLst xmlns:a="http://schemas.openxmlformats.org/drawingml/2006/main">
              <a:ext uri="{FF2B5EF4-FFF2-40B4-BE49-F238E27FC236}">
                <a16:creationId xmlns:a16="http://schemas.microsoft.com/office/drawing/2014/main" id="{806722F1-EBFA-4970-BB89-4B2DDA1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06B46A9-D90E-4A67-9C58-616338F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3" name="alias-time">
            <a:extLst xmlns:a="http://schemas.openxmlformats.org/drawingml/2006/main">
              <a:ext uri="{FF2B5EF4-FFF2-40B4-BE49-F238E27FC236}">
                <a16:creationId xmlns:a16="http://schemas.microsoft.com/office/drawing/2014/main" id="{89900377-C258-4780-9A34-A222F872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4" name="alias-stem">
            <a:extLst xmlns:a="http://schemas.openxmlformats.org/drawingml/2006/main">
              <a:ext uri="{FF2B5EF4-FFF2-40B4-BE49-F238E27FC236}">
                <a16:creationId xmlns:a16="http://schemas.microsoft.com/office/drawing/2014/main" id="{90626084-1F87-4DCE-A42C-EFB689F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5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9906F344-238B-4582-A52F-BDFE094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6" name="alias-time">
            <a:extLst xmlns:a="http://schemas.openxmlformats.org/drawingml/2006/main">
              <a:ext uri="{FF2B5EF4-FFF2-40B4-BE49-F238E27FC236}">
                <a16:creationId xmlns:a16="http://schemas.microsoft.com/office/drawing/2014/main" id="{0CA1A97D-0B18-469E-80C9-3A0A9E33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7" name="alias-stem">
            <a:extLst xmlns:a="http://schemas.openxmlformats.org/drawingml/2006/main">
              <a:ext uri="{FF2B5EF4-FFF2-40B4-BE49-F238E27FC236}">
                <a16:creationId xmlns:a16="http://schemas.microsoft.com/office/drawing/2014/main" id="{FDAD3611-A8D4-42A4-97FC-46FF21B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8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7076FC42-69A3-4D41-92B4-D8BDA574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9" name="alias-time">
            <a:extLst xmlns:a="http://schemas.openxmlformats.org/drawingml/2006/main">
              <a:ext uri="{FF2B5EF4-FFF2-40B4-BE49-F238E27FC236}">
                <a16:creationId xmlns:a16="http://schemas.microsoft.com/office/drawing/2014/main" id="{6532EA6D-3906-4120-8AAF-8BAE1DE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0" name="alias-stem">
            <a:extLst xmlns:a="http://schemas.openxmlformats.org/drawingml/2006/main">
              <a:ext uri="{FF2B5EF4-FFF2-40B4-BE49-F238E27FC236}">
                <a16:creationId xmlns:a16="http://schemas.microsoft.com/office/drawing/2014/main" id="{02A79741-9492-46D0-97DD-685635A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1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B9BFA146-F2C1-48C5-894A-F601DD20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2" name="alias-time">
            <a:extLst xmlns:a="http://schemas.openxmlformats.org/drawingml/2006/main">
              <a:ext uri="{FF2B5EF4-FFF2-40B4-BE49-F238E27FC236}">
                <a16:creationId xmlns:a16="http://schemas.microsoft.com/office/drawing/2014/main" id="{F3A179C3-CF48-49EE-9D29-E9DF9BE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3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26224222-0AF8-41D8-8765-08792A9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4" name="alias-zero">
            <a:extLst xmlns:a="http://schemas.openxmlformats.org/drawingml/2006/main">
              <a:ext uri="{FF2B5EF4-FFF2-40B4-BE49-F238E27FC236}">
                <a16:creationId xmlns:a16="http://schemas.microsoft.com/office/drawing/2014/main" id="{04436659-8BB6-4DA3-A35C-8463624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243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5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A60BDD14-D22F-4775-BE06-CCC4D809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26" name="alias-stem">
            <a:extLst xmlns:a="http://schemas.openxmlformats.org/drawingml/2006/main">
              <a:ext uri="{FF2B5EF4-FFF2-40B4-BE49-F238E27FC236}">
                <a16:creationId xmlns:a16="http://schemas.microsoft.com/office/drawing/2014/main" id="{64046908-7EA0-4BE4-BEDA-2FA4470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5F2B9958-916F-4C77-8D99-212222B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alias-time">
            <a:extLst xmlns:a="http://schemas.openxmlformats.org/drawingml/2006/main">
              <a:ext uri="{FF2B5EF4-FFF2-40B4-BE49-F238E27FC236}">
                <a16:creationId xmlns:a16="http://schemas.microsoft.com/office/drawing/2014/main" id="{BFD0A661-9C67-4245-AE0F-797F76D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9" name="alias-stem">
            <a:extLst xmlns:a="http://schemas.openxmlformats.org/drawingml/2006/main">
              <a:ext uri="{FF2B5EF4-FFF2-40B4-BE49-F238E27FC236}">
                <a16:creationId xmlns:a16="http://schemas.microsoft.com/office/drawing/2014/main" id="{B839B684-5609-4235-83E0-42C1514E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E0A5DC58-FC9E-42EA-9F0E-D101B0A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1" name="alias-time">
            <a:extLst xmlns:a="http://schemas.openxmlformats.org/drawingml/2006/main">
              <a:ext uri="{FF2B5EF4-FFF2-40B4-BE49-F238E27FC236}">
                <a16:creationId xmlns:a16="http://schemas.microsoft.com/office/drawing/2014/main" id="{E48D096A-7A49-42B0-BC37-12D2569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2" name="alias-stem">
            <a:extLst xmlns:a="http://schemas.openxmlformats.org/drawingml/2006/main">
              <a:ext uri="{FF2B5EF4-FFF2-40B4-BE49-F238E27FC236}">
                <a16:creationId xmlns:a16="http://schemas.microsoft.com/office/drawing/2014/main" id="{2F8AACBE-CC74-49B3-97B0-EC824DF3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3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C487DFC5-D3CB-456A-8481-86456F0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4" name="alias-time">
            <a:extLst xmlns:a="http://schemas.openxmlformats.org/drawingml/2006/main">
              <a:ext uri="{FF2B5EF4-FFF2-40B4-BE49-F238E27FC236}">
                <a16:creationId xmlns:a16="http://schemas.microsoft.com/office/drawing/2014/main" id="{11659BA3-796C-4C8F-931C-9BCC941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35" name="alias-stem">
            <a:extLst xmlns:a="http://schemas.openxmlformats.org/drawingml/2006/main">
              <a:ext uri="{FF2B5EF4-FFF2-40B4-BE49-F238E27FC236}">
                <a16:creationId xmlns:a16="http://schemas.microsoft.com/office/drawing/2014/main" id="{15CDD99D-74F9-4578-873C-0C5F184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6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322B7E5A-A571-482C-B947-67CFDE6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7" name="alias-time">
            <a:extLst xmlns:a="http://schemas.openxmlformats.org/drawingml/2006/main">
              <a:ext uri="{FF2B5EF4-FFF2-40B4-BE49-F238E27FC236}">
                <a16:creationId xmlns:a16="http://schemas.microsoft.com/office/drawing/2014/main" id="{FD037506-554E-4596-B3A0-9F2D7314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38" name="alias-stem">
            <a:extLst xmlns:a="http://schemas.openxmlformats.org/drawingml/2006/main">
              <a:ext uri="{FF2B5EF4-FFF2-40B4-BE49-F238E27FC236}">
                <a16:creationId xmlns:a16="http://schemas.microsoft.com/office/drawing/2014/main" id="{53D6AD87-9ACA-4519-9BCC-CEAE9269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9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CFD0CA08-2754-451D-ABA6-6E08054B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0" name="alias-time">
            <a:extLst xmlns:a="http://schemas.openxmlformats.org/drawingml/2006/main">
              <a:ext uri="{FF2B5EF4-FFF2-40B4-BE49-F238E27FC236}">
                <a16:creationId xmlns:a16="http://schemas.microsoft.com/office/drawing/2014/main" id="{075FB5F5-8776-4BBE-9ECF-9867F74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1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873BA365-F37C-4FC3-BCD3-28C2529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05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</p:spTree>
    <p:extLst>
      <p:ext uri="{BB962C8B-B14F-4D97-AF65-F5344CB8AC3E}">
        <p14:creationId xmlns:p14="http://schemas.microsoft.com/office/powerpoint/2010/main" val="85455072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DDFC179D-3E8F-4F74-AE0E-4AE1A8F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7C9F5F4-6ED1-43F2-9945-0FCCAEAD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D84DA2-963D-4925-A1EB-285147A0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不同波形，为什么可能留下相同样本？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083551-1010-457A-ADDA-DF0B3A6E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诊断模型：不先低通，直接用8 kHz取样。</a:t>
            </a:r>
          </a:p>
        </p:txBody>
      </p:sp>
      <p:sp>
        <p:nvSpPr>
          <p:cNvPr id="5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E0C00B65-6156-4C40-B61E-427394B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</a:t>
            </a:r>
          </a:p>
        </p:txBody>
      </p:sp>
      <p:sp>
        <p:nvSpPr>
          <p:cNvPr id="6" name="alias-zero">
            <a:extLst xmlns:a="http://schemas.openxmlformats.org/drawingml/2006/main">
              <a:ext uri="{FF2B5EF4-FFF2-40B4-BE49-F238E27FC236}">
                <a16:creationId xmlns:a16="http://schemas.microsoft.com/office/drawing/2014/main" id="{BBD45D4F-2B1C-453C-9A44-9BF1089D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479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7" name="alias-input-6000">
            <a:extLst xmlns:a="http://schemas.openxmlformats.org/drawingml/2006/main">
              <a:ext uri="{FF2B5EF4-FFF2-40B4-BE49-F238E27FC236}">
                <a16:creationId xmlns:a16="http://schemas.microsoft.com/office/drawing/2014/main" id="{A42A8498-BF06-4B5C-84DC-3EFD2BE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476"/>
                </a:lnTo>
                <a:lnTo>
                  <a:pt x="42386" y="1902"/>
                </a:lnTo>
                <a:lnTo>
                  <a:pt x="63579" y="4276"/>
                </a:lnTo>
                <a:lnTo>
                  <a:pt x="84773" y="7592"/>
                </a:lnTo>
                <a:lnTo>
                  <a:pt x="105966" y="11843"/>
                </a:lnTo>
                <a:lnTo>
                  <a:pt x="127159" y="17019"/>
                </a:lnTo>
                <a:lnTo>
                  <a:pt x="148352" y="23109"/>
                </a:lnTo>
                <a:lnTo>
                  <a:pt x="169545" y="30100"/>
                </a:lnTo>
                <a:lnTo>
                  <a:pt x="190738" y="37975"/>
                </a:lnTo>
                <a:lnTo>
                  <a:pt x="211931" y="46717"/>
                </a:lnTo>
                <a:lnTo>
                  <a:pt x="233124" y="56308"/>
                </a:lnTo>
                <a:lnTo>
                  <a:pt x="254317" y="66725"/>
                </a:lnTo>
                <a:lnTo>
                  <a:pt x="275511" y="77946"/>
                </a:lnTo>
                <a:lnTo>
                  <a:pt x="296704" y="89945"/>
                </a:lnTo>
                <a:lnTo>
                  <a:pt x="317897" y="102696"/>
                </a:lnTo>
                <a:lnTo>
                  <a:pt x="339090" y="116171"/>
                </a:lnTo>
                <a:lnTo>
                  <a:pt x="360283" y="130339"/>
                </a:lnTo>
                <a:lnTo>
                  <a:pt x="381476" y="145170"/>
                </a:lnTo>
                <a:lnTo>
                  <a:pt x="402669" y="160630"/>
                </a:lnTo>
                <a:lnTo>
                  <a:pt x="423863" y="176686"/>
                </a:lnTo>
                <a:lnTo>
                  <a:pt x="445056" y="193300"/>
                </a:lnTo>
                <a:lnTo>
                  <a:pt x="466249" y="210437"/>
                </a:lnTo>
                <a:lnTo>
                  <a:pt x="487442" y="228059"/>
                </a:lnTo>
                <a:lnTo>
                  <a:pt x="508635" y="246125"/>
                </a:lnTo>
                <a:lnTo>
                  <a:pt x="529828" y="264597"/>
                </a:lnTo>
                <a:lnTo>
                  <a:pt x="551021" y="283433"/>
                </a:lnTo>
                <a:lnTo>
                  <a:pt x="572214" y="302592"/>
                </a:lnTo>
                <a:lnTo>
                  <a:pt x="593408" y="322030"/>
                </a:lnTo>
                <a:lnTo>
                  <a:pt x="614601" y="341705"/>
                </a:lnTo>
                <a:lnTo>
                  <a:pt x="635794" y="361573"/>
                </a:lnTo>
                <a:lnTo>
                  <a:pt x="656987" y="381590"/>
                </a:lnTo>
                <a:lnTo>
                  <a:pt x="678180" y="401711"/>
                </a:lnTo>
                <a:lnTo>
                  <a:pt x="699373" y="421892"/>
                </a:lnTo>
                <a:lnTo>
                  <a:pt x="720566" y="442088"/>
                </a:lnTo>
                <a:lnTo>
                  <a:pt x="741759" y="462255"/>
                </a:lnTo>
                <a:lnTo>
                  <a:pt x="762953" y="482346"/>
                </a:lnTo>
                <a:lnTo>
                  <a:pt x="784146" y="502318"/>
                </a:lnTo>
                <a:lnTo>
                  <a:pt x="805339" y="522127"/>
                </a:lnTo>
                <a:lnTo>
                  <a:pt x="826532" y="541728"/>
                </a:lnTo>
                <a:lnTo>
                  <a:pt x="847725" y="561077"/>
                </a:lnTo>
                <a:lnTo>
                  <a:pt x="868918" y="580133"/>
                </a:lnTo>
                <a:lnTo>
                  <a:pt x="890111" y="598853"/>
                </a:lnTo>
                <a:lnTo>
                  <a:pt x="911304" y="617194"/>
                </a:lnTo>
                <a:lnTo>
                  <a:pt x="932497" y="635117"/>
                </a:lnTo>
                <a:lnTo>
                  <a:pt x="953691" y="652581"/>
                </a:lnTo>
                <a:lnTo>
                  <a:pt x="974884" y="669548"/>
                </a:lnTo>
                <a:lnTo>
                  <a:pt x="996077" y="685980"/>
                </a:lnTo>
                <a:lnTo>
                  <a:pt x="1017270" y="701841"/>
                </a:lnTo>
                <a:lnTo>
                  <a:pt x="1038463" y="717095"/>
                </a:lnTo>
                <a:lnTo>
                  <a:pt x="1059656" y="731709"/>
                </a:lnTo>
                <a:lnTo>
                  <a:pt x="1080849" y="745649"/>
                </a:lnTo>
                <a:lnTo>
                  <a:pt x="1102043" y="758886"/>
                </a:lnTo>
                <a:lnTo>
                  <a:pt x="1123236" y="771390"/>
                </a:lnTo>
                <a:lnTo>
                  <a:pt x="1144429" y="783132"/>
                </a:lnTo>
                <a:lnTo>
                  <a:pt x="1165622" y="794088"/>
                </a:lnTo>
                <a:lnTo>
                  <a:pt x="1186815" y="804232"/>
                </a:lnTo>
                <a:lnTo>
                  <a:pt x="1208008" y="813542"/>
                </a:lnTo>
                <a:lnTo>
                  <a:pt x="1229201" y="821998"/>
                </a:lnTo>
                <a:lnTo>
                  <a:pt x="1250394" y="829580"/>
                </a:lnTo>
                <a:lnTo>
                  <a:pt x="1271588" y="836272"/>
                </a:lnTo>
                <a:lnTo>
                  <a:pt x="1292781" y="842058"/>
                </a:lnTo>
                <a:lnTo>
                  <a:pt x="1313974" y="846927"/>
                </a:lnTo>
                <a:lnTo>
                  <a:pt x="1335167" y="850867"/>
                </a:lnTo>
                <a:lnTo>
                  <a:pt x="1356360" y="853870"/>
                </a:lnTo>
                <a:lnTo>
                  <a:pt x="1377553" y="855929"/>
                </a:lnTo>
                <a:lnTo>
                  <a:pt x="1398746" y="857038"/>
                </a:lnTo>
                <a:lnTo>
                  <a:pt x="1419939" y="857197"/>
                </a:lnTo>
                <a:lnTo>
                  <a:pt x="1441133" y="856404"/>
                </a:lnTo>
                <a:lnTo>
                  <a:pt x="1462326" y="854662"/>
                </a:lnTo>
                <a:lnTo>
                  <a:pt x="1483519" y="851973"/>
                </a:lnTo>
                <a:lnTo>
                  <a:pt x="1504712" y="848344"/>
                </a:lnTo>
                <a:lnTo>
                  <a:pt x="1525905" y="843784"/>
                </a:lnTo>
                <a:lnTo>
                  <a:pt x="1547098" y="838302"/>
                </a:lnTo>
                <a:lnTo>
                  <a:pt x="1568291" y="831910"/>
                </a:lnTo>
                <a:lnTo>
                  <a:pt x="1589484" y="824623"/>
                </a:lnTo>
                <a:lnTo>
                  <a:pt x="1610677" y="816456"/>
                </a:lnTo>
                <a:lnTo>
                  <a:pt x="1631871" y="807429"/>
                </a:lnTo>
                <a:lnTo>
                  <a:pt x="1653064" y="797561"/>
                </a:lnTo>
                <a:lnTo>
                  <a:pt x="1674257" y="786873"/>
                </a:lnTo>
                <a:lnTo>
                  <a:pt x="1695450" y="775390"/>
                </a:lnTo>
                <a:lnTo>
                  <a:pt x="1716643" y="763137"/>
                </a:lnTo>
                <a:lnTo>
                  <a:pt x="1737836" y="750141"/>
                </a:lnTo>
                <a:lnTo>
                  <a:pt x="1759029" y="736432"/>
                </a:lnTo>
                <a:lnTo>
                  <a:pt x="1780222" y="722039"/>
                </a:lnTo>
                <a:lnTo>
                  <a:pt x="1801416" y="706995"/>
                </a:lnTo>
                <a:lnTo>
                  <a:pt x="1822609" y="691332"/>
                </a:lnTo>
                <a:lnTo>
                  <a:pt x="1843802" y="675087"/>
                </a:lnTo>
                <a:lnTo>
                  <a:pt x="1864995" y="658294"/>
                </a:lnTo>
                <a:lnTo>
                  <a:pt x="1886188" y="640991"/>
                </a:lnTo>
                <a:lnTo>
                  <a:pt x="1907381" y="623217"/>
                </a:lnTo>
                <a:lnTo>
                  <a:pt x="1928574" y="605010"/>
                </a:lnTo>
                <a:lnTo>
                  <a:pt x="1949768" y="586412"/>
                </a:lnTo>
                <a:lnTo>
                  <a:pt x="1970961" y="567464"/>
                </a:lnTo>
                <a:lnTo>
                  <a:pt x="1992154" y="548208"/>
                </a:lnTo>
                <a:lnTo>
                  <a:pt x="2013347" y="528686"/>
                </a:lnTo>
                <a:lnTo>
                  <a:pt x="2034540" y="508941"/>
                </a:lnTo>
                <a:lnTo>
                  <a:pt x="2055733" y="489019"/>
                </a:lnTo>
                <a:lnTo>
                  <a:pt x="2076926" y="468962"/>
                </a:lnTo>
                <a:lnTo>
                  <a:pt x="2098119" y="448816"/>
                </a:lnTo>
                <a:lnTo>
                  <a:pt x="2119313" y="428625"/>
                </a:lnTo>
                <a:lnTo>
                  <a:pt x="2140506" y="408434"/>
                </a:lnTo>
                <a:lnTo>
                  <a:pt x="2161699" y="388288"/>
                </a:lnTo>
                <a:lnTo>
                  <a:pt x="2182892" y="368231"/>
                </a:lnTo>
                <a:lnTo>
                  <a:pt x="2204085" y="348309"/>
                </a:lnTo>
                <a:lnTo>
                  <a:pt x="2225278" y="328564"/>
                </a:lnTo>
                <a:lnTo>
                  <a:pt x="2246471" y="309042"/>
                </a:lnTo>
                <a:lnTo>
                  <a:pt x="2267664" y="289786"/>
                </a:lnTo>
                <a:lnTo>
                  <a:pt x="2288858" y="270838"/>
                </a:lnTo>
                <a:lnTo>
                  <a:pt x="2310051" y="252240"/>
                </a:lnTo>
                <a:lnTo>
                  <a:pt x="2331244" y="234033"/>
                </a:lnTo>
                <a:lnTo>
                  <a:pt x="2352437" y="216259"/>
                </a:lnTo>
                <a:lnTo>
                  <a:pt x="2373630" y="198956"/>
                </a:lnTo>
                <a:lnTo>
                  <a:pt x="2394823" y="182163"/>
                </a:lnTo>
                <a:lnTo>
                  <a:pt x="2416016" y="165918"/>
                </a:lnTo>
                <a:lnTo>
                  <a:pt x="2437209" y="150255"/>
                </a:lnTo>
                <a:lnTo>
                  <a:pt x="2458402" y="135211"/>
                </a:lnTo>
                <a:lnTo>
                  <a:pt x="2479596" y="120818"/>
                </a:lnTo>
                <a:lnTo>
                  <a:pt x="2500789" y="107109"/>
                </a:lnTo>
                <a:lnTo>
                  <a:pt x="2521982" y="94113"/>
                </a:lnTo>
                <a:lnTo>
                  <a:pt x="2543175" y="81860"/>
                </a:lnTo>
                <a:lnTo>
                  <a:pt x="2564368" y="70377"/>
                </a:lnTo>
                <a:lnTo>
                  <a:pt x="2585561" y="59689"/>
                </a:lnTo>
                <a:lnTo>
                  <a:pt x="2606754" y="49821"/>
                </a:lnTo>
                <a:lnTo>
                  <a:pt x="2627948" y="40794"/>
                </a:lnTo>
                <a:lnTo>
                  <a:pt x="2649141" y="32627"/>
                </a:lnTo>
                <a:lnTo>
                  <a:pt x="2670334" y="25340"/>
                </a:lnTo>
                <a:lnTo>
                  <a:pt x="2691527" y="18948"/>
                </a:lnTo>
                <a:lnTo>
                  <a:pt x="2712720" y="13466"/>
                </a:lnTo>
                <a:lnTo>
                  <a:pt x="2733913" y="8906"/>
                </a:lnTo>
                <a:lnTo>
                  <a:pt x="2755106" y="5277"/>
                </a:lnTo>
                <a:lnTo>
                  <a:pt x="2776299" y="2588"/>
                </a:lnTo>
                <a:lnTo>
                  <a:pt x="2797493" y="846"/>
                </a:lnTo>
                <a:lnTo>
                  <a:pt x="2818686" y="53"/>
                </a:lnTo>
                <a:lnTo>
                  <a:pt x="2839879" y="212"/>
                </a:lnTo>
                <a:lnTo>
                  <a:pt x="2861072" y="1321"/>
                </a:lnTo>
                <a:lnTo>
                  <a:pt x="2882265" y="3380"/>
                </a:lnTo>
                <a:lnTo>
                  <a:pt x="2903458" y="6383"/>
                </a:lnTo>
                <a:lnTo>
                  <a:pt x="2924651" y="10323"/>
                </a:lnTo>
                <a:lnTo>
                  <a:pt x="2945844" y="15192"/>
                </a:lnTo>
                <a:lnTo>
                  <a:pt x="2967038" y="20978"/>
                </a:lnTo>
                <a:lnTo>
                  <a:pt x="2988231" y="27670"/>
                </a:lnTo>
                <a:lnTo>
                  <a:pt x="3009424" y="35252"/>
                </a:lnTo>
                <a:lnTo>
                  <a:pt x="3030617" y="43708"/>
                </a:lnTo>
                <a:lnTo>
                  <a:pt x="3051810" y="53018"/>
                </a:lnTo>
                <a:lnTo>
                  <a:pt x="3073003" y="63162"/>
                </a:lnTo>
                <a:lnTo>
                  <a:pt x="3094196" y="74118"/>
                </a:lnTo>
                <a:lnTo>
                  <a:pt x="3115389" y="85860"/>
                </a:lnTo>
                <a:lnTo>
                  <a:pt x="3136582" y="98364"/>
                </a:lnTo>
                <a:lnTo>
                  <a:pt x="3157776" y="111601"/>
                </a:lnTo>
                <a:lnTo>
                  <a:pt x="3178969" y="125541"/>
                </a:lnTo>
                <a:lnTo>
                  <a:pt x="3200162" y="140155"/>
                </a:lnTo>
                <a:lnTo>
                  <a:pt x="3221355" y="155409"/>
                </a:lnTo>
                <a:lnTo>
                  <a:pt x="3242548" y="171270"/>
                </a:lnTo>
                <a:lnTo>
                  <a:pt x="3263741" y="187702"/>
                </a:lnTo>
                <a:lnTo>
                  <a:pt x="3284934" y="204669"/>
                </a:lnTo>
                <a:lnTo>
                  <a:pt x="3306127" y="222133"/>
                </a:lnTo>
                <a:lnTo>
                  <a:pt x="3327321" y="240056"/>
                </a:lnTo>
                <a:lnTo>
                  <a:pt x="3348514" y="258397"/>
                </a:lnTo>
                <a:lnTo>
                  <a:pt x="3369707" y="277117"/>
                </a:lnTo>
                <a:lnTo>
                  <a:pt x="3390900" y="296173"/>
                </a:lnTo>
                <a:lnTo>
                  <a:pt x="3412093" y="315522"/>
                </a:lnTo>
                <a:lnTo>
                  <a:pt x="3433286" y="335123"/>
                </a:lnTo>
                <a:lnTo>
                  <a:pt x="3454479" y="354932"/>
                </a:lnTo>
                <a:lnTo>
                  <a:pt x="3475673" y="374904"/>
                </a:lnTo>
                <a:lnTo>
                  <a:pt x="3496866" y="394995"/>
                </a:lnTo>
                <a:lnTo>
                  <a:pt x="3518059" y="415162"/>
                </a:lnTo>
                <a:lnTo>
                  <a:pt x="3539252" y="435358"/>
                </a:lnTo>
                <a:lnTo>
                  <a:pt x="3560445" y="455539"/>
                </a:lnTo>
                <a:lnTo>
                  <a:pt x="3581638" y="475660"/>
                </a:lnTo>
                <a:lnTo>
                  <a:pt x="3602831" y="495677"/>
                </a:lnTo>
                <a:lnTo>
                  <a:pt x="3624024" y="515545"/>
                </a:lnTo>
                <a:lnTo>
                  <a:pt x="3645218" y="535220"/>
                </a:lnTo>
                <a:lnTo>
                  <a:pt x="3666411" y="554658"/>
                </a:lnTo>
                <a:lnTo>
                  <a:pt x="3687604" y="573817"/>
                </a:lnTo>
                <a:lnTo>
                  <a:pt x="3708797" y="592653"/>
                </a:lnTo>
                <a:lnTo>
                  <a:pt x="3729990" y="611125"/>
                </a:lnTo>
                <a:lnTo>
                  <a:pt x="3751183" y="629191"/>
                </a:lnTo>
                <a:lnTo>
                  <a:pt x="3772376" y="646813"/>
                </a:lnTo>
                <a:lnTo>
                  <a:pt x="3793569" y="663950"/>
                </a:lnTo>
                <a:lnTo>
                  <a:pt x="3814763" y="680564"/>
                </a:lnTo>
                <a:lnTo>
                  <a:pt x="3835956" y="696620"/>
                </a:lnTo>
                <a:lnTo>
                  <a:pt x="3857149" y="712080"/>
                </a:lnTo>
                <a:lnTo>
                  <a:pt x="3878342" y="726911"/>
                </a:lnTo>
                <a:lnTo>
                  <a:pt x="3899535" y="741079"/>
                </a:lnTo>
                <a:lnTo>
                  <a:pt x="3920728" y="754554"/>
                </a:lnTo>
                <a:lnTo>
                  <a:pt x="3941921" y="767305"/>
                </a:lnTo>
                <a:lnTo>
                  <a:pt x="3963114" y="779304"/>
                </a:lnTo>
                <a:lnTo>
                  <a:pt x="3984307" y="790525"/>
                </a:lnTo>
                <a:lnTo>
                  <a:pt x="4005501" y="800942"/>
                </a:lnTo>
                <a:lnTo>
                  <a:pt x="4026694" y="810533"/>
                </a:lnTo>
                <a:lnTo>
                  <a:pt x="4047887" y="819275"/>
                </a:lnTo>
                <a:lnTo>
                  <a:pt x="4069080" y="827150"/>
                </a:lnTo>
                <a:lnTo>
                  <a:pt x="4090273" y="834141"/>
                </a:lnTo>
                <a:lnTo>
                  <a:pt x="4111466" y="840231"/>
                </a:lnTo>
                <a:lnTo>
                  <a:pt x="4132659" y="845407"/>
                </a:lnTo>
                <a:lnTo>
                  <a:pt x="4153852" y="849658"/>
                </a:lnTo>
                <a:lnTo>
                  <a:pt x="4175046" y="852974"/>
                </a:lnTo>
                <a:lnTo>
                  <a:pt x="4196239" y="855348"/>
                </a:lnTo>
                <a:lnTo>
                  <a:pt x="4217432" y="856774"/>
                </a:lnTo>
                <a:lnTo>
                  <a:pt x="4238625" y="857250"/>
                </a:lnTo>
                <a:lnTo>
                  <a:pt x="4259818" y="856774"/>
                </a:lnTo>
                <a:lnTo>
                  <a:pt x="4281011" y="855348"/>
                </a:lnTo>
                <a:lnTo>
                  <a:pt x="4302204" y="852974"/>
                </a:lnTo>
                <a:lnTo>
                  <a:pt x="4323398" y="849658"/>
                </a:lnTo>
                <a:lnTo>
                  <a:pt x="4344591" y="845407"/>
                </a:lnTo>
                <a:lnTo>
                  <a:pt x="4365784" y="840231"/>
                </a:lnTo>
                <a:lnTo>
                  <a:pt x="4386977" y="834141"/>
                </a:lnTo>
                <a:lnTo>
                  <a:pt x="4408170" y="827150"/>
                </a:lnTo>
                <a:lnTo>
                  <a:pt x="4429363" y="819275"/>
                </a:lnTo>
                <a:lnTo>
                  <a:pt x="4450556" y="810533"/>
                </a:lnTo>
                <a:lnTo>
                  <a:pt x="4471749" y="800942"/>
                </a:lnTo>
                <a:lnTo>
                  <a:pt x="4492942" y="790525"/>
                </a:lnTo>
                <a:lnTo>
                  <a:pt x="4514136" y="779304"/>
                </a:lnTo>
                <a:lnTo>
                  <a:pt x="4535329" y="767305"/>
                </a:lnTo>
                <a:lnTo>
                  <a:pt x="4556522" y="754554"/>
                </a:lnTo>
                <a:lnTo>
                  <a:pt x="4577715" y="741079"/>
                </a:lnTo>
                <a:lnTo>
                  <a:pt x="4598908" y="726911"/>
                </a:lnTo>
                <a:lnTo>
                  <a:pt x="4620101" y="712080"/>
                </a:lnTo>
                <a:lnTo>
                  <a:pt x="4641294" y="696620"/>
                </a:lnTo>
                <a:lnTo>
                  <a:pt x="4662488" y="680564"/>
                </a:lnTo>
                <a:lnTo>
                  <a:pt x="4683681" y="663950"/>
                </a:lnTo>
                <a:lnTo>
                  <a:pt x="4704874" y="646813"/>
                </a:lnTo>
                <a:lnTo>
                  <a:pt x="4726067" y="629191"/>
                </a:lnTo>
                <a:lnTo>
                  <a:pt x="4747260" y="611125"/>
                </a:lnTo>
                <a:lnTo>
                  <a:pt x="4768453" y="592653"/>
                </a:lnTo>
                <a:lnTo>
                  <a:pt x="4789646" y="573817"/>
                </a:lnTo>
                <a:lnTo>
                  <a:pt x="4810839" y="554658"/>
                </a:lnTo>
                <a:lnTo>
                  <a:pt x="4832033" y="535220"/>
                </a:lnTo>
                <a:lnTo>
                  <a:pt x="4853226" y="515545"/>
                </a:lnTo>
                <a:lnTo>
                  <a:pt x="4874419" y="495677"/>
                </a:lnTo>
                <a:lnTo>
                  <a:pt x="4895612" y="475660"/>
                </a:lnTo>
                <a:lnTo>
                  <a:pt x="4916805" y="455539"/>
                </a:lnTo>
                <a:lnTo>
                  <a:pt x="4937998" y="435358"/>
                </a:lnTo>
                <a:lnTo>
                  <a:pt x="4959191" y="415162"/>
                </a:lnTo>
                <a:lnTo>
                  <a:pt x="4980384" y="394995"/>
                </a:lnTo>
                <a:lnTo>
                  <a:pt x="5001578" y="374904"/>
                </a:lnTo>
                <a:lnTo>
                  <a:pt x="5022771" y="354932"/>
                </a:lnTo>
                <a:lnTo>
                  <a:pt x="5043964" y="335123"/>
                </a:lnTo>
                <a:lnTo>
                  <a:pt x="5065157" y="315522"/>
                </a:lnTo>
                <a:lnTo>
                  <a:pt x="5086350" y="296173"/>
                </a:lnTo>
                <a:lnTo>
                  <a:pt x="5107543" y="277117"/>
                </a:lnTo>
                <a:lnTo>
                  <a:pt x="5128736" y="258397"/>
                </a:lnTo>
                <a:lnTo>
                  <a:pt x="5149929" y="240056"/>
                </a:lnTo>
                <a:lnTo>
                  <a:pt x="5171123" y="222133"/>
                </a:lnTo>
                <a:lnTo>
                  <a:pt x="5192316" y="204669"/>
                </a:lnTo>
                <a:lnTo>
                  <a:pt x="5213509" y="187702"/>
                </a:lnTo>
                <a:lnTo>
                  <a:pt x="5234702" y="171270"/>
                </a:lnTo>
                <a:lnTo>
                  <a:pt x="5255895" y="155409"/>
                </a:lnTo>
                <a:lnTo>
                  <a:pt x="5277088" y="140155"/>
                </a:lnTo>
                <a:lnTo>
                  <a:pt x="5298281" y="125541"/>
                </a:lnTo>
                <a:lnTo>
                  <a:pt x="5319474" y="111601"/>
                </a:lnTo>
                <a:lnTo>
                  <a:pt x="5340668" y="98364"/>
                </a:lnTo>
                <a:lnTo>
                  <a:pt x="5361861" y="85860"/>
                </a:lnTo>
                <a:lnTo>
                  <a:pt x="5383054" y="74118"/>
                </a:lnTo>
                <a:lnTo>
                  <a:pt x="5404247" y="63162"/>
                </a:lnTo>
                <a:lnTo>
                  <a:pt x="5425440" y="53018"/>
                </a:lnTo>
                <a:lnTo>
                  <a:pt x="5446633" y="43708"/>
                </a:lnTo>
                <a:lnTo>
                  <a:pt x="5467826" y="35252"/>
                </a:lnTo>
                <a:lnTo>
                  <a:pt x="5489019" y="27670"/>
                </a:lnTo>
                <a:lnTo>
                  <a:pt x="5510212" y="20978"/>
                </a:lnTo>
                <a:lnTo>
                  <a:pt x="5531406" y="15192"/>
                </a:lnTo>
                <a:lnTo>
                  <a:pt x="5552599" y="10323"/>
                </a:lnTo>
                <a:lnTo>
                  <a:pt x="5573792" y="6383"/>
                </a:lnTo>
                <a:lnTo>
                  <a:pt x="5594985" y="3380"/>
                </a:lnTo>
                <a:lnTo>
                  <a:pt x="5616178" y="1321"/>
                </a:lnTo>
                <a:lnTo>
                  <a:pt x="5637371" y="212"/>
                </a:lnTo>
                <a:lnTo>
                  <a:pt x="5658564" y="53"/>
                </a:lnTo>
                <a:lnTo>
                  <a:pt x="5679758" y="846"/>
                </a:lnTo>
                <a:lnTo>
                  <a:pt x="5700951" y="2588"/>
                </a:lnTo>
                <a:lnTo>
                  <a:pt x="5722144" y="5277"/>
                </a:lnTo>
                <a:lnTo>
                  <a:pt x="5743337" y="8906"/>
                </a:lnTo>
                <a:lnTo>
                  <a:pt x="5764530" y="13466"/>
                </a:lnTo>
                <a:lnTo>
                  <a:pt x="5785723" y="18948"/>
                </a:lnTo>
                <a:lnTo>
                  <a:pt x="5806916" y="25340"/>
                </a:lnTo>
                <a:lnTo>
                  <a:pt x="5828109" y="32627"/>
                </a:lnTo>
                <a:lnTo>
                  <a:pt x="5849303" y="40794"/>
                </a:lnTo>
                <a:lnTo>
                  <a:pt x="5870496" y="49821"/>
                </a:lnTo>
                <a:lnTo>
                  <a:pt x="5891689" y="59689"/>
                </a:lnTo>
                <a:lnTo>
                  <a:pt x="5912882" y="70377"/>
                </a:lnTo>
                <a:lnTo>
                  <a:pt x="5934075" y="81860"/>
                </a:lnTo>
                <a:lnTo>
                  <a:pt x="5955268" y="94113"/>
                </a:lnTo>
                <a:lnTo>
                  <a:pt x="5976461" y="107109"/>
                </a:lnTo>
                <a:lnTo>
                  <a:pt x="5997654" y="120818"/>
                </a:lnTo>
                <a:lnTo>
                  <a:pt x="6018848" y="135211"/>
                </a:lnTo>
                <a:lnTo>
                  <a:pt x="6040041" y="150255"/>
                </a:lnTo>
                <a:lnTo>
                  <a:pt x="6061234" y="165918"/>
                </a:lnTo>
                <a:lnTo>
                  <a:pt x="6082427" y="182163"/>
                </a:lnTo>
                <a:lnTo>
                  <a:pt x="6103620" y="198956"/>
                </a:lnTo>
                <a:lnTo>
                  <a:pt x="6124813" y="216259"/>
                </a:lnTo>
                <a:lnTo>
                  <a:pt x="6146006" y="234033"/>
                </a:lnTo>
                <a:lnTo>
                  <a:pt x="6167199" y="252240"/>
                </a:lnTo>
                <a:lnTo>
                  <a:pt x="6188392" y="270838"/>
                </a:lnTo>
                <a:lnTo>
                  <a:pt x="6209586" y="289786"/>
                </a:lnTo>
                <a:lnTo>
                  <a:pt x="6230779" y="309042"/>
                </a:lnTo>
                <a:lnTo>
                  <a:pt x="6251972" y="328564"/>
                </a:lnTo>
                <a:lnTo>
                  <a:pt x="6273165" y="348309"/>
                </a:lnTo>
                <a:lnTo>
                  <a:pt x="6294358" y="368231"/>
                </a:lnTo>
                <a:lnTo>
                  <a:pt x="6315551" y="388288"/>
                </a:lnTo>
                <a:lnTo>
                  <a:pt x="6336744" y="408434"/>
                </a:lnTo>
                <a:lnTo>
                  <a:pt x="6357938" y="428625"/>
                </a:lnTo>
                <a:lnTo>
                  <a:pt x="6379131" y="448816"/>
                </a:lnTo>
                <a:lnTo>
                  <a:pt x="6400324" y="468962"/>
                </a:lnTo>
                <a:lnTo>
                  <a:pt x="6421517" y="489019"/>
                </a:lnTo>
                <a:lnTo>
                  <a:pt x="6442710" y="508941"/>
                </a:lnTo>
                <a:lnTo>
                  <a:pt x="6463903" y="528686"/>
                </a:lnTo>
                <a:lnTo>
                  <a:pt x="6485096" y="548208"/>
                </a:lnTo>
                <a:lnTo>
                  <a:pt x="6506289" y="567464"/>
                </a:lnTo>
                <a:lnTo>
                  <a:pt x="6527483" y="586412"/>
                </a:lnTo>
                <a:lnTo>
                  <a:pt x="6548676" y="605010"/>
                </a:lnTo>
                <a:lnTo>
                  <a:pt x="6569869" y="623217"/>
                </a:lnTo>
                <a:lnTo>
                  <a:pt x="6591062" y="640991"/>
                </a:lnTo>
                <a:lnTo>
                  <a:pt x="6612255" y="658294"/>
                </a:lnTo>
                <a:lnTo>
                  <a:pt x="6633448" y="675087"/>
                </a:lnTo>
                <a:lnTo>
                  <a:pt x="6654641" y="691332"/>
                </a:lnTo>
                <a:lnTo>
                  <a:pt x="6675834" y="706995"/>
                </a:lnTo>
                <a:lnTo>
                  <a:pt x="6697028" y="722039"/>
                </a:lnTo>
                <a:lnTo>
                  <a:pt x="6718221" y="736432"/>
                </a:lnTo>
                <a:lnTo>
                  <a:pt x="6739414" y="750141"/>
                </a:lnTo>
                <a:lnTo>
                  <a:pt x="6760607" y="763137"/>
                </a:lnTo>
                <a:lnTo>
                  <a:pt x="6781800" y="775390"/>
                </a:lnTo>
                <a:lnTo>
                  <a:pt x="6802993" y="786873"/>
                </a:lnTo>
                <a:lnTo>
                  <a:pt x="6824186" y="797561"/>
                </a:lnTo>
                <a:lnTo>
                  <a:pt x="6845379" y="807429"/>
                </a:lnTo>
                <a:lnTo>
                  <a:pt x="6866573" y="816456"/>
                </a:lnTo>
                <a:lnTo>
                  <a:pt x="6887766" y="824623"/>
                </a:lnTo>
                <a:lnTo>
                  <a:pt x="6908959" y="831910"/>
                </a:lnTo>
                <a:lnTo>
                  <a:pt x="6930152" y="838302"/>
                </a:lnTo>
                <a:lnTo>
                  <a:pt x="6951345" y="843784"/>
                </a:lnTo>
                <a:lnTo>
                  <a:pt x="6972538" y="848344"/>
                </a:lnTo>
                <a:lnTo>
                  <a:pt x="6993731" y="851973"/>
                </a:lnTo>
                <a:lnTo>
                  <a:pt x="7014924" y="854662"/>
                </a:lnTo>
                <a:lnTo>
                  <a:pt x="7036117" y="856404"/>
                </a:lnTo>
                <a:lnTo>
                  <a:pt x="7057311" y="857197"/>
                </a:lnTo>
                <a:lnTo>
                  <a:pt x="7078504" y="857038"/>
                </a:lnTo>
                <a:lnTo>
                  <a:pt x="7099697" y="855929"/>
                </a:lnTo>
                <a:lnTo>
                  <a:pt x="7120890" y="853870"/>
                </a:lnTo>
                <a:lnTo>
                  <a:pt x="7142083" y="850867"/>
                </a:lnTo>
                <a:lnTo>
                  <a:pt x="7163276" y="846927"/>
                </a:lnTo>
                <a:lnTo>
                  <a:pt x="7184469" y="842058"/>
                </a:lnTo>
                <a:lnTo>
                  <a:pt x="7205663" y="836272"/>
                </a:lnTo>
                <a:lnTo>
                  <a:pt x="7226856" y="829580"/>
                </a:lnTo>
                <a:lnTo>
                  <a:pt x="7248049" y="821998"/>
                </a:lnTo>
                <a:lnTo>
                  <a:pt x="7269242" y="813542"/>
                </a:lnTo>
                <a:lnTo>
                  <a:pt x="7290435" y="804232"/>
                </a:lnTo>
                <a:lnTo>
                  <a:pt x="7311628" y="794088"/>
                </a:lnTo>
                <a:lnTo>
                  <a:pt x="7332821" y="783132"/>
                </a:lnTo>
                <a:lnTo>
                  <a:pt x="7354014" y="771390"/>
                </a:lnTo>
                <a:lnTo>
                  <a:pt x="7375208" y="758886"/>
                </a:lnTo>
                <a:lnTo>
                  <a:pt x="7396401" y="745649"/>
                </a:lnTo>
                <a:lnTo>
                  <a:pt x="7417594" y="731709"/>
                </a:lnTo>
                <a:lnTo>
                  <a:pt x="7438787" y="717095"/>
                </a:lnTo>
                <a:lnTo>
                  <a:pt x="7459980" y="701841"/>
                </a:lnTo>
                <a:lnTo>
                  <a:pt x="7481173" y="685980"/>
                </a:lnTo>
                <a:lnTo>
                  <a:pt x="7502366" y="669548"/>
                </a:lnTo>
                <a:lnTo>
                  <a:pt x="7523559" y="652581"/>
                </a:lnTo>
                <a:lnTo>
                  <a:pt x="7544752" y="635117"/>
                </a:lnTo>
                <a:lnTo>
                  <a:pt x="7565946" y="617194"/>
                </a:lnTo>
                <a:lnTo>
                  <a:pt x="7587139" y="598853"/>
                </a:lnTo>
                <a:lnTo>
                  <a:pt x="7608332" y="580133"/>
                </a:lnTo>
                <a:lnTo>
                  <a:pt x="7629525" y="561077"/>
                </a:lnTo>
                <a:lnTo>
                  <a:pt x="7650718" y="541728"/>
                </a:lnTo>
                <a:lnTo>
                  <a:pt x="7671911" y="522127"/>
                </a:lnTo>
                <a:lnTo>
                  <a:pt x="7693104" y="502318"/>
                </a:lnTo>
                <a:lnTo>
                  <a:pt x="7714298" y="482346"/>
                </a:lnTo>
                <a:lnTo>
                  <a:pt x="7735491" y="462255"/>
                </a:lnTo>
                <a:lnTo>
                  <a:pt x="7756684" y="442088"/>
                </a:lnTo>
                <a:lnTo>
                  <a:pt x="7777877" y="421892"/>
                </a:lnTo>
                <a:lnTo>
                  <a:pt x="7799070" y="401711"/>
                </a:lnTo>
                <a:lnTo>
                  <a:pt x="7820263" y="381590"/>
                </a:lnTo>
                <a:lnTo>
                  <a:pt x="7841456" y="361573"/>
                </a:lnTo>
                <a:lnTo>
                  <a:pt x="7862649" y="341705"/>
                </a:lnTo>
                <a:lnTo>
                  <a:pt x="7883842" y="322030"/>
                </a:lnTo>
                <a:lnTo>
                  <a:pt x="7905036" y="302592"/>
                </a:lnTo>
                <a:lnTo>
                  <a:pt x="7926229" y="283433"/>
                </a:lnTo>
                <a:lnTo>
                  <a:pt x="7947422" y="264597"/>
                </a:lnTo>
                <a:lnTo>
                  <a:pt x="7968615" y="246125"/>
                </a:lnTo>
                <a:lnTo>
                  <a:pt x="7989808" y="228059"/>
                </a:lnTo>
                <a:lnTo>
                  <a:pt x="8011001" y="210437"/>
                </a:lnTo>
                <a:lnTo>
                  <a:pt x="8032194" y="193300"/>
                </a:lnTo>
                <a:lnTo>
                  <a:pt x="8053388" y="176686"/>
                </a:lnTo>
                <a:lnTo>
                  <a:pt x="8074581" y="160630"/>
                </a:lnTo>
                <a:lnTo>
                  <a:pt x="8095774" y="145170"/>
                </a:lnTo>
                <a:lnTo>
                  <a:pt x="8116967" y="130339"/>
                </a:lnTo>
                <a:lnTo>
                  <a:pt x="8138160" y="116171"/>
                </a:lnTo>
                <a:lnTo>
                  <a:pt x="8159353" y="102696"/>
                </a:lnTo>
                <a:lnTo>
                  <a:pt x="8180546" y="89945"/>
                </a:lnTo>
                <a:lnTo>
                  <a:pt x="8201739" y="77946"/>
                </a:lnTo>
                <a:lnTo>
                  <a:pt x="8222933" y="66725"/>
                </a:lnTo>
                <a:lnTo>
                  <a:pt x="8244126" y="56308"/>
                </a:lnTo>
                <a:lnTo>
                  <a:pt x="8265319" y="46717"/>
                </a:lnTo>
                <a:lnTo>
                  <a:pt x="8286512" y="37975"/>
                </a:lnTo>
                <a:lnTo>
                  <a:pt x="8307705" y="30100"/>
                </a:lnTo>
                <a:lnTo>
                  <a:pt x="8328898" y="23109"/>
                </a:lnTo>
                <a:lnTo>
                  <a:pt x="8350091" y="17019"/>
                </a:lnTo>
                <a:lnTo>
                  <a:pt x="8371284" y="11843"/>
                </a:lnTo>
                <a:lnTo>
                  <a:pt x="8392478" y="7592"/>
                </a:lnTo>
                <a:lnTo>
                  <a:pt x="8413671" y="4276"/>
                </a:lnTo>
                <a:lnTo>
                  <a:pt x="8434864" y="1902"/>
                </a:lnTo>
                <a:lnTo>
                  <a:pt x="8456057" y="476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8" name="alias-stem">
            <a:extLst xmlns:a="http://schemas.openxmlformats.org/drawingml/2006/main">
              <a:ext uri="{FF2B5EF4-FFF2-40B4-BE49-F238E27FC236}">
                <a16:creationId xmlns:a16="http://schemas.microsoft.com/office/drawing/2014/main" id="{36158AB7-E6D0-43AB-8DC5-9CA1FED9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9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656801D0-CDCA-4531-B236-614F1920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0" name="alias-time">
            <a:extLst xmlns:a="http://schemas.openxmlformats.org/drawingml/2006/main">
              <a:ext uri="{FF2B5EF4-FFF2-40B4-BE49-F238E27FC236}">
                <a16:creationId xmlns:a16="http://schemas.microsoft.com/office/drawing/2014/main" id="{36A3B130-19B2-4C38-974E-58B6A05F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11" name="alias-stem">
            <a:extLst xmlns:a="http://schemas.openxmlformats.org/drawingml/2006/main">
              <a:ext uri="{FF2B5EF4-FFF2-40B4-BE49-F238E27FC236}">
                <a16:creationId xmlns:a16="http://schemas.microsoft.com/office/drawing/2014/main" id="{806722F1-EBFA-4970-BB89-4B2DDA1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506B46A9-D90E-4A67-9C58-616338F6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3" name="alias-time">
            <a:extLst xmlns:a="http://schemas.openxmlformats.org/drawingml/2006/main">
              <a:ext uri="{FF2B5EF4-FFF2-40B4-BE49-F238E27FC236}">
                <a16:creationId xmlns:a16="http://schemas.microsoft.com/office/drawing/2014/main" id="{89900377-C258-4780-9A34-A222F872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14" name="alias-stem">
            <a:extLst xmlns:a="http://schemas.openxmlformats.org/drawingml/2006/main">
              <a:ext uri="{FF2B5EF4-FFF2-40B4-BE49-F238E27FC236}">
                <a16:creationId xmlns:a16="http://schemas.microsoft.com/office/drawing/2014/main" id="{90626084-1F87-4DCE-A42C-EFB689FA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5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9906F344-238B-4582-A52F-BDFE0945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6" name="alias-time">
            <a:extLst xmlns:a="http://schemas.openxmlformats.org/drawingml/2006/main">
              <a:ext uri="{FF2B5EF4-FFF2-40B4-BE49-F238E27FC236}">
                <a16:creationId xmlns:a16="http://schemas.microsoft.com/office/drawing/2014/main" id="{0CA1A97D-0B18-469E-80C9-3A0A9E33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17" name="alias-stem">
            <a:extLst xmlns:a="http://schemas.openxmlformats.org/drawingml/2006/main">
              <a:ext uri="{FF2B5EF4-FFF2-40B4-BE49-F238E27FC236}">
                <a16:creationId xmlns:a16="http://schemas.microsoft.com/office/drawing/2014/main" id="{FDAD3611-A8D4-42A4-97FC-46FF21B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8479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8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7076FC42-69A3-4D41-92B4-D8BDA574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19" name="alias-time">
            <a:extLst xmlns:a="http://schemas.openxmlformats.org/drawingml/2006/main">
              <a:ext uri="{FF2B5EF4-FFF2-40B4-BE49-F238E27FC236}">
                <a16:creationId xmlns:a16="http://schemas.microsoft.com/office/drawing/2014/main" id="{6532EA6D-3906-4120-8AAF-8BAE1DE7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20" name="alias-stem">
            <a:extLst xmlns:a="http://schemas.openxmlformats.org/drawingml/2006/main">
              <a:ext uri="{FF2B5EF4-FFF2-40B4-BE49-F238E27FC236}">
                <a16:creationId xmlns:a16="http://schemas.microsoft.com/office/drawing/2014/main" id="{02A79741-9492-46D0-97DD-685635A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193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1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B9BFA146-F2C1-48C5-894A-F601DD20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2" name="alias-time">
            <a:extLst xmlns:a="http://schemas.openxmlformats.org/drawingml/2006/main">
              <a:ext uri="{FF2B5EF4-FFF2-40B4-BE49-F238E27FC236}">
                <a16:creationId xmlns:a16="http://schemas.microsoft.com/office/drawing/2014/main" id="{F3A179C3-CF48-49EE-9D29-E9DF9BE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4194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23" name="signal-frequency">
            <a:extLst xmlns:a="http://schemas.openxmlformats.org/drawingml/2006/main">
              <a:ext uri="{FF2B5EF4-FFF2-40B4-BE49-F238E27FC236}">
                <a16:creationId xmlns:a16="http://schemas.microsoft.com/office/drawing/2014/main" id="{26224222-0AF8-41D8-8765-08792A98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2 kHz</a:t>
            </a:r>
          </a:p>
        </p:txBody>
      </p:sp>
      <p:sp>
        <p:nvSpPr>
          <p:cNvPr id="24" name="alias-zero">
            <a:extLst xmlns:a="http://schemas.openxmlformats.org/drawingml/2006/main">
              <a:ext uri="{FF2B5EF4-FFF2-40B4-BE49-F238E27FC236}">
                <a16:creationId xmlns:a16="http://schemas.microsoft.com/office/drawing/2014/main" id="{04436659-8BB6-4DA3-A35C-84636241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24375"/>
            <a:ext cx="8477250" cy="9525"/>
          </a:xfrm>
          <a:custGeom xmlns:a="http://schemas.openxmlformats.org/drawingml/2006/main">
            <a:pathLst>
              <a:path w="8477250" h="9525">
                <a:moveTo>
                  <a:pt x="0" y="0"/>
                </a:move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08080"/>
            </a:solidFill>
          </a:ln>
        </p:spPr>
      </p:sp>
      <p:sp>
        <p:nvSpPr>
          <p:cNvPr id="25" name="alias-input-2000">
            <a:extLst xmlns:a="http://schemas.openxmlformats.org/drawingml/2006/main">
              <a:ext uri="{FF2B5EF4-FFF2-40B4-BE49-F238E27FC236}">
                <a16:creationId xmlns:a16="http://schemas.microsoft.com/office/drawing/2014/main" id="{A60BDD14-D22F-4775-BE06-CCC4D809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8477250" cy="857250"/>
          </a:xfrm>
          <a:custGeom xmlns:a="http://schemas.openxmlformats.org/drawingml/2006/main">
            <a:pathLst>
              <a:path w="8477250" h="857250">
                <a:moveTo>
                  <a:pt x="0" y="0"/>
                </a:moveTo>
                <a:lnTo>
                  <a:pt x="21193" y="53"/>
                </a:lnTo>
                <a:lnTo>
                  <a:pt x="42386" y="212"/>
                </a:lnTo>
                <a:lnTo>
                  <a:pt x="63579" y="476"/>
                </a:lnTo>
                <a:lnTo>
                  <a:pt x="84773" y="846"/>
                </a:lnTo>
                <a:lnTo>
                  <a:pt x="105966" y="1321"/>
                </a:lnTo>
                <a:lnTo>
                  <a:pt x="127159" y="1902"/>
                </a:lnTo>
                <a:lnTo>
                  <a:pt x="148352" y="2588"/>
                </a:lnTo>
                <a:lnTo>
                  <a:pt x="169545" y="3380"/>
                </a:lnTo>
                <a:lnTo>
                  <a:pt x="190738" y="4276"/>
                </a:lnTo>
                <a:lnTo>
                  <a:pt x="211931" y="5277"/>
                </a:lnTo>
                <a:lnTo>
                  <a:pt x="233124" y="6383"/>
                </a:lnTo>
                <a:lnTo>
                  <a:pt x="254317" y="7592"/>
                </a:lnTo>
                <a:lnTo>
                  <a:pt x="275511" y="8906"/>
                </a:lnTo>
                <a:lnTo>
                  <a:pt x="296704" y="10323"/>
                </a:lnTo>
                <a:lnTo>
                  <a:pt x="317897" y="11843"/>
                </a:lnTo>
                <a:lnTo>
                  <a:pt x="339090" y="13466"/>
                </a:lnTo>
                <a:lnTo>
                  <a:pt x="360283" y="15192"/>
                </a:lnTo>
                <a:lnTo>
                  <a:pt x="381476" y="17019"/>
                </a:lnTo>
                <a:lnTo>
                  <a:pt x="402669" y="18948"/>
                </a:lnTo>
                <a:lnTo>
                  <a:pt x="423863" y="20978"/>
                </a:lnTo>
                <a:lnTo>
                  <a:pt x="445056" y="23109"/>
                </a:lnTo>
                <a:lnTo>
                  <a:pt x="466249" y="25340"/>
                </a:lnTo>
                <a:lnTo>
                  <a:pt x="487442" y="27670"/>
                </a:lnTo>
                <a:lnTo>
                  <a:pt x="508635" y="30100"/>
                </a:lnTo>
                <a:lnTo>
                  <a:pt x="529828" y="32627"/>
                </a:lnTo>
                <a:lnTo>
                  <a:pt x="551021" y="35252"/>
                </a:lnTo>
                <a:lnTo>
                  <a:pt x="572214" y="37975"/>
                </a:lnTo>
                <a:lnTo>
                  <a:pt x="593408" y="40794"/>
                </a:lnTo>
                <a:lnTo>
                  <a:pt x="614601" y="43708"/>
                </a:lnTo>
                <a:lnTo>
                  <a:pt x="635794" y="46717"/>
                </a:lnTo>
                <a:lnTo>
                  <a:pt x="656987" y="49821"/>
                </a:lnTo>
                <a:lnTo>
                  <a:pt x="678180" y="53018"/>
                </a:lnTo>
                <a:lnTo>
                  <a:pt x="699373" y="56308"/>
                </a:lnTo>
                <a:lnTo>
                  <a:pt x="720566" y="59689"/>
                </a:lnTo>
                <a:lnTo>
                  <a:pt x="741759" y="63162"/>
                </a:lnTo>
                <a:lnTo>
                  <a:pt x="762953" y="66725"/>
                </a:lnTo>
                <a:lnTo>
                  <a:pt x="784146" y="70377"/>
                </a:lnTo>
                <a:lnTo>
                  <a:pt x="805339" y="74118"/>
                </a:lnTo>
                <a:lnTo>
                  <a:pt x="826532" y="77946"/>
                </a:lnTo>
                <a:lnTo>
                  <a:pt x="847725" y="81860"/>
                </a:lnTo>
                <a:lnTo>
                  <a:pt x="868918" y="85860"/>
                </a:lnTo>
                <a:lnTo>
                  <a:pt x="890111" y="89945"/>
                </a:lnTo>
                <a:lnTo>
                  <a:pt x="911304" y="94113"/>
                </a:lnTo>
                <a:lnTo>
                  <a:pt x="932497" y="98364"/>
                </a:lnTo>
                <a:lnTo>
                  <a:pt x="953691" y="102696"/>
                </a:lnTo>
                <a:lnTo>
                  <a:pt x="974884" y="107109"/>
                </a:lnTo>
                <a:lnTo>
                  <a:pt x="996077" y="111601"/>
                </a:lnTo>
                <a:lnTo>
                  <a:pt x="1017270" y="116171"/>
                </a:lnTo>
                <a:lnTo>
                  <a:pt x="1038463" y="120818"/>
                </a:lnTo>
                <a:lnTo>
                  <a:pt x="1059656" y="125541"/>
                </a:lnTo>
                <a:lnTo>
                  <a:pt x="1080849" y="130339"/>
                </a:lnTo>
                <a:lnTo>
                  <a:pt x="1102043" y="135211"/>
                </a:lnTo>
                <a:lnTo>
                  <a:pt x="1123236" y="140155"/>
                </a:lnTo>
                <a:lnTo>
                  <a:pt x="1144429" y="145170"/>
                </a:lnTo>
                <a:lnTo>
                  <a:pt x="1165622" y="150255"/>
                </a:lnTo>
                <a:lnTo>
                  <a:pt x="1186815" y="155409"/>
                </a:lnTo>
                <a:lnTo>
                  <a:pt x="1208008" y="160630"/>
                </a:lnTo>
                <a:lnTo>
                  <a:pt x="1229201" y="165918"/>
                </a:lnTo>
                <a:lnTo>
                  <a:pt x="1250394" y="171270"/>
                </a:lnTo>
                <a:lnTo>
                  <a:pt x="1271588" y="176686"/>
                </a:lnTo>
                <a:lnTo>
                  <a:pt x="1292781" y="182163"/>
                </a:lnTo>
                <a:lnTo>
                  <a:pt x="1313974" y="187702"/>
                </a:lnTo>
                <a:lnTo>
                  <a:pt x="1335167" y="193300"/>
                </a:lnTo>
                <a:lnTo>
                  <a:pt x="1356360" y="198956"/>
                </a:lnTo>
                <a:lnTo>
                  <a:pt x="1377553" y="204669"/>
                </a:lnTo>
                <a:lnTo>
                  <a:pt x="1398746" y="210437"/>
                </a:lnTo>
                <a:lnTo>
                  <a:pt x="1419939" y="216259"/>
                </a:lnTo>
                <a:lnTo>
                  <a:pt x="1441133" y="222133"/>
                </a:lnTo>
                <a:lnTo>
                  <a:pt x="1462326" y="228059"/>
                </a:lnTo>
                <a:lnTo>
                  <a:pt x="1483519" y="234033"/>
                </a:lnTo>
                <a:lnTo>
                  <a:pt x="1504712" y="240056"/>
                </a:lnTo>
                <a:lnTo>
                  <a:pt x="1525905" y="246125"/>
                </a:lnTo>
                <a:lnTo>
                  <a:pt x="1547098" y="252240"/>
                </a:lnTo>
                <a:lnTo>
                  <a:pt x="1568291" y="258397"/>
                </a:lnTo>
                <a:lnTo>
                  <a:pt x="1589484" y="264597"/>
                </a:lnTo>
                <a:lnTo>
                  <a:pt x="1610677" y="270838"/>
                </a:lnTo>
                <a:lnTo>
                  <a:pt x="1631871" y="277117"/>
                </a:lnTo>
                <a:lnTo>
                  <a:pt x="1653064" y="283433"/>
                </a:lnTo>
                <a:lnTo>
                  <a:pt x="1674257" y="289786"/>
                </a:lnTo>
                <a:lnTo>
                  <a:pt x="1695450" y="296173"/>
                </a:lnTo>
                <a:lnTo>
                  <a:pt x="1716643" y="302592"/>
                </a:lnTo>
                <a:lnTo>
                  <a:pt x="1737836" y="309042"/>
                </a:lnTo>
                <a:lnTo>
                  <a:pt x="1759029" y="315522"/>
                </a:lnTo>
                <a:lnTo>
                  <a:pt x="1780222" y="322030"/>
                </a:lnTo>
                <a:lnTo>
                  <a:pt x="1801416" y="328564"/>
                </a:lnTo>
                <a:lnTo>
                  <a:pt x="1822609" y="335123"/>
                </a:lnTo>
                <a:lnTo>
                  <a:pt x="1843802" y="341705"/>
                </a:lnTo>
                <a:lnTo>
                  <a:pt x="1864995" y="348309"/>
                </a:lnTo>
                <a:lnTo>
                  <a:pt x="1886188" y="354932"/>
                </a:lnTo>
                <a:lnTo>
                  <a:pt x="1907381" y="361573"/>
                </a:lnTo>
                <a:lnTo>
                  <a:pt x="1928574" y="368231"/>
                </a:lnTo>
                <a:lnTo>
                  <a:pt x="1949768" y="374904"/>
                </a:lnTo>
                <a:lnTo>
                  <a:pt x="1970961" y="381590"/>
                </a:lnTo>
                <a:lnTo>
                  <a:pt x="1992154" y="388288"/>
                </a:lnTo>
                <a:lnTo>
                  <a:pt x="2013347" y="394995"/>
                </a:lnTo>
                <a:lnTo>
                  <a:pt x="2034540" y="401711"/>
                </a:lnTo>
                <a:lnTo>
                  <a:pt x="2055733" y="408434"/>
                </a:lnTo>
                <a:lnTo>
                  <a:pt x="2076926" y="415162"/>
                </a:lnTo>
                <a:lnTo>
                  <a:pt x="2098119" y="421892"/>
                </a:lnTo>
                <a:lnTo>
                  <a:pt x="2119313" y="428625"/>
                </a:lnTo>
                <a:lnTo>
                  <a:pt x="2140506" y="435358"/>
                </a:lnTo>
                <a:lnTo>
                  <a:pt x="2161699" y="442088"/>
                </a:lnTo>
                <a:lnTo>
                  <a:pt x="2182892" y="448816"/>
                </a:lnTo>
                <a:lnTo>
                  <a:pt x="2204085" y="455539"/>
                </a:lnTo>
                <a:lnTo>
                  <a:pt x="2225278" y="462255"/>
                </a:lnTo>
                <a:lnTo>
                  <a:pt x="2246471" y="468962"/>
                </a:lnTo>
                <a:lnTo>
                  <a:pt x="2267664" y="475660"/>
                </a:lnTo>
                <a:lnTo>
                  <a:pt x="2288858" y="482346"/>
                </a:lnTo>
                <a:lnTo>
                  <a:pt x="2310051" y="489019"/>
                </a:lnTo>
                <a:lnTo>
                  <a:pt x="2331244" y="495677"/>
                </a:lnTo>
                <a:lnTo>
                  <a:pt x="2352437" y="502318"/>
                </a:lnTo>
                <a:lnTo>
                  <a:pt x="2373630" y="508941"/>
                </a:lnTo>
                <a:lnTo>
                  <a:pt x="2394823" y="515545"/>
                </a:lnTo>
                <a:lnTo>
                  <a:pt x="2416016" y="522127"/>
                </a:lnTo>
                <a:lnTo>
                  <a:pt x="2437209" y="528686"/>
                </a:lnTo>
                <a:lnTo>
                  <a:pt x="2458402" y="535220"/>
                </a:lnTo>
                <a:lnTo>
                  <a:pt x="2479596" y="541728"/>
                </a:lnTo>
                <a:lnTo>
                  <a:pt x="2500789" y="548208"/>
                </a:lnTo>
                <a:lnTo>
                  <a:pt x="2521982" y="554658"/>
                </a:lnTo>
                <a:lnTo>
                  <a:pt x="2543175" y="561077"/>
                </a:lnTo>
                <a:lnTo>
                  <a:pt x="2564368" y="567464"/>
                </a:lnTo>
                <a:lnTo>
                  <a:pt x="2585561" y="573817"/>
                </a:lnTo>
                <a:lnTo>
                  <a:pt x="2606754" y="580133"/>
                </a:lnTo>
                <a:lnTo>
                  <a:pt x="2627948" y="586412"/>
                </a:lnTo>
                <a:lnTo>
                  <a:pt x="2649141" y="592653"/>
                </a:lnTo>
                <a:lnTo>
                  <a:pt x="2670334" y="598853"/>
                </a:lnTo>
                <a:lnTo>
                  <a:pt x="2691527" y="605010"/>
                </a:lnTo>
                <a:lnTo>
                  <a:pt x="2712720" y="611125"/>
                </a:lnTo>
                <a:lnTo>
                  <a:pt x="2733913" y="617194"/>
                </a:lnTo>
                <a:lnTo>
                  <a:pt x="2755106" y="623217"/>
                </a:lnTo>
                <a:lnTo>
                  <a:pt x="2776299" y="629191"/>
                </a:lnTo>
                <a:lnTo>
                  <a:pt x="2797493" y="635117"/>
                </a:lnTo>
                <a:lnTo>
                  <a:pt x="2818686" y="640991"/>
                </a:lnTo>
                <a:lnTo>
                  <a:pt x="2839879" y="646813"/>
                </a:lnTo>
                <a:lnTo>
                  <a:pt x="2861072" y="652581"/>
                </a:lnTo>
                <a:lnTo>
                  <a:pt x="2882265" y="658294"/>
                </a:lnTo>
                <a:lnTo>
                  <a:pt x="2903458" y="663950"/>
                </a:lnTo>
                <a:lnTo>
                  <a:pt x="2924651" y="669548"/>
                </a:lnTo>
                <a:lnTo>
                  <a:pt x="2945844" y="675087"/>
                </a:lnTo>
                <a:lnTo>
                  <a:pt x="2967038" y="680564"/>
                </a:lnTo>
                <a:lnTo>
                  <a:pt x="2988231" y="685980"/>
                </a:lnTo>
                <a:lnTo>
                  <a:pt x="3009424" y="691332"/>
                </a:lnTo>
                <a:lnTo>
                  <a:pt x="3030617" y="696620"/>
                </a:lnTo>
                <a:lnTo>
                  <a:pt x="3051810" y="701841"/>
                </a:lnTo>
                <a:lnTo>
                  <a:pt x="3073003" y="706995"/>
                </a:lnTo>
                <a:lnTo>
                  <a:pt x="3094196" y="712080"/>
                </a:lnTo>
                <a:lnTo>
                  <a:pt x="3115389" y="717095"/>
                </a:lnTo>
                <a:lnTo>
                  <a:pt x="3136582" y="722039"/>
                </a:lnTo>
                <a:lnTo>
                  <a:pt x="3157776" y="726911"/>
                </a:lnTo>
                <a:lnTo>
                  <a:pt x="3178969" y="731709"/>
                </a:lnTo>
                <a:lnTo>
                  <a:pt x="3200162" y="736432"/>
                </a:lnTo>
                <a:lnTo>
                  <a:pt x="3221355" y="741079"/>
                </a:lnTo>
                <a:lnTo>
                  <a:pt x="3242548" y="745649"/>
                </a:lnTo>
                <a:lnTo>
                  <a:pt x="3263741" y="750141"/>
                </a:lnTo>
                <a:lnTo>
                  <a:pt x="3284934" y="754554"/>
                </a:lnTo>
                <a:lnTo>
                  <a:pt x="3306127" y="758886"/>
                </a:lnTo>
                <a:lnTo>
                  <a:pt x="3327321" y="763137"/>
                </a:lnTo>
                <a:lnTo>
                  <a:pt x="3348514" y="767305"/>
                </a:lnTo>
                <a:lnTo>
                  <a:pt x="3369707" y="771390"/>
                </a:lnTo>
                <a:lnTo>
                  <a:pt x="3390900" y="775390"/>
                </a:lnTo>
                <a:lnTo>
                  <a:pt x="3412093" y="779304"/>
                </a:lnTo>
                <a:lnTo>
                  <a:pt x="3433286" y="783132"/>
                </a:lnTo>
                <a:lnTo>
                  <a:pt x="3454479" y="786873"/>
                </a:lnTo>
                <a:lnTo>
                  <a:pt x="3475673" y="790525"/>
                </a:lnTo>
                <a:lnTo>
                  <a:pt x="3496866" y="794088"/>
                </a:lnTo>
                <a:lnTo>
                  <a:pt x="3518059" y="797561"/>
                </a:lnTo>
                <a:lnTo>
                  <a:pt x="3539252" y="800942"/>
                </a:lnTo>
                <a:lnTo>
                  <a:pt x="3560445" y="804232"/>
                </a:lnTo>
                <a:lnTo>
                  <a:pt x="3581638" y="807429"/>
                </a:lnTo>
                <a:lnTo>
                  <a:pt x="3602831" y="810533"/>
                </a:lnTo>
                <a:lnTo>
                  <a:pt x="3624024" y="813542"/>
                </a:lnTo>
                <a:lnTo>
                  <a:pt x="3645218" y="816456"/>
                </a:lnTo>
                <a:lnTo>
                  <a:pt x="3666411" y="819275"/>
                </a:lnTo>
                <a:lnTo>
                  <a:pt x="3687604" y="821998"/>
                </a:lnTo>
                <a:lnTo>
                  <a:pt x="3708797" y="824623"/>
                </a:lnTo>
                <a:lnTo>
                  <a:pt x="3729990" y="827150"/>
                </a:lnTo>
                <a:lnTo>
                  <a:pt x="3751183" y="829580"/>
                </a:lnTo>
                <a:lnTo>
                  <a:pt x="3772376" y="831910"/>
                </a:lnTo>
                <a:lnTo>
                  <a:pt x="3793569" y="834141"/>
                </a:lnTo>
                <a:lnTo>
                  <a:pt x="3814763" y="836272"/>
                </a:lnTo>
                <a:lnTo>
                  <a:pt x="3835956" y="838302"/>
                </a:lnTo>
                <a:lnTo>
                  <a:pt x="3857149" y="840231"/>
                </a:lnTo>
                <a:lnTo>
                  <a:pt x="3878342" y="842058"/>
                </a:lnTo>
                <a:lnTo>
                  <a:pt x="3899535" y="843784"/>
                </a:lnTo>
                <a:lnTo>
                  <a:pt x="3920728" y="845407"/>
                </a:lnTo>
                <a:lnTo>
                  <a:pt x="3941921" y="846927"/>
                </a:lnTo>
                <a:lnTo>
                  <a:pt x="3963114" y="848344"/>
                </a:lnTo>
                <a:lnTo>
                  <a:pt x="3984307" y="849658"/>
                </a:lnTo>
                <a:lnTo>
                  <a:pt x="4005501" y="850867"/>
                </a:lnTo>
                <a:lnTo>
                  <a:pt x="4026694" y="851973"/>
                </a:lnTo>
                <a:lnTo>
                  <a:pt x="4047887" y="852974"/>
                </a:lnTo>
                <a:lnTo>
                  <a:pt x="4069080" y="853870"/>
                </a:lnTo>
                <a:lnTo>
                  <a:pt x="4090273" y="854662"/>
                </a:lnTo>
                <a:lnTo>
                  <a:pt x="4111466" y="855348"/>
                </a:lnTo>
                <a:lnTo>
                  <a:pt x="4132659" y="855929"/>
                </a:lnTo>
                <a:lnTo>
                  <a:pt x="4153852" y="856404"/>
                </a:lnTo>
                <a:lnTo>
                  <a:pt x="4175046" y="856774"/>
                </a:lnTo>
                <a:lnTo>
                  <a:pt x="4196239" y="857038"/>
                </a:lnTo>
                <a:lnTo>
                  <a:pt x="4217432" y="857197"/>
                </a:lnTo>
                <a:lnTo>
                  <a:pt x="4238625" y="857250"/>
                </a:lnTo>
                <a:lnTo>
                  <a:pt x="4259818" y="857197"/>
                </a:lnTo>
                <a:lnTo>
                  <a:pt x="4281011" y="857038"/>
                </a:lnTo>
                <a:lnTo>
                  <a:pt x="4302204" y="856774"/>
                </a:lnTo>
                <a:lnTo>
                  <a:pt x="4323398" y="856404"/>
                </a:lnTo>
                <a:lnTo>
                  <a:pt x="4344591" y="855929"/>
                </a:lnTo>
                <a:lnTo>
                  <a:pt x="4365784" y="855348"/>
                </a:lnTo>
                <a:lnTo>
                  <a:pt x="4386977" y="854662"/>
                </a:lnTo>
                <a:lnTo>
                  <a:pt x="4408170" y="853870"/>
                </a:lnTo>
                <a:lnTo>
                  <a:pt x="4429363" y="852974"/>
                </a:lnTo>
                <a:lnTo>
                  <a:pt x="4450556" y="851973"/>
                </a:lnTo>
                <a:lnTo>
                  <a:pt x="4471749" y="850867"/>
                </a:lnTo>
                <a:lnTo>
                  <a:pt x="4492942" y="849658"/>
                </a:lnTo>
                <a:lnTo>
                  <a:pt x="4514136" y="848344"/>
                </a:lnTo>
                <a:lnTo>
                  <a:pt x="4535329" y="846927"/>
                </a:lnTo>
                <a:lnTo>
                  <a:pt x="4556522" y="845407"/>
                </a:lnTo>
                <a:lnTo>
                  <a:pt x="4577715" y="843784"/>
                </a:lnTo>
                <a:lnTo>
                  <a:pt x="4598908" y="842058"/>
                </a:lnTo>
                <a:lnTo>
                  <a:pt x="4620101" y="840231"/>
                </a:lnTo>
                <a:lnTo>
                  <a:pt x="4641294" y="838302"/>
                </a:lnTo>
                <a:lnTo>
                  <a:pt x="4662488" y="836272"/>
                </a:lnTo>
                <a:lnTo>
                  <a:pt x="4683681" y="834141"/>
                </a:lnTo>
                <a:lnTo>
                  <a:pt x="4704874" y="831910"/>
                </a:lnTo>
                <a:lnTo>
                  <a:pt x="4726067" y="829580"/>
                </a:lnTo>
                <a:lnTo>
                  <a:pt x="4747260" y="827150"/>
                </a:lnTo>
                <a:lnTo>
                  <a:pt x="4768453" y="824623"/>
                </a:lnTo>
                <a:lnTo>
                  <a:pt x="4789646" y="821998"/>
                </a:lnTo>
                <a:lnTo>
                  <a:pt x="4810839" y="819275"/>
                </a:lnTo>
                <a:lnTo>
                  <a:pt x="4832033" y="816456"/>
                </a:lnTo>
                <a:lnTo>
                  <a:pt x="4853226" y="813542"/>
                </a:lnTo>
                <a:lnTo>
                  <a:pt x="4874419" y="810533"/>
                </a:lnTo>
                <a:lnTo>
                  <a:pt x="4895612" y="807429"/>
                </a:lnTo>
                <a:lnTo>
                  <a:pt x="4916805" y="804232"/>
                </a:lnTo>
                <a:lnTo>
                  <a:pt x="4937998" y="800942"/>
                </a:lnTo>
                <a:lnTo>
                  <a:pt x="4959191" y="797561"/>
                </a:lnTo>
                <a:lnTo>
                  <a:pt x="4980384" y="794088"/>
                </a:lnTo>
                <a:lnTo>
                  <a:pt x="5001578" y="790525"/>
                </a:lnTo>
                <a:lnTo>
                  <a:pt x="5022771" y="786873"/>
                </a:lnTo>
                <a:lnTo>
                  <a:pt x="5043964" y="783132"/>
                </a:lnTo>
                <a:lnTo>
                  <a:pt x="5065157" y="779304"/>
                </a:lnTo>
                <a:lnTo>
                  <a:pt x="5086350" y="775390"/>
                </a:lnTo>
                <a:lnTo>
                  <a:pt x="5107543" y="771390"/>
                </a:lnTo>
                <a:lnTo>
                  <a:pt x="5128736" y="767305"/>
                </a:lnTo>
                <a:lnTo>
                  <a:pt x="5149929" y="763137"/>
                </a:lnTo>
                <a:lnTo>
                  <a:pt x="5171123" y="758886"/>
                </a:lnTo>
                <a:lnTo>
                  <a:pt x="5192316" y="754554"/>
                </a:lnTo>
                <a:lnTo>
                  <a:pt x="5213509" y="750141"/>
                </a:lnTo>
                <a:lnTo>
                  <a:pt x="5234702" y="745649"/>
                </a:lnTo>
                <a:lnTo>
                  <a:pt x="5255895" y="741079"/>
                </a:lnTo>
                <a:lnTo>
                  <a:pt x="5277088" y="736432"/>
                </a:lnTo>
                <a:lnTo>
                  <a:pt x="5298281" y="731709"/>
                </a:lnTo>
                <a:lnTo>
                  <a:pt x="5319474" y="726911"/>
                </a:lnTo>
                <a:lnTo>
                  <a:pt x="5340668" y="722039"/>
                </a:lnTo>
                <a:lnTo>
                  <a:pt x="5361861" y="717095"/>
                </a:lnTo>
                <a:lnTo>
                  <a:pt x="5383054" y="712080"/>
                </a:lnTo>
                <a:lnTo>
                  <a:pt x="5404247" y="706995"/>
                </a:lnTo>
                <a:lnTo>
                  <a:pt x="5425440" y="701841"/>
                </a:lnTo>
                <a:lnTo>
                  <a:pt x="5446633" y="696620"/>
                </a:lnTo>
                <a:lnTo>
                  <a:pt x="5467826" y="691332"/>
                </a:lnTo>
                <a:lnTo>
                  <a:pt x="5489019" y="685980"/>
                </a:lnTo>
                <a:lnTo>
                  <a:pt x="5510212" y="680564"/>
                </a:lnTo>
                <a:lnTo>
                  <a:pt x="5531406" y="675087"/>
                </a:lnTo>
                <a:lnTo>
                  <a:pt x="5552599" y="669548"/>
                </a:lnTo>
                <a:lnTo>
                  <a:pt x="5573792" y="663950"/>
                </a:lnTo>
                <a:lnTo>
                  <a:pt x="5594985" y="658294"/>
                </a:lnTo>
                <a:lnTo>
                  <a:pt x="5616178" y="652581"/>
                </a:lnTo>
                <a:lnTo>
                  <a:pt x="5637371" y="646813"/>
                </a:lnTo>
                <a:lnTo>
                  <a:pt x="5658564" y="640991"/>
                </a:lnTo>
                <a:lnTo>
                  <a:pt x="5679758" y="635117"/>
                </a:lnTo>
                <a:lnTo>
                  <a:pt x="5700951" y="629191"/>
                </a:lnTo>
                <a:lnTo>
                  <a:pt x="5722144" y="623217"/>
                </a:lnTo>
                <a:lnTo>
                  <a:pt x="5743337" y="617194"/>
                </a:lnTo>
                <a:lnTo>
                  <a:pt x="5764530" y="611125"/>
                </a:lnTo>
                <a:lnTo>
                  <a:pt x="5785723" y="605010"/>
                </a:lnTo>
                <a:lnTo>
                  <a:pt x="5806916" y="598853"/>
                </a:lnTo>
                <a:lnTo>
                  <a:pt x="5828109" y="592653"/>
                </a:lnTo>
                <a:lnTo>
                  <a:pt x="5849303" y="586412"/>
                </a:lnTo>
                <a:lnTo>
                  <a:pt x="5870496" y="580133"/>
                </a:lnTo>
                <a:lnTo>
                  <a:pt x="5891689" y="573817"/>
                </a:lnTo>
                <a:lnTo>
                  <a:pt x="5912882" y="567464"/>
                </a:lnTo>
                <a:lnTo>
                  <a:pt x="5934075" y="561077"/>
                </a:lnTo>
                <a:lnTo>
                  <a:pt x="5955268" y="554658"/>
                </a:lnTo>
                <a:lnTo>
                  <a:pt x="5976461" y="548208"/>
                </a:lnTo>
                <a:lnTo>
                  <a:pt x="5997654" y="541728"/>
                </a:lnTo>
                <a:lnTo>
                  <a:pt x="6018848" y="535220"/>
                </a:lnTo>
                <a:lnTo>
                  <a:pt x="6040041" y="528686"/>
                </a:lnTo>
                <a:lnTo>
                  <a:pt x="6061234" y="522127"/>
                </a:lnTo>
                <a:lnTo>
                  <a:pt x="6082427" y="515545"/>
                </a:lnTo>
                <a:lnTo>
                  <a:pt x="6103620" y="508941"/>
                </a:lnTo>
                <a:lnTo>
                  <a:pt x="6124813" y="502318"/>
                </a:lnTo>
                <a:lnTo>
                  <a:pt x="6146006" y="495677"/>
                </a:lnTo>
                <a:lnTo>
                  <a:pt x="6167199" y="489019"/>
                </a:lnTo>
                <a:lnTo>
                  <a:pt x="6188392" y="482346"/>
                </a:lnTo>
                <a:lnTo>
                  <a:pt x="6209586" y="475660"/>
                </a:lnTo>
                <a:lnTo>
                  <a:pt x="6230779" y="468962"/>
                </a:lnTo>
                <a:lnTo>
                  <a:pt x="6251972" y="462255"/>
                </a:lnTo>
                <a:lnTo>
                  <a:pt x="6273165" y="455539"/>
                </a:lnTo>
                <a:lnTo>
                  <a:pt x="6294358" y="448816"/>
                </a:lnTo>
                <a:lnTo>
                  <a:pt x="6315551" y="442088"/>
                </a:lnTo>
                <a:lnTo>
                  <a:pt x="6336744" y="435358"/>
                </a:lnTo>
                <a:lnTo>
                  <a:pt x="6357938" y="428625"/>
                </a:lnTo>
                <a:lnTo>
                  <a:pt x="6379131" y="421892"/>
                </a:lnTo>
                <a:lnTo>
                  <a:pt x="6400324" y="415162"/>
                </a:lnTo>
                <a:lnTo>
                  <a:pt x="6421517" y="408434"/>
                </a:lnTo>
                <a:lnTo>
                  <a:pt x="6442710" y="401711"/>
                </a:lnTo>
                <a:lnTo>
                  <a:pt x="6463903" y="394995"/>
                </a:lnTo>
                <a:lnTo>
                  <a:pt x="6485096" y="388288"/>
                </a:lnTo>
                <a:lnTo>
                  <a:pt x="6506289" y="381590"/>
                </a:lnTo>
                <a:lnTo>
                  <a:pt x="6527483" y="374904"/>
                </a:lnTo>
                <a:lnTo>
                  <a:pt x="6548676" y="368231"/>
                </a:lnTo>
                <a:lnTo>
                  <a:pt x="6569869" y="361573"/>
                </a:lnTo>
                <a:lnTo>
                  <a:pt x="6591062" y="354932"/>
                </a:lnTo>
                <a:lnTo>
                  <a:pt x="6612255" y="348309"/>
                </a:lnTo>
                <a:lnTo>
                  <a:pt x="6633448" y="341705"/>
                </a:lnTo>
                <a:lnTo>
                  <a:pt x="6654641" y="335123"/>
                </a:lnTo>
                <a:lnTo>
                  <a:pt x="6675834" y="328564"/>
                </a:lnTo>
                <a:lnTo>
                  <a:pt x="6697028" y="322030"/>
                </a:lnTo>
                <a:lnTo>
                  <a:pt x="6718221" y="315522"/>
                </a:lnTo>
                <a:lnTo>
                  <a:pt x="6739414" y="309042"/>
                </a:lnTo>
                <a:lnTo>
                  <a:pt x="6760607" y="302592"/>
                </a:lnTo>
                <a:lnTo>
                  <a:pt x="6781800" y="296173"/>
                </a:lnTo>
                <a:lnTo>
                  <a:pt x="6802993" y="289786"/>
                </a:lnTo>
                <a:lnTo>
                  <a:pt x="6824186" y="283433"/>
                </a:lnTo>
                <a:lnTo>
                  <a:pt x="6845379" y="277117"/>
                </a:lnTo>
                <a:lnTo>
                  <a:pt x="6866573" y="270838"/>
                </a:lnTo>
                <a:lnTo>
                  <a:pt x="6887766" y="264597"/>
                </a:lnTo>
                <a:lnTo>
                  <a:pt x="6908959" y="258397"/>
                </a:lnTo>
                <a:lnTo>
                  <a:pt x="6930152" y="252240"/>
                </a:lnTo>
                <a:lnTo>
                  <a:pt x="6951345" y="246125"/>
                </a:lnTo>
                <a:lnTo>
                  <a:pt x="6972538" y="240056"/>
                </a:lnTo>
                <a:lnTo>
                  <a:pt x="6993731" y="234033"/>
                </a:lnTo>
                <a:lnTo>
                  <a:pt x="7014924" y="228059"/>
                </a:lnTo>
                <a:lnTo>
                  <a:pt x="7036117" y="222133"/>
                </a:lnTo>
                <a:lnTo>
                  <a:pt x="7057311" y="216259"/>
                </a:lnTo>
                <a:lnTo>
                  <a:pt x="7078504" y="210437"/>
                </a:lnTo>
                <a:lnTo>
                  <a:pt x="7099697" y="204669"/>
                </a:lnTo>
                <a:lnTo>
                  <a:pt x="7120890" y="198956"/>
                </a:lnTo>
                <a:lnTo>
                  <a:pt x="7142083" y="193300"/>
                </a:lnTo>
                <a:lnTo>
                  <a:pt x="7163276" y="187702"/>
                </a:lnTo>
                <a:lnTo>
                  <a:pt x="7184469" y="182163"/>
                </a:lnTo>
                <a:lnTo>
                  <a:pt x="7205663" y="176686"/>
                </a:lnTo>
                <a:lnTo>
                  <a:pt x="7226856" y="171270"/>
                </a:lnTo>
                <a:lnTo>
                  <a:pt x="7248049" y="165918"/>
                </a:lnTo>
                <a:lnTo>
                  <a:pt x="7269242" y="160630"/>
                </a:lnTo>
                <a:lnTo>
                  <a:pt x="7290435" y="155409"/>
                </a:lnTo>
                <a:lnTo>
                  <a:pt x="7311628" y="150255"/>
                </a:lnTo>
                <a:lnTo>
                  <a:pt x="7332821" y="145170"/>
                </a:lnTo>
                <a:lnTo>
                  <a:pt x="7354014" y="140155"/>
                </a:lnTo>
                <a:lnTo>
                  <a:pt x="7375208" y="135211"/>
                </a:lnTo>
                <a:lnTo>
                  <a:pt x="7396401" y="130339"/>
                </a:lnTo>
                <a:lnTo>
                  <a:pt x="7417594" y="125541"/>
                </a:lnTo>
                <a:lnTo>
                  <a:pt x="7438787" y="120818"/>
                </a:lnTo>
                <a:lnTo>
                  <a:pt x="7459980" y="116171"/>
                </a:lnTo>
                <a:lnTo>
                  <a:pt x="7481173" y="111601"/>
                </a:lnTo>
                <a:lnTo>
                  <a:pt x="7502366" y="107109"/>
                </a:lnTo>
                <a:lnTo>
                  <a:pt x="7523559" y="102696"/>
                </a:lnTo>
                <a:lnTo>
                  <a:pt x="7544752" y="98364"/>
                </a:lnTo>
                <a:lnTo>
                  <a:pt x="7565946" y="94113"/>
                </a:lnTo>
                <a:lnTo>
                  <a:pt x="7587139" y="89945"/>
                </a:lnTo>
                <a:lnTo>
                  <a:pt x="7608332" y="85860"/>
                </a:lnTo>
                <a:lnTo>
                  <a:pt x="7629525" y="81860"/>
                </a:lnTo>
                <a:lnTo>
                  <a:pt x="7650718" y="77946"/>
                </a:lnTo>
                <a:lnTo>
                  <a:pt x="7671911" y="74118"/>
                </a:lnTo>
                <a:lnTo>
                  <a:pt x="7693104" y="70377"/>
                </a:lnTo>
                <a:lnTo>
                  <a:pt x="7714298" y="66725"/>
                </a:lnTo>
                <a:lnTo>
                  <a:pt x="7735491" y="63162"/>
                </a:lnTo>
                <a:lnTo>
                  <a:pt x="7756684" y="59689"/>
                </a:lnTo>
                <a:lnTo>
                  <a:pt x="7777877" y="56308"/>
                </a:lnTo>
                <a:lnTo>
                  <a:pt x="7799070" y="53018"/>
                </a:lnTo>
                <a:lnTo>
                  <a:pt x="7820263" y="49821"/>
                </a:lnTo>
                <a:lnTo>
                  <a:pt x="7841456" y="46717"/>
                </a:lnTo>
                <a:lnTo>
                  <a:pt x="7862649" y="43708"/>
                </a:lnTo>
                <a:lnTo>
                  <a:pt x="7883842" y="40794"/>
                </a:lnTo>
                <a:lnTo>
                  <a:pt x="7905036" y="37975"/>
                </a:lnTo>
                <a:lnTo>
                  <a:pt x="7926229" y="35252"/>
                </a:lnTo>
                <a:lnTo>
                  <a:pt x="7947422" y="32627"/>
                </a:lnTo>
                <a:lnTo>
                  <a:pt x="7968615" y="30100"/>
                </a:lnTo>
                <a:lnTo>
                  <a:pt x="7989808" y="27670"/>
                </a:lnTo>
                <a:lnTo>
                  <a:pt x="8011001" y="25340"/>
                </a:lnTo>
                <a:lnTo>
                  <a:pt x="8032194" y="23109"/>
                </a:lnTo>
                <a:lnTo>
                  <a:pt x="8053388" y="20978"/>
                </a:lnTo>
                <a:lnTo>
                  <a:pt x="8074581" y="18948"/>
                </a:lnTo>
                <a:lnTo>
                  <a:pt x="8095774" y="17019"/>
                </a:lnTo>
                <a:lnTo>
                  <a:pt x="8116967" y="15192"/>
                </a:lnTo>
                <a:lnTo>
                  <a:pt x="8138160" y="13466"/>
                </a:lnTo>
                <a:lnTo>
                  <a:pt x="8159353" y="11843"/>
                </a:lnTo>
                <a:lnTo>
                  <a:pt x="8180546" y="10323"/>
                </a:lnTo>
                <a:lnTo>
                  <a:pt x="8201739" y="8906"/>
                </a:lnTo>
                <a:lnTo>
                  <a:pt x="8222933" y="7592"/>
                </a:lnTo>
                <a:lnTo>
                  <a:pt x="8244126" y="6383"/>
                </a:lnTo>
                <a:lnTo>
                  <a:pt x="8265319" y="5277"/>
                </a:lnTo>
                <a:lnTo>
                  <a:pt x="8286512" y="4276"/>
                </a:lnTo>
                <a:lnTo>
                  <a:pt x="8307705" y="3380"/>
                </a:lnTo>
                <a:lnTo>
                  <a:pt x="8328898" y="2588"/>
                </a:lnTo>
                <a:lnTo>
                  <a:pt x="8350091" y="1902"/>
                </a:lnTo>
                <a:lnTo>
                  <a:pt x="8371284" y="1321"/>
                </a:lnTo>
                <a:lnTo>
                  <a:pt x="8392478" y="846"/>
                </a:lnTo>
                <a:lnTo>
                  <a:pt x="8413671" y="476"/>
                </a:lnTo>
                <a:lnTo>
                  <a:pt x="8434864" y="212"/>
                </a:lnTo>
                <a:lnTo>
                  <a:pt x="8456057" y="53"/>
                </a:lnTo>
                <a:lnTo>
                  <a:pt x="847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26" name="alias-stem">
            <a:extLst xmlns:a="http://schemas.openxmlformats.org/drawingml/2006/main">
              <a:ext uri="{FF2B5EF4-FFF2-40B4-BE49-F238E27FC236}">
                <a16:creationId xmlns:a16="http://schemas.microsoft.com/office/drawing/2014/main" id="{64046908-7EA0-4BE4-BEDA-2FA4470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27" name="alias-sample-0">
            <a:extLst xmlns:a="http://schemas.openxmlformats.org/drawingml/2006/main">
              <a:ext uri="{FF2B5EF4-FFF2-40B4-BE49-F238E27FC236}">
                <a16:creationId xmlns:a16="http://schemas.microsoft.com/office/drawing/2014/main" id="{5F2B9958-916F-4C77-8D99-212222BA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28" name="alias-time">
            <a:extLst xmlns:a="http://schemas.openxmlformats.org/drawingml/2006/main">
              <a:ext uri="{FF2B5EF4-FFF2-40B4-BE49-F238E27FC236}">
                <a16:creationId xmlns:a16="http://schemas.microsoft.com/office/drawing/2014/main" id="{BFD0A661-9C67-4245-AE0F-797F76DF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29" name="alias-stem">
            <a:extLst xmlns:a="http://schemas.openxmlformats.org/drawingml/2006/main">
              <a:ext uri="{FF2B5EF4-FFF2-40B4-BE49-F238E27FC236}">
                <a16:creationId xmlns:a16="http://schemas.microsoft.com/office/drawing/2014/main" id="{B839B684-5609-4235-83E0-42C1514E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0" name="alias-sample-1">
            <a:extLst xmlns:a="http://schemas.openxmlformats.org/drawingml/2006/main">
              <a:ext uri="{FF2B5EF4-FFF2-40B4-BE49-F238E27FC236}">
                <a16:creationId xmlns:a16="http://schemas.microsoft.com/office/drawing/2014/main" id="{E0A5DC58-FC9E-42EA-9F0E-D101B0A8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1" name="alias-time">
            <a:extLst xmlns:a="http://schemas.openxmlformats.org/drawingml/2006/main">
              <a:ext uri="{FF2B5EF4-FFF2-40B4-BE49-F238E27FC236}">
                <a16:creationId xmlns:a16="http://schemas.microsoft.com/office/drawing/2014/main" id="{E48D096A-7A49-42B0-BC37-12D2569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0.125</a:t>
            </a:r>
          </a:p>
        </p:txBody>
      </p:sp>
      <p:sp>
        <p:nvSpPr>
          <p:cNvPr id="32" name="alias-stem">
            <a:extLst xmlns:a="http://schemas.openxmlformats.org/drawingml/2006/main">
              <a:ext uri="{FF2B5EF4-FFF2-40B4-BE49-F238E27FC236}">
                <a16:creationId xmlns:a16="http://schemas.microsoft.com/office/drawing/2014/main" id="{2F8AACBE-CC74-49B3-97B0-EC824DF3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3" name="alias-sample-2">
            <a:extLst xmlns:a="http://schemas.openxmlformats.org/drawingml/2006/main">
              <a:ext uri="{FF2B5EF4-FFF2-40B4-BE49-F238E27FC236}">
                <a16:creationId xmlns:a16="http://schemas.microsoft.com/office/drawing/2014/main" id="{C487DFC5-D3CB-456A-8481-86456F01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4" name="alias-time">
            <a:extLst xmlns:a="http://schemas.openxmlformats.org/drawingml/2006/main">
              <a:ext uri="{FF2B5EF4-FFF2-40B4-BE49-F238E27FC236}">
                <a16:creationId xmlns:a16="http://schemas.microsoft.com/office/drawing/2014/main" id="{11659BA3-796C-4C8F-931C-9BCC9419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0.25</a:t>
            </a:r>
          </a:p>
        </p:txBody>
      </p:sp>
      <p:sp>
        <p:nvSpPr>
          <p:cNvPr id="35" name="alias-stem">
            <a:extLst xmlns:a="http://schemas.openxmlformats.org/drawingml/2006/main">
              <a:ext uri="{FF2B5EF4-FFF2-40B4-BE49-F238E27FC236}">
                <a16:creationId xmlns:a16="http://schemas.microsoft.com/office/drawing/2014/main" id="{15CDD99D-74F9-4578-873C-0C5F1843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45243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6" name="alias-sample-3">
            <a:extLst xmlns:a="http://schemas.openxmlformats.org/drawingml/2006/main">
              <a:ext uri="{FF2B5EF4-FFF2-40B4-BE49-F238E27FC236}">
                <a16:creationId xmlns:a16="http://schemas.microsoft.com/office/drawing/2014/main" id="{322B7E5A-A571-482C-B947-67CFDE6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37" name="alias-time">
            <a:extLst xmlns:a="http://schemas.openxmlformats.org/drawingml/2006/main">
              <a:ext uri="{FF2B5EF4-FFF2-40B4-BE49-F238E27FC236}">
                <a16:creationId xmlns:a16="http://schemas.microsoft.com/office/drawing/2014/main" id="{FD037506-554E-4596-B3A0-9F2D7314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063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0.375</a:t>
            </a:r>
          </a:p>
        </p:txBody>
      </p:sp>
      <p:sp>
        <p:nvSpPr>
          <p:cNvPr id="38" name="alias-stem">
            <a:extLst xmlns:a="http://schemas.openxmlformats.org/drawingml/2006/main">
              <a:ext uri="{FF2B5EF4-FFF2-40B4-BE49-F238E27FC236}">
                <a16:creationId xmlns:a16="http://schemas.microsoft.com/office/drawing/2014/main" id="{53D6AD87-9ACA-4519-9BCC-CEAE9269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9525" cy="428625"/>
          </a:xfrm>
          <a:custGeom xmlns:a="http://schemas.openxmlformats.org/drawingml/2006/main">
            <a:pathLst>
              <a:path w="9525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39" name="alias-sample-4">
            <a:extLst xmlns:a="http://schemas.openxmlformats.org/drawingml/2006/main">
              <a:ext uri="{FF2B5EF4-FFF2-40B4-BE49-F238E27FC236}">
                <a16:creationId xmlns:a16="http://schemas.microsoft.com/office/drawing/2014/main" id="{CFD0CA08-2754-451D-ABA6-6E08054B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solidFill>
              <a:srgbClr val="8C64E1"/>
            </a:solidFill>
          </a:ln>
        </p:spPr>
      </p:sp>
      <p:sp>
        <p:nvSpPr>
          <p:cNvPr id="40" name="alias-time">
            <a:extLst xmlns:a="http://schemas.openxmlformats.org/drawingml/2006/main">
              <a:ext uri="{FF2B5EF4-FFF2-40B4-BE49-F238E27FC236}">
                <a16:creationId xmlns:a16="http://schemas.microsoft.com/office/drawing/2014/main" id="{075FB5F5-8776-4BBE-9ECF-9867F74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09587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0.5</a:t>
            </a:r>
          </a:p>
        </p:txBody>
      </p:sp>
      <p:sp>
        <p:nvSpPr>
          <p:cNvPr id="41" name="alias-time-unit">
            <a:extLst xmlns:a="http://schemas.openxmlformats.org/drawingml/2006/main">
              <a:ext uri="{FF2B5EF4-FFF2-40B4-BE49-F238E27FC236}">
                <a16:creationId xmlns:a16="http://schemas.microsoft.com/office/drawing/2014/main" id="{873BA365-F37C-4FC3-BCD3-28C25296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054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1800" b="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 / ms</a:t>
            </a:r>
          </a:p>
        </p:txBody>
      </p:sp>
      <p:sp>
        <p:nvSpPr>
          <p:cNvPr id="42" name="answer-1">
            <a:extLst xmlns:a="http://schemas.openxmlformats.org/drawingml/2006/main">
              <a:ext uri="{FF2B5EF4-FFF2-40B4-BE49-F238E27FC236}">
                <a16:creationId xmlns:a16="http://schemas.microsoft.com/office/drawing/2014/main" id="{907AD597-901B-459F-9EBE-52EAAD2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两组样本相同：1、0、−1、0、1。</a:t>
            </a:r>
          </a:p>
        </p:txBody>
      </p:sp>
      <p:sp>
        <p:nvSpPr>
          <p:cNvPr id="43" name="answer-2">
            <a:extLst xmlns:a="http://schemas.openxmlformats.org/drawingml/2006/main">
              <a:ext uri="{FF2B5EF4-FFF2-40B4-BE49-F238E27FC236}">
                <a16:creationId xmlns:a16="http://schemas.microsoft.com/office/drawing/2014/main" id="{175E412E-D0F5-46EB-ACBA-7FE6C4C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不同输入可能无法区分：混叠。</a:t>
            </a:r>
          </a:p>
        </p:txBody>
      </p:sp>
    </p:spTree>
    <p:extLst>
      <p:ext uri="{BB962C8B-B14F-4D97-AF65-F5344CB8AC3E}">
        <p14:creationId xmlns:p14="http://schemas.microsoft.com/office/powerpoint/2010/main" val="85455072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rail">
            <a:extLst xmlns:a="http://schemas.openxmlformats.org/drawingml/2006/main">
              <a:ext uri="{FF2B5EF4-FFF2-40B4-BE49-F238E27FC236}">
                <a16:creationId xmlns:a16="http://schemas.microsoft.com/office/drawing/2014/main" id="{6EAE7869-5EF0-4072-A543-71E41689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AF79E8-786E-4884-AC34-2F582EFE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5DF15CC-E0A3-4B9A-92BF-8425984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543AAE-136A-4F09-8499-36C7615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5E2101-7474-48B4-8BD0-DEBFE38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9F68DF9-5322-491C-813A-1425180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2B9B363-B561-40A5-8FCB-AC2269D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855440F-0C40-4506-8F7A-932AA82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19174C6-AD0A-4365-986F-7F498C3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BC2D1BB6-6F54-4EFD-990F-B5828AA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B0F811D-2FF4-42E7-BE26-F825960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5C7091A4-683B-4145-BE46-8873DF1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F3BA22B5-0EA0-434F-A69D-2007D07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2766681-FB6E-44E6-A84C-8889960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90AF2773-6F67-462E-8E8F-6CDF529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47F64D99-5EB1-4953-A785-6D936DD7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64E3FE1A-781F-49A1-B2E9-CA6D5E6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B62719FC-9C27-4166-A55E-E5FD2A1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04E982E3-7E1D-4E62-A99D-40CD106D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</p:spTree>
    <p:extLst>
      <p:ext uri="{BB962C8B-B14F-4D97-AF65-F5344CB8AC3E}">
        <p14:creationId xmlns:p14="http://schemas.microsoft.com/office/powerpoint/2010/main" val="130295780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rail">
            <a:extLst xmlns:a="http://schemas.openxmlformats.org/drawingml/2006/main">
              <a:ext uri="{FF2B5EF4-FFF2-40B4-BE49-F238E27FC236}">
                <a16:creationId xmlns:a16="http://schemas.microsoft.com/office/drawing/2014/main" id="{6EAE7869-5EF0-4072-A543-71E41689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AF79E8-786E-4884-AC34-2F582EFE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5DF15CC-E0A3-4B9A-92BF-84259843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8kHz采样能保留6kHz纯音吗？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1543AAE-136A-4F09-8499-36C7615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带限信号；理想条件：fs &gt; 2 × fmax。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5E2101-7474-48B4-8BD0-DEBFE389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声音6 kHz；采样8 kHz。</a:t>
            </a:r>
          </a:p>
        </p:txBody>
      </p:sp>
      <p:sp>
        <p:nvSpPr>
          <p:cNvPr id="6" name="frequency-axis">
            <a:extLst xmlns:a="http://schemas.openxmlformats.org/drawingml/2006/main">
              <a:ext uri="{FF2B5EF4-FFF2-40B4-BE49-F238E27FC236}">
                <a16:creationId xmlns:a16="http://schemas.microsoft.com/office/drawing/2014/main" id="{D9F68DF9-5322-491C-813A-14251806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9525000" cy="9525"/>
          </a:xfrm>
          <a:custGeom xmlns:a="http://schemas.openxmlformats.org/drawingml/2006/main"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2626"/>
            </a:solidFill>
          </a:ln>
        </p:spPr>
      </p:sp>
      <p:sp>
        <p:nvSpPr>
          <p:cNvPr id="7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2B9B363-B561-40A5-8FCB-AC2269DF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8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855440F-0C40-4506-8F7A-932AA82A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0</a:t>
            </a:r>
          </a:p>
        </p:txBody>
      </p:sp>
      <p:sp>
        <p:nvSpPr>
          <p:cNvPr id="9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319174C6-AD0A-4365-986F-7F498C3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0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BC2D1BB6-6F54-4EFD-990F-B5828AA1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2</a:t>
            </a:r>
          </a:p>
        </p:txBody>
      </p:sp>
      <p:sp>
        <p:nvSpPr>
          <p:cNvPr id="11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CB0F811D-2FF4-42E7-BE26-F825960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2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5C7091A4-683B-4145-BE46-8873DF1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4</a:t>
            </a:r>
          </a:p>
        </p:txBody>
      </p:sp>
      <p:sp>
        <p:nvSpPr>
          <p:cNvPr id="13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F3BA22B5-0EA0-434F-A69D-2007D072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4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A2766681-FB6E-44E6-A84C-88899608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</a:t>
            </a:r>
          </a:p>
        </p:txBody>
      </p:sp>
      <p:sp>
        <p:nvSpPr>
          <p:cNvPr id="15" name="frequency-tick">
            <a:extLst xmlns:a="http://schemas.openxmlformats.org/drawingml/2006/main">
              <a:ext uri="{FF2B5EF4-FFF2-40B4-BE49-F238E27FC236}">
                <a16:creationId xmlns:a16="http://schemas.microsoft.com/office/drawing/2014/main" id="{90AF2773-6F67-462E-8E8F-6CDF529E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00450"/>
            <a:ext cx="9525" cy="152400"/>
          </a:xfrm>
          <a:custGeom xmlns:a="http://schemas.openxmlformats.org/drawingml/2006/main">
            <a:pathLst>
              <a:path w="952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08080"/>
            </a:solidFill>
          </a:ln>
        </p:spPr>
      </p:sp>
      <p:sp>
        <p:nvSpPr>
          <p:cNvPr id="16" name="frequency-tick-label">
            <a:extLst xmlns:a="http://schemas.openxmlformats.org/drawingml/2006/main">
              <a:ext uri="{FF2B5EF4-FFF2-40B4-BE49-F238E27FC236}">
                <a16:creationId xmlns:a16="http://schemas.microsoft.com/office/drawing/2014/main" id="{47F64D99-5EB1-4953-A785-6D936DD7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0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</a:t>
            </a:r>
          </a:p>
        </p:txBody>
      </p:sp>
      <p:sp>
        <p:nvSpPr>
          <p:cNvPr id="17" name="frequency-unit">
            <a:extLst xmlns:a="http://schemas.openxmlformats.org/drawingml/2006/main">
              <a:ext uri="{FF2B5EF4-FFF2-40B4-BE49-F238E27FC236}">
                <a16:creationId xmlns:a16="http://schemas.microsoft.com/office/drawing/2014/main" id="{64E3FE1A-781F-49A1-B2E9-CA6D5E6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声音频率 / kHz</a:t>
            </a:r>
          </a:p>
        </p:txBody>
      </p:sp>
      <p:sp>
        <p:nvSpPr>
          <p:cNvPr id="18" name="six-khz-component">
            <a:extLst xmlns:a="http://schemas.openxmlformats.org/drawingml/2006/main">
              <a:ext uri="{FF2B5EF4-FFF2-40B4-BE49-F238E27FC236}">
                <a16:creationId xmlns:a16="http://schemas.microsoft.com/office/drawing/2014/main" id="{B62719FC-9C27-4166-A55E-E5FD2A15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2626"/>
            </a:solidFill>
          </a:ln>
        </p:spPr>
      </p:sp>
      <p:sp>
        <p:nvSpPr>
          <p:cNvPr id="19" name="input-frequency">
            <a:extLst xmlns:a="http://schemas.openxmlformats.org/drawingml/2006/main">
              <a:ext uri="{FF2B5EF4-FFF2-40B4-BE49-F238E27FC236}">
                <a16:creationId xmlns:a16="http://schemas.microsoft.com/office/drawing/2014/main" id="{04E982E3-7E1D-4E62-A99D-40CD106D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6 kHz输入</a:t>
            </a:r>
          </a:p>
        </p:txBody>
      </p:sp>
      <p:sp>
        <p:nvSpPr>
          <p:cNvPr id="20" name="nyquist-boundary">
            <a:extLst xmlns:a="http://schemas.openxmlformats.org/drawingml/2006/main">
              <a:ext uri="{FF2B5EF4-FFF2-40B4-BE49-F238E27FC236}">
                <a16:creationId xmlns:a16="http://schemas.microsoft.com/office/drawing/2014/main" id="{41D5076B-A63C-4534-A628-6FCDE9C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76525"/>
            <a:ext cx="9525" cy="1514475"/>
          </a:xfrm>
          <a:custGeom xmlns:a="http://schemas.openxmlformats.org/drawingml/2006/main">
            <a:pathLst>
              <a:path w="9525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21" name="nyquist-label">
            <a:extLst xmlns:a="http://schemas.openxmlformats.org/drawingml/2006/main">
              <a:ext uri="{FF2B5EF4-FFF2-40B4-BE49-F238E27FC236}">
                <a16:creationId xmlns:a16="http://schemas.microsoft.com/office/drawing/2014/main" id="{122BBE05-AB25-4DFC-82CA-11AD5C7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38675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FF0000"/>
                </a:solidFill>
                <a:latin typeface="Alibaba PuHuiTi 3.0 115 Black"/>
                <a:ea typeface="Alibaba PuHuiTi 3.0 115 Black"/>
                <a:cs typeface="Alibaba PuHuiTi 3.0 115 Black"/>
              </a:rPr>
              <a:t>fs/2＝4 kHz边界</a:t>
            </a:r>
          </a:p>
        </p:txBody>
      </p:sp>
      <p:sp>
        <p:nvSpPr>
          <p:cNvPr id="22" name="answer-1">
            <a:extLst xmlns:a="http://schemas.openxmlformats.org/drawingml/2006/main">
              <a:ext uri="{FF2B5EF4-FFF2-40B4-BE49-F238E27FC236}">
                <a16:creationId xmlns:a16="http://schemas.microsoft.com/office/drawing/2014/main" id="{195EDE4F-BE16-4976-AE08-90012FA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正常流程：先限制频率，再采样。</a:t>
            </a:r>
          </a:p>
        </p:txBody>
      </p:sp>
      <p:sp>
        <p:nvSpPr>
          <p:cNvPr id="23" name="answer-2">
            <a:extLst xmlns:a="http://schemas.openxmlformats.org/drawingml/2006/main">
              <a:ext uri="{FF2B5EF4-FFF2-40B4-BE49-F238E27FC236}">
                <a16:creationId xmlns:a16="http://schemas.microsoft.com/office/drawing/2014/main" id="{CDD848FD-4A1A-4689-9066-322B1795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6 kHz超过4 kHz边界，不能保留。</a:t>
            </a:r>
          </a:p>
        </p:txBody>
      </p:sp>
    </p:spTree>
    <p:extLst>
      <p:ext uri="{BB962C8B-B14F-4D97-AF65-F5344CB8AC3E}">
        <p14:creationId xmlns:p14="http://schemas.microsoft.com/office/powerpoint/2010/main" val="130295780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-rail">
            <a:extLst xmlns:a="http://schemas.openxmlformats.org/drawingml/2006/main">
              <a:ext uri="{FF2B5EF4-FFF2-40B4-BE49-F238E27FC236}">
                <a16:creationId xmlns:a16="http://schemas.microsoft.com/office/drawing/2014/main" id="{32F20AE1-4BB2-4920-9ACA-417EAF3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9604FE-D052-4607-B238-9B38372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B22CE3-D0A6-4281-AD1C-AD3DA895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B3ACB38-CD1B-4FCF-88A5-73237F6E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11C4B6C5-4E67-4526-9972-96DBABE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0DECE55-41C8-406C-93AE-FF3D9697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1D0BB848-42F4-4E2F-BA18-4485D53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83BC93C-6C84-45C6-BD95-A64A233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EC1F2F1-1BA1-4915-AF92-72B34924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404106CA-1312-41D8-9F96-E77C0537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D4CC648D-E210-4571-B367-E5A8456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79228A-C87A-4DF3-BE59-3FC8BC2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B0120DC1-5A68-4C86-80BB-6414894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DD339A79-131F-4B6B-B400-0043D566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ECED39C7-2FB7-4B8A-A435-9935B95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336F60BA-A1E1-4DF9-AB69-CFF119B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3A544DA4-2D35-4609-8A1A-21E38C1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1309EF3C-E851-431F-92F1-33CE40A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484E5CF-4AE3-4E20-B2BF-11EB487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325121F-C341-4937-914B-14C6C45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A370C19-1A54-4E67-9D95-2F31D46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0AD797CE-65C1-486E-B2C6-EACE53F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28C9E6AF-EDAD-465C-B5A0-F57A4BB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CD98FF53-9D74-4AFF-991F-E3127C1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089817ED-477F-4965-8249-21A8B4A9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8A412F27-FA16-4AD0-B495-8EBF888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BCC560E0-ACC6-4BA4-8956-1D0EA15E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A99E3236-E3BA-4893-8759-00FB50CC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504E481E-9B19-4E55-8CE5-BAD017B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A1E060C-E58E-4544-AE1F-4FE4050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6BF066B7-D8AA-431B-9B42-80C1F05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5E50504-5908-4840-BDDC-4E5F8D2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</p:spTree>
    <p:extLst>
      <p:ext uri="{BB962C8B-B14F-4D97-AF65-F5344CB8AC3E}">
        <p14:creationId xmlns:p14="http://schemas.microsoft.com/office/powerpoint/2010/main" val="135002914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op-rail">
            <a:extLst xmlns:a="http://schemas.openxmlformats.org/drawingml/2006/main">
              <a:ext uri="{FF2B5EF4-FFF2-40B4-BE49-F238E27FC236}">
                <a16:creationId xmlns:a16="http://schemas.microsoft.com/office/drawing/2014/main" id="{32F20AE1-4BB2-4920-9ACA-417EAF3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B9604FE-D052-4607-B238-9B383722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1B22CE3-D0A6-4281-AD1C-AD3DA895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怎样把记录参数与数据量连起来？</a:t>
            </a:r>
          </a:p>
        </p:txBody>
      </p:sp>
      <p:sp>
        <p:nvSpPr>
          <p:cNvPr id="4" name="tree-root">
            <a:extLst xmlns:a="http://schemas.openxmlformats.org/drawingml/2006/main">
              <a:ext uri="{FF2B5EF4-FFF2-40B4-BE49-F238E27FC236}">
                <a16:creationId xmlns:a16="http://schemas.microsoft.com/office/drawing/2014/main" id="{2B3ACB38-CD1B-4FCF-88A5-73237F6E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19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8C64E1"/>
            </a:solidFill>
          </a:ln>
        </p:spPr>
      </p:sp>
      <p:sp>
        <p:nvSpPr>
          <p:cNvPr id="5" name="tree-root-label">
            <a:extLst xmlns:a="http://schemas.openxmlformats.org/drawingml/2006/main">
              <a:ext uri="{FF2B5EF4-FFF2-40B4-BE49-F238E27FC236}">
                <a16:creationId xmlns:a16="http://schemas.microsoft.com/office/drawing/2014/main" id="{11C4B6C5-4E67-4526-9972-96DBABE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752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声音数字化</a:t>
            </a:r>
          </a:p>
        </p:txBody>
      </p:sp>
      <p:sp>
        <p:nvSpPr>
          <p:cNvPr id="6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20DECE55-41C8-406C-93AE-FF3D9697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7" name="tree-trunk-0">
            <a:extLst xmlns:a="http://schemas.openxmlformats.org/drawingml/2006/main">
              <a:ext uri="{FF2B5EF4-FFF2-40B4-BE49-F238E27FC236}">
                <a16:creationId xmlns:a16="http://schemas.microsoft.com/office/drawing/2014/main" id="{1D0BB848-42F4-4E2F-BA18-4485D53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9525"/>
          </a:xfrm>
          <a:custGeom xmlns:a="http://schemas.openxmlformats.org/drawingml/2006/main">
            <a:pathLst>
              <a:path w="9525" h="9525">
                <a:moveTo>
                  <a:pt x="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8" name="tree-relationship-0">
            <a:extLst xmlns:a="http://schemas.openxmlformats.org/drawingml/2006/main">
              <a:ext uri="{FF2B5EF4-FFF2-40B4-BE49-F238E27FC236}">
                <a16:creationId xmlns:a16="http://schemas.microsoft.com/office/drawing/2014/main" id="{183BC93C-6C84-45C6-BD95-A64A2330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9" name="tree-node-0">
            <a:extLst xmlns:a="http://schemas.openxmlformats.org/drawingml/2006/main">
              <a:ext uri="{FF2B5EF4-FFF2-40B4-BE49-F238E27FC236}">
                <a16:creationId xmlns:a16="http://schemas.microsoft.com/office/drawing/2014/main" id="{0EC1F2F1-1BA1-4915-AF92-72B34924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7526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0" name="tree-heading-0">
            <a:extLst xmlns:a="http://schemas.openxmlformats.org/drawingml/2006/main">
              <a:ext uri="{FF2B5EF4-FFF2-40B4-BE49-F238E27FC236}">
                <a16:creationId xmlns:a16="http://schemas.microsoft.com/office/drawing/2014/main" id="{404106CA-1312-41D8-9F96-E77C0537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28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</a:t>
            </a:r>
          </a:p>
        </p:txBody>
      </p:sp>
      <p:sp>
        <p:nvSpPr>
          <p:cNvPr id="11" name="tree-detail-0">
            <a:extLst xmlns:a="http://schemas.openxmlformats.org/drawingml/2006/main">
              <a:ext uri="{FF2B5EF4-FFF2-40B4-BE49-F238E27FC236}">
                <a16:creationId xmlns:a16="http://schemas.microsoft.com/office/drawing/2014/main" id="{D4CC648D-E210-4571-B367-E5A8456B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按时刻取值</a:t>
            </a:r>
          </a:p>
        </p:txBody>
      </p:sp>
      <p:sp>
        <p:nvSpPr>
          <p:cNvPr id="12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E379228A-C87A-4DF3-BE59-3FC8BC2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13" name="tree-relation-label-0">
            <a:extLst xmlns:a="http://schemas.openxmlformats.org/drawingml/2006/main">
              <a:ext uri="{FF2B5EF4-FFF2-40B4-BE49-F238E27FC236}">
                <a16:creationId xmlns:a16="http://schemas.microsoft.com/office/drawing/2014/main" id="{B0120DC1-5A68-4C86-80BB-6414894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采样率 × 时长</a:t>
            </a:r>
          </a:p>
        </p:txBody>
      </p:sp>
      <p:sp>
        <p:nvSpPr>
          <p:cNvPr id="14" name="tree-relation-detail-0">
            <a:extLst xmlns:a="http://schemas.openxmlformats.org/drawingml/2006/main">
              <a:ext uri="{FF2B5EF4-FFF2-40B4-BE49-F238E27FC236}">
                <a16:creationId xmlns:a16="http://schemas.microsoft.com/office/drawing/2014/main" id="{DD339A79-131F-4B6B-B400-0043D566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每声道有多少样本</a:t>
            </a:r>
          </a:p>
        </p:txBody>
      </p:sp>
      <p:sp>
        <p:nvSpPr>
          <p:cNvPr id="15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ECED39C7-2FB7-4B8A-A435-9935B95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6" name="tree-trunk-1">
            <a:extLst xmlns:a="http://schemas.openxmlformats.org/drawingml/2006/main">
              <a:ext uri="{FF2B5EF4-FFF2-40B4-BE49-F238E27FC236}">
                <a16:creationId xmlns:a16="http://schemas.microsoft.com/office/drawing/2014/main" id="{336F60BA-A1E1-4DF9-AB69-CFF119B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1104900"/>
          </a:xfrm>
          <a:custGeom xmlns:a="http://schemas.openxmlformats.org/drawingml/2006/main">
            <a:pathLst>
              <a:path w="9525" h="1104900">
                <a:moveTo>
                  <a:pt x="0" y="0"/>
                </a:moveTo>
                <a:lnTo>
                  <a:pt x="0" y="1104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7" name="tree-relationship-1">
            <a:extLst xmlns:a="http://schemas.openxmlformats.org/drawingml/2006/main">
              <a:ext uri="{FF2B5EF4-FFF2-40B4-BE49-F238E27FC236}">
                <a16:creationId xmlns:a16="http://schemas.microsoft.com/office/drawing/2014/main" id="{3A544DA4-2D35-4609-8A1A-21E38C1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670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8" name="tree-node-1">
            <a:extLst xmlns:a="http://schemas.openxmlformats.org/drawingml/2006/main">
              <a:ext uri="{FF2B5EF4-FFF2-40B4-BE49-F238E27FC236}">
                <a16:creationId xmlns:a16="http://schemas.microsoft.com/office/drawing/2014/main" id="{1309EF3C-E851-431F-92F1-33CE40A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575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19" name="tree-heading-1">
            <a:extLst xmlns:a="http://schemas.openxmlformats.org/drawingml/2006/main">
              <a:ext uri="{FF2B5EF4-FFF2-40B4-BE49-F238E27FC236}">
                <a16:creationId xmlns:a16="http://schemas.microsoft.com/office/drawing/2014/main" id="{7484E5CF-4AE3-4E20-B2BF-11EB487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量化</a:t>
            </a:r>
          </a:p>
        </p:txBody>
      </p:sp>
      <p:sp>
        <p:nvSpPr>
          <p:cNvPr id="20" name="tree-detail-1">
            <a:extLst xmlns:a="http://schemas.openxmlformats.org/drawingml/2006/main">
              <a:ext uri="{FF2B5EF4-FFF2-40B4-BE49-F238E27FC236}">
                <a16:creationId xmlns:a16="http://schemas.microsoft.com/office/drawing/2014/main" id="{8325121F-C341-4937-914B-14C6C453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幅度取有限等级</a:t>
            </a:r>
          </a:p>
        </p:txBody>
      </p:sp>
      <p:sp>
        <p:nvSpPr>
          <p:cNvPr id="21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FA370C19-1A54-4E67-9D95-2F31D460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22" name="tree-relation-label-1">
            <a:extLst xmlns:a="http://schemas.openxmlformats.org/drawingml/2006/main">
              <a:ext uri="{FF2B5EF4-FFF2-40B4-BE49-F238E27FC236}">
                <a16:creationId xmlns:a16="http://schemas.microsoft.com/office/drawing/2014/main" id="{0AD797CE-65C1-486E-B2C6-EACE53F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337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固定范围：等级数决定步长</a:t>
            </a:r>
          </a:p>
        </p:txBody>
      </p:sp>
      <p:sp>
        <p:nvSpPr>
          <p:cNvPr id="23" name="tree-relation-detail-1">
            <a:extLst xmlns:a="http://schemas.openxmlformats.org/drawingml/2006/main">
              <a:ext uri="{FF2B5EF4-FFF2-40B4-BE49-F238E27FC236}">
                <a16:creationId xmlns:a16="http://schemas.microsoft.com/office/drawing/2014/main" id="{28C9E6AF-EDAD-465C-B5A0-F57A4BBB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956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等级越多，步长越小</a:t>
            </a:r>
          </a:p>
        </p:txBody>
      </p:sp>
      <p:sp>
        <p:nvSpPr>
          <p:cNvPr id="24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CD98FF53-9D74-4AFF-991F-E3127C1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5" name="tree-trunk-2">
            <a:extLst xmlns:a="http://schemas.openxmlformats.org/drawingml/2006/main">
              <a:ext uri="{FF2B5EF4-FFF2-40B4-BE49-F238E27FC236}">
                <a16:creationId xmlns:a16="http://schemas.microsoft.com/office/drawing/2014/main" id="{089817ED-477F-4965-8249-21A8B4A9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2209800"/>
          </a:xfrm>
          <a:custGeom xmlns:a="http://schemas.openxmlformats.org/drawingml/2006/main"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6" name="tree-relationship-2">
            <a:extLst xmlns:a="http://schemas.openxmlformats.org/drawingml/2006/main">
              <a:ext uri="{FF2B5EF4-FFF2-40B4-BE49-F238E27FC236}">
                <a16:creationId xmlns:a16="http://schemas.microsoft.com/office/drawing/2014/main" id="{8A412F27-FA16-4AD0-B495-8EBF888D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719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7" name="tree-node-2">
            <a:extLst xmlns:a="http://schemas.openxmlformats.org/drawingml/2006/main">
              <a:ext uri="{FF2B5EF4-FFF2-40B4-BE49-F238E27FC236}">
                <a16:creationId xmlns:a16="http://schemas.microsoft.com/office/drawing/2014/main" id="{BCC560E0-ACC6-4BA4-8956-1D0EA15E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624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28" name="tree-heading-2">
            <a:extLst xmlns:a="http://schemas.openxmlformats.org/drawingml/2006/main">
              <a:ext uri="{FF2B5EF4-FFF2-40B4-BE49-F238E27FC236}">
                <a16:creationId xmlns:a16="http://schemas.microsoft.com/office/drawing/2014/main" id="{A99E3236-E3BA-4893-8759-00FB50CC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</a:t>
            </a:r>
          </a:p>
        </p:txBody>
      </p:sp>
      <p:sp>
        <p:nvSpPr>
          <p:cNvPr id="29" name="tree-detail-2">
            <a:extLst xmlns:a="http://schemas.openxmlformats.org/drawingml/2006/main">
              <a:ext uri="{FF2B5EF4-FFF2-40B4-BE49-F238E27FC236}">
                <a16:creationId xmlns:a16="http://schemas.microsoft.com/office/drawing/2014/main" id="{504E481E-9B19-4E55-8CE5-BAD017BE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用码字表示等级</a:t>
            </a:r>
          </a:p>
        </p:txBody>
      </p:sp>
      <p:sp>
        <p:nvSpPr>
          <p:cNvPr id="30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7A1E060C-E58E-4544-AE1F-4FE4050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576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31" name="tree-relation-label-2">
            <a:extLst xmlns:a="http://schemas.openxmlformats.org/drawingml/2006/main">
              <a:ext uri="{FF2B5EF4-FFF2-40B4-BE49-F238E27FC236}">
                <a16:creationId xmlns:a16="http://schemas.microsoft.com/office/drawing/2014/main" id="{6BF066B7-D8AA-431B-9B42-80C1F05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38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等级编号 → 等长码字</a:t>
            </a:r>
          </a:p>
        </p:txBody>
      </p:sp>
      <p:sp>
        <p:nvSpPr>
          <p:cNvPr id="32" name="tree-relation-detail-2">
            <a:extLst xmlns:a="http://schemas.openxmlformats.org/drawingml/2006/main">
              <a:ext uri="{FF2B5EF4-FFF2-40B4-BE49-F238E27FC236}">
                <a16:creationId xmlns:a16="http://schemas.microsoft.com/office/drawing/2014/main" id="{B5E50504-5908-4840-BDDC-4E5F8D22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本课编码可以不压缩</a:t>
            </a:r>
          </a:p>
        </p:txBody>
      </p:sp>
      <p:sp>
        <p:nvSpPr>
          <p:cNvPr id="33" name="tree-root-connection">
            <a:extLst xmlns:a="http://schemas.openxmlformats.org/drawingml/2006/main">
              <a:ext uri="{FF2B5EF4-FFF2-40B4-BE49-F238E27FC236}">
                <a16:creationId xmlns:a16="http://schemas.microsoft.com/office/drawing/2014/main" id="{610FB9FD-65B4-4647-8056-D40D0926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621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4" name="tree-trunk-3">
            <a:extLst xmlns:a="http://schemas.openxmlformats.org/drawingml/2006/main">
              <a:ext uri="{FF2B5EF4-FFF2-40B4-BE49-F238E27FC236}">
                <a16:creationId xmlns:a16="http://schemas.microsoft.com/office/drawing/2014/main" id="{DD240C99-179B-4F16-99A1-90886236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62175"/>
            <a:ext cx="9525" cy="3314700"/>
          </a:xfrm>
          <a:custGeom xmlns:a="http://schemas.openxmlformats.org/drawingml/2006/main">
            <a:pathLst>
              <a:path w="9525" h="3314700">
                <a:moveTo>
                  <a:pt x="0" y="0"/>
                </a:moveTo>
                <a:lnTo>
                  <a:pt x="0" y="3314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5" name="tree-relationship-3">
            <a:extLst xmlns:a="http://schemas.openxmlformats.org/drawingml/2006/main">
              <a:ext uri="{FF2B5EF4-FFF2-40B4-BE49-F238E27FC236}">
                <a16:creationId xmlns:a16="http://schemas.microsoft.com/office/drawing/2014/main" id="{9B022213-64AD-4C95-A81D-86D513FA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7687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6" name="tree-node-3">
            <a:extLst xmlns:a="http://schemas.openxmlformats.org/drawingml/2006/main">
              <a:ext uri="{FF2B5EF4-FFF2-40B4-BE49-F238E27FC236}">
                <a16:creationId xmlns:a16="http://schemas.microsoft.com/office/drawing/2014/main" id="{322B1BC1-CCAC-4D94-A90E-A937E31F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67300"/>
            <a:ext cx="3314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64E1"/>
            </a:solidFill>
          </a:ln>
        </p:spPr>
      </p:sp>
      <p:sp>
        <p:nvSpPr>
          <p:cNvPr id="37" name="tree-heading-3">
            <a:extLst xmlns:a="http://schemas.openxmlformats.org/drawingml/2006/main">
              <a:ext uri="{FF2B5EF4-FFF2-40B4-BE49-F238E27FC236}">
                <a16:creationId xmlns:a16="http://schemas.microsoft.com/office/drawing/2014/main" id="{0934DC92-1419-4F0D-B7FE-772451F2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435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PCM计数</a:t>
            </a:r>
          </a:p>
        </p:txBody>
      </p:sp>
      <p:sp>
        <p:nvSpPr>
          <p:cNvPr id="38" name="tree-detail-3">
            <a:extLst xmlns:a="http://schemas.openxmlformats.org/drawingml/2006/main">
              <a:ext uri="{FF2B5EF4-FFF2-40B4-BE49-F238E27FC236}">
                <a16:creationId xmlns:a16="http://schemas.microsoft.com/office/drawing/2014/main" id="{F582F336-3E74-472B-ADFA-1FF0BCB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先数样本，再数byte</a:t>
            </a:r>
          </a:p>
        </p:txBody>
      </p:sp>
      <p:sp>
        <p:nvSpPr>
          <p:cNvPr id="39" name="mapping-arrow">
            <a:extLst xmlns:a="http://schemas.openxmlformats.org/drawingml/2006/main">
              <a:ext uri="{FF2B5EF4-FFF2-40B4-BE49-F238E27FC236}">
                <a16:creationId xmlns:a16="http://schemas.microsoft.com/office/drawing/2014/main" id="{13186298-FA56-4862-A714-0EA2930C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191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4E1"/>
          </a:solidFill>
          <a:ln xmlns:a="http://schemas.openxmlformats.org/drawingml/2006/main" w="0">
            <a:noFill/>
          </a:ln>
        </p:spPr>
      </p:sp>
      <p:sp>
        <p:nvSpPr>
          <p:cNvPr id="40" name="tree-relation-label-3">
            <a:extLst xmlns:a="http://schemas.openxmlformats.org/drawingml/2006/main">
              <a:ext uri="{FF2B5EF4-FFF2-40B4-BE49-F238E27FC236}">
                <a16:creationId xmlns:a16="http://schemas.microsoft.com/office/drawing/2014/main" id="{77BF08AB-0052-4608-8900-710F2079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435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每声道样本数 × 声道数</a:t>
            </a:r>
          </a:p>
        </p:txBody>
      </p:sp>
      <p:sp>
        <p:nvSpPr>
          <p:cNvPr id="41" name="tree-relation-detail-3">
            <a:extLst xmlns:a="http://schemas.openxmlformats.org/drawingml/2006/main">
              <a:ext uri="{FF2B5EF4-FFF2-40B4-BE49-F238E27FC236}">
                <a16:creationId xmlns:a16="http://schemas.microsoft.com/office/drawing/2014/main" id="{F9348AC0-FAFA-4088-B592-369EE7DF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054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× 每样本字节数 → 数据量</a:t>
            </a:r>
          </a:p>
        </p:txBody>
      </p:sp>
      <p:sp>
        <p:nvSpPr>
          <p:cNvPr id="42" name="new-tree-focus">
            <a:extLst xmlns:a="http://schemas.openxmlformats.org/drawingml/2006/main">
              <a:ext uri="{FF2B5EF4-FFF2-40B4-BE49-F238E27FC236}">
                <a16:creationId xmlns:a16="http://schemas.microsoft.com/office/drawing/2014/main" id="{248DC532-38E8-49C7-B248-3E57CB1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8534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00"/>
            </a:solidFill>
          </a:ln>
        </p:spPr>
      </p:sp>
      <p:sp>
        <p:nvSpPr>
          <p:cNvPr id="43" name="new-tree-label">
            <a:extLst xmlns:a="http://schemas.openxmlformats.org/drawingml/2006/main">
              <a:ext uri="{FF2B5EF4-FFF2-40B4-BE49-F238E27FC236}">
                <a16:creationId xmlns:a16="http://schemas.microsoft.com/office/drawing/2014/main" id="{FF3BEF36-C73B-4D20-93E6-38D6C4B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62550"/>
            <a:ext cx="809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18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新增</a:t>
            </a:r>
          </a:p>
        </p:txBody>
      </p:sp>
    </p:spTree>
    <p:extLst>
      <p:ext uri="{BB962C8B-B14F-4D97-AF65-F5344CB8AC3E}">
        <p14:creationId xmlns:p14="http://schemas.microsoft.com/office/powerpoint/2010/main" val="13500291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10E46E58-22E3-4DE1-A988-C1C0CADE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31759A2-BEEC-4A7F-ADAA-AC9DD35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689766C-9FB1-4880-AD9C-546039D9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5BD382-DFC7-440F-A39D-5028D824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C52BDF-76BB-4848-849E-D91162AC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81CF93-FAA5-459B-829B-E27CFD8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618D83-A85E-4F3D-AE1B-962CF8D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93F676-DD68-4A85-AD9E-F1DD0664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</p:spTree>
    <p:extLst>
      <p:ext uri="{BB962C8B-B14F-4D97-AF65-F5344CB8AC3E}">
        <p14:creationId xmlns:p14="http://schemas.microsoft.com/office/powerpoint/2010/main" val="59268953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10E46E58-22E3-4DE1-A988-C1C0CADE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031759A2-BEEC-4A7F-ADAA-AC9DD354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689766C-9FB1-4880-AD9C-546039D9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独立退出题：列式，并改写一句话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E5BD382-DFC7-440F-A39D-5028D824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① 16kHz、2秒、16bit、双声道未压缩PCM。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5C52BDF-76BB-4848-849E-D91162AC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求样本数据量（B）；圈出声道因子。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181CF93-FAA5-459B-829B-E27CFD83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② 改写：“声音编码的目的就是压缩文件。”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3618D83-A85E-4F3D-AE1B-962CF8D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用本课一个例子说明理由。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493F676-DD68-4A85-AD9E-F1DD0664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独立60秒；先交纸条，再核对。</a:t>
            </a:r>
          </a:p>
        </p:txBody>
      </p:sp>
      <p:sp>
        <p:nvSpPr>
          <p:cNvPr id="9" name="exit-answer-1">
            <a:extLst xmlns:a="http://schemas.openxmlformats.org/drawingml/2006/main">
              <a:ext uri="{FF2B5EF4-FFF2-40B4-BE49-F238E27FC236}">
                <a16:creationId xmlns:a16="http://schemas.microsoft.com/office/drawing/2014/main" id="{ED69F686-6B8D-4130-A7E6-9329C078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16,000 × 2 × 2 × 2 B＝128,000 B</a:t>
            </a:r>
          </a:p>
        </p:txBody>
      </p:sp>
      <p:sp>
        <p:nvSpPr>
          <p:cNvPr id="10" name="exit-answer-2">
            <a:extLst xmlns:a="http://schemas.openxmlformats.org/drawingml/2006/main">
              <a:ext uri="{FF2B5EF4-FFF2-40B4-BE49-F238E27FC236}">
                <a16:creationId xmlns:a16="http://schemas.microsoft.com/office/drawing/2014/main" id="{6F8FFE27-206E-4046-AA2F-8316F7AE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编码可以不压缩；例如3 → 011。</a:t>
            </a:r>
          </a:p>
        </p:txBody>
      </p:sp>
    </p:spTree>
    <p:extLst>
      <p:ext uri="{BB962C8B-B14F-4D97-AF65-F5344CB8AC3E}">
        <p14:creationId xmlns:p14="http://schemas.microsoft.com/office/powerpoint/2010/main" val="592689532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3E4D226F-60FE-4CD7-9D03-34FA3CB6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84A4430-CE45-47E2-BE72-6D9B8B1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8149470-2684-4E0B-B932-F62D9DB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B3FE86B2-CE3C-4373-86A1-69E77284337A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4536DE7-C0C8-4613-800D-F21E08643BF8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75520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3E4D226F-60FE-4CD7-9D03-34FA3CB6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F84A4430-CE45-47E2-BE72-6D9B8B12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8149470-2684-4E0B-B932-F62D9DB3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80分和60分，为什么会同属B？</a:t>
            </a:r>
          </a:p>
        </p:txBody>
      </p:sp>
      <p:graphicFrame>
        <p:nvGraphicFramePr>
          <p:cNvPr id="4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B3FE86B2-CE3C-4373-86A1-69E77284337A}"/>
              </a:ext>
            </a:extLst>
          </p:cNvPr>
          <p:cNvGraphicFramePr/>
          <p:nvPr/>
        </p:nvGraphicFramePr>
        <p:xfrm>
          <a:off xmlns:a="http://schemas.openxmlformats.org/drawingml/2006/main" x="809625" y="2619375"/>
          <a:ext xmlns:a="http://schemas.openxmlformats.org/drawingml/2006/main" cx="5334000" cy="2476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095500"/>
                <a:gridCol w="323850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整数分数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A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90–100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60–89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0–59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A4536DE7-C0C8-4613-800D-F21E08643BF8}"/>
              </a:ext>
            </a:extLst>
          </p:cNvPr>
          <p:cNvGraphicFramePr/>
          <p:nvPr/>
        </p:nvGraphicFramePr>
        <p:xfrm>
          <a:off xmlns:a="http://schemas.openxmlformats.org/drawingml/2006/main" x="7000875" y="3048000"/>
          <a:ext xmlns:a="http://schemas.openxmlformats.org/drawingml/2006/main" cx="4381500" cy="1857375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190750"/>
                <a:gridCol w="2190750"/>
              </a:tblGrid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分数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60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FF3AB5B2-B1D4-4F7F-8B3F-E80674CD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不同分数可能映射为同一等级。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B6A65929-119F-448F-922F-855B1FA3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只有等级，不能恢复原来的精确分数。</a:t>
            </a:r>
          </a:p>
        </p:txBody>
      </p:sp>
    </p:spTree>
    <p:extLst>
      <p:ext uri="{BB962C8B-B14F-4D97-AF65-F5344CB8AC3E}">
        <p14:creationId xmlns:p14="http://schemas.microsoft.com/office/powerpoint/2010/main" val="193527552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7E05FEC9-2741-404A-AA09-C567CDE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AFA024E-80AC-4599-8223-27D217E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16F026B-40FA-4C29-AA2A-C5DA203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DFBB20-C365-4CFC-9F90-D5231FF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5E705138-FE8E-46E2-9B5B-B1B0991D582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/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360951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7E05FEC9-2741-404A-AA09-C567CDEB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AFA024E-80AC-4599-8223-27D217E9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6"/>
            <a:ext cx="12192000" cy="1015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16F026B-40FA-4C29-AA2A-C5DA203B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等级更多，每个样本都一定更接近吗？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6DFBB20-C365-4CFC-9F90-D5231FF2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同一输入−0.71；范围、时刻与均匀分级规则不变。</a:t>
            </a:r>
          </a:p>
        </p:txBody>
      </p:sp>
      <p:graphicFrame>
        <p:nvGraphicFramePr>
          <p:cNvPr id="5" name="evidence-table">
            <a:extLst xmlns:a="http://schemas.openxmlformats.org/drawingml/2006/main">
              <a:ext uri="{FF2B5EF4-FFF2-40B4-BE49-F238E27FC236}">
                <a16:creationId xmlns:a16="http://schemas.microsoft.com/office/drawing/2014/main" id="{5E705138-FE8E-46E2-9B5B-B1B0991D5821}"/>
              </a:ext>
            </a:extLst>
          </p:cNvPr>
          <p:cNvGraphicFramePr/>
          <p:nvPr/>
        </p:nvGraphicFramePr>
        <p:xfrm>
          <a:off xmlns:a="http://schemas.openxmlformats.org/drawingml/2006/main" x="1714500" y="2714625"/>
          <a:ext xmlns:a="http://schemas.openxmlformats.org/drawingml/2006/main" cx="8763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2286000"/>
                <a:gridCol w="3238500"/>
                <a:gridCol w="3238500"/>
              </a:tblGrid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等级数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代表值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1">
                          <a:solidFill>
                            <a:srgbClr val="8C64E1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绝对误差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T w="11430">
                      <a:solidFill>
                        <a:srgbClr val="D7D7DE"/>
                      </a:solidFill>
                      <a:prstDash val="solid"/>
                    </a:lnT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−0.75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0.04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11430">
                      <a:solidFill>
                        <a:srgbClr val="D7D7DE"/>
                      </a:solidFill>
                      <a:prstDash val="solid"/>
                    </a:lnL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−0.625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76200" tIns="76200" rIns="76200" bIns="76200">
                      <a:noAutofit/>
                    </a:bodyPr>
                    <a:lstStyle/>
                    <a:p>
                      <a:pPr algn="ctr"/>
                      <a:r>
                        <a:rPr sz="2200" b="0">
                          <a:solidFill>
                            <a:srgbClr val="262626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0.085</a:t>
                      </a:r>
                    </a:p>
                  </a:txBody>
                  <a:tcPr marL="91440" marR="91440" marT="45720" marB="45720" anchor="ctr">
                    <a:lnR w="11430">
                      <a:solidFill>
                        <a:srgbClr val="D7D7DE"/>
                      </a:solidFill>
                      <a:prstDash val="solid"/>
                    </a:lnR>
                    <a:lnB w="11430">
                      <a:solidFill>
                        <a:srgbClr val="D7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CAA426FA-FD30-4E08-A56F-8A626884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本例8档误差更大；两者都未超过各自上界。</a:t>
            </a:r>
          </a:p>
        </p:txBody>
      </p:sp>
      <p:sp>
        <p:nvSpPr>
          <p:cNvPr id="7" name="answer-2">
            <a:extLst xmlns:a="http://schemas.openxmlformats.org/drawingml/2006/main">
              <a:ext uri="{FF2B5EF4-FFF2-40B4-BE49-F238E27FC236}">
                <a16:creationId xmlns:a16="http://schemas.microsoft.com/office/drawing/2014/main" id="{93531B80-BCD0-4294-8BBC-B78FC173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误差上界减小，不等于每一点都更接近。</a:t>
            </a:r>
          </a:p>
        </p:txBody>
      </p:sp>
    </p:spTree>
    <p:extLst>
      <p:ext uri="{BB962C8B-B14F-4D97-AF65-F5344CB8AC3E}">
        <p14:creationId xmlns:p14="http://schemas.microsoft.com/office/powerpoint/2010/main" val="1153609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libaba PuHuiTi 3.0 115 Black"/>
        <a:ea typeface="Alibaba PuHuiTi 3.0 115 Black"/>
        <a:cs typeface="Alibaba PuHuiTi 3.0 115 Black"/>
      </a:majorFont>
      <a:minorFont>
        <a:latin typeface="Alibaba PuHuiTi 3.0 55 Regular"/>
        <a:ea typeface="Alibaba PuHuiTi 3.0 55 Regular"/>
        <a:cs typeface="Alibaba PuHuiTi 3.0 55 Regular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2026-10-12T22:55:36.5350000Z</dcterms:created>
  <dcterms:modified xsi:type="dcterms:W3CDTF">2026-10-12T22:55:36.5350000Z</dcterms:modified>
</coreProperties>
</file>