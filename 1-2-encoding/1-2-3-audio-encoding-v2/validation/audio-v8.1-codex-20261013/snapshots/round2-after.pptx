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Override PartName="/ppt/slides/slide43.xml" ContentType="application/vnd.openxmlformats-officedocument.presentationml.slide+xml"/>
  <Override PartName="/ppt/notesSlides/notesSlide43.xml" ContentType="application/vnd.openxmlformats-officedocument.presentationml.notesSlide+xml"/>
  <Override PartName="/ppt/slides/slide44.xml" ContentType="application/vnd.openxmlformats-officedocument.presentationml.slide+xml"/>
  <Override PartName="/ppt/notesSlides/notesSlide44.xml" ContentType="application/vnd.openxmlformats-officedocument.presentationml.notesSlide+xml"/>
  <Override PartName="/ppt/slides/slide45.xml" ContentType="application/vnd.openxmlformats-officedocument.presentationml.slide+xml"/>
  <Override PartName="/ppt/notesSlides/notesSlide45.xml" ContentType="application/vnd.openxmlformats-officedocument.presentationml.notesSlide+xml"/>
  <Override PartName="/ppt/slides/slide46.xml" ContentType="application/vnd.openxmlformats-officedocument.presentationml.slide+xml"/>
  <Override PartName="/ppt/notesSlides/notesSlide46.xml" ContentType="application/vnd.openxmlformats-officedocument.presentationml.notesSlide+xml"/>
  <Override PartName="/ppt/slides/slide47.xml" ContentType="application/vnd.openxmlformats-officedocument.presentationml.slide+xml"/>
  <Override PartName="/ppt/notesSlides/notesSlide47.xml" ContentType="application/vnd.openxmlformats-officedocument.presentationml.notesSlide+xml"/>
  <Override PartName="/ppt/slides/slide48.xml" ContentType="application/vnd.openxmlformats-officedocument.presentationml.slide+xml"/>
  <Override PartName="/ppt/notesSlides/notesSlide48.xml" ContentType="application/vnd.openxmlformats-officedocument.presentationml.notesSlide+xml"/>
  <Override PartName="/ppt/slides/slide49.xml" ContentType="application/vnd.openxmlformats-officedocument.presentationml.slide+xml"/>
  <Override PartName="/ppt/notesSlides/notesSlide49.xml" ContentType="application/vnd.openxmlformats-officedocument.presentationml.notesSlide+xml"/>
  <Override PartName="/ppt/slides/slide50.xml" ContentType="application/vnd.openxmlformats-officedocument.presentationml.slide+xml"/>
  <Override PartName="/ppt/notesSlides/notesSlide50.xml" ContentType="application/vnd.openxmlformats-officedocument.presentationml.notesSlide+xml"/>
  <Override PartName="/ppt/slides/slide51.xml" ContentType="application/vnd.openxmlformats-officedocument.presentationml.slide+xml"/>
  <Override PartName="/ppt/notesSlides/notesSlide51.xml" ContentType="application/vnd.openxmlformats-officedocument.presentationml.notesSlide+xml"/>
  <Override PartName="/ppt/slides/slide52.xml" ContentType="application/vnd.openxmlformats-officedocument.presentationml.slide+xml"/>
  <Override PartName="/ppt/notesSlides/notesSlide52.xml" ContentType="application/vnd.openxmlformats-officedocument.presentationml.notesSlide+xml"/>
  <Override PartName="/ppt/slides/slide53.xml" ContentType="application/vnd.openxmlformats-officedocument.presentationml.slide+xml"/>
  <Override PartName="/ppt/notesSlides/notesSlide53.xml" ContentType="application/vnd.openxmlformats-officedocument.presentationml.notesSlide+xml"/>
  <Override PartName="/ppt/slides/slide54.xml" ContentType="application/vnd.openxmlformats-officedocument.presentationml.slide+xml"/>
  <Override PartName="/ppt/notesSlides/notesSlide54.xml" ContentType="application/vnd.openxmlformats-officedocument.presentationml.notesSlide+xml"/>
  <Override PartName="/ppt/slides/slide55.xml" ContentType="application/vnd.openxmlformats-officedocument.presentationml.slide+xml"/>
  <Override PartName="/ppt/notesSlides/notesSlide55.xml" ContentType="application/vnd.openxmlformats-officedocument.presentationml.notesSlide+xml"/>
  <Override PartName="/ppt/slides/slide56.xml" ContentType="application/vnd.openxmlformats-officedocument.presentationml.slide+xml"/>
  <Override PartName="/ppt/notesSlides/notesSlide56.xml" ContentType="application/vnd.openxmlformats-officedocument.presentationml.notesSlide+xml"/>
  <Override PartName="/ppt/slides/slide57.xml" ContentType="application/vnd.openxmlformats-officedocument.presentationml.slide+xml"/>
  <Override PartName="/ppt/notesSlides/notesSlide57.xml" ContentType="application/vnd.openxmlformats-officedocument.presentationml.notesSlide+xml"/>
  <Override PartName="/ppt/slides/slide58.xml" ContentType="application/vnd.openxmlformats-officedocument.presentationml.slide+xml"/>
  <Override PartName="/ppt/notesSlides/notesSlide58.xml" ContentType="application/vnd.openxmlformats-officedocument.presentationml.notesSlide+xml"/>
  <Override PartName="/ppt/slides/slide59.xml" ContentType="application/vnd.openxmlformats-officedocument.presentationml.slide+xml"/>
  <Override PartName="/ppt/notesSlides/notesSlide59.xml" ContentType="application/vnd.openxmlformats-officedocument.presentationml.notesSlide+xml"/>
  <Override PartName="/ppt/slides/slide60.xml" ContentType="application/vnd.openxmlformats-officedocument.presentationml.slide+xml"/>
  <Override PartName="/ppt/notesSlides/notesSlide60.xml" ContentType="application/vnd.openxmlformats-officedocument.presentationml.notesSlide+xml"/>
  <Override PartName="/ppt/slides/slide61.xml" ContentType="application/vnd.openxmlformats-officedocument.presentationml.slide+xml"/>
  <Override PartName="/ppt/notesSlides/notesSlide61.xml" ContentType="application/vnd.openxmlformats-officedocument.presentationml.notesSlide+xml"/>
  <Override PartName="/ppt/slides/slide62.xml" ContentType="application/vnd.openxmlformats-officedocument.presentationml.slide+xml"/>
  <Override PartName="/ppt/notesSlides/notesSlide62.xml" ContentType="application/vnd.openxmlformats-officedocument.presentationml.notesSlide+xml"/>
  <Override PartName="/ppt/slides/slide63.xml" ContentType="application/vnd.openxmlformats-officedocument.presentationml.slide+xml"/>
  <Override PartName="/ppt/notesSlides/notesSlide63.xml" ContentType="application/vnd.openxmlformats-officedocument.presentationml.notesSlide+xml"/>
  <Override PartName="/ppt/slides/slide64.xml" ContentType="application/vnd.openxmlformats-officedocument.presentationml.slide+xml"/>
  <Override PartName="/ppt/notesSlides/notesSlide64.xml" ContentType="application/vnd.openxmlformats-officedocument.presentationml.notesSlide+xml"/>
  <Override PartName="/ppt/slides/slide65.xml" ContentType="application/vnd.openxmlformats-officedocument.presentationml.slide+xml"/>
  <Override PartName="/ppt/notesSlides/notesSlide65.xml" ContentType="application/vnd.openxmlformats-officedocument.presentationml.notesSlide+xml"/>
  <Override PartName="/ppt/slides/slide66.xml" ContentType="application/vnd.openxmlformats-officedocument.presentationml.slide+xml"/>
  <Override PartName="/ppt/notesSlides/notesSlide66.xml" ContentType="application/vnd.openxmlformats-officedocument.presentationml.notesSlide+xml"/>
  <Override PartName="/ppt/slides/slide67.xml" ContentType="application/vnd.openxmlformats-officedocument.presentationml.slide+xml"/>
  <Override PartName="/ppt/notesSlides/notesSlide67.xml" ContentType="application/vnd.openxmlformats-officedocument.presentationml.notesSlide+xml"/>
  <Override PartName="/ppt/slides/slide68.xml" ContentType="application/vnd.openxmlformats-officedocument.presentationml.slide+xml"/>
  <Override PartName="/ppt/notesSlides/notesSlide68.xml" ContentType="application/vnd.openxmlformats-officedocument.presentationml.notesSlide+xml"/>
  <Override PartName="/ppt/slides/slide69.xml" ContentType="application/vnd.openxmlformats-officedocument.presentationml.slide+xml"/>
  <Override PartName="/ppt/notesSlides/notesSlide69.xml" ContentType="application/vnd.openxmlformats-officedocument.presentationml.notesSlide+xml"/>
  <Override PartName="/ppt/slides/slide70.xml" ContentType="application/vnd.openxmlformats-officedocument.presentationml.slide+xml"/>
  <Override PartName="/ppt/notesSlides/notesSlide7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101e28c56ebd4a9d" /><Relationship Type="http://schemas.openxmlformats.org/officeDocument/2006/relationships/extended-properties" Target="/docProps/app.xml" Id="R7422fb73d27a47c0" /><Relationship Type="http://schemas.openxmlformats.org/officeDocument/2006/relationships/officeDocument" Target="/ppt/presentation.xml" Id="Re168b476ab074d70" /></Relationships>
</file>

<file path=ppt/presentation.xml><?xml version="1.0" encoding="utf-8"?>
<p:presentation xmlns:a="http://schemas.openxmlformats.org/drawingml/2006/main" xmlns:p="http://schemas.openxmlformats.org/presentationml/2006/main" xmlns:r="http://schemas.openxmlformats.org/officeDocument/2006/relationships">
  <p:sldMasterIdLst>
    <p:sldMasterId id="2147483648" r:id="Rb7bb6ca569c14f49"/>
  </p:sldMasterIdLst>
  <p:notesMasterIdLst>
    <p:notesMasterId r:id="Rfdf2a25736e843da"/>
  </p:notesMasterIdLst>
  <p:sldIdLst>
    <p:sldId id="256" r:id="Re6ea17c8d23a46b0"/>
    <p:sldId id="257" r:id="R8a75e11230d7467b"/>
    <p:sldId id="258" r:id="R498a7a7e1ef040c4"/>
    <p:sldId id="259" r:id="R419cfc022cd04e2b"/>
    <p:sldId id="260" r:id="R37d7108bbbed4d30"/>
    <p:sldId id="261" r:id="R146401da8d1a472f"/>
    <p:sldId id="262" r:id="R9c4ac10a22ec4cfa"/>
    <p:sldId id="263" r:id="R44f1251e7a064906"/>
    <p:sldId id="264" r:id="Raa1bb5fc0bac446e"/>
    <p:sldId id="265" r:id="R763e2c9792664054"/>
    <p:sldId id="266" r:id="R60f5f87877e64298"/>
    <p:sldId id="267" r:id="R073d5df5c4564a54"/>
    <p:sldId id="268" r:id="R87974b1fc4df4b70"/>
    <p:sldId id="269" r:id="Rf2382ab9e867412b"/>
    <p:sldId id="270" r:id="R0d24b3c3c2ae4921"/>
    <p:sldId id="271" r:id="R8c1d1d23443c4920"/>
    <p:sldId id="272" r:id="Ra0305ca0a86e4615"/>
    <p:sldId id="273" r:id="R60d4d2e1aba24755"/>
    <p:sldId id="274" r:id="Rde4426d530954948"/>
    <p:sldId id="275" r:id="R2e9fdc24c4074301"/>
    <p:sldId id="276" r:id="Rb621e5a25de54176"/>
    <p:sldId id="277" r:id="R04d19ef0a65448a4"/>
    <p:sldId id="278" r:id="R4be451e9ed904539"/>
    <p:sldId id="279" r:id="R48699285e5e64837"/>
    <p:sldId id="280" r:id="R9ab39013dbf34dc0"/>
    <p:sldId id="281" r:id="R295e986b857848b2"/>
    <p:sldId id="282" r:id="R50c6bb6659cc4aad"/>
    <p:sldId id="283" r:id="R4e95fdecc7a5463a"/>
    <p:sldId id="284" r:id="R1b2257dad49c4c08"/>
    <p:sldId id="285" r:id="R9ced630340594e0f"/>
    <p:sldId id="286" r:id="R467c9bd1d1e14e0e"/>
    <p:sldId id="287" r:id="Re3cb507cdf164fba"/>
    <p:sldId id="288" r:id="R2689df7ea8334952"/>
    <p:sldId id="289" r:id="R7b8addb5c0034960"/>
    <p:sldId id="290" r:id="R6e45e9111d204918"/>
    <p:sldId id="291" r:id="R219a149f369b48cf"/>
    <p:sldId id="292" r:id="R9693a4ac266c45ca"/>
    <p:sldId id="293" r:id="R814b7d26ee6b4471"/>
    <p:sldId id="294" r:id="R0fec7d440cba43b0"/>
    <p:sldId id="295" r:id="R247fc38270e1466f"/>
    <p:sldId id="296" r:id="R856b550eeb064e13"/>
    <p:sldId id="297" r:id="Rdf5dc1fd0637422f"/>
    <p:sldId id="298" r:id="R1b665d75f36b482d"/>
    <p:sldId id="299" r:id="R46d6ca82427f49c7"/>
    <p:sldId id="300" r:id="Re787432f97394536"/>
    <p:sldId id="301" r:id="R4a8410a5ff474b5c"/>
    <p:sldId id="302" r:id="Rdeeafff4fe1a4311"/>
    <p:sldId id="303" r:id="R3520954df89f4950"/>
    <p:sldId id="304" r:id="R6abc3930e1d9463b"/>
    <p:sldId id="305" r:id="R1b0973cfc714424c"/>
    <p:sldId id="306" r:id="Re267c5337833406c"/>
    <p:sldId id="307" r:id="R9c1701677bc5411a"/>
    <p:sldId id="308" r:id="R58193b243ef94ca1"/>
    <p:sldId id="309" r:id="R91bba36134c048af"/>
    <p:sldId id="310" r:id="Rc69e43feb2df4174"/>
    <p:sldId id="311" r:id="Rd747a097863f43bf"/>
    <p:sldId id="312" r:id="R9ab8946454814e92"/>
    <p:sldId id="313" r:id="R2a5be93a79854766"/>
    <p:sldId id="314" r:id="Rb280092d97024fb5"/>
    <p:sldId id="315" r:id="R7437aad03f0c4059"/>
    <p:sldId id="316" r:id="Re2c288659e0c4f7a"/>
    <p:sldId id="317" r:id="R443f0b56f9e44ec7"/>
    <p:sldId id="318" r:id="R8ffe5e5e94f34203"/>
    <p:sldId id="319" r:id="R6e634585237140fa"/>
    <p:sldId id="320" r:id="Rdf4e206e24d04495"/>
    <p:sldId id="321" r:id="R5d3c3297debc44fc"/>
    <p:sldId id="322" r:id="Rd5ba37584c954c02"/>
    <p:sldId id="323" r:id="R3b7357ddcc9149a1"/>
    <p:sldId id="324" r:id="Rb76bbf823c1f43b7"/>
    <p:sldId id="325" r:id="R308e0b0eedb94cc7"/>
  </p:sldIdLst>
  <p:sldSz cx="12191695" cy="6858000"/>
  <p:notesSz cx="6858000" cy="9144000"/>
  <p:defaultTextStyle>
    <a:defPPr>
      <a:buNone/>
    </a:defPPr>
    <a:lvl1pPr marL="0" algn="l" defTabSz="457200">
      <a:buNone/>
      <a:defRPr sz="1800" kern="1200">
        <a:solidFill>
          <a:schemeClr val="tx1"/>
        </a:solidFill>
        <a:latin typeface="Alibaba PuHuiTi 3.0 55 Regular"/>
        <a:ea typeface="Alibaba PuHuiTi 3.0 55 Regular"/>
        <a:cs typeface="Alibaba PuHuiTi 3.0 55 Regular"/>
      </a:defRPr>
    </a:lvl1pPr>
    <a:lvl2pPr marL="457200" algn="l" defTabSz="457200">
      <a:buNone/>
      <a:defRPr sz="1800" kern="1200">
        <a:solidFill>
          <a:schemeClr val="tx1"/>
        </a:solidFill>
        <a:latin typeface="Alibaba PuHuiTi 3.0 55 Regular"/>
        <a:ea typeface="Alibaba PuHuiTi 3.0 55 Regular"/>
        <a:cs typeface="Alibaba PuHuiTi 3.0 55 Regular"/>
      </a:defRPr>
    </a:lvl2pPr>
    <a:lvl3pPr marL="914400" algn="l" defTabSz="457200">
      <a:buNone/>
      <a:defRPr sz="1800" kern="1200">
        <a:solidFill>
          <a:schemeClr val="tx1"/>
        </a:solidFill>
        <a:latin typeface="Alibaba PuHuiTi 3.0 55 Regular"/>
        <a:ea typeface="Alibaba PuHuiTi 3.0 55 Regular"/>
        <a:cs typeface="Alibaba PuHuiTi 3.0 55 Regular"/>
      </a:defRPr>
    </a:lvl3pPr>
    <a:lvl4pPr marL="1371600" algn="l" defTabSz="457200">
      <a:buNone/>
      <a:defRPr sz="1800" kern="1200">
        <a:solidFill>
          <a:schemeClr val="tx1"/>
        </a:solidFill>
        <a:latin typeface="Alibaba PuHuiTi 3.0 55 Regular"/>
        <a:ea typeface="Alibaba PuHuiTi 3.0 55 Regular"/>
        <a:cs typeface="Alibaba PuHuiTi 3.0 55 Regular"/>
      </a:defRPr>
    </a:lvl4pPr>
    <a:lvl5pPr marL="1828800" algn="l" defTabSz="457200">
      <a:buNone/>
      <a:defRPr sz="1800" kern="1200">
        <a:solidFill>
          <a:schemeClr val="tx1"/>
        </a:solidFill>
        <a:latin typeface="Alibaba PuHuiTi 3.0 55 Regular"/>
        <a:ea typeface="Alibaba PuHuiTi 3.0 55 Regular"/>
        <a:cs typeface="Alibaba PuHuiTi 3.0 55 Regular"/>
      </a:defRPr>
    </a:lvl5pPr>
    <a:lvl6pPr marL="2286000" algn="l" defTabSz="457200">
      <a:buNone/>
      <a:defRPr sz="1800" kern="1200">
        <a:solidFill>
          <a:schemeClr val="tx1"/>
        </a:solidFill>
        <a:latin typeface="Alibaba PuHuiTi 3.0 55 Regular"/>
        <a:ea typeface="Alibaba PuHuiTi 3.0 55 Regular"/>
        <a:cs typeface="Alibaba PuHuiTi 3.0 55 Regular"/>
      </a:defRPr>
    </a:lvl6pPr>
    <a:lvl7pPr marL="2743200" algn="l" defTabSz="457200">
      <a:buNone/>
      <a:defRPr sz="1800" kern="1200">
        <a:solidFill>
          <a:schemeClr val="tx1"/>
        </a:solidFill>
        <a:latin typeface="Alibaba PuHuiTi 3.0 55 Regular"/>
        <a:ea typeface="Alibaba PuHuiTi 3.0 55 Regular"/>
        <a:cs typeface="Alibaba PuHuiTi 3.0 55 Regular"/>
      </a:defRPr>
    </a:lvl7pPr>
    <a:lvl8pPr marL="3200400" algn="l" defTabSz="457200">
      <a:buNone/>
      <a:defRPr sz="1800" kern="1200">
        <a:solidFill>
          <a:schemeClr val="tx1"/>
        </a:solidFill>
        <a:latin typeface="Alibaba PuHuiTi 3.0 55 Regular"/>
        <a:ea typeface="Alibaba PuHuiTi 3.0 55 Regular"/>
        <a:cs typeface="Alibaba PuHuiTi 3.0 55 Regular"/>
      </a:defRPr>
    </a:lvl8pPr>
    <a:lvl9pPr marL="3657600" algn="l" defTabSz="457200">
      <a:buNone/>
      <a:defRPr sz="1800" kern="1200">
        <a:solidFill>
          <a:schemeClr val="tx1"/>
        </a:solidFill>
        <a:latin typeface="Alibaba PuHuiTi 3.0 55 Regular"/>
        <a:ea typeface="Alibaba PuHuiTi 3.0 55 Regular"/>
        <a:cs typeface="Alibaba PuHuiTi 3.0 55 Regular"/>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snapToObjects="1">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4c5a6277b95642d1" /><Relationship Type="http://schemas.openxmlformats.org/officeDocument/2006/relationships/slideMaster" Target="/ppt/slideMasters/slideMaster1.xml" Id="Rb7bb6ca569c14f49" /><Relationship Type="http://schemas.openxmlformats.org/officeDocument/2006/relationships/notesMaster" Target="/ppt/notesMasters/notesMaster1.xml" Id="Rfdf2a25736e843da" /><Relationship Type="http://schemas.openxmlformats.org/officeDocument/2006/relationships/presProps" Target="/ppt/presProps.xml" Id="R81730c913f1d45c5" /><Relationship Type="http://schemas.openxmlformats.org/officeDocument/2006/relationships/viewProps" Target="/ppt/viewProps.xml" Id="R124f8cbb209b4322" /><Relationship Type="http://schemas.openxmlformats.org/officeDocument/2006/relationships/tableStyles" Target="/ppt/tableStyles.xml" Id="R6b84ceb2761c4f52" /><Relationship Type="http://schemas.openxmlformats.org/officeDocument/2006/relationships/slide" Target="/ppt/slides/slide1.xml" Id="Re6ea17c8d23a46b0" /><Relationship Type="http://schemas.openxmlformats.org/officeDocument/2006/relationships/slide" Target="/ppt/slides/slide2.xml" Id="R8a75e11230d7467b" /><Relationship Type="http://schemas.openxmlformats.org/officeDocument/2006/relationships/slide" Target="/ppt/slides/slide3.xml" Id="R498a7a7e1ef040c4" /><Relationship Type="http://schemas.openxmlformats.org/officeDocument/2006/relationships/slide" Target="/ppt/slides/slide4.xml" Id="R419cfc022cd04e2b" /><Relationship Type="http://schemas.openxmlformats.org/officeDocument/2006/relationships/slide" Target="/ppt/slides/slide5.xml" Id="R37d7108bbbed4d30" /><Relationship Type="http://schemas.openxmlformats.org/officeDocument/2006/relationships/slide" Target="/ppt/slides/slide6.xml" Id="R146401da8d1a472f" /><Relationship Type="http://schemas.openxmlformats.org/officeDocument/2006/relationships/slide" Target="/ppt/slides/slide7.xml" Id="R9c4ac10a22ec4cfa" /><Relationship Type="http://schemas.openxmlformats.org/officeDocument/2006/relationships/slide" Target="/ppt/slides/slide8.xml" Id="R44f1251e7a064906" /><Relationship Type="http://schemas.openxmlformats.org/officeDocument/2006/relationships/slide" Target="/ppt/slides/slide9.xml" Id="Raa1bb5fc0bac446e" /><Relationship Type="http://schemas.openxmlformats.org/officeDocument/2006/relationships/slide" Target="/ppt/slides/slide10.xml" Id="R763e2c9792664054" /><Relationship Type="http://schemas.openxmlformats.org/officeDocument/2006/relationships/slide" Target="/ppt/slides/slide11.xml" Id="R60f5f87877e64298" /><Relationship Type="http://schemas.openxmlformats.org/officeDocument/2006/relationships/slide" Target="/ppt/slides/slide12.xml" Id="R073d5df5c4564a54" /><Relationship Type="http://schemas.openxmlformats.org/officeDocument/2006/relationships/slide" Target="/ppt/slides/slide13.xml" Id="R87974b1fc4df4b70" /><Relationship Type="http://schemas.openxmlformats.org/officeDocument/2006/relationships/slide" Target="/ppt/slides/slide14.xml" Id="Rf2382ab9e867412b" /><Relationship Type="http://schemas.openxmlformats.org/officeDocument/2006/relationships/slide" Target="/ppt/slides/slide15.xml" Id="R0d24b3c3c2ae4921" /><Relationship Type="http://schemas.openxmlformats.org/officeDocument/2006/relationships/slide" Target="/ppt/slides/slide16.xml" Id="R8c1d1d23443c4920" /><Relationship Type="http://schemas.openxmlformats.org/officeDocument/2006/relationships/slide" Target="/ppt/slides/slide17.xml" Id="Ra0305ca0a86e4615" /><Relationship Type="http://schemas.openxmlformats.org/officeDocument/2006/relationships/slide" Target="/ppt/slides/slide18.xml" Id="R60d4d2e1aba24755" /><Relationship Type="http://schemas.openxmlformats.org/officeDocument/2006/relationships/slide" Target="/ppt/slides/slide19.xml" Id="Rde4426d530954948" /><Relationship Type="http://schemas.openxmlformats.org/officeDocument/2006/relationships/slide" Target="/ppt/slides/slide20.xml" Id="R2e9fdc24c4074301" /><Relationship Type="http://schemas.openxmlformats.org/officeDocument/2006/relationships/slide" Target="/ppt/slides/slide21.xml" Id="Rb621e5a25de54176" /><Relationship Type="http://schemas.openxmlformats.org/officeDocument/2006/relationships/slide" Target="/ppt/slides/slide22.xml" Id="R04d19ef0a65448a4" /><Relationship Type="http://schemas.openxmlformats.org/officeDocument/2006/relationships/slide" Target="/ppt/slides/slide23.xml" Id="R4be451e9ed904539" /><Relationship Type="http://schemas.openxmlformats.org/officeDocument/2006/relationships/slide" Target="/ppt/slides/slide24.xml" Id="R48699285e5e64837" /><Relationship Type="http://schemas.openxmlformats.org/officeDocument/2006/relationships/slide" Target="/ppt/slides/slide25.xml" Id="R9ab39013dbf34dc0" /><Relationship Type="http://schemas.openxmlformats.org/officeDocument/2006/relationships/slide" Target="/ppt/slides/slide26.xml" Id="R295e986b857848b2" /><Relationship Type="http://schemas.openxmlformats.org/officeDocument/2006/relationships/slide" Target="/ppt/slides/slide27.xml" Id="R50c6bb6659cc4aad" /><Relationship Type="http://schemas.openxmlformats.org/officeDocument/2006/relationships/slide" Target="/ppt/slides/slide28.xml" Id="R4e95fdecc7a5463a" /><Relationship Type="http://schemas.openxmlformats.org/officeDocument/2006/relationships/slide" Target="/ppt/slides/slide29.xml" Id="R1b2257dad49c4c08" /><Relationship Type="http://schemas.openxmlformats.org/officeDocument/2006/relationships/slide" Target="/ppt/slides/slide30.xml" Id="R9ced630340594e0f" /><Relationship Type="http://schemas.openxmlformats.org/officeDocument/2006/relationships/slide" Target="/ppt/slides/slide31.xml" Id="R467c9bd1d1e14e0e" /><Relationship Type="http://schemas.openxmlformats.org/officeDocument/2006/relationships/slide" Target="/ppt/slides/slide32.xml" Id="Re3cb507cdf164fba" /><Relationship Type="http://schemas.openxmlformats.org/officeDocument/2006/relationships/slide" Target="/ppt/slides/slide33.xml" Id="R2689df7ea8334952" /><Relationship Type="http://schemas.openxmlformats.org/officeDocument/2006/relationships/slide" Target="/ppt/slides/slide34.xml" Id="R7b8addb5c0034960" /><Relationship Type="http://schemas.openxmlformats.org/officeDocument/2006/relationships/slide" Target="/ppt/slides/slide35.xml" Id="R6e45e9111d204918" /><Relationship Type="http://schemas.openxmlformats.org/officeDocument/2006/relationships/slide" Target="/ppt/slides/slide36.xml" Id="R219a149f369b48cf" /><Relationship Type="http://schemas.openxmlformats.org/officeDocument/2006/relationships/slide" Target="/ppt/slides/slide37.xml" Id="R9693a4ac266c45ca" /><Relationship Type="http://schemas.openxmlformats.org/officeDocument/2006/relationships/slide" Target="/ppt/slides/slide38.xml" Id="R814b7d26ee6b4471" /><Relationship Type="http://schemas.openxmlformats.org/officeDocument/2006/relationships/slide" Target="/ppt/slides/slide39.xml" Id="R0fec7d440cba43b0" /><Relationship Type="http://schemas.openxmlformats.org/officeDocument/2006/relationships/slide" Target="/ppt/slides/slide40.xml" Id="R247fc38270e1466f" /><Relationship Type="http://schemas.openxmlformats.org/officeDocument/2006/relationships/slide" Target="/ppt/slides/slide41.xml" Id="R856b550eeb064e13" /><Relationship Type="http://schemas.openxmlformats.org/officeDocument/2006/relationships/slide" Target="/ppt/slides/slide42.xml" Id="Rdf5dc1fd0637422f" /><Relationship Type="http://schemas.openxmlformats.org/officeDocument/2006/relationships/slide" Target="/ppt/slides/slide43.xml" Id="R1b665d75f36b482d" /><Relationship Type="http://schemas.openxmlformats.org/officeDocument/2006/relationships/slide" Target="/ppt/slides/slide44.xml" Id="R46d6ca82427f49c7" /><Relationship Type="http://schemas.openxmlformats.org/officeDocument/2006/relationships/slide" Target="/ppt/slides/slide45.xml" Id="Re787432f97394536" /><Relationship Type="http://schemas.openxmlformats.org/officeDocument/2006/relationships/slide" Target="/ppt/slides/slide46.xml" Id="R4a8410a5ff474b5c" /><Relationship Type="http://schemas.openxmlformats.org/officeDocument/2006/relationships/slide" Target="/ppt/slides/slide47.xml" Id="Rdeeafff4fe1a4311" /><Relationship Type="http://schemas.openxmlformats.org/officeDocument/2006/relationships/slide" Target="/ppt/slides/slide48.xml" Id="R3520954df89f4950" /><Relationship Type="http://schemas.openxmlformats.org/officeDocument/2006/relationships/slide" Target="/ppt/slides/slide49.xml" Id="R6abc3930e1d9463b" /><Relationship Type="http://schemas.openxmlformats.org/officeDocument/2006/relationships/slide" Target="/ppt/slides/slide50.xml" Id="R1b0973cfc714424c" /><Relationship Type="http://schemas.openxmlformats.org/officeDocument/2006/relationships/slide" Target="/ppt/slides/slide51.xml" Id="Re267c5337833406c" /><Relationship Type="http://schemas.openxmlformats.org/officeDocument/2006/relationships/slide" Target="/ppt/slides/slide52.xml" Id="R9c1701677bc5411a" /><Relationship Type="http://schemas.openxmlformats.org/officeDocument/2006/relationships/slide" Target="/ppt/slides/slide53.xml" Id="R58193b243ef94ca1" /><Relationship Type="http://schemas.openxmlformats.org/officeDocument/2006/relationships/slide" Target="/ppt/slides/slide54.xml" Id="R91bba36134c048af" /><Relationship Type="http://schemas.openxmlformats.org/officeDocument/2006/relationships/slide" Target="/ppt/slides/slide55.xml" Id="Rc69e43feb2df4174" /><Relationship Type="http://schemas.openxmlformats.org/officeDocument/2006/relationships/slide" Target="/ppt/slides/slide56.xml" Id="Rd747a097863f43bf" /><Relationship Type="http://schemas.openxmlformats.org/officeDocument/2006/relationships/slide" Target="/ppt/slides/slide57.xml" Id="R9ab8946454814e92" /><Relationship Type="http://schemas.openxmlformats.org/officeDocument/2006/relationships/slide" Target="/ppt/slides/slide58.xml" Id="R2a5be93a79854766" /><Relationship Type="http://schemas.openxmlformats.org/officeDocument/2006/relationships/slide" Target="/ppt/slides/slide59.xml" Id="Rb280092d97024fb5" /><Relationship Type="http://schemas.openxmlformats.org/officeDocument/2006/relationships/slide" Target="/ppt/slides/slide60.xml" Id="R7437aad03f0c4059" /><Relationship Type="http://schemas.openxmlformats.org/officeDocument/2006/relationships/slide" Target="/ppt/slides/slide61.xml" Id="Re2c288659e0c4f7a" /><Relationship Type="http://schemas.openxmlformats.org/officeDocument/2006/relationships/slide" Target="/ppt/slides/slide62.xml" Id="R443f0b56f9e44ec7" /><Relationship Type="http://schemas.openxmlformats.org/officeDocument/2006/relationships/slide" Target="/ppt/slides/slide63.xml" Id="R8ffe5e5e94f34203" /><Relationship Type="http://schemas.openxmlformats.org/officeDocument/2006/relationships/slide" Target="/ppt/slides/slide64.xml" Id="R6e634585237140fa" /><Relationship Type="http://schemas.openxmlformats.org/officeDocument/2006/relationships/slide" Target="/ppt/slides/slide65.xml" Id="Rdf4e206e24d04495" /><Relationship Type="http://schemas.openxmlformats.org/officeDocument/2006/relationships/slide" Target="/ppt/slides/slide66.xml" Id="R5d3c3297debc44fc" /><Relationship Type="http://schemas.openxmlformats.org/officeDocument/2006/relationships/slide" Target="/ppt/slides/slide67.xml" Id="Rd5ba37584c954c02" /><Relationship Type="http://schemas.openxmlformats.org/officeDocument/2006/relationships/slide" Target="/ppt/slides/slide68.xml" Id="R3b7357ddcc9149a1" /><Relationship Type="http://schemas.openxmlformats.org/officeDocument/2006/relationships/slide" Target="/ppt/slides/slide69.xml" Id="Rb76bbf823c1f43b7" /><Relationship Type="http://schemas.openxmlformats.org/officeDocument/2006/relationships/slide" Target="/ppt/slides/slide70.xml" Id="R308e0b0eedb94cc7"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e43a9cf60d3d4b69" /></Relationships>
</file>

<file path=ppt/notesMasters/notesMaster1.xml><?xml version="1.0" encoding="utf-8"?>
<p:notesMaster xmlns:a="http://schemas.openxmlformats.org/drawingml/2006/main" xmlns:p="http://schemas.openxmlformats.org/presentationml/2006/main">
  <p:cSld>
    <p:bg>
      <p:bgRef idx="1001">
        <a:schemeClr val="bg1"/>
      </p:bgRef>
    </p:bg>
    <p:spTree>
      <p:nvGrpSpPr>
        <p:cNvPr id="1" name=""/>
        <p:cNvGrpSpPr/>
        <p:nvPr/>
      </p:nvGrpSpPr>
      <p:grpSpPr>
        <a:xfrm/>
      </p:grpSpPr>
      <p:sp>
        <p:nvSpPr>
          <p:cNvPr id="2" name="Header Placeholder"/>
          <p:cNvSpPr/>
          <p:nvPr>
            <p:ph type="hdr" sz="quarter"/>
          </p:nvPr>
        </p:nvSpPr>
        <p:spPr>
          <a:prstGeom prst="rect">
            <a:avLst/>
          </a:prstGeom>
        </p:spPr>
        <p:txBody>
          <a:bodyPr/>
          <a:lstStyle/>
          <a:p/>
        </p:txBody>
      </p:sp>
      <p:sp>
        <p:nvSpPr>
          <p:cNvPr id="3" name="Date Placeholder"/>
          <p:cNvSpPr/>
          <p:nvPr>
            <p:ph type="dt" sz="quarter" idx="1"/>
          </p:nvPr>
        </p:nvSpPr>
        <p:spPr>
          <a:prstGeom prst="rect">
            <a:avLst/>
          </a:prstGeom>
        </p:spPr>
        <p:txBody>
          <a:bodyPr/>
          <a:lstStyle/>
          <a:p/>
        </p:txBody>
      </p:sp>
      <p:sp>
        <p:nvSpPr>
          <p:cNvPr id="4" name="Slide Image Placeholder"/>
          <p:cNvSpPr/>
          <p:nvPr>
            <p:ph type="sldImg" idx="2"/>
          </p:nvPr>
        </p:nvSpPr>
        <p:spPr>
          <a:prstGeom prst="rect">
            <a:avLst/>
          </a:prstGeom>
        </p:spPr>
        <p:txBody>
          <a:bodyPr/>
          <a:lstStyle/>
          <a:p/>
        </p:txBody>
      </p:sp>
      <p:sp>
        <p:nvSpPr>
          <p:cNvPr id="5" name="Notes Placeholder"/>
          <p:cNvSpPr/>
          <p:nvPr>
            <p:ph type="body" sz="quarter" idx="3"/>
          </p:nvPr>
        </p:nvSpPr>
        <p:spPr>
          <a:prstGeom prst="rect">
            <a:avLst/>
          </a:prstGeom>
        </p:spPr>
        <p:txBody>
          <a:bodyPr/>
          <a:lstStyle/>
          <a:p/>
        </p:txBody>
      </p:sp>
      <p:sp>
        <p:nvSpPr>
          <p:cNvPr id="6" name="Footer Placeholder"/>
          <p:cNvSpPr/>
          <p:nvPr>
            <p:ph type="ftr" sz="quarter" idx="4"/>
          </p:nvPr>
        </p:nvSpPr>
        <p:spPr>
          <a:prstGeom prst="rect">
            <a:avLst/>
          </a:prstGeom>
        </p:spPr>
        <p:txBody>
          <a:bodyPr/>
          <a:lstStyle/>
          <a:p/>
        </p:txBody>
      </p:sp>
      <p:sp>
        <p:nvSpPr>
          <p:cNvPr id="7" name="Slide Number Placeholder"/>
          <p:cNvSpPr/>
          <p:nvPr>
            <p:ph type="sldNum" sz="quarter" idx="5"/>
          </p:nvPr>
        </p:nvSpPr>
        <p:spPr>
          <a:prstGeom prst="rect">
            <a:avLst/>
          </a:prstGeom>
        </p:spPr>
        <p:txBody>
          <a:bodyPr/>
          <a:lstStyle/>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atin typeface="Alibaba PuHuiTi 3.0 55 Regular"/>
        <a:ea typeface="Alibaba PuHuiTi 3.0 55 Regular"/>
        <a:cs typeface="Alibaba PuHuiTi 3.0 55 Regular"/>
      </a:defRPr>
    </a:lvl1pPr>
  </p:notesStyle>
</p:notesMaster>
</file>

<file path=ppt/notesMasters/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libaba PuHuiTi 3.0 115 Black"/>
        <a:ea typeface="Alibaba PuHuiTi 3.0 115 Black"/>
        <a:cs typeface="Alibaba PuHuiTi 3.0 115 Black"/>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libaba PuHuiTi 3.0 55 Regular"/>
        <a:ea typeface="Alibaba PuHuiTi 3.0 55 Regular"/>
        <a:cs typeface="Alibaba PuHuiTi 3.0 55 Regular"/>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2a67ea81c0794de5" /><Relationship Type="http://schemas.openxmlformats.org/officeDocument/2006/relationships/notesMaster" Target="/ppt/notesMasters/notesMaster1.xml" Id="Rd82a4815d1eb4f36" /></Relationships>
</file>

<file path=ppt/notesSlides/_rels/notesSlide2.xml.rels>&#65279;<?xml version="1.0" encoding="utf-8"?><Relationships xmlns="http://schemas.openxmlformats.org/package/2006/relationships"><Relationship Type="http://schemas.openxmlformats.org/officeDocument/2006/relationships/slide" Target="/ppt/slides/slide2.xml" Id="R9c93b8e51e884762" /><Relationship Type="http://schemas.openxmlformats.org/officeDocument/2006/relationships/notesMaster" Target="/ppt/notesMasters/notesMaster1.xml" Id="R2ee9cc2b14ef4361" /></Relationships>
</file>

<file path=ppt/notesSlides/_rels/notesSlide3.xml.rels>&#65279;<?xml version="1.0" encoding="utf-8"?><Relationships xmlns="http://schemas.openxmlformats.org/package/2006/relationships"><Relationship Type="http://schemas.openxmlformats.org/officeDocument/2006/relationships/slide" Target="/ppt/slides/slide3.xml" Id="R6fbb642f44ee4c2d" /><Relationship Type="http://schemas.openxmlformats.org/officeDocument/2006/relationships/notesMaster" Target="/ppt/notesMasters/notesMaster1.xml" Id="R0eae9ba5dd5a453a" /></Relationships>
</file>

<file path=ppt/notesSlides/_rels/notesSlide4.xml.rels>&#65279;<?xml version="1.0" encoding="utf-8"?><Relationships xmlns="http://schemas.openxmlformats.org/package/2006/relationships"><Relationship Type="http://schemas.openxmlformats.org/officeDocument/2006/relationships/slide" Target="/ppt/slides/slide4.xml" Id="Rc051a5835cfa470d" /><Relationship Type="http://schemas.openxmlformats.org/officeDocument/2006/relationships/notesMaster" Target="/ppt/notesMasters/notesMaster1.xml" Id="Rdad12379e8bd4515" /></Relationships>
</file>

<file path=ppt/notesSlides/_rels/notesSlide5.xml.rels>&#65279;<?xml version="1.0" encoding="utf-8"?><Relationships xmlns="http://schemas.openxmlformats.org/package/2006/relationships"><Relationship Type="http://schemas.openxmlformats.org/officeDocument/2006/relationships/slide" Target="/ppt/slides/slide5.xml" Id="Rda170ddcec554543" /><Relationship Type="http://schemas.openxmlformats.org/officeDocument/2006/relationships/notesMaster" Target="/ppt/notesMasters/notesMaster1.xml" Id="R47c85bce9a054bca" /></Relationships>
</file>

<file path=ppt/notesSlides/_rels/notesSlide6.xml.rels>&#65279;<?xml version="1.0" encoding="utf-8"?><Relationships xmlns="http://schemas.openxmlformats.org/package/2006/relationships"><Relationship Type="http://schemas.openxmlformats.org/officeDocument/2006/relationships/slide" Target="/ppt/slides/slide6.xml" Id="Ref8fde8729b34cde" /><Relationship Type="http://schemas.openxmlformats.org/officeDocument/2006/relationships/notesMaster" Target="/ppt/notesMasters/notesMaster1.xml" Id="R93aba2c225884675" /></Relationships>
</file>

<file path=ppt/notesSlides/_rels/notesSlide7.xml.rels>&#65279;<?xml version="1.0" encoding="utf-8"?><Relationships xmlns="http://schemas.openxmlformats.org/package/2006/relationships"><Relationship Type="http://schemas.openxmlformats.org/officeDocument/2006/relationships/slide" Target="/ppt/slides/slide7.xml" Id="R365b99cd2f5141da" /><Relationship Type="http://schemas.openxmlformats.org/officeDocument/2006/relationships/notesMaster" Target="/ppt/notesMasters/notesMaster1.xml" Id="R290d621940f643e9" /></Relationships>
</file>

<file path=ppt/notesSlides/_rels/notesSlide8.xml.rels>&#65279;<?xml version="1.0" encoding="utf-8"?><Relationships xmlns="http://schemas.openxmlformats.org/package/2006/relationships"><Relationship Type="http://schemas.openxmlformats.org/officeDocument/2006/relationships/slide" Target="/ppt/slides/slide8.xml" Id="R8159188c6ba74ba0" /><Relationship Type="http://schemas.openxmlformats.org/officeDocument/2006/relationships/notesMaster" Target="/ppt/notesMasters/notesMaster1.xml" Id="R6b6b6765b95b4a22" /></Relationships>
</file>

<file path=ppt/notesSlides/_rels/notesSlide9.xml.rels>&#65279;<?xml version="1.0" encoding="utf-8"?><Relationships xmlns="http://schemas.openxmlformats.org/package/2006/relationships"><Relationship Type="http://schemas.openxmlformats.org/officeDocument/2006/relationships/slide" Target="/ppt/slides/slide9.xml" Id="R35286b97572846dc" /><Relationship Type="http://schemas.openxmlformats.org/officeDocument/2006/relationships/notesMaster" Target="/ppt/notesMasters/notesMaster1.xml" Id="R15fb1ed0870140b1"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c487d6a7168042fc" /><Relationship Type="http://schemas.openxmlformats.org/officeDocument/2006/relationships/notesMaster" Target="/ppt/notesMasters/notesMaster1.xml" Id="R2046fe3a80274fea"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5fedf2aaf43b499c" /><Relationship Type="http://schemas.openxmlformats.org/officeDocument/2006/relationships/notesMaster" Target="/ppt/notesMasters/notesMaster1.xml" Id="Rc8a4bd0fe172461b"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54667e22e1e24420" /><Relationship Type="http://schemas.openxmlformats.org/officeDocument/2006/relationships/notesMaster" Target="/ppt/notesMasters/notesMaster1.xml" Id="Rd0213fcd07d24a42"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2b05b76fe5db499e" /><Relationship Type="http://schemas.openxmlformats.org/officeDocument/2006/relationships/notesMaster" Target="/ppt/notesMasters/notesMaster1.xml" Id="Rd4c09b40b9a44527"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aed1cbd6d092427b" /><Relationship Type="http://schemas.openxmlformats.org/officeDocument/2006/relationships/notesMaster" Target="/ppt/notesMasters/notesMaster1.xml" Id="R97768bc96d564d77"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94694a4012184b4e" /><Relationship Type="http://schemas.openxmlformats.org/officeDocument/2006/relationships/notesMaster" Target="/ppt/notesMasters/notesMaster1.xml" Id="R6df59823b18a4c6e"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e091e85aa0a74987" /><Relationship Type="http://schemas.openxmlformats.org/officeDocument/2006/relationships/notesMaster" Target="/ppt/notesMasters/notesMaster1.xml" Id="R3f68aa05221a4413"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a9eab2d1fe3f4a9c" /><Relationship Type="http://schemas.openxmlformats.org/officeDocument/2006/relationships/notesMaster" Target="/ppt/notesMasters/notesMaster1.xml" Id="Rcc965fcb9d78484b"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5c0714799e5b46e6" /><Relationship Type="http://schemas.openxmlformats.org/officeDocument/2006/relationships/notesMaster" Target="/ppt/notesMasters/notesMaster1.xml" Id="R5561d45530264a91"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2106926a2f0e4826" /><Relationship Type="http://schemas.openxmlformats.org/officeDocument/2006/relationships/notesMaster" Target="/ppt/notesMasters/notesMaster1.xml" Id="R0c77f7e9ff244167"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7e42e514ea9b46a2" /><Relationship Type="http://schemas.openxmlformats.org/officeDocument/2006/relationships/notesMaster" Target="/ppt/notesMasters/notesMaster1.xml" Id="Recc1e46a80014996"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2ff8fef65e994daa" /><Relationship Type="http://schemas.openxmlformats.org/officeDocument/2006/relationships/notesMaster" Target="/ppt/notesMasters/notesMaster1.xml" Id="R385dda6f6ab642b6"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1ff418f5f40a4433" /><Relationship Type="http://schemas.openxmlformats.org/officeDocument/2006/relationships/notesMaster" Target="/ppt/notesMasters/notesMaster1.xml" Id="Rb55e746b18d742ea"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41096981545049f0" /><Relationship Type="http://schemas.openxmlformats.org/officeDocument/2006/relationships/notesMaster" Target="/ppt/notesMasters/notesMaster1.xml" Id="Rf223bae76c8e477a"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004478c6ced54e4d" /><Relationship Type="http://schemas.openxmlformats.org/officeDocument/2006/relationships/notesMaster" Target="/ppt/notesMasters/notesMaster1.xml" Id="R9482889cc49640cd"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c6d74ee7c1964aa5" /><Relationship Type="http://schemas.openxmlformats.org/officeDocument/2006/relationships/notesMaster" Target="/ppt/notesMasters/notesMaster1.xml" Id="Rbb1a051e67cb4095"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e40dca136fda48ba" /><Relationship Type="http://schemas.openxmlformats.org/officeDocument/2006/relationships/notesMaster" Target="/ppt/notesMasters/notesMaster1.xml" Id="Rc0b55284e8c14d6d"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65e2b7316b0e42c4" /><Relationship Type="http://schemas.openxmlformats.org/officeDocument/2006/relationships/notesMaster" Target="/ppt/notesMasters/notesMaster1.xml" Id="R3f863f5200744a19"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91fdb0f78d2344ed" /><Relationship Type="http://schemas.openxmlformats.org/officeDocument/2006/relationships/notesMaster" Target="/ppt/notesMasters/notesMaster1.xml" Id="R56b0d899689c4b5b"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2048c3ce76cc42ec" /><Relationship Type="http://schemas.openxmlformats.org/officeDocument/2006/relationships/notesMaster" Target="/ppt/notesMasters/notesMaster1.xml" Id="Raaf22847b7604bfe"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fc29432a2fc64442" /><Relationship Type="http://schemas.openxmlformats.org/officeDocument/2006/relationships/notesMaster" Target="/ppt/notesMasters/notesMaster1.xml" Id="R3819b6cd2def48c7"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1d7c934f49ac4da1" /><Relationship Type="http://schemas.openxmlformats.org/officeDocument/2006/relationships/notesMaster" Target="/ppt/notesMasters/notesMaster1.xml" Id="Rc2e031199e694069"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980a8cabfc1241f6" /><Relationship Type="http://schemas.openxmlformats.org/officeDocument/2006/relationships/notesMaster" Target="/ppt/notesMasters/notesMaster1.xml" Id="R05f3791e979245b5"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d099b61664634af9" /><Relationship Type="http://schemas.openxmlformats.org/officeDocument/2006/relationships/notesMaster" Target="/ppt/notesMasters/notesMaster1.xml" Id="R1625063b4d184ccb"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92536e4a901e4931" /><Relationship Type="http://schemas.openxmlformats.org/officeDocument/2006/relationships/notesMaster" Target="/ppt/notesMasters/notesMaster1.xml" Id="Rb4efded0d82747bf"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ff8b157e8b5b4df0" /><Relationship Type="http://schemas.openxmlformats.org/officeDocument/2006/relationships/notesMaster" Target="/ppt/notesMasters/notesMaster1.xml" Id="R8fdd16f452444c93"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ee31909fdda84636" /><Relationship Type="http://schemas.openxmlformats.org/officeDocument/2006/relationships/notesMaster" Target="/ppt/notesMasters/notesMaster1.xml" Id="R88f602943a6e4740"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82bb1d6aa3e549cb" /><Relationship Type="http://schemas.openxmlformats.org/officeDocument/2006/relationships/notesMaster" Target="/ppt/notesMasters/notesMaster1.xml" Id="Ra570b97d97424112"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b7a7e74c5adf4f06" /><Relationship Type="http://schemas.openxmlformats.org/officeDocument/2006/relationships/notesMaster" Target="/ppt/notesMasters/notesMaster1.xml" Id="R26d7a30c46c34775"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fc70432e61394fee" /><Relationship Type="http://schemas.openxmlformats.org/officeDocument/2006/relationships/notesMaster" Target="/ppt/notesMasters/notesMaster1.xml" Id="R9c6fc1f97ae94a93"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c550b26b81d447e9" /><Relationship Type="http://schemas.openxmlformats.org/officeDocument/2006/relationships/notesMaster" Target="/ppt/notesMasters/notesMaster1.xml" Id="R1ef746340ef04c71" /></Relationships>
</file>

<file path=ppt/notesSlides/_rels/notesSlide41.xml.rels>&#65279;<?xml version="1.0" encoding="utf-8"?><Relationships xmlns="http://schemas.openxmlformats.org/package/2006/relationships"><Relationship Type="http://schemas.openxmlformats.org/officeDocument/2006/relationships/slide" Target="/ppt/slides/slide41.xml" Id="Rab6f2c79751c4ae5" /><Relationship Type="http://schemas.openxmlformats.org/officeDocument/2006/relationships/notesMaster" Target="/ppt/notesMasters/notesMaster1.xml" Id="R5b424d245f624f90" /></Relationships>
</file>

<file path=ppt/notesSlides/_rels/notesSlide42.xml.rels>&#65279;<?xml version="1.0" encoding="utf-8"?><Relationships xmlns="http://schemas.openxmlformats.org/package/2006/relationships"><Relationship Type="http://schemas.openxmlformats.org/officeDocument/2006/relationships/slide" Target="/ppt/slides/slide42.xml" Id="R9956e1185e4a461b" /><Relationship Type="http://schemas.openxmlformats.org/officeDocument/2006/relationships/notesMaster" Target="/ppt/notesMasters/notesMaster1.xml" Id="R5ba5fa6caf9946bf" /></Relationships>
</file>

<file path=ppt/notesSlides/_rels/notesSlide43.xml.rels>&#65279;<?xml version="1.0" encoding="utf-8"?><Relationships xmlns="http://schemas.openxmlformats.org/package/2006/relationships"><Relationship Type="http://schemas.openxmlformats.org/officeDocument/2006/relationships/slide" Target="/ppt/slides/slide43.xml" Id="R49d08eb9a4c047d3" /><Relationship Type="http://schemas.openxmlformats.org/officeDocument/2006/relationships/notesMaster" Target="/ppt/notesMasters/notesMaster1.xml" Id="R048f1050bf6c4d60" /></Relationships>
</file>

<file path=ppt/notesSlides/_rels/notesSlide44.xml.rels>&#65279;<?xml version="1.0" encoding="utf-8"?><Relationships xmlns="http://schemas.openxmlformats.org/package/2006/relationships"><Relationship Type="http://schemas.openxmlformats.org/officeDocument/2006/relationships/slide" Target="/ppt/slides/slide44.xml" Id="R1a31d44a1c964a71" /><Relationship Type="http://schemas.openxmlformats.org/officeDocument/2006/relationships/notesMaster" Target="/ppt/notesMasters/notesMaster1.xml" Id="R3c2c0da2ffa34a6b" /></Relationships>
</file>

<file path=ppt/notesSlides/_rels/notesSlide45.xml.rels>&#65279;<?xml version="1.0" encoding="utf-8"?><Relationships xmlns="http://schemas.openxmlformats.org/package/2006/relationships"><Relationship Type="http://schemas.openxmlformats.org/officeDocument/2006/relationships/slide" Target="/ppt/slides/slide45.xml" Id="R1f752a0cd08a4051" /><Relationship Type="http://schemas.openxmlformats.org/officeDocument/2006/relationships/notesMaster" Target="/ppt/notesMasters/notesMaster1.xml" Id="R79db3514494f4d36" /></Relationships>
</file>

<file path=ppt/notesSlides/_rels/notesSlide46.xml.rels>&#65279;<?xml version="1.0" encoding="utf-8"?><Relationships xmlns="http://schemas.openxmlformats.org/package/2006/relationships"><Relationship Type="http://schemas.openxmlformats.org/officeDocument/2006/relationships/slide" Target="/ppt/slides/slide46.xml" Id="R77531e0ee74d4b41" /><Relationship Type="http://schemas.openxmlformats.org/officeDocument/2006/relationships/notesMaster" Target="/ppt/notesMasters/notesMaster1.xml" Id="R8e2020f4935f40f2" /></Relationships>
</file>

<file path=ppt/notesSlides/_rels/notesSlide47.xml.rels>&#65279;<?xml version="1.0" encoding="utf-8"?><Relationships xmlns="http://schemas.openxmlformats.org/package/2006/relationships"><Relationship Type="http://schemas.openxmlformats.org/officeDocument/2006/relationships/slide" Target="/ppt/slides/slide47.xml" Id="R127854089e604954" /><Relationship Type="http://schemas.openxmlformats.org/officeDocument/2006/relationships/notesMaster" Target="/ppt/notesMasters/notesMaster1.xml" Id="R5477ec1bb95b4f03" /></Relationships>
</file>

<file path=ppt/notesSlides/_rels/notesSlide48.xml.rels>&#65279;<?xml version="1.0" encoding="utf-8"?><Relationships xmlns="http://schemas.openxmlformats.org/package/2006/relationships"><Relationship Type="http://schemas.openxmlformats.org/officeDocument/2006/relationships/slide" Target="/ppt/slides/slide48.xml" Id="R235f1a8b06c04547" /><Relationship Type="http://schemas.openxmlformats.org/officeDocument/2006/relationships/notesMaster" Target="/ppt/notesMasters/notesMaster1.xml" Id="R66060a3fc4284771" /></Relationships>
</file>

<file path=ppt/notesSlides/_rels/notesSlide49.xml.rels>&#65279;<?xml version="1.0" encoding="utf-8"?><Relationships xmlns="http://schemas.openxmlformats.org/package/2006/relationships"><Relationship Type="http://schemas.openxmlformats.org/officeDocument/2006/relationships/slide" Target="/ppt/slides/slide49.xml" Id="R0ba3e602fa9e49c2" /><Relationship Type="http://schemas.openxmlformats.org/officeDocument/2006/relationships/notesMaster" Target="/ppt/notesMasters/notesMaster1.xml" Id="R5f699c98bdae4b3d" /></Relationships>
</file>

<file path=ppt/notesSlides/_rels/notesSlide50.xml.rels>&#65279;<?xml version="1.0" encoding="utf-8"?><Relationships xmlns="http://schemas.openxmlformats.org/package/2006/relationships"><Relationship Type="http://schemas.openxmlformats.org/officeDocument/2006/relationships/slide" Target="/ppt/slides/slide50.xml" Id="Rac8957b8c7f84261" /><Relationship Type="http://schemas.openxmlformats.org/officeDocument/2006/relationships/notesMaster" Target="/ppt/notesMasters/notesMaster1.xml" Id="R0ed0790d95804382" /></Relationships>
</file>

<file path=ppt/notesSlides/_rels/notesSlide51.xml.rels>&#65279;<?xml version="1.0" encoding="utf-8"?><Relationships xmlns="http://schemas.openxmlformats.org/package/2006/relationships"><Relationship Type="http://schemas.openxmlformats.org/officeDocument/2006/relationships/slide" Target="/ppt/slides/slide51.xml" Id="R04ced69fb92b4e1f" /><Relationship Type="http://schemas.openxmlformats.org/officeDocument/2006/relationships/notesMaster" Target="/ppt/notesMasters/notesMaster1.xml" Id="Rf3adc73e00a34d09" /></Relationships>
</file>

<file path=ppt/notesSlides/_rels/notesSlide52.xml.rels>&#65279;<?xml version="1.0" encoding="utf-8"?><Relationships xmlns="http://schemas.openxmlformats.org/package/2006/relationships"><Relationship Type="http://schemas.openxmlformats.org/officeDocument/2006/relationships/slide" Target="/ppt/slides/slide52.xml" Id="Ra5fb27bf0eb04fd5" /><Relationship Type="http://schemas.openxmlformats.org/officeDocument/2006/relationships/notesMaster" Target="/ppt/notesMasters/notesMaster1.xml" Id="R3efec1d360a6418a" /></Relationships>
</file>

<file path=ppt/notesSlides/_rels/notesSlide53.xml.rels>&#65279;<?xml version="1.0" encoding="utf-8"?><Relationships xmlns="http://schemas.openxmlformats.org/package/2006/relationships"><Relationship Type="http://schemas.openxmlformats.org/officeDocument/2006/relationships/slide" Target="/ppt/slides/slide53.xml" Id="Rdfa1ab942c234a51" /><Relationship Type="http://schemas.openxmlformats.org/officeDocument/2006/relationships/notesMaster" Target="/ppt/notesMasters/notesMaster1.xml" Id="R278e000417e64826" /></Relationships>
</file>

<file path=ppt/notesSlides/_rels/notesSlide54.xml.rels>&#65279;<?xml version="1.0" encoding="utf-8"?><Relationships xmlns="http://schemas.openxmlformats.org/package/2006/relationships"><Relationship Type="http://schemas.openxmlformats.org/officeDocument/2006/relationships/slide" Target="/ppt/slides/slide54.xml" Id="R090f2d1a32114625" /><Relationship Type="http://schemas.openxmlformats.org/officeDocument/2006/relationships/notesMaster" Target="/ppt/notesMasters/notesMaster1.xml" Id="Re353772e13b94f61" /></Relationships>
</file>

<file path=ppt/notesSlides/_rels/notesSlide55.xml.rels>&#65279;<?xml version="1.0" encoding="utf-8"?><Relationships xmlns="http://schemas.openxmlformats.org/package/2006/relationships"><Relationship Type="http://schemas.openxmlformats.org/officeDocument/2006/relationships/slide" Target="/ppt/slides/slide55.xml" Id="Rb9ea3e13b44c4fea" /><Relationship Type="http://schemas.openxmlformats.org/officeDocument/2006/relationships/notesMaster" Target="/ppt/notesMasters/notesMaster1.xml" Id="R548e83ed9e74450e" /></Relationships>
</file>

<file path=ppt/notesSlides/_rels/notesSlide56.xml.rels>&#65279;<?xml version="1.0" encoding="utf-8"?><Relationships xmlns="http://schemas.openxmlformats.org/package/2006/relationships"><Relationship Type="http://schemas.openxmlformats.org/officeDocument/2006/relationships/slide" Target="/ppt/slides/slide56.xml" Id="R07d6e3824bfa48a8" /><Relationship Type="http://schemas.openxmlformats.org/officeDocument/2006/relationships/notesMaster" Target="/ppt/notesMasters/notesMaster1.xml" Id="R456083c3335042a2" /></Relationships>
</file>

<file path=ppt/notesSlides/_rels/notesSlide57.xml.rels>&#65279;<?xml version="1.0" encoding="utf-8"?><Relationships xmlns="http://schemas.openxmlformats.org/package/2006/relationships"><Relationship Type="http://schemas.openxmlformats.org/officeDocument/2006/relationships/slide" Target="/ppt/slides/slide57.xml" Id="Raa5a56838aee4a90" /><Relationship Type="http://schemas.openxmlformats.org/officeDocument/2006/relationships/notesMaster" Target="/ppt/notesMasters/notesMaster1.xml" Id="R3cfcbc831ba74645" /></Relationships>
</file>

<file path=ppt/notesSlides/_rels/notesSlide58.xml.rels>&#65279;<?xml version="1.0" encoding="utf-8"?><Relationships xmlns="http://schemas.openxmlformats.org/package/2006/relationships"><Relationship Type="http://schemas.openxmlformats.org/officeDocument/2006/relationships/slide" Target="/ppt/slides/slide58.xml" Id="R11aae9a0188149d2" /><Relationship Type="http://schemas.openxmlformats.org/officeDocument/2006/relationships/notesMaster" Target="/ppt/notesMasters/notesMaster1.xml" Id="R713e5b34cbdc4b72" /></Relationships>
</file>

<file path=ppt/notesSlides/_rels/notesSlide59.xml.rels>&#65279;<?xml version="1.0" encoding="utf-8"?><Relationships xmlns="http://schemas.openxmlformats.org/package/2006/relationships"><Relationship Type="http://schemas.openxmlformats.org/officeDocument/2006/relationships/slide" Target="/ppt/slides/slide59.xml" Id="Rffdc5ffcff6045a7" /><Relationship Type="http://schemas.openxmlformats.org/officeDocument/2006/relationships/notesMaster" Target="/ppt/notesMasters/notesMaster1.xml" Id="R30362043265a4fb7" /></Relationships>
</file>

<file path=ppt/notesSlides/_rels/notesSlide60.xml.rels>&#65279;<?xml version="1.0" encoding="utf-8"?><Relationships xmlns="http://schemas.openxmlformats.org/package/2006/relationships"><Relationship Type="http://schemas.openxmlformats.org/officeDocument/2006/relationships/slide" Target="/ppt/slides/slide60.xml" Id="Rc52c1ce413e543f4" /><Relationship Type="http://schemas.openxmlformats.org/officeDocument/2006/relationships/notesMaster" Target="/ppt/notesMasters/notesMaster1.xml" Id="R1701f5d72181429d" /></Relationships>
</file>

<file path=ppt/notesSlides/_rels/notesSlide61.xml.rels>&#65279;<?xml version="1.0" encoding="utf-8"?><Relationships xmlns="http://schemas.openxmlformats.org/package/2006/relationships"><Relationship Type="http://schemas.openxmlformats.org/officeDocument/2006/relationships/slide" Target="/ppt/slides/slide61.xml" Id="Rfb4c60093b5e4a05" /><Relationship Type="http://schemas.openxmlformats.org/officeDocument/2006/relationships/notesMaster" Target="/ppt/notesMasters/notesMaster1.xml" Id="R13cd4fd9559e4f33" /></Relationships>
</file>

<file path=ppt/notesSlides/_rels/notesSlide62.xml.rels>&#65279;<?xml version="1.0" encoding="utf-8"?><Relationships xmlns="http://schemas.openxmlformats.org/package/2006/relationships"><Relationship Type="http://schemas.openxmlformats.org/officeDocument/2006/relationships/slide" Target="/ppt/slides/slide62.xml" Id="R4380530b12d34634" /><Relationship Type="http://schemas.openxmlformats.org/officeDocument/2006/relationships/notesMaster" Target="/ppt/notesMasters/notesMaster1.xml" Id="Rd79b18a079f34496" /></Relationships>
</file>

<file path=ppt/notesSlides/_rels/notesSlide63.xml.rels>&#65279;<?xml version="1.0" encoding="utf-8"?><Relationships xmlns="http://schemas.openxmlformats.org/package/2006/relationships"><Relationship Type="http://schemas.openxmlformats.org/officeDocument/2006/relationships/slide" Target="/ppt/slides/slide63.xml" Id="R87370dfc63d04b9f" /><Relationship Type="http://schemas.openxmlformats.org/officeDocument/2006/relationships/notesMaster" Target="/ppt/notesMasters/notesMaster1.xml" Id="R2edb3343b0d34b19" /></Relationships>
</file>

<file path=ppt/notesSlides/_rels/notesSlide64.xml.rels>&#65279;<?xml version="1.0" encoding="utf-8"?><Relationships xmlns="http://schemas.openxmlformats.org/package/2006/relationships"><Relationship Type="http://schemas.openxmlformats.org/officeDocument/2006/relationships/slide" Target="/ppt/slides/slide64.xml" Id="R9790bac9888e43d3" /><Relationship Type="http://schemas.openxmlformats.org/officeDocument/2006/relationships/notesMaster" Target="/ppt/notesMasters/notesMaster1.xml" Id="Rc1d97d139fbc4e61" /></Relationships>
</file>

<file path=ppt/notesSlides/_rels/notesSlide65.xml.rels>&#65279;<?xml version="1.0" encoding="utf-8"?><Relationships xmlns="http://schemas.openxmlformats.org/package/2006/relationships"><Relationship Type="http://schemas.openxmlformats.org/officeDocument/2006/relationships/slide" Target="/ppt/slides/slide65.xml" Id="Rb8b08726b01248c8" /><Relationship Type="http://schemas.openxmlformats.org/officeDocument/2006/relationships/notesMaster" Target="/ppt/notesMasters/notesMaster1.xml" Id="Rb8ad76f2c3ad4c07" /></Relationships>
</file>

<file path=ppt/notesSlides/_rels/notesSlide66.xml.rels>&#65279;<?xml version="1.0" encoding="utf-8"?><Relationships xmlns="http://schemas.openxmlformats.org/package/2006/relationships"><Relationship Type="http://schemas.openxmlformats.org/officeDocument/2006/relationships/slide" Target="/ppt/slides/slide66.xml" Id="Rd1e13a000e2f4797" /><Relationship Type="http://schemas.openxmlformats.org/officeDocument/2006/relationships/notesMaster" Target="/ppt/notesMasters/notesMaster1.xml" Id="R1742e9359ef145bb" /></Relationships>
</file>

<file path=ppt/notesSlides/_rels/notesSlide67.xml.rels>&#65279;<?xml version="1.0" encoding="utf-8"?><Relationships xmlns="http://schemas.openxmlformats.org/package/2006/relationships"><Relationship Type="http://schemas.openxmlformats.org/officeDocument/2006/relationships/slide" Target="/ppt/slides/slide67.xml" Id="Rdffc0349fcf24a48" /><Relationship Type="http://schemas.openxmlformats.org/officeDocument/2006/relationships/notesMaster" Target="/ppt/notesMasters/notesMaster1.xml" Id="R95d7ea9838ce4ff2" /></Relationships>
</file>

<file path=ppt/notesSlides/_rels/notesSlide68.xml.rels>&#65279;<?xml version="1.0" encoding="utf-8"?><Relationships xmlns="http://schemas.openxmlformats.org/package/2006/relationships"><Relationship Type="http://schemas.openxmlformats.org/officeDocument/2006/relationships/slide" Target="/ppt/slides/slide68.xml" Id="R10c9ca3100d54f5e" /><Relationship Type="http://schemas.openxmlformats.org/officeDocument/2006/relationships/notesMaster" Target="/ppt/notesMasters/notesMaster1.xml" Id="R66a7369e651240cd" /></Relationships>
</file>

<file path=ppt/notesSlides/_rels/notesSlide69.xml.rels>&#65279;<?xml version="1.0" encoding="utf-8"?><Relationships xmlns="http://schemas.openxmlformats.org/package/2006/relationships"><Relationship Type="http://schemas.openxmlformats.org/officeDocument/2006/relationships/slide" Target="/ppt/slides/slide69.xml" Id="R9cfa527dd3a44e11" /><Relationship Type="http://schemas.openxmlformats.org/officeDocument/2006/relationships/notesMaster" Target="/ppt/notesMasters/notesMaster1.xml" Id="R6337718ed83f4ba1" /></Relationships>
</file>

<file path=ppt/notesSlides/_rels/notesSlide70.xml.rels>&#65279;<?xml version="1.0" encoding="utf-8"?><Relationships xmlns="http://schemas.openxmlformats.org/package/2006/relationships"><Relationship Type="http://schemas.openxmlformats.org/officeDocument/2006/relationships/slide" Target="/ppt/slides/slide70.xml" Id="R7427e152705c4de6" /><Relationship Type="http://schemas.openxmlformats.org/officeDocument/2006/relationships/notesMaster" Target="/ppt/notesMasters/notesMaster1.xml" Id="R449e2e12d6064195" /></Relationships>
</file>

<file path=ppt/notesSlides/notesSlide1.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声音怎样变成0和1？</a:t>
            </a:r>
          </a:p>
          <a:p>
            <a:r>
              <a:t>[内部编号] V81-01</a:t>
            </a:r>
          </a:p>
          <a:p>
            <a:r>
              <a:t>[阶段] 课时开场</a:t>
            </a:r>
          </a:p>
          <a:p>
            <a:r>
              <a:t>[教师逐字稿]</a:t>
            </a:r>
          </a:p>
          <a:p>
            <a:r>
              <a:t>【教师讲述／组织】开场。问：“上一节课学习了图像编码。那么在手机里录下我们的声音，计算机保存的到底是什么？”不要直接报出采样、量化、编码，先让学生提出问题。</a:t>
            </a:r>
          </a:p>
          <a:p>
            <a:r>
              <a:t>【反馈】先听学生如何解释，再决定是否揭示结论；注意控制本页停留时间。</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文字、图像能编码，声音呢？</a:t>
            </a:r>
          </a:p>
          <a:p>
            <a:r>
              <a:t>[内部编号] V81-02</a:t>
            </a:r>
          </a:p>
          <a:p>
            <a:r>
              <a:t>[阶段] 提问／独立作答</a:t>
            </a:r>
          </a:p>
          <a:p>
            <a:r>
              <a:t>[教师逐字稿]</a:t>
            </a:r>
          </a:p>
          <a:p>
            <a:r>
              <a:t>【设计意图】回忆旧知识：字符编码记录符号，图像编码记录像素。请学生预测：自然声音没有像素，计算机怎么办？指向本课总问题，不求答对。</a:t>
            </a:r>
          </a:p>
          <a:p>
            <a:r>
              <a:t>【教师可以这样讲】大家想一想，我们能把一个汉字或一张图片保存进电脑。那么正在说话的声音是不是也能保存？它与图像的最大区别在哪里？</a:t>
            </a:r>
          </a:p>
          <a:p>
            <a:r>
              <a:t>【预判回答与追问】有人会说只要“录下来”就行；追问“录下来”在计算机里究竟记录什么？</a:t>
            </a:r>
          </a:p>
          <a:p>
            <a:r>
              <a:t>【本页收束】收束到核心问题：原来连续的声音如何变成数字。</a:t>
            </a:r>
          </a:p>
          <a:p>
            <a:r>
              <a:t/>
            </a:r>
          </a:p>
          <a:p>
            <a:r>
              <a:t>先请学生复述文字和图片怎样编码，再让学生预测麦克风后是什么、计算机需要什么。教师不预告完整三步。</a:t>
            </a:r>
          </a:p>
          <a:p>
            <a:br/>
            <a:r>
              <a:t>[图片生成提示词]</a:t>
            </a:r>
            <a:br/>
            <a:r>
              <a:t>IMG-01；用途：情境插图，不作为技术或软件事实证据。</a:t>
            </a:r>
            <a:br/>
            <a:r>
              <a:t>Create a classroom teaching illustration for a Chinese senior-high information technology lesson.</a:t>
            </a:r>
            <a:br/>
            <a:r>
              <a:t>Use case: illustration-story.</a:t>
            </a:r>
            <a:br/>
            <a:r>
              <a:t>Teaching purpose: students should wonder how a spoken voice can be saved by a phone, without being shown the technical answer.</a:t>
            </a:r>
            <a:br/>
            <a:r>
              <a:t>Slide role: question and cognitive-conflict context.</a:t>
            </a:r>
            <a:br/>
            <a:r>
              <a:t>Intended placement: right column of a white PowerPoint slide, approximately 536 by 402 pixels; 4:3 aspect ratio.</a:t>
            </a:r>
            <a:br/>
            <a:r>
              <a:t>Subject and scene: one fictional senior-high student, seen in a calm three-quarter view, speaking a short sentence toward a generic smartphone held naturally in one hand near the mouth. The phone is plainly visible and the student's mouth is slightly open in ordinary speech. The smartphone screen is a plain neutral surface, with no interface, text, waveform, record button, icon, or numbers. Show the head, upper torso, hand and phone clearly. No additional devices or people.</a:t>
            </a:r>
            <a:br/>
            <a:r>
              <a:t>Composition: clear large subject in the center of this 4:3 illustration; leave modest white breathing room around the silhouette. Keep face and phone fully within the crop. Do not include slide titles or labels.</a:t>
            </a:r>
            <a:br/>
            <a:r>
              <a:t>Visual style: clean, restrained editorial educational illustration with realistic human proportions, subtly rendered materials and quiet thin contours; white or very light neutral background, muted charcoal, light gray and restrained violet clothing accents. Serious but friendly high-school tone; compatible with a white technical teaching deck.</a:t>
            </a:r>
            <a:br/>
            <a:r>
              <a:t>Important constraints: no explanatory text, no Chinese labels, no binary strings, no byte values, no arrows, no waveforms, no speech bubbles, no diagrams, no conclusion, no brand logo, no watermark, no decorative border, no shadowed card, no gradient background. Do not depict sound as a visible curving path. This is a fictional situation illustration, not technical or software evidence.</a:t>
            </a:r>
            <a:br/>
            <a:r>
              <a:t>[图片编辑]</a:t>
            </a:r>
            <a:br/>
            <a:r>
              <a:t>使用原图，等比contain，无拉伸、无二次编辑；精确标签为原生PPT对象。</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3.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声音首先是什么？</a:t>
            </a:r>
          </a:p>
          <a:p>
            <a:r>
              <a:t>[内部编号] V81-03</a:t>
            </a:r>
          </a:p>
          <a:p>
            <a:r>
              <a:t>[阶段] 证据／解释</a:t>
            </a:r>
          </a:p>
          <a:p>
            <a:r>
              <a:t>[教师逐字稿]</a:t>
            </a:r>
          </a:p>
          <a:p>
            <a:r>
              <a:t>【教师讲述／组织】从实录1的振动声源、空气传播与耳膜经验出发。问：我们说话时什么振动？声音怎样到耳朵？要学生识别声音是物理现象。</a:t>
            </a:r>
          </a:p>
          <a:p>
            <a:r>
              <a:t>【反馈】先听学生如何解释，再决定是否揭示结论；注意控制本页停留时间。</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4.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声音和电脑里的音频文件，是同一种量吗？</a:t>
            </a:r>
          </a:p>
          <a:p>
            <a:r>
              <a:t>[内部编号] V81-04</a:t>
            </a:r>
          </a:p>
          <a:p>
            <a:r>
              <a:t>[阶段] 证据／解释</a:t>
            </a:r>
          </a:p>
          <a:p>
            <a:r>
              <a:t>[教师逐字稿]</a:t>
            </a:r>
          </a:p>
          <a:p>
            <a:r>
              <a:t>【设计意图】先让学生表态：声波在时间上连续变化；文件保存的是离散数字。问麦克风前后，哪一阶段发生改变？</a:t>
            </a:r>
          </a:p>
          <a:p>
            <a:r>
              <a:t>【教师可以这样讲】请先判断：空气中的声音和电脑里的音频文件，是不是同一种东西？举一个理由。</a:t>
            </a:r>
          </a:p>
          <a:p>
            <a:r>
              <a:t>【预判回答与追问】“电脑播放出来还是声音，所以是模拟量”是可能的误解；分清存储形式和播放后的物理振动。</a:t>
            </a:r>
          </a:p>
          <a:p>
            <a:r>
              <a:t>【本页收束】声音属于物理模拟信号；数字文件以离散的数据保存音频。</a:t>
            </a:r>
          </a:p>
          <a:p>
            <a:r>
              <a:t/>
            </a:r>
          </a:p>
          <a:p>
            <a:r>
              <a:t>对比模拟声波与文件中的数字，问连续变化的声音如何变成离散数据；先让学生说两者有何不同。</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5.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麦克风把声波变成什么？</a:t>
            </a:r>
          </a:p>
          <a:p>
            <a:r>
              <a:t>[内部编号] V81-05</a:t>
            </a:r>
          </a:p>
          <a:p>
            <a:r>
              <a:t>[阶段] 证据／解释</a:t>
            </a:r>
          </a:p>
          <a:p>
            <a:r>
              <a:t>[教师逐字稿]</a:t>
            </a:r>
          </a:p>
          <a:p>
            <a:r>
              <a:t>【设计意图】承接实录1：猜需要哪些设备。麦克风将声压变化转为连续电信号；此时仍是模拟信号。不要说麦克风直接保存WAV。</a:t>
            </a:r>
          </a:p>
          <a:p>
            <a:r>
              <a:t>【教师可以这样讲】请观察这条流程。麦克风是不是已经把声波变成0和1了？请指出转换前后各是什么。</a:t>
            </a:r>
          </a:p>
          <a:p>
            <a:r>
              <a:t>【预判回答与追问】学生可能认为麦克风就是“录音机”。追问：麦克风输出的电压能否在每个时刻连续变化？</a:t>
            </a:r>
          </a:p>
          <a:p>
            <a:r>
              <a:t>【本页收束】麦克风把声压变化变成模拟电信号，数字化还没有完成。</a:t>
            </a:r>
          </a:p>
          <a:p>
            <a:r>
              <a:t/>
            </a:r>
          </a:p>
          <a:p>
            <a:r>
              <a:t>麦克风负责把声压变化变成连续电信号；先预测“是数字还是模拟？”学生说出依据。</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6.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连续电信号，怎样变成数字？</a:t>
            </a:r>
          </a:p>
          <a:p>
            <a:r>
              <a:t>[内部编号] V81-06</a:t>
            </a:r>
          </a:p>
          <a:p>
            <a:r>
              <a:t>[阶段] 证据／解释</a:t>
            </a:r>
          </a:p>
          <a:p>
            <a:r>
              <a:t>[教师逐字稿]</a:t>
            </a:r>
          </a:p>
          <a:p>
            <a:r>
              <a:t>【设计意图】先问：谁来把模拟电信号转换成0和1？鼓励学生猜CPU、麦克风等。展示声卡音频接口或画流程，以ADC为答案。设备可集成在主板或外置。</a:t>
            </a:r>
          </a:p>
          <a:p>
            <a:r>
              <a:t>【教师可以这样讲】如果麦克风输出还是连续电信号，计算机怎样读懂它？需要什么设备？</a:t>
            </a:r>
          </a:p>
          <a:p>
            <a:r>
              <a:t>【预判回答与追问】学生可能猜CPU，先认可其计算作用，再追问哪个音频部件把模拟信号变成离散样本。</a:t>
            </a:r>
          </a:p>
          <a:p>
            <a:r>
              <a:t>【本页收束】声卡中的ADC完成模数转换。无需记电子线路结构。</a:t>
            </a:r>
          </a:p>
          <a:p>
            <a:r>
              <a:t/>
            </a:r>
          </a:p>
          <a:p>
            <a:r>
              <a:t>声卡ADC把模拟信号变为数字数据；不要求硬件电路细节，用前后变化解释。</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7.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把录音过程和播放过程接起来</a:t>
            </a:r>
          </a:p>
          <a:p>
            <a:r>
              <a:t>[内部编号] V81-07</a:t>
            </a:r>
          </a:p>
          <a:p>
            <a:r>
              <a:t>[阶段] 证据／解释</a:t>
            </a:r>
          </a:p>
          <a:p>
            <a:r>
              <a:t>[教师逐字稿]</a:t>
            </a:r>
          </a:p>
          <a:p>
            <a:r>
              <a:t>【教师讲述／组织】追问：存进去的0和1，为什么还能从扬声器变回声音？给出DAC作为反向转换，重点是两个方向的理解；不要展开电路。</a:t>
            </a:r>
          </a:p>
          <a:p>
            <a:r>
              <a:t>【反馈】先听学生如何解释，再决定是否揭示结论；注意控制本页停留时间。</a:t>
            </a:r>
          </a:p>
          <a:p>
            <a:r>
              <a:t/>
            </a:r>
          </a:p>
          <a:p>
            <a:r>
              <a:t>按录音顺序走一遍，再反向说播放顺序，确认DAC与ADC的作用不同。</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8.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波形图是声音的传播路线吗？</a:t>
            </a:r>
          </a:p>
          <a:p>
            <a:r>
              <a:t>[内部编号] V81-08</a:t>
            </a:r>
          </a:p>
          <a:p>
            <a:r>
              <a:t>[阶段] 证据／解释</a:t>
            </a:r>
          </a:p>
          <a:p>
            <a:r>
              <a:t>[教师逐字稿]</a:t>
            </a:r>
          </a:p>
          <a:p>
            <a:r>
              <a:t>【设计意图】学生易误解：上下起伏是空气中声波的传播轨迹。请先判断，再明确横轴时间、纵轴同一地点声压或电信号的变化。</a:t>
            </a:r>
          </a:p>
          <a:p>
            <a:r>
              <a:t>【教师可以这样讲】看到这条上下起伏的曲线，请猜：它是不是声音在空气里沿着波浪形路线前进？</a:t>
            </a:r>
          </a:p>
          <a:p>
            <a:r>
              <a:t>【预判回答与追问】提醒固定一个位置，横坐标向右代表时间，纵坐标上下代表压力或电信号偏离参考的变化。</a:t>
            </a:r>
          </a:p>
          <a:p>
            <a:r>
              <a:t>【本页收束】波形是“某处随时间变化”的图，不是空间中的传播路径。</a:t>
            </a:r>
          </a:p>
          <a:p>
            <a:r>
              <a:t/>
            </a:r>
          </a:p>
          <a:p>
            <a:r>
              <a:t>【v7 Demo A，约2分钟】先保留本页“传播路线吗”的问题，让学生预测；运行 notebooks/01_听见声音_看见波形.ipynb，在教室Windows浏览器中点击播放。指向红色时间光标：波形表示时间变化，不是空间传播路线。Mac不会播放声音，声音从Windows浏览器输出。网络异常时直接用本页静态图。</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9.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演示A：红线向右，表示什么？</a:t>
            </a:r>
          </a:p>
          <a:p>
            <a:r>
              <a:t>[内部编号] V81-09</a:t>
            </a:r>
          </a:p>
          <a:p>
            <a:r>
              <a:t>[阶段] 证据／解释</a:t>
            </a:r>
          </a:p>
          <a:p>
            <a:r>
              <a:t>[教师逐字稿]</a:t>
            </a:r>
          </a:p>
          <a:p>
            <a:r>
              <a:t>运行notebooks/01_听见声音_看见波形.ipynb。请教师从Windows浏览器直接点击播放；让学生预测红线表示空间位置还是播放时间，然后暂停再播放。观察教室音箱发声，Mac只是运算和提供数据。约2分钟。网络失败时直接使用本页示意和原第8页。</a:t>
            </a:r>
          </a:p>
          <a:p>
            <a:r>
              <a:t/>
            </a:r>
          </a:p>
          <a:p>
            <a:r>
              <a:t>打开远程JupyterLab Notebook 01，在Windows浏览器播放声音，问红线向右是不是声波向右传播；让学生说横轴是时间。</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0.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只能留下有限个数字，该在哪些时刻取样？</a:t>
            </a:r>
          </a:p>
          <a:p>
            <a:r>
              <a:t>[内部编号] V81-10</a:t>
            </a:r>
          </a:p>
          <a:p>
            <a:r>
              <a:t>[阶段] 提问／独立作答</a:t>
            </a:r>
          </a:p>
          <a:p>
            <a:r>
              <a:t>[教师逐字稿]</a:t>
            </a:r>
          </a:p>
          <a:p>
            <a:r>
              <a:t>【设计意图】先在波形上让学生指出选取若干时刻的方法，预测“隔一段时间取一个值”；不要急着宣布定义。</a:t>
            </a:r>
          </a:p>
          <a:p>
            <a:r>
              <a:t>【教师可以这样讲】现在只允许保存若干个数字，你会在哪些时刻记录这条曲线？让同桌先各提出一条规则。</a:t>
            </a:r>
          </a:p>
          <a:p>
            <a:r>
              <a:t>【预判回答与追问】有人会只选最高点和最低点。追问：如果换一段波形，这个规则是否容易统一实现？</a:t>
            </a:r>
          </a:p>
          <a:p>
            <a:r>
              <a:t>【本页收束】用固定时间间隔连续记录，形成采样时刻。</a:t>
            </a:r>
          </a:p>
          <a:p>
            <a:r>
              <a:t/>
            </a:r>
          </a:p>
          <a:p>
            <a:r>
              <a:t>请学生先在波形上建议记录时刻，再比较哪种规则稳定；引出等时间间隔采样。</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1.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每隔相同时间，取一个幅度值</a:t>
            </a:r>
          </a:p>
          <a:p>
            <a:r>
              <a:t>[内部编号] V81-11</a:t>
            </a:r>
          </a:p>
          <a:p>
            <a:r>
              <a:t>[阶段] 证据／解释</a:t>
            </a:r>
          </a:p>
          <a:p>
            <a:r>
              <a:t>[教师逐字稿]</a:t>
            </a:r>
          </a:p>
          <a:p>
            <a:r>
              <a:t>【设计意图】保留前页坐标与波形，叠加等间隔采样点。追问：采样之后还保留每个时刻的原始值吗？概括“时间上离散”。</a:t>
            </a:r>
          </a:p>
          <a:p>
            <a:r>
              <a:t>【教师可以这样讲】我们按固定时间间隔记录了12个点。灰色曲线不再直接保存，每个点有自己的时间和值。</a:t>
            </a:r>
          </a:p>
          <a:p>
            <a:r>
              <a:t>【预判回答与追问】学生可能把连点线当作新的连续信号。追问：文件实际存的是曲线，还是这些点对应的数字？</a:t>
            </a:r>
          </a:p>
          <a:p>
            <a:r>
              <a:t>【本页收束】采样的结果是时间上离散的一组样本。</a:t>
            </a:r>
          </a:p>
          <a:p>
            <a:r>
              <a:t/>
            </a:r>
          </a:p>
          <a:p>
            <a:r>
              <a:t>【v7 Demo B，约3分钟】运行 notebooks/02_放大波形_看见采样点.ipynb，将观察范围从100毫秒缩至20、4毫秒，直到看见一个个真实样本点。与完整波形极值包络对照，不要把包络竖线叫采样点。先问“看似连续的曲线，计算机究竟保存了什么？”</a:t>
            </a:r>
          </a:p>
          <a:p>
            <a:r>
              <a:t/>
            </a:r>
          </a:p>
          <a:p>
            <a:r>
              <a:t>先观察时间刻度和蓝色点，教师追问记录的是什么量，说明在指定时刻记录幅度。</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2.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演示B：放大后，能看见采样点吗？</a:t>
            </a:r>
          </a:p>
          <a:p>
            <a:r>
              <a:t>[内部编号] V81-12</a:t>
            </a:r>
          </a:p>
          <a:p>
            <a:r>
              <a:t>[阶段] 证据／解释</a:t>
            </a:r>
          </a:p>
          <a:p>
            <a:r>
              <a:t>[教师逐字稿]</a:t>
            </a:r>
          </a:p>
          <a:p>
            <a:r>
              <a:t>运行notebooks/02_放大波形_看见采样点.ipynb。先保持完整波形，再把局部显示范围切换到20毫秒和4毫秒。左侧是示意概览，右侧是局部实际样本思路；在Notebook里，右侧点取自真实生成的PCM数据。不要说采样点之间连线是扬声器实际波形。约3分钟。</a:t>
            </a:r>
          </a:p>
          <a:p>
            <a:r>
              <a:t/>
            </a:r>
          </a:p>
          <a:p>
            <a:r>
              <a:t>打开Notebook 02，把波形从100毫秒放大到4毫秒，点击蓝色样本，读出实际时间和幅度；区分极值概览和真实采样点。</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3.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1 Hz和2 Hz，一秒内取几个样本？</a:t>
            </a:r>
          </a:p>
          <a:p>
            <a:r>
              <a:t>[内部编号] V81-13</a:t>
            </a:r>
          </a:p>
          <a:p>
            <a:r>
              <a:t>[阶段] 证据／解释</a:t>
            </a:r>
          </a:p>
          <a:p>
            <a:r>
              <a:t>[教师逐字稿]</a:t>
            </a:r>
          </a:p>
          <a:p>
            <a:r>
              <a:t>【设计意图】先让学生预测1 Hz、2 Hz分别表示每秒几个点；同一时间范围，不同点数。讲采样率=单位时间样本数，间隔Δt=1/fs。</a:t>
            </a:r>
          </a:p>
          <a:p>
            <a:r>
              <a:t>【教师可以这样讲】预测：1 Hz每秒几个点？2 Hz每秒几个点？都记录4秒，两个例子的样本数分别是多少？</a:t>
            </a:r>
          </a:p>
          <a:p>
            <a:r>
              <a:t>【预判回答与追问】注意“赫兹”还可表示声音本身频率；本页说的是“采样的次数”。</a:t>
            </a:r>
          </a:p>
          <a:p>
            <a:r>
              <a:t>【本页收束】采样率是每秒采样数；更密意味着相邻采样时刻间隔更短。</a:t>
            </a:r>
          </a:p>
          <a:p>
            <a:r>
              <a:t/>
            </a:r>
          </a:p>
          <a:p>
            <a:r>
              <a:t>【v7回扣】演示切换到本页后，要求学生解释采样率和每秒样本数之间的关系。Notebook中的4毫秒局部窗口只是观察尺度。</a:t>
            </a:r>
          </a:p>
          <a:p>
            <a:r>
              <a:t/>
            </a:r>
          </a:p>
          <a:p>
            <a:r>
              <a:t>1Hz=每秒1个记录点；2Hz=每秒2个。这里用于放大理解，绝非实际音频录制建议。</a:t>
            </a:r>
          </a:p>
          <a:p>
            <a:br/>
            <a:r>
              <a:t>[模型边界]</a:t>
            </a:r>
            <a:br/>
            <a:r>
              <a:t>图为同一数学示意信号，不是实际录音建议；只用来数记录时刻。1Hz取t=0；2Hz取t=0、0.5s；区间[0,1)。示意不证明重建或听感。</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4.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提高采样率，时间轴上的什么变了？</a:t>
            </a:r>
          </a:p>
          <a:p>
            <a:r>
              <a:t>[内部编号] V81-14</a:t>
            </a:r>
          </a:p>
          <a:p>
            <a:r>
              <a:t>[阶段] 证据／解释</a:t>
            </a:r>
          </a:p>
          <a:p>
            <a:r>
              <a:t>[教师逐字稿]</a:t>
            </a:r>
          </a:p>
          <a:p>
            <a:r>
              <a:t>【教师讲述／组织】同一波形、同一个时长，采样点由少到多。先比较时间方向的点密度，不谈“采样后连线就完全恢复”。</a:t>
            </a:r>
          </a:p>
          <a:p>
            <a:r>
              <a:t>【反馈】先听学生如何解释，再决定是否揭示结论；注意控制本页停留时间。</a:t>
            </a:r>
          </a:p>
          <a:p>
            <a:r>
              <a:t/>
            </a:r>
          </a:p>
          <a:p>
            <a:r>
              <a:t>上下保持同一条曲线不变，只改变时间方向的样本密度，让学生辨认控制变量。</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5.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采样值可能是3.71，怎样记录？</a:t>
            </a:r>
          </a:p>
          <a:p>
            <a:r>
              <a:t>[内部编号] V81-15</a:t>
            </a:r>
          </a:p>
          <a:p>
            <a:r>
              <a:t>[阶段] 提问／独立作答</a:t>
            </a:r>
          </a:p>
          <a:p>
            <a:r>
              <a:t>[教师逐字稿]</a:t>
            </a:r>
          </a:p>
          <a:p>
            <a:r>
              <a:t>【设计意图】实录2第二步：采样点的振幅可在连续范围取值，设备却计划使用有限等级。让学生意识到有第二个问题尚未解决。</a:t>
            </a:r>
          </a:p>
          <a:p>
            <a:r>
              <a:t>【教师可以这样讲】假设某个时刻取得3.71这样的振幅值。如果设备只准记录8个整数等级，会怎么办？</a:t>
            </a:r>
          </a:p>
          <a:p>
            <a:r>
              <a:t>【预判回答与追问】学生可能直接回答“四舍五入”，要追问必须先规定可用的代表值与映射规则。</a:t>
            </a:r>
          </a:p>
          <a:p>
            <a:r>
              <a:t>【本页收束】量化解决幅度的离散化，下一页构建0到7的教学模型。</a:t>
            </a:r>
          </a:p>
          <a:p>
            <a:r>
              <a:t/>
            </a:r>
          </a:p>
          <a:p>
            <a:r>
              <a:t>【v7 Demo C预告】现在只解决了采样时刻；纵向幅度可能是任意连续值，需要量化，稍后用实验台在同一坐标中比较。</a:t>
            </a:r>
          </a:p>
          <a:p>
            <a:r>
              <a:t/>
            </a:r>
          </a:p>
          <a:p>
            <a:r>
              <a:t>讨论3.71这样的幅度怎样用有限个等级近似记录，不让量化等同四舍五入。</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6.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把振幅划分成0～7，共几个等级？</a:t>
            </a:r>
          </a:p>
          <a:p>
            <a:r>
              <a:t>[内部编号] V81-16</a:t>
            </a:r>
          </a:p>
          <a:p>
            <a:r>
              <a:t>[阶段] 证据／解释</a:t>
            </a:r>
          </a:p>
          <a:p>
            <a:r>
              <a:t>[教师逐字稿]</a:t>
            </a:r>
          </a:p>
          <a:p>
            <a:r>
              <a:t>【设计意图】坚持实录2的首个量化模型：等级从0数到7含0，共八级。提醒这里是教学简化例，真实PCM可正可负。让学生先自己数等级。</a:t>
            </a:r>
          </a:p>
          <a:p>
            <a:r>
              <a:t>【教师可以这样讲】请同学数一数，从0到7一共几个数字。0算不算一个等级？</a:t>
            </a:r>
          </a:p>
          <a:p>
            <a:r>
              <a:t>【预判回答与追问】最容易出现7级的误答。让学生逐个数：0、1、2、3、4、5、6、7。</a:t>
            </a:r>
          </a:p>
          <a:p>
            <a:r>
              <a:t>【本页收束】共8个等级。这里是简化模型，并非真实声压只有非负值。</a:t>
            </a:r>
          </a:p>
          <a:p>
            <a:r>
              <a:t/>
            </a:r>
          </a:p>
          <a:p>
            <a:r>
              <a:t>讲授0~7是等级编号；不要把取样数、幅度值、等级编号混为一谈，先让学生预测。</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7.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3.71 应记为等级3，还是等级4？</a:t>
            </a:r>
          </a:p>
          <a:p>
            <a:r>
              <a:t>[内部编号] V81-17</a:t>
            </a:r>
          </a:p>
          <a:p>
            <a:r>
              <a:t>[阶段] 提问／独立作答</a:t>
            </a:r>
          </a:p>
          <a:p>
            <a:r>
              <a:t>[教师逐字稿]</a:t>
            </a:r>
          </a:p>
          <a:p>
            <a:r>
              <a:t>先显示0~7八级，学生预测3.71是3或4。暂停50秒让学生说出推理规则。再用下页指定的分区规则解决分歧；勿预先提示答案。</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8.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量化：用有限代表值近似样本</a:t>
            </a:r>
          </a:p>
          <a:p>
            <a:r>
              <a:t>[内部编号] V81-18</a:t>
            </a:r>
          </a:p>
          <a:p>
            <a:r>
              <a:t>[阶段] 证据／解释</a:t>
            </a:r>
          </a:p>
          <a:p>
            <a:r>
              <a:t>[教师逐字稿]</a:t>
            </a:r>
          </a:p>
          <a:p>
            <a:r>
              <a:t>【设计意图】此页展示明确的取整规则：教学用向下取整（非真实所有PCM的唯一规则）；把3.71映射到3。解释损失了细节，产生量化误差。</a:t>
            </a:r>
          </a:p>
          <a:p>
            <a:r>
              <a:t>【教师可以这样讲】规定一个简化规则：向下取整。原值3.71会落在哪个等级？屏幕上的红点与蓝点哪个是原值？</a:t>
            </a:r>
          </a:p>
          <a:p>
            <a:r>
              <a:t>【预判回答与追问】可能误以为蓝点恰好是原始值。追问：3.71与3有什么不同？少了哪些信息？</a:t>
            </a:r>
          </a:p>
          <a:p>
            <a:r>
              <a:t>【本页收束】量化是用有限代表值近似原值，存在量化误差。</a:t>
            </a:r>
          </a:p>
          <a:p>
            <a:r>
              <a:t/>
            </a:r>
          </a:p>
          <a:p>
            <a:r>
              <a:t>这里按[n,n+1)归入Ln，3.71属于L3；量化代表值可取3.5。让学生回看先前错误猜测。</a:t>
            </a:r>
          </a:p>
          <a:p>
            <a:br/>
            <a:r>
              <a:t>[图示条件]</a:t>
            </a:r>
            <a:br/>
            <a:r>
              <a:t>横坐标表示输入幅度，区间[3,4)归为L3；以中点3.5近似3.71。等级编号3不是幅度代表值3.5。Demo C使用另一个幅度范围，不混用数值。</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9.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10个样本，怎样依次编码？</a:t>
            </a:r>
          </a:p>
          <a:p>
            <a:r>
              <a:t>[内部编号] V81-19</a:t>
            </a:r>
          </a:p>
          <a:p>
            <a:r>
              <a:t>[阶段] 证据／解释</a:t>
            </a:r>
          </a:p>
          <a:p>
            <a:r>
              <a:t>[教师逐字稿]</a:t>
            </a:r>
          </a:p>
          <a:p>
            <a:r>
              <a:t>【设计意图】引导从单样本迁移到样本序列：强调时间先后、量化值与3位二进制对应。不要把10个样本误说为10个量化等级。</a:t>
            </a:r>
          </a:p>
          <a:p>
            <a:r>
              <a:t>【教师可以这样讲】请从第3个样本找起：它的量化值是多少？对应的三位码字是什么？再找第7个。</a:t>
            </a:r>
          </a:p>
          <a:p>
            <a:r>
              <a:t>【预判回答与追问】注意区分“样本数量10”和“等级数量8”，不能把十个样本说成十个等级。</a:t>
            </a:r>
          </a:p>
          <a:p>
            <a:r>
              <a:t>【本页收束】编码按时间顺序保存各个样本的定长码字。</a:t>
            </a:r>
          </a:p>
          <a:p>
            <a:r>
              <a:t/>
            </a:r>
          </a:p>
          <a:p>
            <a:r>
              <a:t>三位二进制可以表达8种组合；先问学生最少需要几bit，再揭示全部码字。</a:t>
            </a:r>
          </a:p>
          <a:p>
            <a:br/>
            <a:r>
              <a:t>[观察顺序]</a:t>
            </a:r>
            <a:br/>
            <a:r>
              <a:t>先只看红框内的第一个样本：顺序1，量化等级3，等长码字011。让学生沿列互读，再看其余九列；不是把3bit当作幅度值。</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0.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3.71为什么写成011，而不是100？</a:t>
            </a:r>
          </a:p>
          <a:p>
            <a:r>
              <a:t>[内部编号] V81-20</a:t>
            </a:r>
          </a:p>
          <a:p>
            <a:r>
              <a:t>[阶段] 证据／解释</a:t>
            </a:r>
          </a:p>
          <a:p>
            <a:r>
              <a:t>[教师逐字稿]</a:t>
            </a:r>
          </a:p>
          <a:p>
            <a:r>
              <a:t>逐步指着四个框引导：输入原值3.71，属于区间[3,4)，所以等级编号是3；把3写成三位等长码字011。反例4.15属于L4，码字100。本例幅度[0,8)，Demo C用[-1,1]，逻辑完全相同。</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1.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一个样本需要几个二进制位？</a:t>
            </a:r>
          </a:p>
          <a:p>
            <a:r>
              <a:t>[内部编号] V81-21</a:t>
            </a:r>
          </a:p>
          <a:p>
            <a:r>
              <a:t>[阶段] 证据／解释</a:t>
            </a:r>
          </a:p>
          <a:p>
            <a:r>
              <a:t>[教师逐字稿]</a:t>
            </a:r>
          </a:p>
          <a:p>
            <a:r>
              <a:t>【设计意图】出选择：8个等级需要2位、3位还是8位？请学生复习2的n次方。按最简单映射列出对应表，避免一次上来10个样本。</a:t>
            </a:r>
          </a:p>
          <a:p>
            <a:r>
              <a:t>【教师可以这样讲】刚才有8级，若只有两个二进制位可以表示多少种不同情况？三个呢？</a:t>
            </a:r>
          </a:p>
          <a:p>
            <a:r>
              <a:t>【预判回答与追问】让学生亲自枚举00、01、10、11，然后观察000到111共有八种。</a:t>
            </a:r>
          </a:p>
          <a:p>
            <a:r>
              <a:t>【本页收束】2^3=8，所以这八个等级可以用3 bit表示。</a:t>
            </a:r>
          </a:p>
          <a:p>
            <a:r>
              <a:t/>
            </a:r>
          </a:p>
          <a:p>
            <a:r>
              <a:t>该比较图与Notebook 03采用不同示例幅度范围，但都是先采样、划区间、记录等级；先建立3bit=8级再操作。</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2.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把量化等级分得更细，会发生什么？</a:t>
            </a:r>
          </a:p>
          <a:p>
            <a:r>
              <a:t>[内部编号] V81-22</a:t>
            </a:r>
          </a:p>
          <a:p>
            <a:r>
              <a:t>[阶段] 证据／解释</a:t>
            </a:r>
          </a:p>
          <a:p>
            <a:r>
              <a:t>[教师逐字稿]</a:t>
            </a:r>
          </a:p>
          <a:p>
            <a:r>
              <a:t>【教师讲述／组织】引入实录2的尺子类比：原本分米刻度与厘米刻度，刻度更细通常误差更小。与采样率的时间密度作区分。</a:t>
            </a:r>
          </a:p>
          <a:p>
            <a:r>
              <a:t>【反馈】先听学生如何解释，再决定是否揭示结论；注意控制本页停留时间。</a:t>
            </a:r>
          </a:p>
          <a:p>
            <a:r>
              <a:t/>
            </a:r>
          </a:p>
          <a:p>
            <a:r>
              <a:t>十个样本的表先只聚焦第一列：样本编号、量化等级、3bit码字逐一对应，再请学生解释其它样本。</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3.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采样率与量化位数，分别控制什么？</a:t>
            </a:r>
          </a:p>
          <a:p>
            <a:r>
              <a:t>[内部编号] V81-23</a:t>
            </a:r>
          </a:p>
          <a:p>
            <a:r>
              <a:t>[阶段] 证据／解释</a:t>
            </a:r>
          </a:p>
          <a:p>
            <a:r>
              <a:t>[教师逐字稿]</a:t>
            </a:r>
          </a:p>
          <a:p>
            <a:r>
              <a:t>【设计意图】学生两两互问：采样率改变什么方向？量化位数改变什么方向？画时间与幅度两个方向的粗箭头，对照两种概念。</a:t>
            </a:r>
          </a:p>
          <a:p>
            <a:r>
              <a:t>【教师可以这样讲】请指出采样率与量化位数分别控制这张图的哪个方向。</a:t>
            </a:r>
          </a:p>
          <a:p>
            <a:r>
              <a:t>【预判回答与追问】如学生认为量化位数决定点的多少，重新回看每一秒有几个采样时刻。</a:t>
            </a:r>
          </a:p>
          <a:p>
            <a:r>
              <a:t>【本页收束】采样率决定时间方向的密度，量化位数决定幅度方向的精细程度。</a:t>
            </a:r>
          </a:p>
          <a:p>
            <a:r>
              <a:t/>
            </a:r>
          </a:p>
          <a:p>
            <a:r>
              <a:t>【v7 Demo C，约5分钟】运行 notebooks/03_采样_量化_编码实验台.ipynb，按①原波形→②采样→③量化→④编码进行。学生先预测调高采样率会变哪些点，再预测保持采样率改bit数时横向点数会否变化。实验台使用归一化-1到1幅度，量化等级编号仍为0～2^n-1，与本页0～7教学例的单位尺度不同。</a:t>
            </a:r>
          </a:p>
          <a:p>
            <a:r>
              <a:t/>
            </a:r>
          </a:p>
          <a:p>
            <a:r>
              <a:t>对比3bit与4bit的等级数，先让学生预测会不会增加样本点个数；解释是纵向可选值更密。</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4.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演示C：3bit变4bit，样本点会变多吗？</a:t>
            </a:r>
          </a:p>
          <a:p>
            <a:r>
              <a:t>[内部编号] V81-24</a:t>
            </a:r>
          </a:p>
          <a:p>
            <a:r>
              <a:t>[阶段] 证据／解释</a:t>
            </a:r>
          </a:p>
          <a:p>
            <a:r>
              <a:t>[教师逐字稿]</a:t>
            </a:r>
          </a:p>
          <a:p>
            <a:r>
              <a:t>在已理解3bit与8个等级后，先给学生两种预测。运行notebooks/03_采样_量化_编码实验台.ipynb，固定4 kHz，位数3→4。学生观察：采样时刻不变，纵向可选的量化代表值从8增加到16，码字长度相应变化。此图只是静态示意，真实数值以Notebook演示为准。约5分钟，不与第15～17页全部额外累加。</a:t>
            </a:r>
          </a:p>
          <a:p>
            <a:r>
              <a:t/>
            </a:r>
          </a:p>
          <a:p>
            <a:r>
              <a:t>分别指横轴时间密度与纵轴量化等级，要求学生指出哪一项由采样率/位数控制。</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5.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采样更多、等级更密，就一定听得更好吗？</a:t>
            </a:r>
          </a:p>
          <a:p>
            <a:r>
              <a:t>[内部编号] V81-25</a:t>
            </a:r>
          </a:p>
          <a:p>
            <a:r>
              <a:t>[阶段] 证据／解释</a:t>
            </a:r>
          </a:p>
          <a:p>
            <a:r>
              <a:t>[教师逐字稿]</a:t>
            </a:r>
          </a:p>
          <a:p>
            <a:r>
              <a:t>【教师讲述／组织】技术纠偏：在其他条件一致且原先不足时通常改善还原保真度；但达到合理条件后并非“数字越大越好”，设备、声源、听觉与滤波都会限制。中学只需掌握趋势和条件。</a:t>
            </a:r>
          </a:p>
          <a:p>
            <a:r>
              <a:t>【反馈】先听学生如何解释，再决定是否揭示结论；注意控制本页停留时间。</a:t>
            </a:r>
          </a:p>
          <a:p>
            <a:r>
              <a:t/>
            </a:r>
          </a:p>
          <a:p>
            <a:r>
              <a:t>【v7实验台回扣】在实验台选择3 bit，点击一个点，要求学生报出等级编号和3 bit码字。注意实验台使用[-1,1]输入范围；本页0～7演示是另一种简化尺度，编码原理相同。</a:t>
            </a:r>
          </a:p>
          <a:p>
            <a:r>
              <a:t/>
            </a:r>
          </a:p>
          <a:p>
            <a:r>
              <a:t>纠正“设置越高听觉效果必然越好”的绝对化说法，讨论保真能力与具体条件。</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6.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3bit模型与16bit实际存储</a:t>
            </a:r>
          </a:p>
          <a:p>
            <a:r>
              <a:t>[内部编号] V81-26</a:t>
            </a:r>
          </a:p>
          <a:p>
            <a:r>
              <a:t>[阶段] 证据／解释</a:t>
            </a:r>
          </a:p>
          <a:p>
            <a:r>
              <a:t>[教师逐字稿]</a:t>
            </a:r>
          </a:p>
          <a:p>
            <a:r>
              <a:t>【教师讲述／组织】避免从课堂3位例子跳到真实16位时困惑。说明用3位为了看清规律，不是说实际音乐普遍使用3位。</a:t>
            </a:r>
          </a:p>
          <a:p>
            <a:r>
              <a:t>【反馈】先听学生如何解释，再决定是否揭示结论；注意控制本页停留时间。</a:t>
            </a:r>
          </a:p>
          <a:p>
            <a:r>
              <a:t/>
            </a:r>
          </a:p>
          <a:p>
            <a:r>
              <a:t>【v7学习证据】让学生说出：“采样确定何时记录，量化决定用哪个代表值，编码将编号写成固定长度的二进制码字。”如果答不出，回实验台查看同一个样本，避免只背步骤名称。</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7.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PCM样本和WAV文件，是一回事吗？</a:t>
            </a:r>
          </a:p>
          <a:p>
            <a:r>
              <a:t>[内部编号] V81-27</a:t>
            </a:r>
          </a:p>
          <a:p>
            <a:r>
              <a:t>[阶段] 证据／解释</a:t>
            </a:r>
          </a:p>
          <a:p>
            <a:r>
              <a:t>[教师逐字稿]</a:t>
            </a:r>
          </a:p>
          <a:p>
            <a:r>
              <a:t>【教师讲述／组织】从实录与v4延展：PCM代表样本数据的编码表示，WAV是保存音频数据的文件容器之一。暂不讲复杂格式比较，示意文件头告诉播放器如何读数据。</a:t>
            </a:r>
          </a:p>
          <a:p>
            <a:r>
              <a:t>【反馈】先听学生如何解释，再决定是否揭示结论；注意控制本页停留时间。</a:t>
            </a:r>
          </a:p>
          <a:p>
            <a:r>
              <a:t/>
            </a:r>
          </a:p>
          <a:p>
            <a:r>
              <a:t>区分数字样本和WAV容器头的作用；WAV不等同于一种有损压缩方法。</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8.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播放时，数字样本怎样变成声音？</a:t>
            </a:r>
          </a:p>
          <a:p>
            <a:r>
              <a:t>[内部编号] V81-28</a:t>
            </a:r>
          </a:p>
          <a:p>
            <a:r>
              <a:t>[阶段] 证据／解释</a:t>
            </a:r>
          </a:p>
          <a:p>
            <a:r>
              <a:t>[教师逐字稿]</a:t>
            </a:r>
          </a:p>
          <a:p>
            <a:r>
              <a:t>【设计意图】回扣开场录音/播放闭环：读PCM样本→转换为连续电信号→推动扬声器振动；波形经过重建，不是简单用折线连接采样点。</a:t>
            </a:r>
          </a:p>
          <a:p>
            <a:r>
              <a:t>【教师可以这样讲】复盘完整流程：数字文件里的样本为什么还能被扬声器播放成声音？</a:t>
            </a:r>
          </a:p>
          <a:p>
            <a:r>
              <a:t>【预判回答与追问】不要讲成简单把点连成折线。输出经过数模转换及适当的信号处理。</a:t>
            </a:r>
          </a:p>
          <a:p>
            <a:r>
              <a:t>【本页收束】录音是ADC，播放是DAC，音频数字化形成闭环。</a:t>
            </a:r>
          </a:p>
          <a:p>
            <a:r>
              <a:t/>
            </a:r>
          </a:p>
          <a:p>
            <a:r>
              <a:t>沿数字样本→DAC→扬声器→声音完成录放闭环，不在主线要求复述滤波细节。</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9.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声音数据量为什么与四个参数有关？</a:t>
            </a:r>
          </a:p>
          <a:p>
            <a:r>
              <a:t>[内部编号] V81-29</a:t>
            </a:r>
          </a:p>
          <a:p>
            <a:r>
              <a:t>[阶段] 证据／解释</a:t>
            </a:r>
          </a:p>
          <a:p>
            <a:r>
              <a:t>[教师逐字稿]</a:t>
            </a:r>
          </a:p>
          <a:p>
            <a:r>
              <a:t>【教师讲述／组织】从实录2由学生提出因素：越长录音越大，每秒越多点越大，每个点越多bit越大，左右两路各记录一次。请先预测四项，不马上展示公式。</a:t>
            </a:r>
          </a:p>
          <a:p>
            <a:r>
              <a:t>【反馈】先听学生如何解释，再决定是否揭示结论；注意控制本页停留时间。</a:t>
            </a:r>
          </a:p>
          <a:p>
            <a:r>
              <a:t/>
            </a:r>
          </a:p>
          <a:p>
            <a:r>
              <a:t>先让学生自己说PCM数据量四个因素，而不是直接背公式。</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30.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先数样本，再数bit，最后换成Byte</a:t>
            </a:r>
          </a:p>
          <a:p>
            <a:r>
              <a:t>[内部编号] V81-30</a:t>
            </a:r>
          </a:p>
          <a:p>
            <a:r>
              <a:t>[阶段] 证据／解释</a:t>
            </a:r>
          </a:p>
          <a:p>
            <a:r>
              <a:t>[教师逐字稿]</a:t>
            </a:r>
          </a:p>
          <a:p>
            <a:r>
              <a:t>【设计意图】用小模型实推：每秒2个样本×4秒×1声道=8个样本，每样本3bit共24bit=3Byte。用8个小方块表示样本，而不是一上来给公式。</a:t>
            </a:r>
          </a:p>
          <a:p>
            <a:r>
              <a:t>【教师可以这样讲】请口算每秒2个样本，录4秒，一路声道，共得到多少个样本？每个3位，要几个bit？</a:t>
            </a:r>
          </a:p>
          <a:p>
            <a:r>
              <a:t>【预判回答与追问】学生可能直接乘完得到24 Byte。请指着八个框数，再从bit换到Byte。</a:t>
            </a:r>
          </a:p>
          <a:p>
            <a:r>
              <a:t>【本页收束】8个样本、每个3bit，共24bit，等于3Byte。</a:t>
            </a:r>
          </a:p>
          <a:p>
            <a:r>
              <a:t/>
            </a:r>
          </a:p>
          <a:p>
            <a:r>
              <a:t>让学生数8个样本，每个3bit共24bit，除8得到3Byte，单位帮助理解公式。</a:t>
            </a:r>
          </a:p>
          <a:p>
            <a:br/>
            <a:r>
              <a:t>[计数边界]</a:t>
            </a:r>
            <a:br/>
            <a:r>
              <a:t>这里8个3bit码字连续打包为24bit，即3Byte，不包含结构或填充。实际PCM容量使用每样本存储位宽；不能把真实16bit PCM文件按有效3bit计算。</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31.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未压缩PCM数据量公式，从哪里来？</a:t>
            </a:r>
          </a:p>
          <a:p>
            <a:r>
              <a:t>[内部编号] V81-31</a:t>
            </a:r>
          </a:p>
          <a:p>
            <a:r>
              <a:t>[阶段] 证据／解释</a:t>
            </a:r>
          </a:p>
          <a:p>
            <a:r>
              <a:t>[教师逐字稿]</a:t>
            </a:r>
          </a:p>
          <a:p>
            <a:r>
              <a:t>【设计意图】不要把数据量公式当背诵口令。请学生逐个解释每一项代表哪个物理意义。单位：Hz、bit、秒；/8得到字节。</a:t>
            </a:r>
          </a:p>
          <a:p>
            <a:r>
              <a:t>【教师可以这样讲】我们刚才为什么要把四个因素相乘？请逐一说出公式的单位和意义。</a:t>
            </a:r>
          </a:p>
          <a:p>
            <a:r>
              <a:t>【预判回答与追问】常见错误：1 kHz写成1024 Hz；bit和Byte混用；忘记把分钟换成秒。</a:t>
            </a:r>
          </a:p>
          <a:p>
            <a:r>
              <a:t>【本页收束】会用公式之前先能解释公式。</a:t>
            </a:r>
          </a:p>
          <a:p>
            <a:r>
              <a:t/>
            </a:r>
          </a:p>
          <a:p>
            <a:r>
              <a:t>为什么结果是Byte要÷8？把四因素分别对应实际样本数量与每样本bit数。</a:t>
            </a:r>
          </a:p>
          <a:p>
            <a:br/>
            <a:r>
              <a:t>[公式条件]</a:t>
            </a:r>
            <a:br/>
            <a:r>
              <a:t>固定宽度未压缩PCM，使用实际存储位宽，不使用有效量化模型位数。每声道样本数优先由实际帧数读取；本例整数时长用fs×秒数。样本数据不含文件结构。</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32.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练习题 1</a:t>
            </a:r>
          </a:p>
          <a:p>
            <a:r>
              <a:t>[内部编号] V81-32</a:t>
            </a:r>
          </a:p>
          <a:p>
            <a:r>
              <a:t>[阶段] 提问／独立作答</a:t>
            </a:r>
          </a:p>
          <a:p>
            <a:r>
              <a:t>[教师逐字稿]</a:t>
            </a:r>
          </a:p>
          <a:p>
            <a:r>
              <a:t>【教师讲述／组织】问题页。给学生独立列式。若学生写16×8×2×5，追问16kHz应等于多少Hz。</a:t>
            </a:r>
          </a:p>
          <a:p>
            <a:r>
              <a:t>【反馈】先听学生如何解释，再决定是否揭示结论；注意控制本页停留时间。</a:t>
            </a:r>
          </a:p>
          <a:p>
            <a:r>
              <a:t/>
            </a:r>
          </a:p>
          <a:p>
            <a:r>
              <a:t>独立列式后再揭示；提问哪一个乘数是双声道、为什么还要除以8。</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33.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练习题 1</a:t>
            </a:r>
          </a:p>
          <a:p>
            <a:r>
              <a:t>[内部编号] V81-33</a:t>
            </a:r>
          </a:p>
          <a:p>
            <a:r>
              <a:t>[阶段] 证据／解释</a:t>
            </a:r>
          </a:p>
          <a:p>
            <a:r>
              <a:t>[教师逐字稿]</a:t>
            </a:r>
          </a:p>
          <a:p>
            <a:r>
              <a:t>【教师讲述／组织】答案页。问：如果双声道改成单声道，结果会怎样？</a:t>
            </a:r>
          </a:p>
          <a:p>
            <a:r>
              <a:t>【反馈】先听学生如何解释，再决定是否揭示结论；注意控制本页停留时间。</a:t>
            </a:r>
          </a:p>
          <a:p>
            <a:r>
              <a:t/>
            </a:r>
          </a:p>
          <a:p>
            <a:r>
              <a:t>答案160000 Byte。让学生先说思路，再对照上一页原位置的题干与下方答案。</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34.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本节课你能解释三件事吗？</a:t>
            </a:r>
          </a:p>
          <a:p>
            <a:r>
              <a:t>[内部编号] V81-34</a:t>
            </a:r>
          </a:p>
          <a:p>
            <a:r>
              <a:t>[阶段] 证据／解释</a:t>
            </a:r>
          </a:p>
          <a:p>
            <a:r>
              <a:t>[教师逐字稿]</a:t>
            </a:r>
          </a:p>
          <a:p>
            <a:r>
              <a:t>【教师讲述／组织】第一课时退出评价。随机请学生说出完整录音链；指一个点说采样与量化区别；算一条小PCM数据量。没掌握则下节开头再复习，不拖到所有附录。</a:t>
            </a:r>
          </a:p>
          <a:p>
            <a:r>
              <a:t>【反馈】先听学生如何解释，再决定是否揭示结论；注意控制本页停留时间。</a:t>
            </a:r>
          </a:p>
          <a:p>
            <a:r>
              <a:t/>
            </a:r>
          </a:p>
          <a:p>
            <a:r>
              <a:t>【v7时间控制】本课新增的三个演示分别约2、3、5分钟，应替换原有重复的静态口头描述；并非在原45分钟上增加10分钟。</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35.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为什么文件还需要压缩？</a:t>
            </a:r>
          </a:p>
          <a:p>
            <a:r>
              <a:t>[内部编号] V81-35</a:t>
            </a:r>
          </a:p>
          <a:p>
            <a:r>
              <a:t>[阶段] 课时开场</a:t>
            </a:r>
          </a:p>
          <a:p>
            <a:r>
              <a:t>[教师逐字稿]</a:t>
            </a:r>
          </a:p>
          <a:p>
            <a:r>
              <a:t>【教师讲述／组织】第二课时导入。说明第一节学的是数字化与PCM数据量，第二节学数据量计算、音轨和声道、视频数据量冲突及压缩。</a:t>
            </a:r>
          </a:p>
          <a:p>
            <a:r>
              <a:t>【反馈】先听学生如何解释，再决定是否揭示结论；注意控制本页停留时间。</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36.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先回忆：这四个数字，分别是什么意思？</a:t>
            </a:r>
          </a:p>
          <a:p>
            <a:r>
              <a:t>[内部编号] V81-36</a:t>
            </a:r>
          </a:p>
          <a:p>
            <a:r>
              <a:t>[阶段] 证据／解释</a:t>
            </a:r>
          </a:p>
          <a:p>
            <a:r>
              <a:t>[教师逐字稿]</a:t>
            </a:r>
          </a:p>
          <a:p>
            <a:r>
              <a:t>【教师讲述／组织】实录3起手计算前，先让学生能解释参数。分组对答48,000Hz、16bit、2声道、60秒。</a:t>
            </a:r>
          </a:p>
          <a:p>
            <a:r>
              <a:t>【反馈】先听学生如何解释，再决定是否揭示结论；注意控制本页停留时间。</a:t>
            </a:r>
          </a:p>
          <a:p>
            <a:r>
              <a:t/>
            </a:r>
          </a:p>
          <a:p>
            <a:r>
              <a:t>先只看48000、16、2、60，要求学生用自己的话说明每个参数是什么。</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37.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练习题 2</a:t>
            </a:r>
          </a:p>
          <a:p>
            <a:r>
              <a:t>[内部编号] V81-37</a:t>
            </a:r>
          </a:p>
          <a:p>
            <a:r>
              <a:t>[阶段] 提问／独立作答</a:t>
            </a:r>
          </a:p>
          <a:p>
            <a:r>
              <a:t>[教师逐字稿]</a:t>
            </a:r>
          </a:p>
          <a:p>
            <a:r>
              <a:t>【教师讲述／组织】问题页。复现实录3的DVD参数题，强调对参数意义的解释，而不只是按键计算。</a:t>
            </a:r>
          </a:p>
          <a:p>
            <a:r>
              <a:t>【反馈】先听学生如何解释，再决定是否揭示结论；注意控制本页停留时间。</a:t>
            </a:r>
          </a:p>
          <a:p>
            <a:r>
              <a:t/>
            </a:r>
          </a:p>
          <a:p>
            <a:r>
              <a:t>先从PCM字节数算起，再转换MiB；强调1024²与1000²换算不同。</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38.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练习题 2</a:t>
            </a:r>
          </a:p>
          <a:p>
            <a:r>
              <a:t>[内部编号] V81-38</a:t>
            </a:r>
          </a:p>
          <a:p>
            <a:r>
              <a:t>[阶段] 证据／解释</a:t>
            </a:r>
          </a:p>
          <a:p>
            <a:r>
              <a:t>[教师逐字稿]</a:t>
            </a:r>
          </a:p>
          <a:p>
            <a:r>
              <a:t>【教师讲述／组织】答案页。实录转写常写10.98MB，这是截断近似；按四舍五入保留两位应10.99 MiB。</a:t>
            </a:r>
          </a:p>
          <a:p>
            <a:r>
              <a:t>【反馈】先听学生如何解释，再决定是否揭示结论；注意控制本页停留时间。</a:t>
            </a:r>
          </a:p>
          <a:p>
            <a:r>
              <a:t/>
            </a:r>
          </a:p>
          <a:p>
            <a:r>
              <a:t>约10.99 MiB；验证11520000 B/1048576。不把带少量文件头的WAV大小当作PCM样本大小。</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39.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练习题 3</a:t>
            </a:r>
          </a:p>
          <a:p>
            <a:r>
              <a:t>[内部编号] V81-39</a:t>
            </a:r>
          </a:p>
          <a:p>
            <a:r>
              <a:t>[阶段] 提问／独立作答</a:t>
            </a:r>
          </a:p>
          <a:p>
            <a:r>
              <a:t>[教师逐字稿]</a:t>
            </a:r>
          </a:p>
          <a:p>
            <a:r>
              <a:t>【设计意图】问题页。先让学生预测。这是实录3较长的认知冲突案例，不要马上公布答案。</a:t>
            </a:r>
          </a:p>
          <a:p>
            <a:r>
              <a:t>【教师可以这样讲】再次提问：多加了一条背景音乐音轨，新的未压缩PCM文件一定比原文件大吗？请先投票并说明依据。</a:t>
            </a:r>
          </a:p>
          <a:p>
            <a:r>
              <a:t>【预判回答与追问】真实课堂里学生曾将音轨误认为声道；暂不判断两种观点谁对。</a:t>
            </a:r>
          </a:p>
          <a:p>
            <a:r>
              <a:t>【本页收束】下一页让两种解释并存，定位分歧。</a:t>
            </a:r>
          </a:p>
          <a:p>
            <a:r>
              <a:t/>
            </a:r>
          </a:p>
          <a:p>
            <a:r>
              <a:t>投票多一条编辑音轨容量是否翻倍；不同学生给出理由，暂不揭示正确答案。</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40.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两个看似有道理的答案，你支持哪一个？</a:t>
            </a:r>
          </a:p>
          <a:p>
            <a:r>
              <a:t>[内部编号] V81-40</a:t>
            </a:r>
          </a:p>
          <a:p>
            <a:r>
              <a:t>[阶段] 证据／解释</a:t>
            </a:r>
          </a:p>
          <a:p>
            <a:r>
              <a:t>[教师逐字稿]</a:t>
            </a:r>
          </a:p>
          <a:p>
            <a:r>
              <a:t>【设计意图】把实录中两位学生的理由换一种说法重现。引导学生指出分歧其实在“音轨和声道是不是一回事”。仍不公布答案。</a:t>
            </a:r>
          </a:p>
          <a:p>
            <a:r>
              <a:t>【教师可以这样讲】有人支持不变，有人支持翻倍。注意我们的目标不是投票决定真理，而是检验关键假设。</a:t>
            </a:r>
          </a:p>
          <a:p>
            <a:r>
              <a:t>【预判回答与追问】追问：增加的是“编辑音轨”，还是“导出声道”？哪个出现在容量公式里？</a:t>
            </a:r>
          </a:p>
          <a:p>
            <a:r>
              <a:t>【本页收束】到图示页验证音轨与声道不同。</a:t>
            </a:r>
          </a:p>
          <a:p>
            <a:r>
              <a:t/>
            </a:r>
          </a:p>
          <a:p>
            <a:r>
              <a:t>两种观点的矛盾来自把编辑音轨当作输出声道。追问最后导出文件是几声道。</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41.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编辑音轨与输出声道，有什么不同？</a:t>
            </a:r>
          </a:p>
          <a:p>
            <a:r>
              <a:t>[内部编号] V81-41</a:t>
            </a:r>
          </a:p>
          <a:p>
            <a:r>
              <a:t>[阶段] 证据／解释</a:t>
            </a:r>
          </a:p>
          <a:p>
            <a:r>
              <a:t>[教师逐字稿]</a:t>
            </a:r>
          </a:p>
          <a:p>
            <a:r>
              <a:t>【设计意图】直观图示：两条音轨经混音成为两个输出声道，注意不是左右各有一条编辑音轨。解释可单声道或双声道输出。</a:t>
            </a:r>
          </a:p>
          <a:p>
            <a:r>
              <a:t>【教师可以这样讲】请指向编辑左边两行，它们是两条音轨；再指向右边的L/R，这才是导出的两路声道。</a:t>
            </a:r>
          </a:p>
          <a:p>
            <a:r>
              <a:t>【预判回答与追问】如果学生说“左音轨变左声道”，让他想一想人声与伴奏是否都能同时从左右扬声器传出。</a:t>
            </a:r>
          </a:p>
          <a:p>
            <a:r>
              <a:t>【本页收束】混合不会自动增加声道数，保持四参数则未压缩样本数据量不变。</a:t>
            </a:r>
          </a:p>
          <a:p>
            <a:r>
              <a:t/>
            </a:r>
          </a:p>
          <a:p>
            <a:r>
              <a:t>先看两条轨，再揭示混音之后仍可输出L/R两路数据。</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42.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练习题 3</a:t>
            </a:r>
          </a:p>
          <a:p>
            <a:r>
              <a:t>[内部编号] V81-42</a:t>
            </a:r>
          </a:p>
          <a:p>
            <a:r>
              <a:t>[阶段] 证据／解释</a:t>
            </a:r>
          </a:p>
          <a:p>
            <a:r>
              <a:t>[教师逐字稿]</a:t>
            </a:r>
          </a:p>
          <a:p>
            <a:r>
              <a:t>【教师讲述／组织】答案页。让学生回看第一个预测，承认纠正了哪一个概念。提醒不同格式和压缩参数会影响最终文件大小。</a:t>
            </a:r>
          </a:p>
          <a:p>
            <a:r>
              <a:t>【反馈】先听学生如何解释，再决定是否揭示结论；注意控制本页停留时间。</a:t>
            </a:r>
          </a:p>
          <a:p>
            <a:r>
              <a:t/>
            </a:r>
          </a:p>
          <a:p>
            <a:r>
              <a:t>回到初始投票，解释四个PCM参数保持不变，因此样本数据量不变。</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43.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迁移：把双声道改成单声道，会怎样？</a:t>
            </a:r>
          </a:p>
          <a:p>
            <a:r>
              <a:t>[内部编号] V81-43</a:t>
            </a:r>
          </a:p>
          <a:p>
            <a:r>
              <a:t>[阶段] 证据／解释</a:t>
            </a:r>
          </a:p>
          <a:p>
            <a:r>
              <a:t>[教师逐字稿]</a:t>
            </a:r>
          </a:p>
          <a:p>
            <a:r>
              <a:t>【教师讲述／组织】让学生应用四因素公式。声道数2→1，其他不变，PCM样本数据量减半。音轨增减并不直接决定总量。</a:t>
            </a:r>
          </a:p>
          <a:p>
            <a:r>
              <a:t>【反馈】先听学生如何解释，再决定是否揭示结论；注意控制本页停留时间。</a:t>
            </a:r>
          </a:p>
          <a:p>
            <a:r>
              <a:t/>
            </a:r>
          </a:p>
          <a:p>
            <a:r>
              <a:t>迁移：把立体声变成单声道，其他参数相同，PCM样本数据量减半。</a:t>
            </a:r>
          </a:p>
          <a:p>
            <a:br/>
            <a:r>
              <a:t>[计数模型]</a:t>
            </a:r>
            <a:br/>
            <a:r>
              <a:t>三个时刻t0/t1/t2，双声道共6个样本，单声道3个。各值是计数示意，不是音轨混音结果，也不规定立体声转单声道的混音算法。</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44.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图像采样与声音采样，哪里相同？</a:t>
            </a:r>
          </a:p>
          <a:p>
            <a:r>
              <a:t>[内部编号] V81-44</a:t>
            </a:r>
          </a:p>
          <a:p>
            <a:r>
              <a:t>[阶段] 证据／解释</a:t>
            </a:r>
          </a:p>
          <a:p>
            <a:r>
              <a:t>[教师逐字稿]</a:t>
            </a:r>
          </a:p>
          <a:p>
            <a:r>
              <a:t>【教师讲述／组织】实录3转向视频前回顾图像和声音：图像在空间二维网格采样，声音在时间轴取值；量化都用有限等级记录。</a:t>
            </a:r>
          </a:p>
          <a:p>
            <a:r>
              <a:t>【反馈】先听学生如何解释，再决定是否揭示结论；注意控制本页停留时间。</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45.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连续的图片，怎样让我们看到运动？</a:t>
            </a:r>
          </a:p>
          <a:p>
            <a:r>
              <a:t>[内部编号] V81-45</a:t>
            </a:r>
          </a:p>
          <a:p>
            <a:r>
              <a:t>[阶段] 证据／解释</a:t>
            </a:r>
          </a:p>
          <a:p>
            <a:r>
              <a:t>[教师逐字稿]</a:t>
            </a:r>
          </a:p>
          <a:p>
            <a:r>
              <a:t>【设计意图】借鉴实录3翻页小人的经验。每一帧呈现同一圆的位置改变。问学生：视频需保存几个画面？帧率如何描述？不用严格视觉暂留时间阈值。</a:t>
            </a:r>
          </a:p>
          <a:p>
            <a:r>
              <a:t>【教师可以这样讲】五张小图中蓝点位置发生变化，连续播放后我们会感到它在运动。你生活里见过翻页动画吗？</a:t>
            </a:r>
          </a:p>
          <a:p>
            <a:r>
              <a:t>【预判回答与追问】不要把“视觉暂留0.024秒”当成唯一且固定的生理阈值。</a:t>
            </a:r>
          </a:p>
          <a:p>
            <a:r>
              <a:t>【本页收束】视频可以用连续图像帧与帧率的概念来理解。</a:t>
            </a:r>
          </a:p>
          <a:p>
            <a:r>
              <a:t/>
            </a:r>
          </a:p>
          <a:p>
            <a:r>
              <a:t>五帧是同一个运动小球在五个时刻的状态。帧率25fps是每秒25帧，不应解释为人眼严格生理阈值。</a:t>
            </a:r>
          </a:p>
          <a:p>
            <a:r>
              <a:t/>
            </a:r>
          </a:p>
          <a:p>
            <a:r>
              <a:t>球在每一帧的位置不同，同样场景取不同时间画面；fps是每秒帧数。</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46.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10分钟、25fps，要保存多少帧？</a:t>
            </a:r>
          </a:p>
          <a:p>
            <a:r>
              <a:t>[内部编号] V81-46</a:t>
            </a:r>
          </a:p>
          <a:p>
            <a:r>
              <a:t>[阶段] 证据／解释</a:t>
            </a:r>
          </a:p>
          <a:p>
            <a:r>
              <a:t>[教师逐字稿]</a:t>
            </a:r>
          </a:p>
          <a:p>
            <a:r>
              <a:t>【教师讲述／组织】从学生已经理解的“视频是连续图像”计算总帧数。先让学生口算25×60×10=15000帧。</a:t>
            </a:r>
          </a:p>
          <a:p>
            <a:r>
              <a:t>【反馈】先听学生如何解释，再决定是否揭示结论；注意控制本页停留时间。</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47.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练习题 4</a:t>
            </a:r>
          </a:p>
          <a:p>
            <a:r>
              <a:t>[内部编号] V81-47</a:t>
            </a:r>
          </a:p>
          <a:p>
            <a:r>
              <a:t>[阶段] 提问／独立作答</a:t>
            </a:r>
          </a:p>
          <a:p>
            <a:r>
              <a:t>[教师逐字稿]</a:t>
            </a:r>
          </a:p>
          <a:p>
            <a:r>
              <a:t>【设计意图】问题页。来源实录3。不要把帧率误认为采样率，一帧是一张完整图。给3分钟列式，计算可用计算器。</a:t>
            </a:r>
          </a:p>
          <a:p>
            <a:r>
              <a:t>【教师可以这样讲】先算一帧480×320像素，需要多少bit和Byte；再乘上25帧/秒和600秒。</a:t>
            </a:r>
          </a:p>
          <a:p>
            <a:r>
              <a:t>【预判回答与追问】学生可能只乘25或只乘10。追问十分钟共有多少秒、多少帧？</a:t>
            </a:r>
          </a:p>
          <a:p>
            <a:r>
              <a:t>【本页收束】未压缩视频等于单帧数据量乘总帧数。</a:t>
            </a:r>
          </a:p>
          <a:p>
            <a:r>
              <a:t/>
            </a:r>
          </a:p>
          <a:p>
            <a:r>
              <a:t>10分钟无声逐帧未压缩视频，先算单帧字节，再算15000帧，单位换算为GiB。</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48.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练习题 4</a:t>
            </a:r>
          </a:p>
          <a:p>
            <a:r>
              <a:t>[内部编号] V81-48</a:t>
            </a:r>
          </a:p>
          <a:p>
            <a:r>
              <a:t>[阶段] 证据／解释</a:t>
            </a:r>
          </a:p>
          <a:p>
            <a:r>
              <a:t>[教师逐字稿]</a:t>
            </a:r>
          </a:p>
          <a:p>
            <a:r>
              <a:t>【教师讲述／组织】答案页。把公式拆成两段并让学生自己解释。按十进制GB约6.912 GB。</a:t>
            </a:r>
          </a:p>
          <a:p>
            <a:r>
              <a:t>【反馈】先听学生如何解释，再决定是否揭示结论；注意控制本页停留时间。</a:t>
            </a:r>
          </a:p>
          <a:p>
            <a:r>
              <a:t/>
            </a:r>
          </a:p>
          <a:p>
            <a:r>
              <a:t>答案约6.44GiB，检验帧数、bit转Byte以及B转GiB三步。</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49.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视频文件为什么可能小于6.44 GiB？</a:t>
            </a:r>
          </a:p>
          <a:p>
            <a:r>
              <a:t>[内部编号] V81-49</a:t>
            </a:r>
          </a:p>
          <a:p>
            <a:r>
              <a:t>[阶段] 提问／独立作答</a:t>
            </a:r>
          </a:p>
          <a:p>
            <a:r>
              <a:t>[教师逐字稿]</a:t>
            </a:r>
          </a:p>
          <a:p>
            <a:r>
              <a:t>【设计意图】核心认知冲突，不要预先写“因为压缩”。问：是不是算错？为什么在线短视频能很快播放？给学生发言时间。</a:t>
            </a:r>
          </a:p>
          <a:p>
            <a:r>
              <a:t>【教师可以这样讲】请你对照刚刚算出的6.44 GiB。我们手机里十分钟的视频，为什么通常远小于它？难道计算公式错了？</a:t>
            </a:r>
          </a:p>
          <a:p>
            <a:r>
              <a:t>【预判回答与追问】学生可能回答分辨率不同、格式不同、压缩了。记录这几种可能，指出公式中的题设是未压缩逐帧存储。</a:t>
            </a:r>
          </a:p>
          <a:p>
            <a:r>
              <a:t>【本页收束】这是第二课时核心认知冲突，直到下一页再揭示压缩。</a:t>
            </a:r>
          </a:p>
          <a:p>
            <a:r>
              <a:t/>
            </a:r>
          </a:p>
          <a:p>
            <a:r>
              <a:t>先让学生用自己看视频的经验提出文件比估算小的解释，借助冲突引出编码压缩。</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50.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刚才计算的是逐帧未压缩数据量</a:t>
            </a:r>
          </a:p>
          <a:p>
            <a:r>
              <a:t>[内部编号] V81-50</a:t>
            </a:r>
          </a:p>
          <a:p>
            <a:r>
              <a:t>[阶段] 证据／解释</a:t>
            </a:r>
          </a:p>
          <a:p>
            <a:r>
              <a:t>[教师逐字稿]</a:t>
            </a:r>
          </a:p>
          <a:p>
            <a:r>
              <a:t>【教师讲述／组织】强调不是估计所有真实视频的固定大小。实际视频通常通过压缩编码，如利用相邻帧相似部分与人眼不敏感的某些信息。高中只解释为什么可能缩小。</a:t>
            </a:r>
          </a:p>
          <a:p>
            <a:r>
              <a:t>【反馈】先听学生如何解释，再决定是否揭示结论；注意控制本页停留时间。</a:t>
            </a:r>
          </a:p>
          <a:p>
            <a:r>
              <a:t/>
            </a:r>
          </a:p>
          <a:p>
            <a:r>
              <a:t>实际压缩技术还包括多种预测与表示方式；本课只要求理解重复规律允许节省比特，不学习具体codec算法。</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51.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为什么要压缩？先想两种真实需求</a:t>
            </a:r>
          </a:p>
          <a:p>
            <a:r>
              <a:t>[内部编号] V81-51</a:t>
            </a:r>
          </a:p>
          <a:p>
            <a:r>
              <a:t>[阶段] 证据／解释</a:t>
            </a:r>
          </a:p>
          <a:p>
            <a:r>
              <a:t>[教师逐字稿]</a:t>
            </a:r>
          </a:p>
          <a:p>
            <a:r>
              <a:t>【教师讲述／组织】实录3行李箱类比：整理行李节约空间；通过网络分享文件缩短传输时间。学生可以自举例，不要说压缩必然提升感知画质。</a:t>
            </a:r>
          </a:p>
          <a:p>
            <a:r>
              <a:t>【反馈】先听学生如何解释，再决定是否揭示结论；注意控制本页停留时间。</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52.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“中国”重复100次，怎样写得更短？</a:t>
            </a:r>
          </a:p>
          <a:p>
            <a:r>
              <a:t>[内部编号] V81-52</a:t>
            </a:r>
          </a:p>
          <a:p>
            <a:r>
              <a:t>[阶段] 证据／解释</a:t>
            </a:r>
          </a:p>
          <a:p>
            <a:r>
              <a:t>[教师逐字稿]</a:t>
            </a:r>
          </a:p>
          <a:p>
            <a:r>
              <a:t>【设计意图】实录3的经典冗余案例。向学生展示短短的“（中国）×100”与重复文字。说明这仅是启发性的编码例子，不代表真实RAR算法。</a:t>
            </a:r>
          </a:p>
          <a:p>
            <a:r>
              <a:t>【教师可以这样讲】两种写法能不能表示相同文字？“中国”重复一百次与“中国×100”，哪种通常更省符号？</a:t>
            </a:r>
          </a:p>
          <a:p>
            <a:r>
              <a:t>【预判回答与追问】提醒这只是解释冗余的教学模型，不是真实RAR编码的说明。</a:t>
            </a:r>
          </a:p>
          <a:p>
            <a:r>
              <a:t>【本页收束】规律、重复让人有机会用更短的规则表达同一内容。</a:t>
            </a:r>
          </a:p>
          <a:p>
            <a:r>
              <a:t/>
            </a:r>
          </a:p>
          <a:p>
            <a:r>
              <a:t>中国重复100次只用“字词×次数”表达是思想模型，不代表RAR或zlib唯一工作机制。</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53.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为什么重复内容更容易压缩？</a:t>
            </a:r>
          </a:p>
          <a:p>
            <a:r>
              <a:t>[内部编号] V81-53</a:t>
            </a:r>
          </a:p>
          <a:p>
            <a:r>
              <a:t>[阶段] 证据／解释</a:t>
            </a:r>
          </a:p>
          <a:p>
            <a:r>
              <a:t>[教师逐字稿]</a:t>
            </a:r>
          </a:p>
          <a:p>
            <a:r>
              <a:t>【教师讲述／组织】把“冗余”与重复的内容联系：A有规律，B无规律，但原长度相同。实际压缩算法实现不同，因此“通常更易”而非必然。</a:t>
            </a:r>
          </a:p>
          <a:p>
            <a:r>
              <a:t>【反馈】先听学生如何解释，再决定是否揭示结论；注意控制本页停留时间。</a:t>
            </a:r>
          </a:p>
          <a:p>
            <a:r>
              <a:t/>
            </a:r>
          </a:p>
          <a:p>
            <a:r>
              <a:t>重复多往往可用更短的规则表示，但实际压缩要看数据及算法。</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54.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两份都是1000Byte，压缩后谁更小？</a:t>
            </a:r>
          </a:p>
          <a:p>
            <a:r>
              <a:t>[内部编号] V81-54</a:t>
            </a:r>
          </a:p>
          <a:p>
            <a:r>
              <a:t>[阶段] 提问／独立作答</a:t>
            </a:r>
          </a:p>
          <a:p>
            <a:r>
              <a:t>[教师逐字稿]</a:t>
            </a:r>
          </a:p>
          <a:p>
            <a:r>
              <a:t>【设计意图】可以用Python标准库zlib演示，代码放Notes。生成1000个A与1000个伪随机字节（固定seed），比较同一无损压缩方法所得字节数并检验完全还原。先预测再运行。</a:t>
            </a:r>
          </a:p>
          <a:p>
            <a:r>
              <a:t>【教师可以这样讲】两个数据各1000Byte：一个全是A，一个随机变化。请预测谁压缩后更小，以及能否恢复原数据。</a:t>
            </a:r>
          </a:p>
          <a:p>
            <a:r>
              <a:t>【预判回答与追问】学生可能认为所有文件都会变小。下一页结果显示随机数据在容器开销下甚至略微变大。</a:t>
            </a:r>
          </a:p>
          <a:p>
            <a:r>
              <a:t>【本页收束】测试无损压缩的冗余利用，而不是展示具体算法。</a:t>
            </a:r>
          </a:p>
          <a:p>
            <a:r>
              <a:t/>
            </a:r>
          </a:p>
          <a:p>
            <a:r>
              <a:t>【v7 Demo D】先预测两份原始都是1000 Byte的文件哪一个被压得更小，再运行 notebooks/04_压缩前先预测.ipynb。Python zlib在Mac执行，Windows浏览器只展示结果，不依赖音频或py5。</a:t>
            </a:r>
          </a:p>
          <a:p>
            <a:r>
              <a:t/>
            </a:r>
          </a:p>
          <a:p>
            <a:r>
              <a:t>A和B均1000Byte，学生先预测谁更省空间、B是否可能压完更大。</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55.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演示D：同样1000Byte，压缩后会相同吗？</a:t>
            </a:r>
          </a:p>
          <a:p>
            <a:r>
              <a:t>[内部编号] V81-55</a:t>
            </a:r>
          </a:p>
          <a:p>
            <a:r>
              <a:t>[阶段] 证据／解释</a:t>
            </a:r>
          </a:p>
          <a:p>
            <a:r>
              <a:t>[教师逐字稿]</a:t>
            </a:r>
          </a:p>
          <a:p>
            <a:r>
              <a:t>运行remote-demos-v7/notebooks/04_压缩前先预测.ipynb（Mac计算zlib，教室Windows浏览器呈现结果）。学生先猜，再运行，再对照下一页17Byte/1011Byte。B可能变大，包含必要编码开销。zlib不是RAR算法本身。</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56.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同样原始大小，压缩结果为何不同？</a:t>
            </a:r>
          </a:p>
          <a:p>
            <a:r>
              <a:t>[内部编号] V81-56</a:t>
            </a:r>
          </a:p>
          <a:p>
            <a:r>
              <a:t>[阶段] 证据／解释</a:t>
            </a:r>
          </a:p>
          <a:p>
            <a:r>
              <a:t>[教师逐字稿]</a:t>
            </a:r>
          </a:p>
          <a:p>
            <a:r>
              <a:t>【设计意图】演示代码（Windows课堂pt环境，Python标准库即可）：</a:t>
            </a:r>
          </a:p>
          <a:p>
            <a:r>
              <a:t>import zlib, random</a:t>
            </a:r>
          </a:p>
          <a:p>
            <a:r>
              <a:t>a=b"A"*1000</a:t>
            </a:r>
          </a:p>
          <a:p>
            <a:r>
              <a:t>r=random.Random(2026)</a:t>
            </a:r>
          </a:p>
          <a:p>
            <a:r>
              <a:t>b=bytes(r.randrange(256) for _ in range(1000))</a:t>
            </a:r>
          </a:p>
          <a:p>
            <a:r>
              <a:t>for name,x in [("A",a),("B",b)]:</a:t>
            </a:r>
          </a:p>
          <a:p>
            <a:r>
              <a:t>    packed=zlib.compress(x)</a:t>
            </a:r>
          </a:p>
          <a:p>
            <a:r>
              <a:t>    print(name,len(x),len(packed),zlib.decompress(packed)==x)</a:t>
            </a:r>
          </a:p>
          <a:p>
            <a:r>
              <a:t>本次固定随机种子得到A=17 Byte，B=1011 Byte。学生关注重复和冗余；算法细节不展开。</a:t>
            </a:r>
          </a:p>
          <a:p>
            <a:r>
              <a:t>【教师可以这样讲】运行标准库实验或直接展示结果：重复内容1000Byte压后17Byte，随机内容1000Byte压后1011Byte。为什么会这样？</a:t>
            </a:r>
          </a:p>
          <a:p>
            <a:r>
              <a:t>【预判回答与追问】别把高熵文件变大误判为程序出错：压缩文件自身有格式开销。检查两者解压完全一致。</a:t>
            </a:r>
          </a:p>
          <a:p>
            <a:r>
              <a:t>【本页收束】这是无损压缩，且压缩效果取决于可利用的规律与编码方式。</a:t>
            </a:r>
          </a:p>
          <a:p>
            <a:r>
              <a:t/>
            </a:r>
          </a:p>
          <a:p>
            <a:r>
              <a:t>【v7实际实验】Notebook 04使用确定性随机字节与重复字节，打印压缩前后真实长度。如果随机字节压缩后略大，是格式开销而非代码错误。让学生总结“能够用规律简洁表示的信息通常更容易压缩”。</a:t>
            </a:r>
          </a:p>
          <a:p>
            <a:r>
              <a:t/>
            </a:r>
          </a:p>
          <a:p>
            <a:r>
              <a:t>17Byte与1011Byte是采用Python标准库zlib、固定随机种子的这一次课堂实验结果。数值取决于内容与算法，不是普遍常数；B数据因格式开销而可能变大。</a:t>
            </a:r>
          </a:p>
          <a:p>
            <a:br/>
            <a:r>
              <a:t>[比例尺]</a:t>
            </a:r>
            <a:br/>
            <a:r>
              <a:t>两列原始1000B均为500px；17B为8.5px；1011B为505.5px，多11B为5.5px。数值仅对应本次zlib实验；不是普遍压缩率。</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57.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压缩到底改变了什么？</a:t>
            </a:r>
          </a:p>
          <a:p>
            <a:r>
              <a:t>[内部编号] V81-57</a:t>
            </a:r>
          </a:p>
          <a:p>
            <a:r>
              <a:t>[阶段] 证据／解释</a:t>
            </a:r>
          </a:p>
          <a:p>
            <a:r>
              <a:t>[教师逐字稿]</a:t>
            </a:r>
          </a:p>
          <a:p>
            <a:r>
              <a:t>【教师讲述／组织】实录3解释重新编码：数据压缩主要是改变表示方式，无损靠高效编码，允许有损时还可舍弃部分信息。目的与实质分开讲。</a:t>
            </a:r>
          </a:p>
          <a:p>
            <a:r>
              <a:t>【反馈】先听学生如何解释，再决定是否揭示结论；注意控制本页停留时间。</a:t>
            </a:r>
          </a:p>
          <a:p>
            <a:r>
              <a:t/>
            </a:r>
          </a:p>
          <a:p>
            <a:r>
              <a:t>归纳数据压缩是更高效的表示；要不要完整恢复决定无损与有损路径。</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58.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无损与有损：按什么区分？</a:t>
            </a:r>
          </a:p>
          <a:p>
            <a:r>
              <a:t>[内部编号] V81-58</a:t>
            </a:r>
          </a:p>
          <a:p>
            <a:r>
              <a:t>[阶段] 证据／解释</a:t>
            </a:r>
          </a:p>
          <a:p>
            <a:r>
              <a:t>[教师逐字稿]</a:t>
            </a:r>
          </a:p>
          <a:p>
            <a:r>
              <a:t>【设计意图】先提出是否可以还原原始信息，再定义无损有损。注意有损不一定人类完全无感，有时肉眼肉耳可觉察明显差异。</a:t>
            </a:r>
          </a:p>
          <a:p>
            <a:r>
              <a:t>【教师可以这样讲】请判断：压缩后解开，能不能100%恢复原始字节？把这个问题作为分类标准。</a:t>
            </a:r>
          </a:p>
          <a:p>
            <a:r>
              <a:t>【预判回答与追问】有损不等于“损坏文件”；它在可接受的前提下放弃部分原始信息。</a:t>
            </a:r>
          </a:p>
          <a:p>
            <a:r>
              <a:t>【本页收束】无损可完全恢复，有损则不能恢复到原数据完全一致。</a:t>
            </a:r>
          </a:p>
          <a:p>
            <a:r>
              <a:t/>
            </a:r>
          </a:p>
          <a:p>
            <a:r>
              <a:t>判别方法：是否能够完全恢复原字节，不用文件后缀或大小作为唯一标准。</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59.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ZIP、MP3、WAV、MP4，是同一层吗？</a:t>
            </a:r>
          </a:p>
          <a:p>
            <a:r>
              <a:t>[内部编号] V81-59</a:t>
            </a:r>
          </a:p>
          <a:p>
            <a:r>
              <a:t>[阶段] 证据／解释</a:t>
            </a:r>
          </a:p>
          <a:p>
            <a:r>
              <a:t>[教师逐字稿]</a:t>
            </a:r>
          </a:p>
          <a:p>
            <a:r>
              <a:t>【教师讲述／组织】从实录拓展一点格式分层：ZIP/RAR是典型无损归档，MP3是常见有损音频编码，WAV是音频容器可装PCM，MP4是多媒体容器可含有损或无损编码。不要说全部文件扩展名都代表一种压缩算法。</a:t>
            </a:r>
          </a:p>
          <a:p>
            <a:r>
              <a:t>【反馈】先听学生如何解释，再决定是否揭示结论；注意控制本页停留时间。</a:t>
            </a:r>
          </a:p>
          <a:p>
            <a:r>
              <a:t/>
            </a:r>
          </a:p>
          <a:p>
            <a:r>
              <a:t>ZIP/RAR属于无损归档，MP3是有损音频编码，WAV和MP4属于容器（MP4常装有损编码视频）。文件后缀与编码算法不是完全同一层级。</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60.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相同尺寸的三幅图，谁容易无损压缩？</a:t>
            </a:r>
          </a:p>
          <a:p>
            <a:r>
              <a:t>[内部编号] V81-60</a:t>
            </a:r>
          </a:p>
          <a:p>
            <a:r>
              <a:t>[阶段] 证据／解释</a:t>
            </a:r>
          </a:p>
          <a:p>
            <a:r>
              <a:t>[教师逐字稿]</a:t>
            </a:r>
          </a:p>
          <a:p>
            <a:r>
              <a:t>【设计意图】实录3三种图像案例。画同尺寸位图：纯色、规则色块、较复杂花纹（不是声称真实风景照片）。首先预测排序，再归纳冗余。</a:t>
            </a:r>
          </a:p>
          <a:p>
            <a:r>
              <a:t>【教师可以这样讲】这三幅图显示的是相同大小、相同位深的像素网格，哪张最容易找到重复的规律？</a:t>
            </a:r>
          </a:p>
          <a:p>
            <a:r>
              <a:t>【预判回答与追问】强调“通常”和“对合适的算法而言”，避免将图像颜色多少当作绝对压缩决定因素。</a:t>
            </a:r>
          </a:p>
          <a:p>
            <a:r>
              <a:t>【本页收束】纯色数据具有明显规律，适合无损压缩；比较结论再迁移到实际图像。</a:t>
            </a:r>
          </a:p>
          <a:p>
            <a:r>
              <a:t/>
            </a:r>
          </a:p>
          <a:p>
            <a:r>
              <a:t>三图尺寸和位深一致，让学生预测哪个更规律，判断无损压缩的可能差异。</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61.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练习题 5</a:t>
            </a:r>
          </a:p>
          <a:p>
            <a:r>
              <a:t>[内部编号] V81-61</a:t>
            </a:r>
          </a:p>
          <a:p>
            <a:r>
              <a:t>[阶段] 提问／独立作答</a:t>
            </a:r>
          </a:p>
          <a:p>
            <a:r>
              <a:t>[教师逐字稿]</a:t>
            </a:r>
          </a:p>
          <a:p>
            <a:r>
              <a:t>【教师讲述／组织】问题页。此题迁移文字实验到图像。先解释冗余，再揭示。</a:t>
            </a:r>
          </a:p>
          <a:p>
            <a:r>
              <a:t>【反馈】先听学生如何解释，再决定是否揭示结论；注意控制本页停留时间。</a:t>
            </a:r>
          </a:p>
          <a:p>
            <a:r>
              <a:t/>
            </a:r>
          </a:p>
          <a:p>
            <a:r>
              <a:t>练习答案不能只选A，要解释重复和规律性带来更多可利用冗余。</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62.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练习题 5</a:t>
            </a:r>
          </a:p>
          <a:p>
            <a:r>
              <a:t>[内部编号] V81-62</a:t>
            </a:r>
          </a:p>
          <a:p>
            <a:r>
              <a:t>[阶段] 证据／解释</a:t>
            </a:r>
          </a:p>
          <a:p>
            <a:r>
              <a:t>[教师逐字稿]</a:t>
            </a:r>
          </a:p>
          <a:p>
            <a:r>
              <a:t>【教师讲述／组织】答案页。强调不是一切文件和算法都绝对如此。</a:t>
            </a:r>
          </a:p>
          <a:p>
            <a:r>
              <a:t>【反馈】先听学生如何解释，再决定是否揭示结论；注意控制本页停留时间。</a:t>
            </a:r>
          </a:p>
          <a:p>
            <a:r>
              <a:t/>
            </a:r>
          </a:p>
          <a:p>
            <a:r>
              <a:t>答案中的“通常”必须保留，不同压缩方案有例外。</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63.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同一张图：BMP与JPG有什么不同？</a:t>
            </a:r>
          </a:p>
          <a:p>
            <a:r>
              <a:t>[内部编号] V81-63</a:t>
            </a:r>
          </a:p>
          <a:p>
            <a:r>
              <a:t>[阶段] 证据／解释</a:t>
            </a:r>
          </a:p>
          <a:p>
            <a:r>
              <a:t>[教师逐字稿]</a:t>
            </a:r>
          </a:p>
          <a:p>
            <a:r>
              <a:t>【教师讲述／组织】实录3用同一花朵比较BMP和JPG。用简洁像素格子示意一张图被近似编码；JPEG不只是“删掉相似像素”，要避免这种错误的字面理解。也不能断言所有BMP必然未压缩。</a:t>
            </a:r>
          </a:p>
          <a:p>
            <a:r>
              <a:t>【反馈】先听学生如何解释，再决定是否揭示结论；注意控制本页停留时间。</a:t>
            </a:r>
          </a:p>
          <a:p>
            <a:r>
              <a:t/>
            </a:r>
          </a:p>
          <a:p>
            <a:r>
              <a:t>BMP这里只指未压缩实例，JPG通常有损；文件大小还取决于参数和内容。</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64.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MP3、JPG再用RAR压缩，会怎样？</a:t>
            </a:r>
          </a:p>
          <a:p>
            <a:r>
              <a:t>[内部编号] V81-64</a:t>
            </a:r>
          </a:p>
          <a:p>
            <a:r>
              <a:t>[阶段] 证据／解释</a:t>
            </a:r>
          </a:p>
          <a:p>
            <a:r>
              <a:t>[教师逐字稿]</a:t>
            </a:r>
          </a:p>
          <a:p>
            <a:r>
              <a:t>【教师讲述／组织】实录3脱水比喻，但不把其当算法。说明高效压缩过的数据通常不容易进一步缩小，可能因为已缺少可利用冗余。再次有损转码可能进一步恶化质量。</a:t>
            </a:r>
          </a:p>
          <a:p>
            <a:r>
              <a:t>【反馈】先听学生如何解释，再决定是否揭示结论；注意控制本页停留时间。</a:t>
            </a:r>
          </a:p>
          <a:p>
            <a:r>
              <a:t/>
            </a:r>
          </a:p>
          <a:p>
            <a:r>
              <a:t>已经是MP3/JPG，用RAR压缩通常收益有限，再次有损编码还可能降低质量。</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65.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是不是压得越小就一定越好？</a:t>
            </a:r>
          </a:p>
          <a:p>
            <a:r>
              <a:t>[内部编号] V81-65</a:t>
            </a:r>
          </a:p>
          <a:p>
            <a:r>
              <a:t>[阶段] 证据／解释</a:t>
            </a:r>
          </a:p>
          <a:p>
            <a:r>
              <a:t>[教师逐字稿]</a:t>
            </a:r>
          </a:p>
          <a:p>
            <a:r>
              <a:t>【设计意图】实录3结尾的情境决策：长期备份要完整可还原；实时通话要平衡延迟和质量。用对比培养信息社会责任意识，不只追求压缩比。</a:t>
            </a:r>
          </a:p>
          <a:p>
            <a:r>
              <a:t>【教师可以这样讲】某个班级要长期备份源代码，另一个班级要用手机实时视频通话。两种场景需要的编码选择一样吗？</a:t>
            </a:r>
          </a:p>
          <a:p>
            <a:r>
              <a:t>【预判回答与追问】引导学生考虑完整性、质量、延迟与存储，不要只说压缩得越小越好。</a:t>
            </a:r>
          </a:p>
          <a:p>
            <a:r>
              <a:t>【本页收束】算法与压缩方法要与任务目标匹配。</a:t>
            </a:r>
          </a:p>
          <a:p>
            <a:r>
              <a:t/>
            </a:r>
          </a:p>
          <a:p>
            <a:r>
              <a:t>文档备份要求完整，视频通话权衡时延/带宽/质量，反对越小必然越好。</a:t>
            </a:r>
          </a:p>
          <a:p>
            <a:br/>
            <a:r>
              <a:t>[图片生成提示词]</a:t>
            </a:r>
            <a:br/>
            <a:r>
              <a:t>IMG-02；用途：情境插图，不作为技术或软件事实证据。</a:t>
            </a:r>
            <a:br/>
            <a:r>
              <a:t>Create a classroom teaching illustration for a Chinese senior-high information technology lesson.</a:t>
            </a:r>
            <a:br/>
            <a:r>
              <a:t>Use case: illustration-story.</a:t>
            </a:r>
            <a:br/>
            <a:r>
              <a:t>Teaching purpose: make the situation of preserving important digital documents concrete so students can discuss exact recovery and reliable backup; do not illustrate a compression algorithm or its result.</a:t>
            </a:r>
            <a:br/>
            <a:r>
              <a:t>Slide role: application and comparison context.</a:t>
            </a:r>
            <a:br/>
            <a:r>
              <a:t>Intended placement: left half of a two-column white PowerPoint slide; 4:3 aspect ratio. The final illustration will occupy a roughly 500 by 270 pixel region above native PowerPoint criteria labels.</a:t>
            </a:r>
            <a:br/>
            <a:r>
              <a:t>Subject and scene: a restrained close view of one person's hands working at an unbranded laptop on a clean desk, with a small unbranded external solid-state drive connected by one ordinary cable. This represents preparing a digital document backup. The laptop screen is plain neutral gray, with no interface, icons, file names, document text, graphs or numbers. Focus on the laptop, hands and external drive; do not include physical paper files, locks, archive boxes or floating file symbols.</a:t>
            </a:r>
            <a:br/>
            <a:r>
              <a:t>Composition: all essential objects centered and fully visible, generous white background, clear silhouette, minimal desk edge. The drive should be visible beside the laptop. Do not place technical annotations or conclusions inside the illustration.</a:t>
            </a:r>
            <a:br/>
            <a:r>
              <a:t>Visual style: clean, restrained editorial educational illustration with realistic proportions, subtly rendered materials and quiet thin contours; white or very light neutral background, muted charcoal, light gray and a restrained violet clothing accent. Serious but friendly high-school tone; compatible with a white technical teaching deck. Match the simplicity and palette of a student holding a phone illustration.</a:t>
            </a:r>
            <a:br/>
            <a:r>
              <a:t>Important constraints: no explanatory text, no Chinese labels, no binary strings, no byte values, no arrows, no charts, no fabricated software screenshot, no conclusion, no logos, no watermark, no decorative border, no shadowed card, no gradient background. Do not depict physical objects shrinking. This is a fictional application context, not evidence of successful backup or lossless recovery.</a:t>
            </a:r>
            <a:br/>
            <a:r>
              <a:t>[图片编辑]</a:t>
            </a:r>
            <a:br/>
            <a:r>
              <a:t>使用原图，等比contain，无拉伸、无二次编辑；精确标签为原生PPT对象。</a:t>
            </a:r>
          </a:p>
          <a:p>
            <a:br/>
            <a:r>
              <a:t>[图片生成提示词]</a:t>
            </a:r>
            <a:br/>
            <a:r>
              <a:t>IMG-03；用途：情境插图，不作为技术或软件事实证据。</a:t>
            </a:r>
            <a:br/>
            <a:r>
              <a:t>Create a classroom teaching illustration for a Chinese senior-high information technology lesson.</a:t>
            </a:r>
            <a:br/>
            <a:r>
              <a:t>Use case: illustration-story.</a:t>
            </a:r>
            <a:br/>
            <a:r>
              <a:t>Teaching purpose: make a real-time video conversation concrete so students can discuss delay, bandwidth and acceptable audio/video quality; do not announce which encoding is best.</a:t>
            </a:r>
            <a:br/>
            <a:r>
              <a:t>Slide role: application and comparison context.</a:t>
            </a:r>
            <a:br/>
            <a:r>
              <a:t>Intended placement: right half of a two-column white PowerPoint slide; 4:3 aspect ratio. The final illustration will occupy a roughly 500 by 270 pixel region above native PowerPoint criteria labels.</a:t>
            </a:r>
            <a:br/>
            <a:r>
              <a:t>Subject and scene: a fictional senior-high student sitting at a simple desk, engaged in an ordinary video conversation on an unbranded laptop. See the student's upper torso and a three-quarter view of the laptop screen, which contains only a simple portrait of a fictional friend against a neutral background. The portrait is part of a clearly illustrated fictional scene, not a software screenshot. No interface buttons, text, names, logos, numbers, message bubbles or UI chrome. The two people appear attentive and relaxed, without exaggerated expressions.</a:t>
            </a:r>
            <a:br/>
            <a:r>
              <a:t>Composition: center the student's face and laptop, keep both faces and the device fully within the crop, generous white breathing room and minimal environment. No extra icons, arrows or labels.</a:t>
            </a:r>
            <a:br/>
            <a:r>
              <a:t>Visual style: clean, restrained editorial educational illustration with realistic human proportions, subtly rendered materials and quiet thin contours; white or very light neutral background, muted charcoal, light gray and restrained violet clothing accents. Serious but friendly high-school tone; compatible with a white technical teaching deck. Match the simplicity and palette of an unbranded laptop and external drive illustration.</a:t>
            </a:r>
            <a:br/>
            <a:r>
              <a:t>Important constraints: no explanatory text, no Chinese labels, no binary strings, no byte values, no arrows, no charts, no invented performance metrics, no lag icon, no conclusion, no brand logo, no watermark, no decorative border, no shadowed card, no gradient background. This is a fictional video-call situation, not factual software or network-performance evidence.</a:t>
            </a:r>
            <a:br/>
            <a:r>
              <a:t>[图片编辑]</a:t>
            </a:r>
            <a:br/>
            <a:r>
              <a:t>使用原图，等比contain，无拉伸、无二次编辑；精确标签为原生PPT对象。</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66.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练习题 6</a:t>
            </a:r>
          </a:p>
          <a:p>
            <a:r>
              <a:t>[内部编号] V81-66</a:t>
            </a:r>
          </a:p>
          <a:p>
            <a:r>
              <a:t>[阶段] 提问／独立作答</a:t>
            </a:r>
          </a:p>
          <a:p>
            <a:r>
              <a:t>[教师逐字稿]</a:t>
            </a:r>
          </a:p>
          <a:p>
            <a:r>
              <a:t>【教师讲述／组织】问题页。综合三种理解：音轨声道、原始视频大小、无损还原。</a:t>
            </a:r>
          </a:p>
          <a:p>
            <a:r>
              <a:t>【反馈】先听学生如何解释，再决定是否揭示结论；注意控制本页停留时间。</a:t>
            </a:r>
          </a:p>
          <a:p>
            <a:r>
              <a:t/>
            </a:r>
          </a:p>
          <a:p>
            <a:r>
              <a:t>请学生独立判断三句话，指明每句对应的模型或证据。</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67.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练习题 6</a:t>
            </a:r>
          </a:p>
          <a:p>
            <a:r>
              <a:t>[内部编号] V81-67</a:t>
            </a:r>
          </a:p>
          <a:p>
            <a:r>
              <a:t>[阶段] 证据／解释</a:t>
            </a:r>
          </a:p>
          <a:p>
            <a:r>
              <a:t>[教师逐字稿]</a:t>
            </a:r>
          </a:p>
          <a:p>
            <a:r>
              <a:t>【教师讲述／组织】答案页。不接受只给三个对错而不给依据的回答。</a:t>
            </a:r>
          </a:p>
          <a:p>
            <a:r>
              <a:t>【反馈】先听学生如何解释，再决定是否揭示结论；注意控制本页停留时间。</a:t>
            </a:r>
          </a:p>
          <a:p>
            <a:r>
              <a:t/>
            </a:r>
          </a:p>
          <a:p>
            <a:r>
              <a:t>先让学生口头解释，再展示①错②对③对，强化数据量与ZIP的两种知识。</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68.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离开课堂前，解释三个为什么</a:t>
            </a:r>
          </a:p>
          <a:p>
            <a:r>
              <a:t>[内部编号] V81-68</a:t>
            </a:r>
          </a:p>
          <a:p>
            <a:r>
              <a:t>[阶段] 提问／独立作答</a:t>
            </a:r>
          </a:p>
          <a:p>
            <a:r>
              <a:t>[教师逐字稿]</a:t>
            </a:r>
          </a:p>
          <a:p>
            <a:r>
              <a:t>【教师讲述／组织】出口评价：任选一个问题让学生用自己的话解释。重点检查概念因果：数字化、视频容量、压缩选择。</a:t>
            </a:r>
          </a:p>
          <a:p>
            <a:r>
              <a:t>【反馈】先听学生如何解释，再决定是否揭示结论；注意控制本页停留时间。</a:t>
            </a:r>
          </a:p>
          <a:p>
            <a:r>
              <a:t/>
            </a:r>
          </a:p>
          <a:p>
            <a:r>
              <a:t>退出条检查解释能力而非术语背诵；答不出则回到图示逐步重建。</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69.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可选拓展：采样不足时会发生什么？</a:t>
            </a:r>
          </a:p>
          <a:p>
            <a:r>
              <a:t>[内部编号] V81-69</a:t>
            </a:r>
          </a:p>
          <a:p>
            <a:r>
              <a:t>[阶段] 证据／解释</a:t>
            </a:r>
          </a:p>
          <a:p>
            <a:r>
              <a:t>[教师逐字稿]</a:t>
            </a:r>
          </a:p>
          <a:p>
            <a:r>
              <a:t>【教师讲述／组织】本页只作为选讲：混叠。同一离散采样点可能对应不同连续波形，所以低采样率不仅“点稀疏”，可能无法区分某些信号。深入公式留到拓展课程，不作为主线。</a:t>
            </a:r>
          </a:p>
          <a:p>
            <a:r>
              <a:t>【反馈】先听学生如何解释，再决定是否揭示结论；注意控制本页停留时间。</a:t>
            </a:r>
          </a:p>
          <a:p>
            <a:r>
              <a:t/>
            </a:r>
          </a:p>
          <a:p>
            <a:r>
              <a:t>可选拓展：不是45分钟主线必讲内容，有时间且学生已完成必要理解才展示。</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70.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可选拓展：编码与压缩不同</a:t>
            </a:r>
          </a:p>
          <a:p>
            <a:r>
              <a:t>[内部编号] V81-70</a:t>
            </a:r>
          </a:p>
          <a:p>
            <a:r>
              <a:t>[阶段] 证据／解释</a:t>
            </a:r>
          </a:p>
          <a:p>
            <a:r>
              <a:t>[教师逐字稿]</a:t>
            </a:r>
          </a:p>
          <a:p>
            <a:r>
              <a:t>【教师讲述／组织】这一页可留作下一单元。PCM编码是样本的表示方式；压缩编码改变数据表示量。部分WAV容器可以保存其他编码形式，不能仅凭扩展名断言完全未压缩。</a:t>
            </a:r>
          </a:p>
          <a:p>
            <a:r>
              <a:t>【反馈】先听学生如何解释，再决定是否揭示结论；注意控制本页停留时间。</a:t>
            </a:r>
          </a:p>
          <a:p>
            <a:r>
              <a:t/>
            </a:r>
          </a:p>
          <a:p>
            <a:r>
              <a:t>可选拓展：不是45分钟主线必讲内容，有时间且学生已完成必要理解才展示。</a:t>
            </a:r>
          </a:p>
        </p:txBody>
      </p:sp>
      <p:sp>
        <p:nvSpPr>
          <p:cNvPr id="4" name="Slide Number Placeholder 3"/>
          <p:cNvSpPr>
            <a:spLocks noGrp="1"/>
          </p:cNvSpPr>
          <p:nvPr>
            <p:ph type="sldNum" idx="5"/>
          </p:nvPr>
        </p:nvSpPr>
        <p:spPr/>
        <p:txBody>
          <a:bodyPr/>
          <a:lstStyle/>
          <a:p/>
        </p:txBody>
      </p:sp>
    </p:spTree>
  </p:cSld>
  <p:clrMapOvr>
    <a:masterClrMapping/>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071b436dcb6147a0"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94af71a7a3344331"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cacb434650124d4e"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f2fe273772654c05"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1a2d45600f3f4c4e"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5d4df3047b5445dc"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7dfa0a2a74894682"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c4ea50a8de4c4592"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0beb5a391bc643a7"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1293539d0e084bb9"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d8819d4101da4ac1" /></Relationships>
</file>

<file path=ppt/slideLayouts/slideLayout1.xml><?xml version="1.0" encoding="utf-8"?>
<p:sldLayout xmlns:p="http://schemas.openxmlformats.org/presentationml/2006/main" type="title" preserve="1">
  <p:cSld name="Title Slide">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B6BD5117-51D4-4681-ADCE-DF50AC310A14}"/>
              </a:ext>
            </a:extLst>
          </p:cNvPr>
          <p:cNvSpPr>
            <a:spLocks xmlns:a="http://schemas.openxmlformats.org/drawingml/2006/main" noGrp="1"/>
          </p:cNvSpPr>
          <p:nvPr>
            <p:ph type="ctrTitle" idx="0"/>
          </p:nvPr>
        </p:nvSpPr>
        <p:spPr>
          <a:xfrm xmlns:a="http://schemas.openxmlformats.org/drawingml/2006/main">
            <a:off x="685800" y="2130425"/>
            <a:ext cx="7772400" cy="1470025"/>
          </a:xfrm>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Subtitle 2">
            <a:extLst xmlns:a="http://schemas.openxmlformats.org/drawingml/2006/main">
              <a:ext uri="{FF2B5EF4-FFF2-40B4-BE49-F238E27FC236}">
                <a16:creationId xmlns:a16="http://schemas.microsoft.com/office/drawing/2014/main" id="{6BDED072-DEC9-4E2B-9FD2-69D70854114E}"/>
              </a:ext>
            </a:extLst>
          </p:cNvPr>
          <p:cNvSpPr>
            <a:spLocks xmlns:a="http://schemas.openxmlformats.org/drawingml/2006/main" noGrp="1"/>
          </p:cNvSpPr>
          <p:nvPr>
            <p:ph type="subTitle" idx="1"/>
          </p:nvPr>
        </p:nvSpPr>
        <p:spPr>
          <a:xfrm xmlns:a="http://schemas.openxmlformats.org/drawingml/2006/main">
            <a:off x="1371600" y="3886200"/>
            <a:ext cx="6400800" cy="1752600"/>
          </a:xfrm>
        </p:spPr>
        <p:txBody>
          <a:bodyPr xmlns:a="http://schemas.openxmlformats.org/drawingml/2006/main"/>
          <a:lstStyle xmlns:a="http://schemas.openxmlformats.org/drawingml/2006/main">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xmlns:a="http://schemas.openxmlformats.org/drawingml/2006/main">
            <a:r>
              <a:t>Click to edit Master subtitle style</a:t>
            </a:r>
            <a:endParaRPr/>
          </a:p>
        </p:txBody>
      </p:sp>
      <p:sp>
        <p:nvSpPr>
          <p:cNvPr id="4" name="Date Placeholder 3">
            <a:extLst xmlns:a="http://schemas.openxmlformats.org/drawingml/2006/main">
              <a:ext uri="{FF2B5EF4-FFF2-40B4-BE49-F238E27FC236}">
                <a16:creationId xmlns:a16="http://schemas.microsoft.com/office/drawing/2014/main" id="{01834239-CD18-4410-A160-589BE1A43685}"/>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5" name="Footer Placeholder 4">
            <a:extLst xmlns:a="http://schemas.openxmlformats.org/drawingml/2006/main">
              <a:ext uri="{FF2B5EF4-FFF2-40B4-BE49-F238E27FC236}">
                <a16:creationId xmlns:a16="http://schemas.microsoft.com/office/drawing/2014/main" id="{71FD5F1E-53F6-4A17-BE79-6B3B63B0BC52}"/>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7952A777-E27C-49F8-8C09-E61A81ECF3B3}"/>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2.xml><?xml version="1.0" encoding="utf-8"?>
<p:sldLayout xmlns:p="http://schemas.openxmlformats.org/presentationml/2006/main" type="obj" preserve="1">
  <p:cSld name="Title and Conten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2359249E-02B2-46C1-B6E9-BA7AD1445CEC}"/>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Content Placeholder 2">
            <a:extLst xmlns:a="http://schemas.openxmlformats.org/drawingml/2006/main">
              <a:ext uri="{FF2B5EF4-FFF2-40B4-BE49-F238E27FC236}">
                <a16:creationId xmlns:a16="http://schemas.microsoft.com/office/drawing/2014/main" id="{A769D111-D627-4E7E-9F8E-69045B12A2E8}"/>
              </a:ext>
            </a:extLst>
          </p:cNvPr>
          <p:cNvSpPr>
            <a:spLocks xmlns:a="http://schemas.openxmlformats.org/drawingml/2006/main" noGrp="1"/>
          </p:cNvSpPr>
          <p:nvPr>
            <p:ph idx="1"/>
          </p:nvPr>
        </p:nvSpPr>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Date Placeholder 3">
            <a:extLst xmlns:a="http://schemas.openxmlformats.org/drawingml/2006/main">
              <a:ext uri="{FF2B5EF4-FFF2-40B4-BE49-F238E27FC236}">
                <a16:creationId xmlns:a16="http://schemas.microsoft.com/office/drawing/2014/main" id="{284DC843-A24D-4BB7-A13C-C674F6E9666E}"/>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5" name="Footer Placeholder 4">
            <a:extLst xmlns:a="http://schemas.openxmlformats.org/drawingml/2006/main">
              <a:ext uri="{FF2B5EF4-FFF2-40B4-BE49-F238E27FC236}">
                <a16:creationId xmlns:a16="http://schemas.microsoft.com/office/drawing/2014/main" id="{F30B8B7E-E519-4D33-8B9D-513385DD1C4F}"/>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CB0FA73D-C244-4AFF-9483-327166514B76}"/>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3.xml><?xml version="1.0" encoding="utf-8"?>
<p:sldLayout xmlns:p="http://schemas.openxmlformats.org/presentationml/2006/main" type="secHead" preserve="1">
  <p:cSld name="Section Header">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8E1B3EAE-3FB5-4214-A151-EA0703FE6C18}"/>
              </a:ext>
            </a:extLst>
          </p:cNvPr>
          <p:cNvSpPr>
            <a:spLocks xmlns:a="http://schemas.openxmlformats.org/drawingml/2006/main" noGrp="1"/>
          </p:cNvSpPr>
          <p:nvPr>
            <p:ph type="title" idx="0"/>
          </p:nvPr>
        </p:nvSpPr>
        <p:spPr>
          <a:xfrm xmlns:a="http://schemas.openxmlformats.org/drawingml/2006/main">
            <a:off x="722313" y="4406900"/>
            <a:ext cx="7772400" cy="1362075"/>
          </a:xfrm>
        </p:spPr>
        <p:txBody>
          <a:bodyPr xmlns:a="http://schemas.openxmlformats.org/drawingml/2006/main" anchor="t"/>
          <a:lstStyle xmlns:a="http://schemas.openxmlformats.org/drawingml/2006/main">
            <a:lvl1pPr algn="l">
              <a:buNone/>
              <a:defRPr sz="4000" b="1" cap="all"/>
            </a:lvl1pPr>
          </a:lstStyle>
          <a:p xmlns:a="http://schemas.openxmlformats.org/drawingml/2006/main">
            <a:r>
              <a:t>Click to edit Master title style</a:t>
            </a:r>
            <a:endParaRPr/>
          </a:p>
        </p:txBody>
      </p:sp>
      <p:sp>
        <p:nvSpPr>
          <p:cNvPr id="3" name="Text Placeholder 2">
            <a:extLst xmlns:a="http://schemas.openxmlformats.org/drawingml/2006/main">
              <a:ext uri="{FF2B5EF4-FFF2-40B4-BE49-F238E27FC236}">
                <a16:creationId xmlns:a16="http://schemas.microsoft.com/office/drawing/2014/main" id="{3471D73D-377F-43B8-9B0B-5A439268FF15}"/>
              </a:ext>
            </a:extLst>
          </p:cNvPr>
          <p:cNvSpPr>
            <a:spLocks xmlns:a="http://schemas.openxmlformats.org/drawingml/2006/main" noGrp="1"/>
          </p:cNvSpPr>
          <p:nvPr>
            <p:ph type="body" idx="1"/>
          </p:nvPr>
        </p:nvSpPr>
        <p:spPr>
          <a:xfrm xmlns:a="http://schemas.openxmlformats.org/drawingml/2006/main">
            <a:off x="722313" y="2906713"/>
            <a:ext cx="7772400" cy="1500187"/>
          </a:xfrm>
        </p:spPr>
        <p:txBody>
          <a:bodyPr xmlns:a="http://schemas.openxmlformats.org/drawingml/2006/main" anchor="b"/>
          <a:lstStyle xmlns:a="http://schemas.openxmlformats.org/drawingml/2006/main">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xmlns:a="http://schemas.openxmlformats.org/drawingml/2006/main">
            <a:pPr lvl="0">
              <a:buNone/>
            </a:pPr>
            <a:r>
              <a:t>Click to edit Master text styles</a:t>
            </a:r>
          </a:p>
        </p:txBody>
      </p:sp>
      <p:sp>
        <p:nvSpPr>
          <p:cNvPr id="4" name="Date Placeholder 3">
            <a:extLst xmlns:a="http://schemas.openxmlformats.org/drawingml/2006/main">
              <a:ext uri="{FF2B5EF4-FFF2-40B4-BE49-F238E27FC236}">
                <a16:creationId xmlns:a16="http://schemas.microsoft.com/office/drawing/2014/main" id="{69B77A82-5DEF-4259-9886-5F3638798999}"/>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5" name="Footer Placeholder 4">
            <a:extLst xmlns:a="http://schemas.openxmlformats.org/drawingml/2006/main">
              <a:ext uri="{FF2B5EF4-FFF2-40B4-BE49-F238E27FC236}">
                <a16:creationId xmlns:a16="http://schemas.microsoft.com/office/drawing/2014/main" id="{8E2D7A1C-2661-43FD-9E71-F5CE6997B4A2}"/>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AA003DDC-39D4-47C1-8343-4630C67E8246}"/>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4.xml><?xml version="1.0" encoding="utf-8"?>
<p:sldLayout xmlns:p="http://schemas.openxmlformats.org/presentationml/2006/main" type="twoObj" preserve="1">
  <p:cSld name="Two Conten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21FE31DC-2EF0-420C-9831-469393662364}"/>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Content Placeholder 2">
            <a:extLst xmlns:a="http://schemas.openxmlformats.org/drawingml/2006/main">
              <a:ext uri="{FF2B5EF4-FFF2-40B4-BE49-F238E27FC236}">
                <a16:creationId xmlns:a16="http://schemas.microsoft.com/office/drawing/2014/main" id="{C91E0AA3-9560-4597-9F95-CF5F2D6F8613}"/>
              </a:ext>
            </a:extLst>
          </p:cNvPr>
          <p:cNvSpPr>
            <a:spLocks xmlns:a="http://schemas.openxmlformats.org/drawingml/2006/main" noGrp="1"/>
          </p:cNvSpPr>
          <p:nvPr>
            <p:ph idx="1"/>
          </p:nvPr>
        </p:nvSpPr>
        <p:spPr>
          <a:xfrm xmlns:a="http://schemas.openxmlformats.org/drawingml/2006/main">
            <a:off x="457200" y="1600200"/>
            <a:ext cx="4038600" cy="4525963"/>
          </a:xfrm>
        </p:spPr>
        <p:txBody>
          <a:bodyPr xmlns:a="http://schemas.openxmlformats.org/drawingml/2006/main"/>
          <a:lstStyle xmlns:a="http://schemas.openxmlformats.org/drawingml/2006/main">
            <a:lvl1pPr>
              <a:buNone/>
              <a:defRPr sz="2800"/>
            </a:lvl1pPr>
            <a:lvl2pPr>
              <a:buNone/>
              <a:defRPr sz="2400"/>
            </a:lvl2pPr>
            <a:lvl3pPr>
              <a:buNone/>
              <a:defRPr sz="2000"/>
            </a:lvl3pPr>
            <a:lvl4pPr>
              <a:buNone/>
              <a:defRPr sz="1800"/>
            </a:lvl4pPr>
            <a:lvl5pPr>
              <a:buNone/>
              <a:defRPr sz="1800"/>
            </a:lvl5pPr>
            <a:lvl6pPr>
              <a:buNone/>
              <a:defRPr sz="1800"/>
            </a:lvl6pPr>
            <a:lvl7pPr>
              <a:buNone/>
              <a:defRPr sz="1800"/>
            </a:lvl7pPr>
            <a:lvl8pPr>
              <a:buNone/>
              <a:defRPr sz="1800"/>
            </a:lvl8pPr>
            <a:lvl9pPr>
              <a:buNone/>
              <a:defRPr sz="18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Content Placeholder 3">
            <a:extLst xmlns:a="http://schemas.openxmlformats.org/drawingml/2006/main">
              <a:ext uri="{FF2B5EF4-FFF2-40B4-BE49-F238E27FC236}">
                <a16:creationId xmlns:a16="http://schemas.microsoft.com/office/drawing/2014/main" id="{F99E0189-BA28-45B5-A641-5C279C170F37}"/>
              </a:ext>
            </a:extLst>
          </p:cNvPr>
          <p:cNvSpPr>
            <a:spLocks xmlns:a="http://schemas.openxmlformats.org/drawingml/2006/main" noGrp="1"/>
          </p:cNvSpPr>
          <p:nvPr>
            <p:ph idx="2"/>
          </p:nvPr>
        </p:nvSpPr>
        <p:spPr>
          <a:xfrm xmlns:a="http://schemas.openxmlformats.org/drawingml/2006/main">
            <a:off x="4648200" y="1600200"/>
            <a:ext cx="4038600" cy="4525963"/>
          </a:xfrm>
        </p:spPr>
        <p:txBody>
          <a:bodyPr xmlns:a="http://schemas.openxmlformats.org/drawingml/2006/main"/>
          <a:lstStyle xmlns:a="http://schemas.openxmlformats.org/drawingml/2006/main">
            <a:lvl1pPr>
              <a:buNone/>
              <a:defRPr sz="2800"/>
            </a:lvl1pPr>
            <a:lvl2pPr>
              <a:buNone/>
              <a:defRPr sz="2400"/>
            </a:lvl2pPr>
            <a:lvl3pPr>
              <a:buNone/>
              <a:defRPr sz="2000"/>
            </a:lvl3pPr>
            <a:lvl4pPr>
              <a:buNone/>
              <a:defRPr sz="1800"/>
            </a:lvl4pPr>
            <a:lvl5pPr>
              <a:buNone/>
              <a:defRPr sz="1800"/>
            </a:lvl5pPr>
            <a:lvl6pPr>
              <a:buNone/>
              <a:defRPr sz="1800"/>
            </a:lvl6pPr>
            <a:lvl7pPr>
              <a:buNone/>
              <a:defRPr sz="1800"/>
            </a:lvl7pPr>
            <a:lvl8pPr>
              <a:buNone/>
              <a:defRPr sz="1800"/>
            </a:lvl8pPr>
            <a:lvl9pPr>
              <a:buNone/>
              <a:defRPr sz="18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5" name="Date Placeholder 4">
            <a:extLst xmlns:a="http://schemas.openxmlformats.org/drawingml/2006/main">
              <a:ext uri="{FF2B5EF4-FFF2-40B4-BE49-F238E27FC236}">
                <a16:creationId xmlns:a16="http://schemas.microsoft.com/office/drawing/2014/main" id="{180B1CC2-BDF2-4065-9C6C-32F7E4A24242}"/>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6" name="Footer Placeholder 5">
            <a:extLst xmlns:a="http://schemas.openxmlformats.org/drawingml/2006/main">
              <a:ext uri="{FF2B5EF4-FFF2-40B4-BE49-F238E27FC236}">
                <a16:creationId xmlns:a16="http://schemas.microsoft.com/office/drawing/2014/main" id="{9295B0D4-788D-4EC2-8F94-FCE348FD64D1}"/>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5DEA751C-DB35-4347-B0BC-7B75CFA7300B}"/>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5.xml><?xml version="1.0" encoding="utf-8"?>
<p:sldLayout xmlns:p="http://schemas.openxmlformats.org/presentationml/2006/main" type="twoTxTwoObj" preserve="1">
  <p:cSld name="Comparis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D7A8656A-BE3E-456F-99B0-7E4DB5F48913}"/>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lvl1pPr>
              <a:buNone/>
              <a:defRPr/>
            </a:lvl1pPr>
          </a:lstStyle>
          <a:p xmlns:a="http://schemas.openxmlformats.org/drawingml/2006/main">
            <a:r>
              <a:t>Click to edit Master title style</a:t>
            </a:r>
            <a:endParaRPr/>
          </a:p>
        </p:txBody>
      </p:sp>
      <p:sp>
        <p:nvSpPr>
          <p:cNvPr id="3" name="Text Placeholder 2">
            <a:extLst xmlns:a="http://schemas.openxmlformats.org/drawingml/2006/main">
              <a:ext uri="{FF2B5EF4-FFF2-40B4-BE49-F238E27FC236}">
                <a16:creationId xmlns:a16="http://schemas.microsoft.com/office/drawing/2014/main" id="{662F175B-4EF7-49D3-B129-046D7060C539}"/>
              </a:ext>
            </a:extLst>
          </p:cNvPr>
          <p:cNvSpPr>
            <a:spLocks xmlns:a="http://schemas.openxmlformats.org/drawingml/2006/main" noGrp="1"/>
          </p:cNvSpPr>
          <p:nvPr>
            <p:ph type="body" idx="1"/>
          </p:nvPr>
        </p:nvSpPr>
        <p:spPr>
          <a:xfrm xmlns:a="http://schemas.openxmlformats.org/drawingml/2006/main">
            <a:off x="457200" y="1535113"/>
            <a:ext cx="4040188" cy="639762"/>
          </a:xfrm>
        </p:spPr>
        <p:txBody>
          <a:bodyPr xmlns:a="http://schemas.openxmlformats.org/drawingml/2006/main" anchor="b"/>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Click to edit Master text styles</a:t>
            </a:r>
          </a:p>
        </p:txBody>
      </p:sp>
      <p:sp>
        <p:nvSpPr>
          <p:cNvPr id="4" name="Content Placeholder 3">
            <a:extLst xmlns:a="http://schemas.openxmlformats.org/drawingml/2006/main">
              <a:ext uri="{FF2B5EF4-FFF2-40B4-BE49-F238E27FC236}">
                <a16:creationId xmlns:a16="http://schemas.microsoft.com/office/drawing/2014/main" id="{02E582CE-9649-4F64-BC4D-E652DAB51B6D}"/>
              </a:ext>
            </a:extLst>
          </p:cNvPr>
          <p:cNvSpPr>
            <a:spLocks xmlns:a="http://schemas.openxmlformats.org/drawingml/2006/main" noGrp="1"/>
          </p:cNvSpPr>
          <p:nvPr>
            <p:ph idx="2"/>
          </p:nvPr>
        </p:nvSpPr>
        <p:spPr>
          <a:xfrm xmlns:a="http://schemas.openxmlformats.org/drawingml/2006/main">
            <a:off x="457200" y="2174875"/>
            <a:ext cx="4040188" cy="3951288"/>
          </a:xfrm>
        </p:spPr>
        <p:txBody>
          <a:bodyPr xmlns:a="http://schemas.openxmlformats.org/drawingml/2006/main"/>
          <a:lstStyle xmlns:a="http://schemas.openxmlformats.org/drawingml/2006/main">
            <a:lvl1pPr>
              <a:buNone/>
              <a:defRPr sz="2400"/>
            </a:lvl1pPr>
            <a:lvl2pPr>
              <a:buNone/>
              <a:defRPr sz="2000"/>
            </a:lvl2pPr>
            <a:lvl3pPr>
              <a:buNone/>
              <a:defRPr sz="1800"/>
            </a:lvl3pPr>
            <a:lvl4pPr>
              <a:buNone/>
              <a:defRPr sz="1600"/>
            </a:lvl4pPr>
            <a:lvl5pPr>
              <a:buNone/>
              <a:defRPr sz="1600"/>
            </a:lvl5pPr>
            <a:lvl6pPr>
              <a:buNone/>
              <a:defRPr sz="1600"/>
            </a:lvl6pPr>
            <a:lvl7pPr>
              <a:buNone/>
              <a:defRPr sz="1600"/>
            </a:lvl7pPr>
            <a:lvl8pPr>
              <a:buNone/>
              <a:defRPr sz="1600"/>
            </a:lvl8pPr>
            <a:lvl9pPr>
              <a:buNone/>
              <a:defRPr sz="16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5" name="Text Placeholder 4">
            <a:extLst xmlns:a="http://schemas.openxmlformats.org/drawingml/2006/main">
              <a:ext uri="{FF2B5EF4-FFF2-40B4-BE49-F238E27FC236}">
                <a16:creationId xmlns:a16="http://schemas.microsoft.com/office/drawing/2014/main" id="{1A331D56-B987-4F48-B0FD-710829559336}"/>
              </a:ext>
            </a:extLst>
          </p:cNvPr>
          <p:cNvSpPr>
            <a:spLocks xmlns:a="http://schemas.openxmlformats.org/drawingml/2006/main" noGrp="1"/>
          </p:cNvSpPr>
          <p:nvPr>
            <p:ph type="body" idx="3"/>
          </p:nvPr>
        </p:nvSpPr>
        <p:spPr>
          <a:xfrm xmlns:a="http://schemas.openxmlformats.org/drawingml/2006/main">
            <a:off x="4645025" y="1535113"/>
            <a:ext cx="4041775" cy="639762"/>
          </a:xfrm>
        </p:spPr>
        <p:txBody>
          <a:bodyPr xmlns:a="http://schemas.openxmlformats.org/drawingml/2006/main" anchor="b"/>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Click to edit Master text styles</a:t>
            </a:r>
          </a:p>
        </p:txBody>
      </p:sp>
      <p:sp>
        <p:nvSpPr>
          <p:cNvPr id="6" name="Content Placeholder 5">
            <a:extLst xmlns:a="http://schemas.openxmlformats.org/drawingml/2006/main">
              <a:ext uri="{FF2B5EF4-FFF2-40B4-BE49-F238E27FC236}">
                <a16:creationId xmlns:a16="http://schemas.microsoft.com/office/drawing/2014/main" id="{873E4A8E-9935-425C-B010-C561E705D58B}"/>
              </a:ext>
            </a:extLst>
          </p:cNvPr>
          <p:cNvSpPr>
            <a:spLocks xmlns:a="http://schemas.openxmlformats.org/drawingml/2006/main" noGrp="1"/>
          </p:cNvSpPr>
          <p:nvPr>
            <p:ph idx="4"/>
          </p:nvPr>
        </p:nvSpPr>
        <p:spPr>
          <a:xfrm xmlns:a="http://schemas.openxmlformats.org/drawingml/2006/main">
            <a:off x="4645025" y="2174875"/>
            <a:ext cx="4041775" cy="3951288"/>
          </a:xfrm>
        </p:spPr>
        <p:txBody>
          <a:bodyPr xmlns:a="http://schemas.openxmlformats.org/drawingml/2006/main"/>
          <a:lstStyle xmlns:a="http://schemas.openxmlformats.org/drawingml/2006/main">
            <a:lvl1pPr>
              <a:buNone/>
              <a:defRPr sz="2400"/>
            </a:lvl1pPr>
            <a:lvl2pPr>
              <a:buNone/>
              <a:defRPr sz="2000"/>
            </a:lvl2pPr>
            <a:lvl3pPr>
              <a:buNone/>
              <a:defRPr sz="1800"/>
            </a:lvl3pPr>
            <a:lvl4pPr>
              <a:buNone/>
              <a:defRPr sz="1600"/>
            </a:lvl4pPr>
            <a:lvl5pPr>
              <a:buNone/>
              <a:defRPr sz="1600"/>
            </a:lvl5pPr>
            <a:lvl6pPr>
              <a:buNone/>
              <a:defRPr sz="1600"/>
            </a:lvl6pPr>
            <a:lvl7pPr>
              <a:buNone/>
              <a:defRPr sz="1600"/>
            </a:lvl7pPr>
            <a:lvl8pPr>
              <a:buNone/>
              <a:defRPr sz="1600"/>
            </a:lvl8pPr>
            <a:lvl9pPr>
              <a:buNone/>
              <a:defRPr sz="16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7" name="Date Placeholder 6">
            <a:extLst xmlns:a="http://schemas.openxmlformats.org/drawingml/2006/main">
              <a:ext uri="{FF2B5EF4-FFF2-40B4-BE49-F238E27FC236}">
                <a16:creationId xmlns:a16="http://schemas.microsoft.com/office/drawing/2014/main" id="{7678D77E-A01A-48C0-8C5B-CD9C96B56F96}"/>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8" name="Footer Placeholder 7">
            <a:extLst xmlns:a="http://schemas.openxmlformats.org/drawingml/2006/main">
              <a:ext uri="{FF2B5EF4-FFF2-40B4-BE49-F238E27FC236}">
                <a16:creationId xmlns:a16="http://schemas.microsoft.com/office/drawing/2014/main" id="{BCA45E55-E53B-4D1F-93A5-344A4B5FD401}"/>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9" name="Slide Number Placeholder 8">
            <a:extLst xmlns:a="http://schemas.openxmlformats.org/drawingml/2006/main">
              <a:ext uri="{FF2B5EF4-FFF2-40B4-BE49-F238E27FC236}">
                <a16:creationId xmlns:a16="http://schemas.microsoft.com/office/drawing/2014/main" id="{91509872-C230-4F72-B6F4-679EEACF9E8D}"/>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6.xml><?xml version="1.0" encoding="utf-8"?>
<p:sldLayout xmlns:p="http://schemas.openxmlformats.org/presentationml/2006/main" type="titleOnly" preserve="1">
  <p:cSld name="Title Only">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69C1836F-5C8F-4D0D-B784-F6F273EF6202}"/>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Date Placeholder 2">
            <a:extLst xmlns:a="http://schemas.openxmlformats.org/drawingml/2006/main">
              <a:ext uri="{FF2B5EF4-FFF2-40B4-BE49-F238E27FC236}">
                <a16:creationId xmlns:a16="http://schemas.microsoft.com/office/drawing/2014/main" id="{92C8646E-E881-4FD5-9CA4-03C7CA6CA9E9}"/>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4" name="Footer Placeholder 3">
            <a:extLst xmlns:a="http://schemas.openxmlformats.org/drawingml/2006/main">
              <a:ext uri="{FF2B5EF4-FFF2-40B4-BE49-F238E27FC236}">
                <a16:creationId xmlns:a16="http://schemas.microsoft.com/office/drawing/2014/main" id="{C85704B4-4779-4DE0-A21D-A41EA43D4C26}"/>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5" name="Slide Number Placeholder 4">
            <a:extLst xmlns:a="http://schemas.openxmlformats.org/drawingml/2006/main">
              <a:ext uri="{FF2B5EF4-FFF2-40B4-BE49-F238E27FC236}">
                <a16:creationId xmlns:a16="http://schemas.microsoft.com/office/drawing/2014/main" id="{8AF3AB2F-72DC-4C8F-AEEE-95322FCA193D}"/>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7.xml><?xml version="1.0" encoding="utf-8"?>
<p:sldLayout xmlns:p="http://schemas.openxmlformats.org/presentationml/2006/main" type="blank" preserve="1">
  <p:cSld name="Blank">
    <p:spTree>
      <p:nvGrpSpPr>
        <p:cNvPr id="1" name=""/>
        <p:cNvGrpSpPr/>
        <p:nvPr/>
      </p:nvGrpSpPr>
      <p:grpSpPr>
        <a:xfrm xmlns:a="http://schemas.openxmlformats.org/drawingml/2006/main"/>
      </p:grpSpPr>
      <p:sp>
        <p:nvSpPr>
          <p:cNvPr id="2" name="Date Placeholder 1">
            <a:extLst xmlns:a="http://schemas.openxmlformats.org/drawingml/2006/main">
              <a:ext uri="{FF2B5EF4-FFF2-40B4-BE49-F238E27FC236}">
                <a16:creationId xmlns:a16="http://schemas.microsoft.com/office/drawing/2014/main" id="{6B5AA6A5-2232-4BF0-A85D-FE8180CA78A4}"/>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3" name="Footer Placeholder 2">
            <a:extLst xmlns:a="http://schemas.openxmlformats.org/drawingml/2006/main">
              <a:ext uri="{FF2B5EF4-FFF2-40B4-BE49-F238E27FC236}">
                <a16:creationId xmlns:a16="http://schemas.microsoft.com/office/drawing/2014/main" id="{104E653B-27E9-4F3B-A73F-A28D26CF4ECD}"/>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a:extLst xmlns:a="http://schemas.openxmlformats.org/drawingml/2006/main">
              <a:ext uri="{FF2B5EF4-FFF2-40B4-BE49-F238E27FC236}">
                <a16:creationId xmlns:a16="http://schemas.microsoft.com/office/drawing/2014/main" id="{6519B5CB-C6BE-49E0-B8C3-58740787DD31}"/>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8.xml><?xml version="1.0" encoding="utf-8"?>
<p:sldLayout xmlns:p="http://schemas.openxmlformats.org/presentationml/2006/main" type="objTx" preserve="1">
  <p:cSld name="Content with Capti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1949A48C-023E-44BF-A37B-A8643AE4A6DB}"/>
              </a:ext>
            </a:extLst>
          </p:cNvPr>
          <p:cNvSpPr>
            <a:spLocks xmlns:a="http://schemas.openxmlformats.org/drawingml/2006/main" noGrp="1"/>
          </p:cNvSpPr>
          <p:nvPr>
            <p:ph type="title" idx="0"/>
          </p:nvPr>
        </p:nvSpPr>
        <p:spPr>
          <a:xfrm xmlns:a="http://schemas.openxmlformats.org/drawingml/2006/main">
            <a:off x="457200" y="273050"/>
            <a:ext cx="3008313" cy="1162050"/>
          </a:xfrm>
        </p:spPr>
        <p:txBody>
          <a:bodyPr xmlns:a="http://schemas.openxmlformats.org/drawingml/2006/main" anchor="b"/>
          <a:lstStyle xmlns:a="http://schemas.openxmlformats.org/drawingml/2006/main">
            <a:lvl1pPr algn="l">
              <a:buNone/>
              <a:defRPr sz="2000" b="1"/>
            </a:lvl1pPr>
          </a:lstStyle>
          <a:p xmlns:a="http://schemas.openxmlformats.org/drawingml/2006/main">
            <a:r>
              <a:t>Click to edit Master title style</a:t>
            </a:r>
            <a:endParaRPr/>
          </a:p>
        </p:txBody>
      </p:sp>
      <p:sp>
        <p:nvSpPr>
          <p:cNvPr id="3" name="Content Placeholder 2">
            <a:extLst xmlns:a="http://schemas.openxmlformats.org/drawingml/2006/main">
              <a:ext uri="{FF2B5EF4-FFF2-40B4-BE49-F238E27FC236}">
                <a16:creationId xmlns:a16="http://schemas.microsoft.com/office/drawing/2014/main" id="{8233C552-9197-4018-A465-960F4CEA5146}"/>
              </a:ext>
            </a:extLst>
          </p:cNvPr>
          <p:cNvSpPr>
            <a:spLocks xmlns:a="http://schemas.openxmlformats.org/drawingml/2006/main" noGrp="1"/>
          </p:cNvSpPr>
          <p:nvPr>
            <p:ph idx="1"/>
          </p:nvPr>
        </p:nvSpPr>
        <p:spPr>
          <a:xfrm xmlns:a="http://schemas.openxmlformats.org/drawingml/2006/main">
            <a:off x="3575050" y="273050"/>
            <a:ext cx="5111750" cy="5853113"/>
          </a:xfrm>
        </p:spPr>
        <p:txBody>
          <a:bodyPr xmlns:a="http://schemas.openxmlformats.org/drawingml/2006/main"/>
          <a:lstStyle xmlns:a="http://schemas.openxmlformats.org/drawingml/2006/main">
            <a:lvl1pPr>
              <a:buNone/>
              <a:defRPr sz="3200"/>
            </a:lvl1pPr>
            <a:lvl2pPr>
              <a:buNone/>
              <a:defRPr sz="2800"/>
            </a:lvl2pPr>
            <a:lvl3pPr>
              <a:buNone/>
              <a:defRPr sz="2400"/>
            </a:lvl3pPr>
            <a:lvl4pPr>
              <a:buNone/>
              <a:defRPr sz="2000"/>
            </a:lvl4pPr>
            <a:lvl5pPr>
              <a:buNone/>
              <a:defRPr sz="2000"/>
            </a:lvl5pPr>
            <a:lvl6pPr>
              <a:buNone/>
              <a:defRPr sz="2000"/>
            </a:lvl6pPr>
            <a:lvl7pPr>
              <a:buNone/>
              <a:defRPr sz="2000"/>
            </a:lvl7pPr>
            <a:lvl8pPr>
              <a:buNone/>
              <a:defRPr sz="2000"/>
            </a:lvl8pPr>
            <a:lvl9pPr>
              <a:buNone/>
              <a:defRPr sz="20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Text Placeholder 3">
            <a:extLst xmlns:a="http://schemas.openxmlformats.org/drawingml/2006/main">
              <a:ext uri="{FF2B5EF4-FFF2-40B4-BE49-F238E27FC236}">
                <a16:creationId xmlns:a16="http://schemas.microsoft.com/office/drawing/2014/main" id="{E97FEBB7-27AC-4584-B3B4-4959EC0F75E0}"/>
              </a:ext>
            </a:extLst>
          </p:cNvPr>
          <p:cNvSpPr>
            <a:spLocks xmlns:a="http://schemas.openxmlformats.org/drawingml/2006/main" noGrp="1"/>
          </p:cNvSpPr>
          <p:nvPr>
            <p:ph type="body" idx="2"/>
          </p:nvPr>
        </p:nvSpPr>
        <p:spPr>
          <a:xfrm xmlns:a="http://schemas.openxmlformats.org/drawingml/2006/main">
            <a:off x="457200" y="1435100"/>
            <a:ext cx="3008313" cy="4691063"/>
          </a:xfrm>
        </p:spPr>
        <p:txBody>
          <a:bodyPr xmlns:a="http://schemas.openxmlformats.org/drawingml/2006/main"/>
          <a:lstStyle xmlns:a="http://schemas.openxmlformats.org/drawingml/2006/main">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xmlns:a="http://schemas.openxmlformats.org/drawingml/2006/main">
            <a:pPr lvl="0">
              <a:buNone/>
            </a:pPr>
            <a:r>
              <a:t>Click to edit Master text styles</a:t>
            </a:r>
          </a:p>
        </p:txBody>
      </p:sp>
      <p:sp>
        <p:nvSpPr>
          <p:cNvPr id="5" name="Date Placeholder 4">
            <a:extLst xmlns:a="http://schemas.openxmlformats.org/drawingml/2006/main">
              <a:ext uri="{FF2B5EF4-FFF2-40B4-BE49-F238E27FC236}">
                <a16:creationId xmlns:a16="http://schemas.microsoft.com/office/drawing/2014/main" id="{8AA6B109-EEDC-4A54-975B-0F97E5E78071}"/>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6" name="Footer Placeholder 5">
            <a:extLst xmlns:a="http://schemas.openxmlformats.org/drawingml/2006/main">
              <a:ext uri="{FF2B5EF4-FFF2-40B4-BE49-F238E27FC236}">
                <a16:creationId xmlns:a16="http://schemas.microsoft.com/office/drawing/2014/main" id="{CE64034B-986B-419B-BBAB-3DDB3B653BBA}"/>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9891B262-5920-4654-903C-A4B2D6DCC4F4}"/>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9.xml><?xml version="1.0" encoding="utf-8"?>
<p:sldLayout xmlns:p="http://schemas.openxmlformats.org/presentationml/2006/main" type="picTx" preserve="1">
  <p:cSld name="Picture with Capti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ECBCCC08-169A-472D-A41D-73AF791245B5}"/>
              </a:ext>
            </a:extLst>
          </p:cNvPr>
          <p:cNvSpPr>
            <a:spLocks xmlns:a="http://schemas.openxmlformats.org/drawingml/2006/main" noGrp="1"/>
          </p:cNvSpPr>
          <p:nvPr>
            <p:ph type="title" idx="0"/>
          </p:nvPr>
        </p:nvSpPr>
        <p:spPr>
          <a:xfrm xmlns:a="http://schemas.openxmlformats.org/drawingml/2006/main">
            <a:off x="1792288" y="4800600"/>
            <a:ext cx="5486400" cy="566738"/>
          </a:xfrm>
        </p:spPr>
        <p:txBody>
          <a:bodyPr xmlns:a="http://schemas.openxmlformats.org/drawingml/2006/main" anchor="b"/>
          <a:lstStyle xmlns:a="http://schemas.openxmlformats.org/drawingml/2006/main">
            <a:lvl1pPr algn="l">
              <a:buNone/>
              <a:defRPr sz="2000" b="1"/>
            </a:lvl1pPr>
          </a:lstStyle>
          <a:p xmlns:a="http://schemas.openxmlformats.org/drawingml/2006/main">
            <a:r>
              <a:t>Click to edit Master title style</a:t>
            </a:r>
            <a:endParaRPr/>
          </a:p>
        </p:txBody>
      </p:sp>
      <p:sp>
        <p:nvSpPr>
          <p:cNvPr id="3" name="Picture Placeholder 2">
            <a:extLst xmlns:a="http://schemas.openxmlformats.org/drawingml/2006/main">
              <a:ext uri="{FF2B5EF4-FFF2-40B4-BE49-F238E27FC236}">
                <a16:creationId xmlns:a16="http://schemas.microsoft.com/office/drawing/2014/main" id="{ACBE52CA-D146-4379-9384-A9C9BBA206F1}"/>
              </a:ext>
            </a:extLst>
          </p:cNvPr>
          <p:cNvSpPr>
            <a:spLocks xmlns:a="http://schemas.openxmlformats.org/drawingml/2006/main" noGrp="1"/>
          </p:cNvSpPr>
          <p:nvPr>
            <p:ph type="pic" idx="1"/>
          </p:nvPr>
        </p:nvSpPr>
        <p:spPr>
          <a:xfrm xmlns:a="http://schemas.openxmlformats.org/drawingml/2006/main">
            <a:off x="1792288" y="612775"/>
            <a:ext cx="5486400" cy="4114800"/>
          </a:xfrm>
        </p:spPr>
        <p:txBody>
          <a:bodyPr xmlns:a="http://schemas.openxmlformats.org/drawingml/2006/main"/>
          <a:lstStyle xmlns:a="http://schemas.openxmlformats.org/drawingml/2006/main">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xmlns:a="http://schemas.openxmlformats.org/drawingml/2006/main">
            <a:endParaRPr/>
          </a:p>
        </p:txBody>
      </p:sp>
      <p:sp>
        <p:nvSpPr>
          <p:cNvPr id="4" name="Text Placeholder 3">
            <a:extLst xmlns:a="http://schemas.openxmlformats.org/drawingml/2006/main">
              <a:ext uri="{FF2B5EF4-FFF2-40B4-BE49-F238E27FC236}">
                <a16:creationId xmlns:a16="http://schemas.microsoft.com/office/drawing/2014/main" id="{118F177C-4A27-4BD4-87BA-295743B711BF}"/>
              </a:ext>
            </a:extLst>
          </p:cNvPr>
          <p:cNvSpPr>
            <a:spLocks xmlns:a="http://schemas.openxmlformats.org/drawingml/2006/main" noGrp="1"/>
          </p:cNvSpPr>
          <p:nvPr>
            <p:ph type="body" idx="2"/>
          </p:nvPr>
        </p:nvSpPr>
        <p:spPr>
          <a:xfrm xmlns:a="http://schemas.openxmlformats.org/drawingml/2006/main">
            <a:off x="1792288" y="5367338"/>
            <a:ext cx="5486400" cy="804862"/>
          </a:xfrm>
        </p:spPr>
        <p:txBody>
          <a:bodyPr xmlns:a="http://schemas.openxmlformats.org/drawingml/2006/main"/>
          <a:lstStyle xmlns:a="http://schemas.openxmlformats.org/drawingml/2006/main">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xmlns:a="http://schemas.openxmlformats.org/drawingml/2006/main">
            <a:pPr lvl="0">
              <a:buNone/>
            </a:pPr>
            <a:r>
              <a:t>Click to edit Master text styles</a:t>
            </a:r>
          </a:p>
        </p:txBody>
      </p:sp>
      <p:sp>
        <p:nvSpPr>
          <p:cNvPr id="5" name="Date Placeholder 4">
            <a:extLst xmlns:a="http://schemas.openxmlformats.org/drawingml/2006/main">
              <a:ext uri="{FF2B5EF4-FFF2-40B4-BE49-F238E27FC236}">
                <a16:creationId xmlns:a16="http://schemas.microsoft.com/office/drawing/2014/main" id="{75E7986F-F4FF-405F-AA8F-5B41922A960B}"/>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6" name="Footer Placeholder 5">
            <a:extLst xmlns:a="http://schemas.openxmlformats.org/drawingml/2006/main">
              <a:ext uri="{FF2B5EF4-FFF2-40B4-BE49-F238E27FC236}">
                <a16:creationId xmlns:a16="http://schemas.microsoft.com/office/drawing/2014/main" id="{29E72C89-68B0-4391-8990-6971E44086D7}"/>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451301F4-895D-477C-B4C0-6D8A1063ECB7}"/>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10.xml><?xml version="1.0" encoding="utf-8"?>
<p:sldLayout xmlns:p="http://schemas.openxmlformats.org/presentationml/2006/main" type="vertTx" preserve="1">
  <p:cSld name="Title and Vertical Tex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D4442F64-AB3E-4151-A2A8-09247B9AACEF}"/>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Vertical Text Placeholder 2">
            <a:extLst xmlns:a="http://schemas.openxmlformats.org/drawingml/2006/main">
              <a:ext uri="{FF2B5EF4-FFF2-40B4-BE49-F238E27FC236}">
                <a16:creationId xmlns:a16="http://schemas.microsoft.com/office/drawing/2014/main" id="{5722FB11-BF84-405A-AFFB-B27DD1ECE645}"/>
              </a:ext>
            </a:extLst>
          </p:cNvPr>
          <p:cNvSpPr>
            <a:spLocks xmlns:a="http://schemas.openxmlformats.org/drawingml/2006/main" noGrp="1"/>
          </p:cNvSpPr>
          <p:nvPr>
            <p:ph type="body" idx="1"/>
          </p:nvPr>
        </p:nvSpPr>
        <p:spPr/>
        <p:txBody>
          <a:bodyPr xmlns:a="http://schemas.openxmlformats.org/drawingml/2006/main" vert="eaVert"/>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Date Placeholder 3">
            <a:extLst xmlns:a="http://schemas.openxmlformats.org/drawingml/2006/main">
              <a:ext uri="{FF2B5EF4-FFF2-40B4-BE49-F238E27FC236}">
                <a16:creationId xmlns:a16="http://schemas.microsoft.com/office/drawing/2014/main" id="{58B078DF-FDBC-4939-AB78-7434E63D508A}"/>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5" name="Footer Placeholder 4">
            <a:extLst xmlns:a="http://schemas.openxmlformats.org/drawingml/2006/main">
              <a:ext uri="{FF2B5EF4-FFF2-40B4-BE49-F238E27FC236}">
                <a16:creationId xmlns:a16="http://schemas.microsoft.com/office/drawing/2014/main" id="{37DA031C-A2E5-4852-AE62-0570F89E1270}"/>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500836AE-14C2-43F4-9E8F-E388F87D1456}"/>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11.xml><?xml version="1.0" encoding="utf-8"?>
<p:sldLayout xmlns:p="http://schemas.openxmlformats.org/presentationml/2006/main" type="vertTitleAndTx" preserve="1">
  <p:cSld name="Vertical Title and Text">
    <p:spTree>
      <p:nvGrpSpPr>
        <p:cNvPr id="1" name=""/>
        <p:cNvGrpSpPr/>
        <p:nvPr/>
      </p:nvGrpSpPr>
      <p:grpSpPr>
        <a:xfrm xmlns:a="http://schemas.openxmlformats.org/drawingml/2006/main"/>
      </p:grpSpPr>
      <p:sp>
        <p:nvSpPr>
          <p:cNvPr id="2" name="Vertical Title 1">
            <a:extLst xmlns:a="http://schemas.openxmlformats.org/drawingml/2006/main">
              <a:ext uri="{FF2B5EF4-FFF2-40B4-BE49-F238E27FC236}">
                <a16:creationId xmlns:a16="http://schemas.microsoft.com/office/drawing/2014/main" id="{51FB315B-A7BA-44EF-AF11-FF9E9405B005}"/>
              </a:ext>
            </a:extLst>
          </p:cNvPr>
          <p:cNvSpPr>
            <a:spLocks xmlns:a="http://schemas.openxmlformats.org/drawingml/2006/main" noGrp="1"/>
          </p:cNvSpPr>
          <p:nvPr>
            <p:ph type="title" idx="0"/>
          </p:nvPr>
        </p:nvSpPr>
        <p:spPr>
          <a:xfrm xmlns:a="http://schemas.openxmlformats.org/drawingml/2006/main">
            <a:off x="6629400" y="274638"/>
            <a:ext cx="2057400" cy="5851525"/>
          </a:xfrm>
        </p:spPr>
        <p:txBody>
          <a:bodyPr xmlns:a="http://schemas.openxmlformats.org/drawingml/2006/main" vert="eaVert"/>
          <a:lstStyle xmlns:a="http://schemas.openxmlformats.org/drawingml/2006/main"/>
          <a:p xmlns:a="http://schemas.openxmlformats.org/drawingml/2006/main">
            <a:r>
              <a:t>Click to edit Master title style</a:t>
            </a:r>
            <a:endParaRPr/>
          </a:p>
        </p:txBody>
      </p:sp>
      <p:sp>
        <p:nvSpPr>
          <p:cNvPr id="3" name="Vertical Text Placeholder 2">
            <a:extLst xmlns:a="http://schemas.openxmlformats.org/drawingml/2006/main">
              <a:ext uri="{FF2B5EF4-FFF2-40B4-BE49-F238E27FC236}">
                <a16:creationId xmlns:a16="http://schemas.microsoft.com/office/drawing/2014/main" id="{B58CB541-09C9-4C0A-858A-7992C6445507}"/>
              </a:ext>
            </a:extLst>
          </p:cNvPr>
          <p:cNvSpPr>
            <a:spLocks xmlns:a="http://schemas.openxmlformats.org/drawingml/2006/main" noGrp="1"/>
          </p:cNvSpPr>
          <p:nvPr>
            <p:ph type="body" idx="1"/>
          </p:nvPr>
        </p:nvSpPr>
        <p:spPr>
          <a:xfrm xmlns:a="http://schemas.openxmlformats.org/drawingml/2006/main">
            <a:off x="457200" y="274638"/>
            <a:ext cx="6019800" cy="5851525"/>
          </a:xfrm>
        </p:spPr>
        <p:txBody>
          <a:bodyPr xmlns:a="http://schemas.openxmlformats.org/drawingml/2006/main" vert="eaVert"/>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Date Placeholder 3">
            <a:extLst xmlns:a="http://schemas.openxmlformats.org/drawingml/2006/main">
              <a:ext uri="{FF2B5EF4-FFF2-40B4-BE49-F238E27FC236}">
                <a16:creationId xmlns:a16="http://schemas.microsoft.com/office/drawing/2014/main" id="{305495EF-5EED-43FB-8458-8E7E349BD000}"/>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5" name="Footer Placeholder 4">
            <a:extLst xmlns:a="http://schemas.openxmlformats.org/drawingml/2006/main">
              <a:ext uri="{FF2B5EF4-FFF2-40B4-BE49-F238E27FC236}">
                <a16:creationId xmlns:a16="http://schemas.microsoft.com/office/drawing/2014/main" id="{9A276B21-E35E-4778-BAA7-723ACA6D1BA1}"/>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9FDBA387-8012-4CA8-B95E-CB3BD5FAA47A}"/>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491187f44f2a4136" /><Relationship Type="http://schemas.openxmlformats.org/officeDocument/2006/relationships/slideLayout" Target="/ppt/slideLayouts/slideLayout1.xml" Id="R4e784d61950c43ae" /><Relationship Type="http://schemas.openxmlformats.org/officeDocument/2006/relationships/slideLayout" Target="/ppt/slideLayouts/slideLayout2.xml" Id="R0a066457167d44f3" /><Relationship Type="http://schemas.openxmlformats.org/officeDocument/2006/relationships/slideLayout" Target="/ppt/slideLayouts/slideLayout3.xml" Id="R49b766e7d2d24306" /><Relationship Type="http://schemas.openxmlformats.org/officeDocument/2006/relationships/slideLayout" Target="/ppt/slideLayouts/slideLayout4.xml" Id="Rda4c39755d0949d0" /><Relationship Type="http://schemas.openxmlformats.org/officeDocument/2006/relationships/slideLayout" Target="/ppt/slideLayouts/slideLayout5.xml" Id="Ra6be2c656fe24026" /><Relationship Type="http://schemas.openxmlformats.org/officeDocument/2006/relationships/slideLayout" Target="/ppt/slideLayouts/slideLayout6.xml" Id="R2493725fc7df4553" /><Relationship Type="http://schemas.openxmlformats.org/officeDocument/2006/relationships/slideLayout" Target="/ppt/slideLayouts/slideLayout7.xml" Id="R688aa0205d274880" /><Relationship Type="http://schemas.openxmlformats.org/officeDocument/2006/relationships/slideLayout" Target="/ppt/slideLayouts/slideLayout8.xml" Id="R37963fc5e9e64c94" /><Relationship Type="http://schemas.openxmlformats.org/officeDocument/2006/relationships/slideLayout" Target="/ppt/slideLayouts/slideLayout9.xml" Id="Raf4e24fef35242ef" /><Relationship Type="http://schemas.openxmlformats.org/officeDocument/2006/relationships/slideLayout" Target="/ppt/slideLayouts/slideLayout10.xml" Id="Rd972997536384813" /><Relationship Type="http://schemas.openxmlformats.org/officeDocument/2006/relationships/slideLayout" Target="/ppt/slideLayouts/slideLayout11.xml" Id="Rf6a09e6c1b5648b1" /></Relationships>
</file>

<file path=ppt/slideMasters/slideMaster1.xml><?xml version="1.0" encoding="utf-8"?>
<p:sldMaster xmlns:a="http://schemas.openxmlformats.org/drawingml/2006/main" xmlns:ns2="http://schemas.microsoft.com/office/drawing/2014/main" xmlns:p="http://schemas.openxmlformats.org/presentationml/2006/main" xmlns:r="http://schemas.openxmlformats.org/officeDocument/2006/relationships">
  <p:cSld>
    <p:bg>
      <p:bgRef idx="1001">
        <a:schemeClr val="bg1"/>
      </p:bgRef>
    </p:bg>
    <p:spTree>
      <p:nvGrpSpPr>
        <p:cNvPr id="1" name=""/>
        <p:cNvGrpSpPr/>
        <p:nvPr/>
      </p:nvGrpSpPr>
      <p:grpSpPr>
        <a:xfrm/>
      </p:grpSpPr>
      <p:sp>
        <p:nvSpPr>
          <p:cNvPr id="2" name="Title Placeholder 1">
            <a:extLst>
              <a:ext uri="{FF2B5EF4-FFF2-40B4-BE49-F238E27FC236}">
                <ns2:creationId id="{CD7AAD72-C7DB-4DB1-B32D-28BCACD5B363}"/>
              </a:ext>
            </a:extLst>
          </p:cNvPr>
          <p:cNvSpPr>
            <a:spLocks noGrp="1"/>
          </p:cNvSpPr>
          <p:nvPr>
            <p:ph type="title" idx="0"/>
          </p:nvPr>
        </p:nvSpPr>
        <p:spPr>
          <a:xfrm>
            <a:off x="457200" y="274638"/>
            <a:ext cx="8229600" cy="1143000"/>
          </a:xfrm>
          <a:prstGeom prst="rect">
            <a:avLst/>
          </a:prstGeom>
        </p:spPr>
        <p:txBody>
          <a:bodyPr vert="horz" lIns="91440" tIns="45720" rIns="91440" bIns="45720" anchor="ctr">
            <a:normAutofit/>
          </a:bodyPr>
          <a:lstStyle/>
          <a:p>
            <a:r>
              <a:t>Click to edit Master title style</a:t>
            </a:r>
            <a:endParaRPr/>
          </a:p>
        </p:txBody>
      </p:sp>
      <p:sp>
        <p:nvSpPr>
          <p:cNvPr id="3" name="Text Placeholder 2">
            <a:extLst>
              <a:ext uri="{FF2B5EF4-FFF2-40B4-BE49-F238E27FC236}">
                <ns2:creationId id="{396EE06F-C1AC-4CB4-8FDD-DC42CE80E54E}"/>
              </a:ext>
            </a:extLst>
          </p:cNvPr>
          <p:cNvSpPr>
            <a:spLocks noGrp="1"/>
          </p:cNvSpPr>
          <p:nvPr>
            <p:ph type="body" idx="1"/>
          </p:nvPr>
        </p:nvSpPr>
        <p:spPr>
          <a:xfrm>
            <a:off x="457200" y="1600200"/>
            <a:ext cx="8229600" cy="4525963"/>
          </a:xfrm>
          <a:prstGeom prst="rect">
            <a:avLst/>
          </a:prstGeom>
        </p:spPr>
        <p:txBody>
          <a:bodyPr vert="horz" lIns="91440" tIns="45720" rIns="91440" bIns="45720">
            <a:normAutofit/>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endParaRPr/>
          </a:p>
        </p:txBody>
      </p:sp>
      <p:sp>
        <p:nvSpPr>
          <p:cNvPr id="4" name="Date Placeholder 3">
            <a:extLst>
              <a:ext uri="{FF2B5EF4-FFF2-40B4-BE49-F238E27FC236}">
                <ns2:creationId id="{87E61B60-6A8F-4AA5-89D6-A801022B3158}"/>
              </a:ext>
            </a:extLst>
          </p:cNvPr>
          <p:cNvSpPr>
            <a:spLocks noGrp="1"/>
          </p:cNvSpPr>
          <p:nvPr>
            <p:ph type="dt" idx="2"/>
          </p:nvPr>
        </p:nvSpPr>
        <p:spPr>
          <a:xfrm>
            <a:off x="457200" y="6356350"/>
            <a:ext cx="2133600" cy="365125"/>
          </a:xfrm>
          <a:prstGeom prst="rect">
            <a:avLst/>
          </a:prstGeom>
        </p:spPr>
        <p:txBody>
          <a:bodyPr vert="horz" lIns="91440" tIns="45720" rIns="91440" bIns="45720" anchor="ctr"/>
          <a:lstStyle>
            <a:lvl1pPr algn="l">
              <a:buNone/>
              <a:defRPr sz="1200">
                <a:solidFill>
                  <a:schemeClr val="tx1">
                    <a:tint val="75000"/>
                  </a:schemeClr>
                </a:solidFill>
                <a:latin typeface="Alibaba PuHuiTi 3.0 55 Regular"/>
                <a:ea typeface="Alibaba PuHuiTi 3.0 55 Regular"/>
                <a:cs typeface="Alibaba PuHuiTi 3.0 55 Regular"/>
              </a:defRPr>
            </a:lvl1pPr>
          </a:lstStyle>
          <a:p>
            <a:fld id="{5BCAD085-E8A6-8845-BD4E-CB4CCA059FC4}" type="datetimeFigureOut">
              <a:t>1/27/13</a:t>
            </a:fld>
            <a:endParaRPr/>
          </a:p>
        </p:txBody>
      </p:sp>
      <p:sp>
        <p:nvSpPr>
          <p:cNvPr id="5" name="Footer Placeholder 4">
            <a:extLst>
              <a:ext uri="{FF2B5EF4-FFF2-40B4-BE49-F238E27FC236}">
                <ns2:creationId id="{A0A12A25-B136-4382-BED7-5894DC391C1C}"/>
              </a:ext>
            </a:extLst>
          </p:cNvPr>
          <p:cNvSpPr>
            <a:spLocks noGrp="1"/>
          </p:cNvSpPr>
          <p:nvPr>
            <p:ph type="ftr" idx="3"/>
          </p:nvPr>
        </p:nvSpPr>
        <p:spPr>
          <a:xfrm>
            <a:off x="3124200" y="6356350"/>
            <a:ext cx="2895600" cy="365125"/>
          </a:xfrm>
          <a:prstGeom prst="rect">
            <a:avLst/>
          </a:prstGeom>
        </p:spPr>
        <p:txBody>
          <a:bodyPr vert="horz" lIns="91440" tIns="45720" rIns="91440" bIns="45720" anchor="ctr"/>
          <a:lstStyle>
            <a:lvl1pPr algn="ctr">
              <a:buNone/>
              <a:defRPr sz="1200">
                <a:solidFill>
                  <a:schemeClr val="tx1">
                    <a:tint val="75000"/>
                  </a:schemeClr>
                </a:solidFill>
                <a:latin typeface="Alibaba PuHuiTi 3.0 55 Regular"/>
                <a:ea typeface="Alibaba PuHuiTi 3.0 55 Regular"/>
                <a:cs typeface="Alibaba PuHuiTi 3.0 55 Regular"/>
              </a:defRPr>
            </a:lvl1pPr>
          </a:lstStyle>
          <a:p>
            <a:endParaRPr/>
          </a:p>
        </p:txBody>
      </p:sp>
      <p:sp>
        <p:nvSpPr>
          <p:cNvPr id="6" name="Slide Number Placeholder 5">
            <a:extLst>
              <a:ext uri="{FF2B5EF4-FFF2-40B4-BE49-F238E27FC236}">
                <ns2:creationId id="{76A7760D-185F-4DB6-871D-4D598F3403EF}"/>
              </a:ext>
            </a:extLst>
          </p:cNvPr>
          <p:cNvSpPr>
            <a:spLocks noGrp="1"/>
          </p:cNvSpPr>
          <p:nvPr>
            <p:ph type="sldNum" idx="4"/>
          </p:nvPr>
        </p:nvSpPr>
        <p:spPr>
          <a:xfrm>
            <a:off x="6553200" y="6356350"/>
            <a:ext cx="2133600" cy="365125"/>
          </a:xfrm>
          <a:prstGeom prst="rect">
            <a:avLst/>
          </a:prstGeom>
        </p:spPr>
        <p:txBody>
          <a:bodyPr vert="horz" lIns="91440" tIns="45720" rIns="91440" bIns="45720" anchor="ctr"/>
          <a:lstStyle>
            <a:lvl1pPr algn="r">
              <a:buNone/>
              <a:defRPr sz="1200">
                <a:solidFill>
                  <a:schemeClr val="tx1">
                    <a:tint val="75000"/>
                  </a:schemeClr>
                </a:solidFill>
                <a:latin typeface="Alibaba PuHuiTi 3.0 55 Regular"/>
                <a:ea typeface="Alibaba PuHuiTi 3.0 55 Regular"/>
                <a:cs typeface="Alibaba PuHuiTi 3.0 55 Regular"/>
              </a:defRPr>
            </a:lvl1pPr>
          </a:lstStyle>
          <a:p>
            <a:fld id="{C1FF6DA9-008F-8B48-92A6-B652298478BF}" type="slidenum">
              <a:t>‹#›</a:t>
            </a:fld>
            <a:endParaRPr/>
          </a:p>
        </p:txBody>
      </p:sp>
    </p:spTree>
  </p:cSld>
  <p:clrMap bg1="lt1" tx1="dk1" bg2="lt2" tx2="dk2" accent1="accent1" accent2="accent2" accent3="accent3" accent4="accent4" accent5="accent5" accent6="accent6" hlink="hlink" folHlink="folHlink"/>
  <p:sldLayoutIdLst>
    <p:sldLayoutId id="2147483649" r:id="R4e784d61950c43ae"/>
    <p:sldLayoutId id="2147483650" r:id="R0a066457167d44f3"/>
    <p:sldLayoutId id="2147483651" r:id="R49b766e7d2d24306"/>
    <p:sldLayoutId id="2147483652" r:id="Rda4c39755d0949d0"/>
    <p:sldLayoutId id="2147483653" r:id="Ra6be2c656fe24026"/>
    <p:sldLayoutId id="2147483654" r:id="R2493725fc7df4553"/>
    <p:sldLayoutId id="2147483655" r:id="R688aa0205d274880"/>
    <p:sldLayoutId id="2147483656" r:id="R37963fc5e9e64c94"/>
    <p:sldLayoutId id="2147483657" r:id="Raf4e24fef35242ef"/>
    <p:sldLayoutId id="2147483658" r:id="Rd972997536384813"/>
    <p:sldLayoutId id="2147483659" r:id="Rf6a09e6c1b5648b1"/>
  </p:sldLayoutIdLst>
  <p:txStyles>
    <p:titleStyle>
      <a:lvl1pPr algn="ctr" defTabSz="457200">
        <a:spcBef>
          <a:spcPct val="0"/>
        </a:spcBef>
        <a:buNone/>
        <a:defRPr sz="4400" kern="1200">
          <a:solidFill>
            <a:schemeClr val="tx1"/>
          </a:solidFill>
          <a:latin typeface="Alibaba PuHuiTi 3.0 55 Regular"/>
          <a:ea typeface="Alibaba PuHuiTi 3.0 55 Regular"/>
          <a:cs typeface="Alibaba PuHuiTi 3.0 55 Regular"/>
        </a:defRPr>
      </a:lvl1pPr>
    </p:titleStyle>
    <p:bodyStyle>
      <a:lvl1pPr marL="342900" indent="-342900" algn="l" defTabSz="457200">
        <a:spcBef>
          <a:spcPct val="20000"/>
        </a:spcBef>
        <a:buFont typeface="Arial"/>
        <a:buChar char="•"/>
        <a:defRPr sz="3200" kern="1200">
          <a:solidFill>
            <a:schemeClr val="tx1"/>
          </a:solidFill>
          <a:latin typeface="Alibaba PuHuiTi 3.0 55 Regular"/>
          <a:ea typeface="Alibaba PuHuiTi 3.0 55 Regular"/>
          <a:cs typeface="Alibaba PuHuiTi 3.0 55 Regular"/>
        </a:defRPr>
      </a:lvl1pPr>
      <a:lvl2pPr marL="742950" indent="-285750" algn="l" defTabSz="457200">
        <a:spcBef>
          <a:spcPct val="20000"/>
        </a:spcBef>
        <a:buFont typeface="Arial"/>
        <a:buChar char="–"/>
        <a:defRPr sz="2800" kern="1200">
          <a:solidFill>
            <a:schemeClr val="tx1"/>
          </a:solidFill>
          <a:latin typeface="Alibaba PuHuiTi 3.0 55 Regular"/>
          <a:ea typeface="Alibaba PuHuiTi 3.0 55 Regular"/>
          <a:cs typeface="Alibaba PuHuiTi 3.0 55 Regular"/>
        </a:defRPr>
      </a:lvl2pPr>
      <a:lvl3pPr marL="1143000" indent="-228600" algn="l" defTabSz="457200">
        <a:spcBef>
          <a:spcPct val="20000"/>
        </a:spcBef>
        <a:buFont typeface="Arial"/>
        <a:buChar char="•"/>
        <a:defRPr sz="2400" kern="1200">
          <a:solidFill>
            <a:schemeClr val="tx1"/>
          </a:solidFill>
          <a:latin typeface="Alibaba PuHuiTi 3.0 55 Regular"/>
          <a:ea typeface="Alibaba PuHuiTi 3.0 55 Regular"/>
          <a:cs typeface="Alibaba PuHuiTi 3.0 55 Regular"/>
        </a:defRPr>
      </a:lvl3pPr>
      <a:lvl4pPr marL="1600200" indent="-228600" algn="l" defTabSz="457200">
        <a:spcBef>
          <a:spcPct val="20000"/>
        </a:spcBef>
        <a:buFont typeface="Arial"/>
        <a:buChar char="–"/>
        <a:defRPr sz="2000" kern="1200">
          <a:solidFill>
            <a:schemeClr val="tx1"/>
          </a:solidFill>
          <a:latin typeface="Alibaba PuHuiTi 3.0 55 Regular"/>
          <a:ea typeface="Alibaba PuHuiTi 3.0 55 Regular"/>
          <a:cs typeface="Alibaba PuHuiTi 3.0 55 Regular"/>
        </a:defRPr>
      </a:lvl4pPr>
      <a:lvl5pPr marL="2057400" indent="-228600" algn="l" defTabSz="457200">
        <a:spcBef>
          <a:spcPct val="20000"/>
        </a:spcBef>
        <a:buFont typeface="Arial"/>
        <a:buChar char="»"/>
        <a:defRPr sz="2000" kern="1200">
          <a:solidFill>
            <a:schemeClr val="tx1"/>
          </a:solidFill>
          <a:latin typeface="Alibaba PuHuiTi 3.0 55 Regular"/>
          <a:ea typeface="Alibaba PuHuiTi 3.0 55 Regular"/>
          <a:cs typeface="Alibaba PuHuiTi 3.0 55 Regular"/>
        </a:defRPr>
      </a:lvl5pPr>
      <a:lvl6pPr marL="2514600" indent="-228600" algn="l" defTabSz="457200">
        <a:spcBef>
          <a:spcPct val="20000"/>
        </a:spcBef>
        <a:buFont typeface="Arial"/>
        <a:buChar char="•"/>
        <a:defRPr sz="2000" kern="1200">
          <a:solidFill>
            <a:schemeClr val="tx1"/>
          </a:solidFill>
          <a:latin typeface="Alibaba PuHuiTi 3.0 55 Regular"/>
          <a:ea typeface="Alibaba PuHuiTi 3.0 55 Regular"/>
          <a:cs typeface="Alibaba PuHuiTi 3.0 55 Regular"/>
        </a:defRPr>
      </a:lvl6pPr>
      <a:lvl7pPr marL="2971800" indent="-228600" algn="l" defTabSz="457200">
        <a:spcBef>
          <a:spcPct val="20000"/>
        </a:spcBef>
        <a:buFont typeface="Arial"/>
        <a:buChar char="•"/>
        <a:defRPr sz="2000" kern="1200">
          <a:solidFill>
            <a:schemeClr val="tx1"/>
          </a:solidFill>
          <a:latin typeface="Alibaba PuHuiTi 3.0 55 Regular"/>
          <a:ea typeface="Alibaba PuHuiTi 3.0 55 Regular"/>
          <a:cs typeface="Alibaba PuHuiTi 3.0 55 Regular"/>
        </a:defRPr>
      </a:lvl7pPr>
      <a:lvl8pPr marL="3429000" indent="-228600" algn="l" defTabSz="457200">
        <a:spcBef>
          <a:spcPct val="20000"/>
        </a:spcBef>
        <a:buFont typeface="Arial"/>
        <a:buChar char="•"/>
        <a:defRPr sz="2000" kern="1200">
          <a:solidFill>
            <a:schemeClr val="tx1"/>
          </a:solidFill>
          <a:latin typeface="Alibaba PuHuiTi 3.0 55 Regular"/>
          <a:ea typeface="Alibaba PuHuiTi 3.0 55 Regular"/>
          <a:cs typeface="Alibaba PuHuiTi 3.0 55 Regular"/>
        </a:defRPr>
      </a:lvl8pPr>
      <a:lvl9pPr marL="3886200" indent="-228600" algn="l" defTabSz="457200">
        <a:spcBef>
          <a:spcPct val="20000"/>
        </a:spcBef>
        <a:buFont typeface="Arial"/>
        <a:buChar char="•"/>
        <a:defRPr sz="2000" kern="1200">
          <a:solidFill>
            <a:schemeClr val="tx1"/>
          </a:solidFill>
          <a:latin typeface="Alibaba PuHuiTi 3.0 55 Regular"/>
          <a:ea typeface="Alibaba PuHuiTi 3.0 55 Regular"/>
          <a:cs typeface="Alibaba PuHuiTi 3.0 55 Regular"/>
        </a:defRPr>
      </a:lvl9pPr>
    </p:bodyStyle>
    <p:otherStyle>
      <a:lvl1pPr marL="0" algn="l" defTabSz="457200">
        <a:buNone/>
        <a:defRPr sz="1800" kern="1200">
          <a:solidFill>
            <a:schemeClr val="tx1"/>
          </a:solidFill>
          <a:latin typeface="Alibaba PuHuiTi 3.0 55 Regular"/>
          <a:ea typeface="Alibaba PuHuiTi 3.0 55 Regular"/>
          <a:cs typeface="Alibaba PuHuiTi 3.0 55 Regular"/>
        </a:defRPr>
      </a:lvl1pPr>
      <a:lvl2pPr marL="457200" algn="l" defTabSz="457200">
        <a:buNone/>
        <a:defRPr sz="1800" kern="1200">
          <a:solidFill>
            <a:schemeClr val="tx1"/>
          </a:solidFill>
          <a:latin typeface="Alibaba PuHuiTi 3.0 55 Regular"/>
          <a:ea typeface="Alibaba PuHuiTi 3.0 55 Regular"/>
          <a:cs typeface="Alibaba PuHuiTi 3.0 55 Regular"/>
        </a:defRPr>
      </a:lvl2pPr>
      <a:lvl3pPr marL="914400" algn="l" defTabSz="457200">
        <a:buNone/>
        <a:defRPr sz="1800" kern="1200">
          <a:solidFill>
            <a:schemeClr val="tx1"/>
          </a:solidFill>
          <a:latin typeface="Alibaba PuHuiTi 3.0 55 Regular"/>
          <a:ea typeface="Alibaba PuHuiTi 3.0 55 Regular"/>
          <a:cs typeface="Alibaba PuHuiTi 3.0 55 Regular"/>
        </a:defRPr>
      </a:lvl3pPr>
      <a:lvl4pPr marL="1371600" algn="l" defTabSz="457200">
        <a:buNone/>
        <a:defRPr sz="1800" kern="1200">
          <a:solidFill>
            <a:schemeClr val="tx1"/>
          </a:solidFill>
          <a:latin typeface="Alibaba PuHuiTi 3.0 55 Regular"/>
          <a:ea typeface="Alibaba PuHuiTi 3.0 55 Regular"/>
          <a:cs typeface="Alibaba PuHuiTi 3.0 55 Regular"/>
        </a:defRPr>
      </a:lvl4pPr>
      <a:lvl5pPr marL="1828800" algn="l" defTabSz="457200">
        <a:buNone/>
        <a:defRPr sz="1800" kern="1200">
          <a:solidFill>
            <a:schemeClr val="tx1"/>
          </a:solidFill>
          <a:latin typeface="Alibaba PuHuiTi 3.0 55 Regular"/>
          <a:ea typeface="Alibaba PuHuiTi 3.0 55 Regular"/>
          <a:cs typeface="Alibaba PuHuiTi 3.0 55 Regular"/>
        </a:defRPr>
      </a:lvl5pPr>
      <a:lvl6pPr marL="2286000" algn="l" defTabSz="457200">
        <a:buNone/>
        <a:defRPr sz="1800" kern="1200">
          <a:solidFill>
            <a:schemeClr val="tx1"/>
          </a:solidFill>
          <a:latin typeface="Alibaba PuHuiTi 3.0 55 Regular"/>
          <a:ea typeface="Alibaba PuHuiTi 3.0 55 Regular"/>
          <a:cs typeface="Alibaba PuHuiTi 3.0 55 Regular"/>
        </a:defRPr>
      </a:lvl6pPr>
      <a:lvl7pPr marL="2743200" algn="l" defTabSz="457200">
        <a:buNone/>
        <a:defRPr sz="1800" kern="1200">
          <a:solidFill>
            <a:schemeClr val="tx1"/>
          </a:solidFill>
          <a:latin typeface="Alibaba PuHuiTi 3.0 55 Regular"/>
          <a:ea typeface="Alibaba PuHuiTi 3.0 55 Regular"/>
          <a:cs typeface="Alibaba PuHuiTi 3.0 55 Regular"/>
        </a:defRPr>
      </a:lvl7pPr>
      <a:lvl8pPr marL="3200400" algn="l" defTabSz="457200">
        <a:buNone/>
        <a:defRPr sz="1800" kern="1200">
          <a:solidFill>
            <a:schemeClr val="tx1"/>
          </a:solidFill>
          <a:latin typeface="Alibaba PuHuiTi 3.0 55 Regular"/>
          <a:ea typeface="Alibaba PuHuiTi 3.0 55 Regular"/>
          <a:cs typeface="Alibaba PuHuiTi 3.0 55 Regular"/>
        </a:defRPr>
      </a:lvl8pPr>
      <a:lvl9pPr marL="3657600" algn="l" defTabSz="457200">
        <a:buNone/>
        <a:defRPr sz="1800" kern="1200">
          <a:solidFill>
            <a:schemeClr val="tx1"/>
          </a:solidFill>
          <a:latin typeface="Alibaba PuHuiTi 3.0 55 Regular"/>
          <a:ea typeface="Alibaba PuHuiTi 3.0 55 Regular"/>
          <a:cs typeface="Alibaba PuHuiTi 3.0 55 Regular"/>
        </a:defRPr>
      </a:lvl9pPr>
    </p:otherStyle>
  </p:txStyles>
</p:sldMaster>
</file>

<file path=ppt/slideMasters/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libaba PuHuiTi 3.0 115 Black"/>
        <a:ea typeface="Alibaba PuHuiTi 3.0 115 Black"/>
        <a:cs typeface="Alibaba PuHuiTi 3.0 115 Black"/>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libaba PuHuiTi 3.0 55 Regular"/>
        <a:ea typeface="Alibaba PuHuiTi 3.0 55 Regular"/>
        <a:cs typeface="Alibaba PuHuiTi 3.0 55 Regular"/>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7.xml" Id="Rcc0f20128e664ceb" /><Relationship Type="http://schemas.openxmlformats.org/officeDocument/2006/relationships/notesSlide" Target="/ppt/notesSlides/notesSlide1.xml" Id="R679684718f59447b" /></Relationships>
</file>

<file path=ppt/slides/_rels/slide2.xml.rels>&#65279;<?xml version="1.0" encoding="utf-8"?><Relationships xmlns="http://schemas.openxmlformats.org/package/2006/relationships"><Relationship Type="http://schemas.openxmlformats.org/officeDocument/2006/relationships/slideLayout" Target="/ppt/slideLayouts/slideLayout7.xml" Id="Ra17c65fb5f1e4397" /><Relationship Type="http://schemas.openxmlformats.org/officeDocument/2006/relationships/image" Target="/ppt/media/image.png" Id="R79bb8be3761b4904" /><Relationship Type="http://schemas.openxmlformats.org/officeDocument/2006/relationships/notesSlide" Target="/ppt/notesSlides/notesSlide2.xml" Id="R346807894cdd4903" /></Relationships>
</file>

<file path=ppt/slides/_rels/slide3.xml.rels>&#65279;<?xml version="1.0" encoding="utf-8"?><Relationships xmlns="http://schemas.openxmlformats.org/package/2006/relationships"><Relationship Type="http://schemas.openxmlformats.org/officeDocument/2006/relationships/slideLayout" Target="/ppt/slideLayouts/slideLayout7.xml" Id="Rbe2cf77f44084e03" /><Relationship Type="http://schemas.openxmlformats.org/officeDocument/2006/relationships/notesSlide" Target="/ppt/notesSlides/notesSlide3.xml" Id="Rdb26e2a9207a4e4a" /></Relationships>
</file>

<file path=ppt/slides/_rels/slide4.xml.rels>&#65279;<?xml version="1.0" encoding="utf-8"?><Relationships xmlns="http://schemas.openxmlformats.org/package/2006/relationships"><Relationship Type="http://schemas.openxmlformats.org/officeDocument/2006/relationships/slideLayout" Target="/ppt/slideLayouts/slideLayout7.xml" Id="R33c91e52cae743ff" /><Relationship Type="http://schemas.openxmlformats.org/officeDocument/2006/relationships/notesSlide" Target="/ppt/notesSlides/notesSlide4.xml" Id="Re217f003f2994396" /></Relationships>
</file>

<file path=ppt/slides/_rels/slide5.xml.rels>&#65279;<?xml version="1.0" encoding="utf-8"?><Relationships xmlns="http://schemas.openxmlformats.org/package/2006/relationships"><Relationship Type="http://schemas.openxmlformats.org/officeDocument/2006/relationships/slideLayout" Target="/ppt/slideLayouts/slideLayout7.xml" Id="R2835ee2b764d49dd" /><Relationship Type="http://schemas.openxmlformats.org/officeDocument/2006/relationships/notesSlide" Target="/ppt/notesSlides/notesSlide5.xml" Id="R7679da99b46444d5" /></Relationships>
</file>

<file path=ppt/slides/_rels/slide6.xml.rels>&#65279;<?xml version="1.0" encoding="utf-8"?><Relationships xmlns="http://schemas.openxmlformats.org/package/2006/relationships"><Relationship Type="http://schemas.openxmlformats.org/officeDocument/2006/relationships/slideLayout" Target="/ppt/slideLayouts/slideLayout7.xml" Id="R7481828e75244342" /><Relationship Type="http://schemas.openxmlformats.org/officeDocument/2006/relationships/notesSlide" Target="/ppt/notesSlides/notesSlide6.xml" Id="R0446e3e2e1154a7b" /></Relationships>
</file>

<file path=ppt/slides/_rels/slide7.xml.rels>&#65279;<?xml version="1.0" encoding="utf-8"?><Relationships xmlns="http://schemas.openxmlformats.org/package/2006/relationships"><Relationship Type="http://schemas.openxmlformats.org/officeDocument/2006/relationships/slideLayout" Target="/ppt/slideLayouts/slideLayout7.xml" Id="R0ae99cb1da7f4dc2" /><Relationship Type="http://schemas.openxmlformats.org/officeDocument/2006/relationships/notesSlide" Target="/ppt/notesSlides/notesSlide7.xml" Id="Rb201385a8f60454a" /></Relationships>
</file>

<file path=ppt/slides/_rels/slide8.xml.rels>&#65279;<?xml version="1.0" encoding="utf-8"?><Relationships xmlns="http://schemas.openxmlformats.org/package/2006/relationships"><Relationship Type="http://schemas.openxmlformats.org/officeDocument/2006/relationships/slideLayout" Target="/ppt/slideLayouts/slideLayout7.xml" Id="Rec76c5c09c9441aa" /><Relationship Type="http://schemas.openxmlformats.org/officeDocument/2006/relationships/notesSlide" Target="/ppt/notesSlides/notesSlide8.xml" Id="R17ddeb77c16d40ac" /></Relationships>
</file>

<file path=ppt/slides/_rels/slide9.xml.rels>&#65279;<?xml version="1.0" encoding="utf-8"?><Relationships xmlns="http://schemas.openxmlformats.org/package/2006/relationships"><Relationship Type="http://schemas.openxmlformats.org/officeDocument/2006/relationships/slideLayout" Target="/ppt/slideLayouts/slideLayout7.xml" Id="R0c9238714eb24ebf" /><Relationship Type="http://schemas.openxmlformats.org/officeDocument/2006/relationships/notesSlide" Target="/ppt/notesSlides/notesSlide9.xml" Id="R6cbd5ef7fbc94d59" /></Relationships>
</file>

<file path=ppt/slides/_rels/slide10.xml.rels>&#65279;<?xml version="1.0" encoding="utf-8"?><Relationships xmlns="http://schemas.openxmlformats.org/package/2006/relationships"><Relationship Type="http://schemas.openxmlformats.org/officeDocument/2006/relationships/slideLayout" Target="/ppt/slideLayouts/slideLayout7.xml" Id="R817fad1795b54b5f" /><Relationship Type="http://schemas.openxmlformats.org/officeDocument/2006/relationships/notesSlide" Target="/ppt/notesSlides/notesSlide10.xml" Id="R3c77908c74f54ada" /></Relationships>
</file>

<file path=ppt/slides/_rels/slide11.xml.rels>&#65279;<?xml version="1.0" encoding="utf-8"?><Relationships xmlns="http://schemas.openxmlformats.org/package/2006/relationships"><Relationship Type="http://schemas.openxmlformats.org/officeDocument/2006/relationships/slideLayout" Target="/ppt/slideLayouts/slideLayout7.xml" Id="R4171f3ea401548a0" /><Relationship Type="http://schemas.openxmlformats.org/officeDocument/2006/relationships/notesSlide" Target="/ppt/notesSlides/notesSlide11.xml" Id="Raea3ae753eea4fd2" /></Relationships>
</file>

<file path=ppt/slides/_rels/slide12.xml.rels>&#65279;<?xml version="1.0" encoding="utf-8"?><Relationships xmlns="http://schemas.openxmlformats.org/package/2006/relationships"><Relationship Type="http://schemas.openxmlformats.org/officeDocument/2006/relationships/slideLayout" Target="/ppt/slideLayouts/slideLayout7.xml" Id="R5c5c9cd213c64dd2" /><Relationship Type="http://schemas.openxmlformats.org/officeDocument/2006/relationships/notesSlide" Target="/ppt/notesSlides/notesSlide12.xml" Id="R8634e3e5a1574458" /></Relationships>
</file>

<file path=ppt/slides/_rels/slide13.xml.rels>&#65279;<?xml version="1.0" encoding="utf-8"?><Relationships xmlns="http://schemas.openxmlformats.org/package/2006/relationships"><Relationship Type="http://schemas.openxmlformats.org/officeDocument/2006/relationships/slideLayout" Target="/ppt/slideLayouts/slideLayout7.xml" Id="R878173b6ae9b4abd" /><Relationship Type="http://schemas.openxmlformats.org/officeDocument/2006/relationships/notesSlide" Target="/ppt/notesSlides/notesSlide13.xml" Id="R6fa0e24f02b54956" /></Relationships>
</file>

<file path=ppt/slides/_rels/slide14.xml.rels>&#65279;<?xml version="1.0" encoding="utf-8"?><Relationships xmlns="http://schemas.openxmlformats.org/package/2006/relationships"><Relationship Type="http://schemas.openxmlformats.org/officeDocument/2006/relationships/slideLayout" Target="/ppt/slideLayouts/slideLayout7.xml" Id="Rf2dba814aca74cc8" /><Relationship Type="http://schemas.openxmlformats.org/officeDocument/2006/relationships/notesSlide" Target="/ppt/notesSlides/notesSlide14.xml" Id="R7f0e314f0c92412c" /></Relationships>
</file>

<file path=ppt/slides/_rels/slide15.xml.rels>&#65279;<?xml version="1.0" encoding="utf-8"?><Relationships xmlns="http://schemas.openxmlformats.org/package/2006/relationships"><Relationship Type="http://schemas.openxmlformats.org/officeDocument/2006/relationships/slideLayout" Target="/ppt/slideLayouts/slideLayout7.xml" Id="Ra17183b8cf214f46" /><Relationship Type="http://schemas.openxmlformats.org/officeDocument/2006/relationships/notesSlide" Target="/ppt/notesSlides/notesSlide15.xml" Id="R3d50ce51d6de4932" /></Relationships>
</file>

<file path=ppt/slides/_rels/slide16.xml.rels>&#65279;<?xml version="1.0" encoding="utf-8"?><Relationships xmlns="http://schemas.openxmlformats.org/package/2006/relationships"><Relationship Type="http://schemas.openxmlformats.org/officeDocument/2006/relationships/slideLayout" Target="/ppt/slideLayouts/slideLayout7.xml" Id="Rce51b3b028674e5e" /><Relationship Type="http://schemas.openxmlformats.org/officeDocument/2006/relationships/notesSlide" Target="/ppt/notesSlides/notesSlide16.xml" Id="R23c7b5e672e4465c" /></Relationships>
</file>

<file path=ppt/slides/_rels/slide17.xml.rels>&#65279;<?xml version="1.0" encoding="utf-8"?><Relationships xmlns="http://schemas.openxmlformats.org/package/2006/relationships"><Relationship Type="http://schemas.openxmlformats.org/officeDocument/2006/relationships/slideLayout" Target="/ppt/slideLayouts/slideLayout7.xml" Id="Rf63b0ff77d594ea7" /><Relationship Type="http://schemas.openxmlformats.org/officeDocument/2006/relationships/notesSlide" Target="/ppt/notesSlides/notesSlide17.xml" Id="Ra19ac31840bc41b7" /></Relationships>
</file>

<file path=ppt/slides/_rels/slide18.xml.rels>&#65279;<?xml version="1.0" encoding="utf-8"?><Relationships xmlns="http://schemas.openxmlformats.org/package/2006/relationships"><Relationship Type="http://schemas.openxmlformats.org/officeDocument/2006/relationships/slideLayout" Target="/ppt/slideLayouts/slideLayout7.xml" Id="Rd67d84fb5c7a4a85" /><Relationship Type="http://schemas.openxmlformats.org/officeDocument/2006/relationships/notesSlide" Target="/ppt/notesSlides/notesSlide18.xml" Id="R6e6860ba25ef4b25" /></Relationships>
</file>

<file path=ppt/slides/_rels/slide19.xml.rels>&#65279;<?xml version="1.0" encoding="utf-8"?><Relationships xmlns="http://schemas.openxmlformats.org/package/2006/relationships"><Relationship Type="http://schemas.openxmlformats.org/officeDocument/2006/relationships/slideLayout" Target="/ppt/slideLayouts/slideLayout7.xml" Id="R2891f389a57d4d7b" /><Relationship Type="http://schemas.openxmlformats.org/officeDocument/2006/relationships/notesSlide" Target="/ppt/notesSlides/notesSlide19.xml" Id="R02b5a036029049ea" /></Relationships>
</file>

<file path=ppt/slides/_rels/slide20.xml.rels>&#65279;<?xml version="1.0" encoding="utf-8"?><Relationships xmlns="http://schemas.openxmlformats.org/package/2006/relationships"><Relationship Type="http://schemas.openxmlformats.org/officeDocument/2006/relationships/slideLayout" Target="/ppt/slideLayouts/slideLayout7.xml" Id="Rd22d8e4323b848b6" /><Relationship Type="http://schemas.openxmlformats.org/officeDocument/2006/relationships/notesSlide" Target="/ppt/notesSlides/notesSlide20.xml" Id="R7089163c8da64fe2" /></Relationships>
</file>

<file path=ppt/slides/_rels/slide21.xml.rels>&#65279;<?xml version="1.0" encoding="utf-8"?><Relationships xmlns="http://schemas.openxmlformats.org/package/2006/relationships"><Relationship Type="http://schemas.openxmlformats.org/officeDocument/2006/relationships/slideLayout" Target="/ppt/slideLayouts/slideLayout7.xml" Id="Rbaf6982e3ef94bee" /><Relationship Type="http://schemas.openxmlformats.org/officeDocument/2006/relationships/notesSlide" Target="/ppt/notesSlides/notesSlide21.xml" Id="R2d63215e7bef4e57" /></Relationships>
</file>

<file path=ppt/slides/_rels/slide22.xml.rels>&#65279;<?xml version="1.0" encoding="utf-8"?><Relationships xmlns="http://schemas.openxmlformats.org/package/2006/relationships"><Relationship Type="http://schemas.openxmlformats.org/officeDocument/2006/relationships/slideLayout" Target="/ppt/slideLayouts/slideLayout7.xml" Id="R0a082293253a46e7" /><Relationship Type="http://schemas.openxmlformats.org/officeDocument/2006/relationships/notesSlide" Target="/ppt/notesSlides/notesSlide22.xml" Id="R1911fd0a24084c45" /></Relationships>
</file>

<file path=ppt/slides/_rels/slide23.xml.rels>&#65279;<?xml version="1.0" encoding="utf-8"?><Relationships xmlns="http://schemas.openxmlformats.org/package/2006/relationships"><Relationship Type="http://schemas.openxmlformats.org/officeDocument/2006/relationships/slideLayout" Target="/ppt/slideLayouts/slideLayout7.xml" Id="R0c2d38e9c50140db" /><Relationship Type="http://schemas.openxmlformats.org/officeDocument/2006/relationships/notesSlide" Target="/ppt/notesSlides/notesSlide23.xml" Id="R3be6541ac3b44882" /></Relationships>
</file>

<file path=ppt/slides/_rels/slide24.xml.rels>&#65279;<?xml version="1.0" encoding="utf-8"?><Relationships xmlns="http://schemas.openxmlformats.org/package/2006/relationships"><Relationship Type="http://schemas.openxmlformats.org/officeDocument/2006/relationships/slideLayout" Target="/ppt/slideLayouts/slideLayout7.xml" Id="Rd173c86681ac4e62" /><Relationship Type="http://schemas.openxmlformats.org/officeDocument/2006/relationships/notesSlide" Target="/ppt/notesSlides/notesSlide24.xml" Id="R06668738bf554a41" /></Relationships>
</file>

<file path=ppt/slides/_rels/slide25.xml.rels>&#65279;<?xml version="1.0" encoding="utf-8"?><Relationships xmlns="http://schemas.openxmlformats.org/package/2006/relationships"><Relationship Type="http://schemas.openxmlformats.org/officeDocument/2006/relationships/slideLayout" Target="/ppt/slideLayouts/slideLayout7.xml" Id="R5a25d0b621924e50" /><Relationship Type="http://schemas.openxmlformats.org/officeDocument/2006/relationships/notesSlide" Target="/ppt/notesSlides/notesSlide25.xml" Id="Rb00d6d9501aa4db9" /></Relationships>
</file>

<file path=ppt/slides/_rels/slide26.xml.rels>&#65279;<?xml version="1.0" encoding="utf-8"?><Relationships xmlns="http://schemas.openxmlformats.org/package/2006/relationships"><Relationship Type="http://schemas.openxmlformats.org/officeDocument/2006/relationships/slideLayout" Target="/ppt/slideLayouts/slideLayout7.xml" Id="Re0c8824fda8c45c9" /><Relationship Type="http://schemas.openxmlformats.org/officeDocument/2006/relationships/notesSlide" Target="/ppt/notesSlides/notesSlide26.xml" Id="R19ca0cd35dc14d50" /></Relationships>
</file>

<file path=ppt/slides/_rels/slide27.xml.rels>&#65279;<?xml version="1.0" encoding="utf-8"?><Relationships xmlns="http://schemas.openxmlformats.org/package/2006/relationships"><Relationship Type="http://schemas.openxmlformats.org/officeDocument/2006/relationships/slideLayout" Target="/ppt/slideLayouts/slideLayout7.xml" Id="R7e65ee5cd41f4e0e" /><Relationship Type="http://schemas.openxmlformats.org/officeDocument/2006/relationships/notesSlide" Target="/ppt/notesSlides/notesSlide27.xml" Id="R19c536dc2a74482f" /></Relationships>
</file>

<file path=ppt/slides/_rels/slide28.xml.rels>&#65279;<?xml version="1.0" encoding="utf-8"?><Relationships xmlns="http://schemas.openxmlformats.org/package/2006/relationships"><Relationship Type="http://schemas.openxmlformats.org/officeDocument/2006/relationships/slideLayout" Target="/ppt/slideLayouts/slideLayout7.xml" Id="R251d5169528c48be" /><Relationship Type="http://schemas.openxmlformats.org/officeDocument/2006/relationships/notesSlide" Target="/ppt/notesSlides/notesSlide28.xml" Id="R4cb3c21ece8144aa" /></Relationships>
</file>

<file path=ppt/slides/_rels/slide29.xml.rels>&#65279;<?xml version="1.0" encoding="utf-8"?><Relationships xmlns="http://schemas.openxmlformats.org/package/2006/relationships"><Relationship Type="http://schemas.openxmlformats.org/officeDocument/2006/relationships/slideLayout" Target="/ppt/slideLayouts/slideLayout7.xml" Id="R011f1fe045d44065" /><Relationship Type="http://schemas.openxmlformats.org/officeDocument/2006/relationships/notesSlide" Target="/ppt/notesSlides/notesSlide29.xml" Id="R50995652c16643ae" /></Relationships>
</file>

<file path=ppt/slides/_rels/slide30.xml.rels>&#65279;<?xml version="1.0" encoding="utf-8"?><Relationships xmlns="http://schemas.openxmlformats.org/package/2006/relationships"><Relationship Type="http://schemas.openxmlformats.org/officeDocument/2006/relationships/slideLayout" Target="/ppt/slideLayouts/slideLayout7.xml" Id="Rb03cedabb4f34ac5" /><Relationship Type="http://schemas.openxmlformats.org/officeDocument/2006/relationships/notesSlide" Target="/ppt/notesSlides/notesSlide30.xml" Id="R45cb071cf0374959" /></Relationships>
</file>

<file path=ppt/slides/_rels/slide31.xml.rels>&#65279;<?xml version="1.0" encoding="utf-8"?><Relationships xmlns="http://schemas.openxmlformats.org/package/2006/relationships"><Relationship Type="http://schemas.openxmlformats.org/officeDocument/2006/relationships/slideLayout" Target="/ppt/slideLayouts/slideLayout7.xml" Id="R6a1c461bb8c84c40" /><Relationship Type="http://schemas.openxmlformats.org/officeDocument/2006/relationships/notesSlide" Target="/ppt/notesSlides/notesSlide31.xml" Id="R200f030beb964d3a" /></Relationships>
</file>

<file path=ppt/slides/_rels/slide32.xml.rels>&#65279;<?xml version="1.0" encoding="utf-8"?><Relationships xmlns="http://schemas.openxmlformats.org/package/2006/relationships"><Relationship Type="http://schemas.openxmlformats.org/officeDocument/2006/relationships/slideLayout" Target="/ppt/slideLayouts/slideLayout7.xml" Id="Rc573582976744955" /><Relationship Type="http://schemas.openxmlformats.org/officeDocument/2006/relationships/notesSlide" Target="/ppt/notesSlides/notesSlide32.xml" Id="Ra2891a9f70054615" /></Relationships>
</file>

<file path=ppt/slides/_rels/slide33.xml.rels>&#65279;<?xml version="1.0" encoding="utf-8"?><Relationships xmlns="http://schemas.openxmlformats.org/package/2006/relationships"><Relationship Type="http://schemas.openxmlformats.org/officeDocument/2006/relationships/slideLayout" Target="/ppt/slideLayouts/slideLayout7.xml" Id="Reb111dc6eaaf4213" /><Relationship Type="http://schemas.openxmlformats.org/officeDocument/2006/relationships/notesSlide" Target="/ppt/notesSlides/notesSlide33.xml" Id="R6718739e8b9e48d6" /></Relationships>
</file>

<file path=ppt/slides/_rels/slide34.xml.rels>&#65279;<?xml version="1.0" encoding="utf-8"?><Relationships xmlns="http://schemas.openxmlformats.org/package/2006/relationships"><Relationship Type="http://schemas.openxmlformats.org/officeDocument/2006/relationships/slideLayout" Target="/ppt/slideLayouts/slideLayout7.xml" Id="R0ece7b26b74f48c8" /><Relationship Type="http://schemas.openxmlformats.org/officeDocument/2006/relationships/notesSlide" Target="/ppt/notesSlides/notesSlide34.xml" Id="R6e6d666b9d784ad1" /></Relationships>
</file>

<file path=ppt/slides/_rels/slide35.xml.rels>&#65279;<?xml version="1.0" encoding="utf-8"?><Relationships xmlns="http://schemas.openxmlformats.org/package/2006/relationships"><Relationship Type="http://schemas.openxmlformats.org/officeDocument/2006/relationships/slideLayout" Target="/ppt/slideLayouts/slideLayout7.xml" Id="R3fc48143e7844b7f" /><Relationship Type="http://schemas.openxmlformats.org/officeDocument/2006/relationships/notesSlide" Target="/ppt/notesSlides/notesSlide35.xml" Id="R2f4733be2f524dc2" /></Relationships>
</file>

<file path=ppt/slides/_rels/slide36.xml.rels>&#65279;<?xml version="1.0" encoding="utf-8"?><Relationships xmlns="http://schemas.openxmlformats.org/package/2006/relationships"><Relationship Type="http://schemas.openxmlformats.org/officeDocument/2006/relationships/slideLayout" Target="/ppt/slideLayouts/slideLayout7.xml" Id="Rf9e2a77401274707" /><Relationship Type="http://schemas.openxmlformats.org/officeDocument/2006/relationships/notesSlide" Target="/ppt/notesSlides/notesSlide36.xml" Id="Re26e1e3635a54626" /></Relationships>
</file>

<file path=ppt/slides/_rels/slide37.xml.rels>&#65279;<?xml version="1.0" encoding="utf-8"?><Relationships xmlns="http://schemas.openxmlformats.org/package/2006/relationships"><Relationship Type="http://schemas.openxmlformats.org/officeDocument/2006/relationships/slideLayout" Target="/ppt/slideLayouts/slideLayout7.xml" Id="Rd4ea294d34c144b0" /><Relationship Type="http://schemas.openxmlformats.org/officeDocument/2006/relationships/notesSlide" Target="/ppt/notesSlides/notesSlide37.xml" Id="R3cbbdda623bf4d99" /></Relationships>
</file>

<file path=ppt/slides/_rels/slide38.xml.rels>&#65279;<?xml version="1.0" encoding="utf-8"?><Relationships xmlns="http://schemas.openxmlformats.org/package/2006/relationships"><Relationship Type="http://schemas.openxmlformats.org/officeDocument/2006/relationships/slideLayout" Target="/ppt/slideLayouts/slideLayout7.xml" Id="Rd43252a81ad54098" /><Relationship Type="http://schemas.openxmlformats.org/officeDocument/2006/relationships/notesSlide" Target="/ppt/notesSlides/notesSlide38.xml" Id="R89d9c7655eae41f2" /></Relationships>
</file>

<file path=ppt/slides/_rels/slide39.xml.rels>&#65279;<?xml version="1.0" encoding="utf-8"?><Relationships xmlns="http://schemas.openxmlformats.org/package/2006/relationships"><Relationship Type="http://schemas.openxmlformats.org/officeDocument/2006/relationships/slideLayout" Target="/ppt/slideLayouts/slideLayout7.xml" Id="R4a107015f32946df" /><Relationship Type="http://schemas.openxmlformats.org/officeDocument/2006/relationships/notesSlide" Target="/ppt/notesSlides/notesSlide39.xml" Id="Rb38b7dec3b384856" /></Relationships>
</file>

<file path=ppt/slides/_rels/slide40.xml.rels>&#65279;<?xml version="1.0" encoding="utf-8"?><Relationships xmlns="http://schemas.openxmlformats.org/package/2006/relationships"><Relationship Type="http://schemas.openxmlformats.org/officeDocument/2006/relationships/slideLayout" Target="/ppt/slideLayouts/slideLayout7.xml" Id="Re844a9debc6a4851" /><Relationship Type="http://schemas.openxmlformats.org/officeDocument/2006/relationships/notesSlide" Target="/ppt/notesSlides/notesSlide40.xml" Id="R55dc95c3c0594cba" /></Relationships>
</file>

<file path=ppt/slides/_rels/slide41.xml.rels>&#65279;<?xml version="1.0" encoding="utf-8"?><Relationships xmlns="http://schemas.openxmlformats.org/package/2006/relationships"><Relationship Type="http://schemas.openxmlformats.org/officeDocument/2006/relationships/slideLayout" Target="/ppt/slideLayouts/slideLayout7.xml" Id="R1f6f1d8af7704c8d" /><Relationship Type="http://schemas.openxmlformats.org/officeDocument/2006/relationships/notesSlide" Target="/ppt/notesSlides/notesSlide41.xml" Id="R79d2646dbcad4d70" /></Relationships>
</file>

<file path=ppt/slides/_rels/slide42.xml.rels>&#65279;<?xml version="1.0" encoding="utf-8"?><Relationships xmlns="http://schemas.openxmlformats.org/package/2006/relationships"><Relationship Type="http://schemas.openxmlformats.org/officeDocument/2006/relationships/slideLayout" Target="/ppt/slideLayouts/slideLayout7.xml" Id="R26c64c9e8425471f" /><Relationship Type="http://schemas.openxmlformats.org/officeDocument/2006/relationships/notesSlide" Target="/ppt/notesSlides/notesSlide42.xml" Id="R4c4ae940cc794410" /></Relationships>
</file>

<file path=ppt/slides/_rels/slide43.xml.rels>&#65279;<?xml version="1.0" encoding="utf-8"?><Relationships xmlns="http://schemas.openxmlformats.org/package/2006/relationships"><Relationship Type="http://schemas.openxmlformats.org/officeDocument/2006/relationships/slideLayout" Target="/ppt/slideLayouts/slideLayout7.xml" Id="R262faf8a5a1d4170" /><Relationship Type="http://schemas.openxmlformats.org/officeDocument/2006/relationships/notesSlide" Target="/ppt/notesSlides/notesSlide43.xml" Id="Rbf461e0f56874784" /></Relationships>
</file>

<file path=ppt/slides/_rels/slide44.xml.rels>&#65279;<?xml version="1.0" encoding="utf-8"?><Relationships xmlns="http://schemas.openxmlformats.org/package/2006/relationships"><Relationship Type="http://schemas.openxmlformats.org/officeDocument/2006/relationships/slideLayout" Target="/ppt/slideLayouts/slideLayout7.xml" Id="Rc4dd3720cc5f48cc" /><Relationship Type="http://schemas.openxmlformats.org/officeDocument/2006/relationships/notesSlide" Target="/ppt/notesSlides/notesSlide44.xml" Id="R7b6dd929240e4a0b" /></Relationships>
</file>

<file path=ppt/slides/_rels/slide45.xml.rels>&#65279;<?xml version="1.0" encoding="utf-8"?><Relationships xmlns="http://schemas.openxmlformats.org/package/2006/relationships"><Relationship Type="http://schemas.openxmlformats.org/officeDocument/2006/relationships/slideLayout" Target="/ppt/slideLayouts/slideLayout7.xml" Id="R3a3c2e9dd6b84231" /><Relationship Type="http://schemas.openxmlformats.org/officeDocument/2006/relationships/notesSlide" Target="/ppt/notesSlides/notesSlide45.xml" Id="R492dbd953f70464f" /></Relationships>
</file>

<file path=ppt/slides/_rels/slide46.xml.rels>&#65279;<?xml version="1.0" encoding="utf-8"?><Relationships xmlns="http://schemas.openxmlformats.org/package/2006/relationships"><Relationship Type="http://schemas.openxmlformats.org/officeDocument/2006/relationships/slideLayout" Target="/ppt/slideLayouts/slideLayout7.xml" Id="R1462721292e6405d" /><Relationship Type="http://schemas.openxmlformats.org/officeDocument/2006/relationships/notesSlide" Target="/ppt/notesSlides/notesSlide46.xml" Id="R5cce11b93c0942ac" /></Relationships>
</file>

<file path=ppt/slides/_rels/slide47.xml.rels>&#65279;<?xml version="1.0" encoding="utf-8"?><Relationships xmlns="http://schemas.openxmlformats.org/package/2006/relationships"><Relationship Type="http://schemas.openxmlformats.org/officeDocument/2006/relationships/slideLayout" Target="/ppt/slideLayouts/slideLayout7.xml" Id="Raba57d4402234592" /><Relationship Type="http://schemas.openxmlformats.org/officeDocument/2006/relationships/notesSlide" Target="/ppt/notesSlides/notesSlide47.xml" Id="R658f5479f86e49cf" /></Relationships>
</file>

<file path=ppt/slides/_rels/slide48.xml.rels>&#65279;<?xml version="1.0" encoding="utf-8"?><Relationships xmlns="http://schemas.openxmlformats.org/package/2006/relationships"><Relationship Type="http://schemas.openxmlformats.org/officeDocument/2006/relationships/slideLayout" Target="/ppt/slideLayouts/slideLayout7.xml" Id="R9adf13daa4024996" /><Relationship Type="http://schemas.openxmlformats.org/officeDocument/2006/relationships/notesSlide" Target="/ppt/notesSlides/notesSlide48.xml" Id="Rae741a8b9f6547d4" /></Relationships>
</file>

<file path=ppt/slides/_rels/slide49.xml.rels>&#65279;<?xml version="1.0" encoding="utf-8"?><Relationships xmlns="http://schemas.openxmlformats.org/package/2006/relationships"><Relationship Type="http://schemas.openxmlformats.org/officeDocument/2006/relationships/slideLayout" Target="/ppt/slideLayouts/slideLayout7.xml" Id="R69cdb2bcff5f4fe2" /><Relationship Type="http://schemas.openxmlformats.org/officeDocument/2006/relationships/notesSlide" Target="/ppt/notesSlides/notesSlide49.xml" Id="R1c3551c73c77438c" /></Relationships>
</file>

<file path=ppt/slides/_rels/slide50.xml.rels>&#65279;<?xml version="1.0" encoding="utf-8"?><Relationships xmlns="http://schemas.openxmlformats.org/package/2006/relationships"><Relationship Type="http://schemas.openxmlformats.org/officeDocument/2006/relationships/slideLayout" Target="/ppt/slideLayouts/slideLayout7.xml" Id="R454d4f4c1bd24bb4" /><Relationship Type="http://schemas.openxmlformats.org/officeDocument/2006/relationships/notesSlide" Target="/ppt/notesSlides/notesSlide50.xml" Id="Rbaf1dfa5c38a4b87" /></Relationships>
</file>

<file path=ppt/slides/_rels/slide51.xml.rels>&#65279;<?xml version="1.0" encoding="utf-8"?><Relationships xmlns="http://schemas.openxmlformats.org/package/2006/relationships"><Relationship Type="http://schemas.openxmlformats.org/officeDocument/2006/relationships/slideLayout" Target="/ppt/slideLayouts/slideLayout7.xml" Id="R38d87f4543f648af" /><Relationship Type="http://schemas.openxmlformats.org/officeDocument/2006/relationships/notesSlide" Target="/ppt/notesSlides/notesSlide51.xml" Id="Rc9af5001a1e0427c" /></Relationships>
</file>

<file path=ppt/slides/_rels/slide52.xml.rels>&#65279;<?xml version="1.0" encoding="utf-8"?><Relationships xmlns="http://schemas.openxmlformats.org/package/2006/relationships"><Relationship Type="http://schemas.openxmlformats.org/officeDocument/2006/relationships/slideLayout" Target="/ppt/slideLayouts/slideLayout7.xml" Id="R10c8455f74e74a8a" /><Relationship Type="http://schemas.openxmlformats.org/officeDocument/2006/relationships/notesSlide" Target="/ppt/notesSlides/notesSlide52.xml" Id="R15832819bddb4144" /></Relationships>
</file>

<file path=ppt/slides/_rels/slide53.xml.rels>&#65279;<?xml version="1.0" encoding="utf-8"?><Relationships xmlns="http://schemas.openxmlformats.org/package/2006/relationships"><Relationship Type="http://schemas.openxmlformats.org/officeDocument/2006/relationships/slideLayout" Target="/ppt/slideLayouts/slideLayout7.xml" Id="R066a98b4bb264b94" /><Relationship Type="http://schemas.openxmlformats.org/officeDocument/2006/relationships/notesSlide" Target="/ppt/notesSlides/notesSlide53.xml" Id="Rb24f5efd0e534fe7" /></Relationships>
</file>

<file path=ppt/slides/_rels/slide54.xml.rels>&#65279;<?xml version="1.0" encoding="utf-8"?><Relationships xmlns="http://schemas.openxmlformats.org/package/2006/relationships"><Relationship Type="http://schemas.openxmlformats.org/officeDocument/2006/relationships/slideLayout" Target="/ppt/slideLayouts/slideLayout7.xml" Id="R5b8561fd174e4a2f" /><Relationship Type="http://schemas.openxmlformats.org/officeDocument/2006/relationships/notesSlide" Target="/ppt/notesSlides/notesSlide54.xml" Id="Rd9a95c1cb86c46ea" /></Relationships>
</file>

<file path=ppt/slides/_rels/slide55.xml.rels>&#65279;<?xml version="1.0" encoding="utf-8"?><Relationships xmlns="http://schemas.openxmlformats.org/package/2006/relationships"><Relationship Type="http://schemas.openxmlformats.org/officeDocument/2006/relationships/slideLayout" Target="/ppt/slideLayouts/slideLayout7.xml" Id="Reffab4a623cd4e83" /><Relationship Type="http://schemas.openxmlformats.org/officeDocument/2006/relationships/notesSlide" Target="/ppt/notesSlides/notesSlide55.xml" Id="Rc70b0da3738c4a47" /></Relationships>
</file>

<file path=ppt/slides/_rels/slide56.xml.rels>&#65279;<?xml version="1.0" encoding="utf-8"?><Relationships xmlns="http://schemas.openxmlformats.org/package/2006/relationships"><Relationship Type="http://schemas.openxmlformats.org/officeDocument/2006/relationships/slideLayout" Target="/ppt/slideLayouts/slideLayout7.xml" Id="Re914f41b2ba74fd3" /><Relationship Type="http://schemas.openxmlformats.org/officeDocument/2006/relationships/notesSlide" Target="/ppt/notesSlides/notesSlide56.xml" Id="Red51ef0a933040b8" /></Relationships>
</file>

<file path=ppt/slides/_rels/slide57.xml.rels>&#65279;<?xml version="1.0" encoding="utf-8"?><Relationships xmlns="http://schemas.openxmlformats.org/package/2006/relationships"><Relationship Type="http://schemas.openxmlformats.org/officeDocument/2006/relationships/slideLayout" Target="/ppt/slideLayouts/slideLayout7.xml" Id="R95f4fb8c5e744975" /><Relationship Type="http://schemas.openxmlformats.org/officeDocument/2006/relationships/notesSlide" Target="/ppt/notesSlides/notesSlide57.xml" Id="R5cfd5efc1e184bf1" /></Relationships>
</file>

<file path=ppt/slides/_rels/slide58.xml.rels>&#65279;<?xml version="1.0" encoding="utf-8"?><Relationships xmlns="http://schemas.openxmlformats.org/package/2006/relationships"><Relationship Type="http://schemas.openxmlformats.org/officeDocument/2006/relationships/slideLayout" Target="/ppt/slideLayouts/slideLayout7.xml" Id="Rc91c1d672f464739" /><Relationship Type="http://schemas.openxmlformats.org/officeDocument/2006/relationships/notesSlide" Target="/ppt/notesSlides/notesSlide58.xml" Id="Re814ae65ff63426f" /></Relationships>
</file>

<file path=ppt/slides/_rels/slide59.xml.rels>&#65279;<?xml version="1.0" encoding="utf-8"?><Relationships xmlns="http://schemas.openxmlformats.org/package/2006/relationships"><Relationship Type="http://schemas.openxmlformats.org/officeDocument/2006/relationships/slideLayout" Target="/ppt/slideLayouts/slideLayout7.xml" Id="Rd35b236349584613" /><Relationship Type="http://schemas.openxmlformats.org/officeDocument/2006/relationships/notesSlide" Target="/ppt/notesSlides/notesSlide59.xml" Id="R98abc001fd9b4a27" /></Relationships>
</file>

<file path=ppt/slides/_rels/slide60.xml.rels>&#65279;<?xml version="1.0" encoding="utf-8"?><Relationships xmlns="http://schemas.openxmlformats.org/package/2006/relationships"><Relationship Type="http://schemas.openxmlformats.org/officeDocument/2006/relationships/slideLayout" Target="/ppt/slideLayouts/slideLayout7.xml" Id="Rf5b6985011a44952" /><Relationship Type="http://schemas.openxmlformats.org/officeDocument/2006/relationships/notesSlide" Target="/ppt/notesSlides/notesSlide60.xml" Id="R20b54e185ad341b7" /></Relationships>
</file>

<file path=ppt/slides/_rels/slide61.xml.rels>&#65279;<?xml version="1.0" encoding="utf-8"?><Relationships xmlns="http://schemas.openxmlformats.org/package/2006/relationships"><Relationship Type="http://schemas.openxmlformats.org/officeDocument/2006/relationships/slideLayout" Target="/ppt/slideLayouts/slideLayout7.xml" Id="R1c2d607594f34203" /><Relationship Type="http://schemas.openxmlformats.org/officeDocument/2006/relationships/notesSlide" Target="/ppt/notesSlides/notesSlide61.xml" Id="R8cc300eaceca4918" /></Relationships>
</file>

<file path=ppt/slides/_rels/slide62.xml.rels>&#65279;<?xml version="1.0" encoding="utf-8"?><Relationships xmlns="http://schemas.openxmlformats.org/package/2006/relationships"><Relationship Type="http://schemas.openxmlformats.org/officeDocument/2006/relationships/slideLayout" Target="/ppt/slideLayouts/slideLayout7.xml" Id="R10f8d0333d1c450c" /><Relationship Type="http://schemas.openxmlformats.org/officeDocument/2006/relationships/notesSlide" Target="/ppt/notesSlides/notesSlide62.xml" Id="R6e1d9f4ee5d345a7" /></Relationships>
</file>

<file path=ppt/slides/_rels/slide63.xml.rels>&#65279;<?xml version="1.0" encoding="utf-8"?><Relationships xmlns="http://schemas.openxmlformats.org/package/2006/relationships"><Relationship Type="http://schemas.openxmlformats.org/officeDocument/2006/relationships/slideLayout" Target="/ppt/slideLayouts/slideLayout7.xml" Id="R93622275b3774464" /><Relationship Type="http://schemas.openxmlformats.org/officeDocument/2006/relationships/notesSlide" Target="/ppt/notesSlides/notesSlide63.xml" Id="R5f20f8692acc4a3d" /></Relationships>
</file>

<file path=ppt/slides/_rels/slide64.xml.rels>&#65279;<?xml version="1.0" encoding="utf-8"?><Relationships xmlns="http://schemas.openxmlformats.org/package/2006/relationships"><Relationship Type="http://schemas.openxmlformats.org/officeDocument/2006/relationships/slideLayout" Target="/ppt/slideLayouts/slideLayout7.xml" Id="Rf6e7577a2c1a471f" /><Relationship Type="http://schemas.openxmlformats.org/officeDocument/2006/relationships/notesSlide" Target="/ppt/notesSlides/notesSlide64.xml" Id="Ra6eba72c83f54597" /></Relationships>
</file>

<file path=ppt/slides/_rels/slide65.xml.rels>&#65279;<?xml version="1.0" encoding="utf-8"?><Relationships xmlns="http://schemas.openxmlformats.org/package/2006/relationships"><Relationship Type="http://schemas.openxmlformats.org/officeDocument/2006/relationships/slideLayout" Target="/ppt/slideLayouts/slideLayout7.xml" Id="R69fb46be386c43a7" /><Relationship Type="http://schemas.openxmlformats.org/officeDocument/2006/relationships/image" Target="/ppt/media/image2.png" Id="Rb1b70b2d6d394d27" /><Relationship Type="http://schemas.openxmlformats.org/officeDocument/2006/relationships/image" Target="/ppt/media/image3.png" Id="R2b03170fc17b43a5" /><Relationship Type="http://schemas.openxmlformats.org/officeDocument/2006/relationships/notesSlide" Target="/ppt/notesSlides/notesSlide65.xml" Id="R712e75b1158e451f" /></Relationships>
</file>

<file path=ppt/slides/_rels/slide66.xml.rels>&#65279;<?xml version="1.0" encoding="utf-8"?><Relationships xmlns="http://schemas.openxmlformats.org/package/2006/relationships"><Relationship Type="http://schemas.openxmlformats.org/officeDocument/2006/relationships/slideLayout" Target="/ppt/slideLayouts/slideLayout7.xml" Id="R54604dabb44d4d51" /><Relationship Type="http://schemas.openxmlformats.org/officeDocument/2006/relationships/notesSlide" Target="/ppt/notesSlides/notesSlide66.xml" Id="Rcdaa89802a614227" /></Relationships>
</file>

<file path=ppt/slides/_rels/slide67.xml.rels>&#65279;<?xml version="1.0" encoding="utf-8"?><Relationships xmlns="http://schemas.openxmlformats.org/package/2006/relationships"><Relationship Type="http://schemas.openxmlformats.org/officeDocument/2006/relationships/slideLayout" Target="/ppt/slideLayouts/slideLayout7.xml" Id="Ra87e8970dcac4a36" /><Relationship Type="http://schemas.openxmlformats.org/officeDocument/2006/relationships/notesSlide" Target="/ppt/notesSlides/notesSlide67.xml" Id="R606a4e6a8ac54614" /></Relationships>
</file>

<file path=ppt/slides/_rels/slide68.xml.rels>&#65279;<?xml version="1.0" encoding="utf-8"?><Relationships xmlns="http://schemas.openxmlformats.org/package/2006/relationships"><Relationship Type="http://schemas.openxmlformats.org/officeDocument/2006/relationships/slideLayout" Target="/ppt/slideLayouts/slideLayout7.xml" Id="R9507651635f74686" /><Relationship Type="http://schemas.openxmlformats.org/officeDocument/2006/relationships/notesSlide" Target="/ppt/notesSlides/notesSlide68.xml" Id="Rf52a836294c74059" /></Relationships>
</file>

<file path=ppt/slides/_rels/slide69.xml.rels>&#65279;<?xml version="1.0" encoding="utf-8"?><Relationships xmlns="http://schemas.openxmlformats.org/package/2006/relationships"><Relationship Type="http://schemas.openxmlformats.org/officeDocument/2006/relationships/slideLayout" Target="/ppt/slideLayouts/slideLayout7.xml" Id="Raf64dfe0299e4f8b" /><Relationship Type="http://schemas.openxmlformats.org/officeDocument/2006/relationships/notesSlide" Target="/ppt/notesSlides/notesSlide69.xml" Id="R6a5f363f1aee4781" /></Relationships>
</file>

<file path=ppt/slides/_rels/slide70.xml.rels>&#65279;<?xml version="1.0" encoding="utf-8"?><Relationships xmlns="http://schemas.openxmlformats.org/package/2006/relationships"><Relationship Type="http://schemas.openxmlformats.org/officeDocument/2006/relationships/slideLayout" Target="/ppt/slideLayouts/slideLayout7.xml" Id="R9e0dae83e2db48d5" /><Relationship Type="http://schemas.openxmlformats.org/officeDocument/2006/relationships/notesSlide" Target="/ppt/notesSlides/notesSlide70.xml" Id="R3b6dc7ff29da488a"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5F532A61-BE87-4AC7-919F-D18905BE81B6}"/>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E4A13DA3-366D-4E5A-9D85-F3AE438165B4}"/>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C9CBAC89-9B51-4AA2-AD00-790193A3991D}"/>
              </a:ext>
            </a:extLst>
          </p:cNvPr>
          <p:cNvSpPr>
            <a:spLocks xmlns:a="http://schemas.openxmlformats.org/drawingml/2006/main" noGrp="1"/>
          </p:cNvSpPr>
          <p:nvPr/>
        </p:nvSpPr>
        <p:spPr>
          <a:xfrm xmlns:a="http://schemas.openxmlformats.org/drawingml/2006/main">
            <a:off x="608076" y="2114550"/>
            <a:ext cx="10972800" cy="114300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ctr">
              <a:defRPr sz="6000" b="1">
                <a:solidFill>
                  <a:srgbClr val="262626"/>
                </a:solidFill>
                <a:latin typeface="Alibaba PuHuiTi 3.0 115 Black"/>
                <a:ea typeface="Alibaba PuHuiTi 3.0 115 Black"/>
                <a:cs typeface="Alibaba PuHuiTi 3.0 115 Black"/>
              </a:defRPr>
            </a:defPPr>
          </a:lstStyle>
          <a:p xmlns:a="http://schemas.openxmlformats.org/drawingml/2006/main">
            <a:pPr algn="ctr">
              <a:spcBef>
                <a:spcPts val="0"/>
              </a:spcBef>
              <a:spcAft>
                <a:spcPts val="200"/>
              </a:spcAft>
              <a:buNone/>
              <a:defRPr sz="6000" b="1">
                <a:solidFill>
                  <a:srgbClr val="262626"/>
                </a:solidFill>
                <a:latin typeface="Alibaba PuHuiTi 3.0 115 Black"/>
                <a:ea typeface="Alibaba PuHuiTi 3.0 115 Black"/>
                <a:cs typeface="Alibaba PuHuiTi 3.0 115 Black"/>
              </a:defRPr>
            </a:pPr>
            <a:r>
              <a:rPr sz="6000" b="1">
                <a:solidFill>
                  <a:srgbClr val="262626"/>
                </a:solidFill>
                <a:latin typeface="Alibaba PuHuiTi 3.0 115 Black"/>
                <a:ea typeface="Alibaba PuHuiTi 3.0 115 Black"/>
                <a:cs typeface="Alibaba PuHuiTi 3.0 115 Black"/>
              </a:rPr>
              <a:t>声音怎样变成0和1？</a:t>
            </a:r>
          </a:p>
        </p:txBody>
      </p:sp>
      <p:sp>
        <p:nvSpPr>
          <p:cNvPr id="5" name="TextBox 4">
            <a:extLst xmlns:a="http://schemas.openxmlformats.org/drawingml/2006/main">
              <a:ext uri="{FF2B5EF4-FFF2-40B4-BE49-F238E27FC236}">
                <a16:creationId xmlns:a16="http://schemas.microsoft.com/office/drawing/2014/main" id="{7EF4285C-1D96-4CAA-962A-1B5C493372A4}"/>
              </a:ext>
            </a:extLst>
          </p:cNvPr>
          <p:cNvSpPr>
            <a:spLocks xmlns:a="http://schemas.openxmlformats.org/drawingml/2006/main" noGrp="1"/>
          </p:cNvSpPr>
          <p:nvPr/>
        </p:nvSpPr>
        <p:spPr>
          <a:xfrm xmlns:a="http://schemas.openxmlformats.org/drawingml/2006/main">
            <a:off x="608076" y="3714750"/>
            <a:ext cx="10972800" cy="7429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ctr">
              <a:defRPr sz="3700" b="0">
                <a:solidFill>
                  <a:srgbClr val="808080"/>
                </a:solidFill>
                <a:latin typeface="Alibaba PuHuiTi 3.0 55 Regular"/>
                <a:ea typeface="Alibaba PuHuiTi 3.0 55 Regular"/>
                <a:cs typeface="Alibaba PuHuiTi 3.0 55 Regular"/>
              </a:defRPr>
            </a:defPPr>
          </a:lstStyle>
          <a:p xmlns:a="http://schemas.openxmlformats.org/drawingml/2006/main">
            <a:pPr algn="ctr">
              <a:spcBef>
                <a:spcPts val="0"/>
              </a:spcBef>
              <a:spcAft>
                <a:spcPts val="200"/>
              </a:spcAft>
              <a:buNone/>
              <a:defRPr sz="3700" b="0">
                <a:solidFill>
                  <a:srgbClr val="808080"/>
                </a:solidFill>
                <a:latin typeface="Alibaba PuHuiTi 3.0 55 Regular"/>
                <a:ea typeface="Alibaba PuHuiTi 3.0 55 Regular"/>
                <a:cs typeface="Alibaba PuHuiTi 3.0 55 Regular"/>
              </a:defRPr>
            </a:pPr>
            <a:r>
              <a:rPr sz="3700" b="0">
                <a:solidFill>
                  <a:srgbClr val="808080"/>
                </a:solidFill>
                <a:latin typeface="Alibaba PuHuiTi 3.0 55 Regular"/>
                <a:ea typeface="Alibaba PuHuiTi 3.0 55 Regular"/>
                <a:cs typeface="Alibaba PuHuiTi 3.0 55 Regular"/>
              </a:rPr>
              <a:t>第一课时｜从声音到数字音频</a:t>
            </a:r>
          </a:p>
        </p:txBody>
      </p:sp>
    </p:spTree>
    <p:extLst>
      <p:ext uri="{BB962C8B-B14F-4D97-AF65-F5344CB8AC3E}">
        <p14:creationId xmlns:p14="http://schemas.microsoft.com/office/powerpoint/2010/main" val="131173910"/>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76929DE2-02F7-461C-B2EC-FF94F68B16DA}"/>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06A11E05-4770-4C02-9F90-D612B20467E2}"/>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0A4AED58-8F25-4E3D-9184-B30A0F8C980F}"/>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文字、图像能编码，声音呢？</a:t>
            </a:r>
          </a:p>
        </p:txBody>
      </p:sp>
      <p:sp>
        <p:nvSpPr>
          <p:cNvPr id="5" name="known-text">
            <a:extLst xmlns:a="http://schemas.openxmlformats.org/drawingml/2006/main">
              <a:ext uri="{FF2B5EF4-FFF2-40B4-BE49-F238E27FC236}">
                <a16:creationId xmlns:a16="http://schemas.microsoft.com/office/drawing/2014/main" id="{6963490E-E0CC-4809-9DC2-73D38B39C24F}"/>
              </a:ext>
            </a:extLst>
          </p:cNvPr>
          <p:cNvSpPr>
            <a:spLocks xmlns:a="http://schemas.openxmlformats.org/drawingml/2006/main" noGrp="1"/>
          </p:cNvSpPr>
          <p:nvPr/>
        </p:nvSpPr>
        <p:spPr>
          <a:xfrm xmlns:a="http://schemas.openxmlformats.org/drawingml/2006/main">
            <a:off x="609600" y="2143125"/>
            <a:ext cx="5238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800" b="1">
                <a:solidFill>
                  <a:srgbClr val="8C64E1"/>
                </a:solidFill>
                <a:latin typeface="Alibaba PuHuiTi 3.0 115 Black"/>
                <a:ea typeface="Alibaba PuHuiTi 3.0 115 Black"/>
                <a:cs typeface="Alibaba PuHuiTi 3.0 115 Black"/>
              </a:defRPr>
            </a:defPPr>
          </a:lstStyle>
          <a:p xmlns:a="http://schemas.openxmlformats.org/drawingml/2006/main">
            <a:pPr algn="l">
              <a:defRPr sz="2800" b="1">
                <a:solidFill>
                  <a:srgbClr val="8C64E1"/>
                </a:solidFill>
                <a:latin typeface="Alibaba PuHuiTi 3.0 115 Black"/>
                <a:ea typeface="Alibaba PuHuiTi 3.0 115 Black"/>
                <a:cs typeface="Alibaba PuHuiTi 3.0 115 Black"/>
              </a:defRPr>
            </a:pPr>
            <a:r>
              <a:rPr sz="2800" b="1">
                <a:solidFill>
                  <a:srgbClr val="8C64E1"/>
                </a:solidFill>
                <a:latin typeface="Alibaba PuHuiTi 3.0 115 Black"/>
                <a:ea typeface="Alibaba PuHuiTi 3.0 115 Black"/>
                <a:cs typeface="Alibaba PuHuiTi 3.0 115 Black"/>
              </a:rPr>
              <a:t>文字 → 编码</a:t>
            </a:r>
          </a:p>
        </p:txBody>
      </p:sp>
      <p:sp>
        <p:nvSpPr>
          <p:cNvPr id="6" name="known-image">
            <a:extLst xmlns:a="http://schemas.openxmlformats.org/drawingml/2006/main">
              <a:ext uri="{FF2B5EF4-FFF2-40B4-BE49-F238E27FC236}">
                <a16:creationId xmlns:a16="http://schemas.microsoft.com/office/drawing/2014/main" id="{B8892108-A65F-41BE-B1AF-1185CB6824C1}"/>
              </a:ext>
            </a:extLst>
          </p:cNvPr>
          <p:cNvSpPr>
            <a:spLocks xmlns:a="http://schemas.openxmlformats.org/drawingml/2006/main" noGrp="1"/>
          </p:cNvSpPr>
          <p:nvPr/>
        </p:nvSpPr>
        <p:spPr>
          <a:xfrm xmlns:a="http://schemas.openxmlformats.org/drawingml/2006/main">
            <a:off x="609600" y="3190875"/>
            <a:ext cx="5238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800" b="1">
                <a:solidFill>
                  <a:srgbClr val="007C9B"/>
                </a:solidFill>
                <a:latin typeface="Alibaba PuHuiTi 3.0 115 Black"/>
                <a:ea typeface="Alibaba PuHuiTi 3.0 115 Black"/>
                <a:cs typeface="Alibaba PuHuiTi 3.0 115 Black"/>
              </a:defRPr>
            </a:defPPr>
          </a:lstStyle>
          <a:p xmlns:a="http://schemas.openxmlformats.org/drawingml/2006/main">
            <a:pPr algn="l">
              <a:defRPr sz="2800" b="1">
                <a:solidFill>
                  <a:srgbClr val="007C9B"/>
                </a:solidFill>
                <a:latin typeface="Alibaba PuHuiTi 3.0 115 Black"/>
                <a:ea typeface="Alibaba PuHuiTi 3.0 115 Black"/>
                <a:cs typeface="Alibaba PuHuiTi 3.0 115 Black"/>
              </a:defRPr>
            </a:pPr>
            <a:r>
              <a:rPr sz="2800" b="1">
                <a:solidFill>
                  <a:srgbClr val="007C9B"/>
                </a:solidFill>
                <a:latin typeface="Alibaba PuHuiTi 3.0 115 Black"/>
                <a:ea typeface="Alibaba PuHuiTi 3.0 115 Black"/>
                <a:cs typeface="Alibaba PuHuiTi 3.0 115 Black"/>
              </a:rPr>
              <a:t>图像 → 编码</a:t>
            </a:r>
          </a:p>
        </p:txBody>
      </p:sp>
      <p:sp>
        <p:nvSpPr>
          <p:cNvPr id="7" name="current-question">
            <a:extLst xmlns:a="http://schemas.openxmlformats.org/drawingml/2006/main">
              <a:ext uri="{FF2B5EF4-FFF2-40B4-BE49-F238E27FC236}">
                <a16:creationId xmlns:a16="http://schemas.microsoft.com/office/drawing/2014/main" id="{0851E32F-3D03-4F67-876C-B18712B96AE9}"/>
              </a:ext>
            </a:extLst>
          </p:cNvPr>
          <p:cNvSpPr>
            <a:spLocks xmlns:a="http://schemas.openxmlformats.org/drawingml/2006/main" noGrp="1"/>
          </p:cNvSpPr>
          <p:nvPr/>
        </p:nvSpPr>
        <p:spPr>
          <a:xfrm xmlns:a="http://schemas.openxmlformats.org/drawingml/2006/main">
            <a:off x="609600" y="4238625"/>
            <a:ext cx="5238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300" b="1">
                <a:solidFill>
                  <a:srgbClr val="262626"/>
                </a:solidFill>
                <a:latin typeface="Alibaba PuHuiTi 3.0 115 Black"/>
                <a:ea typeface="Alibaba PuHuiTi 3.0 115 Black"/>
                <a:cs typeface="Alibaba PuHuiTi 3.0 115 Black"/>
              </a:defRPr>
            </a:defPPr>
          </a:lstStyle>
          <a:p xmlns:a="http://schemas.openxmlformats.org/drawingml/2006/main">
            <a:pPr algn="l">
              <a:defRPr sz="3300" b="1">
                <a:solidFill>
                  <a:srgbClr val="262626"/>
                </a:solidFill>
                <a:latin typeface="Alibaba PuHuiTi 3.0 115 Black"/>
                <a:ea typeface="Alibaba PuHuiTi 3.0 115 Black"/>
                <a:cs typeface="Alibaba PuHuiTi 3.0 115 Black"/>
              </a:defRPr>
            </a:pPr>
            <a:r>
              <a:rPr sz="3300" b="1">
                <a:solidFill>
                  <a:srgbClr val="262626"/>
                </a:solidFill>
                <a:latin typeface="Alibaba PuHuiTi 3.0 115 Black"/>
                <a:ea typeface="Alibaba PuHuiTi 3.0 115 Black"/>
                <a:cs typeface="Alibaba PuHuiTi 3.0 115 Black"/>
              </a:rPr>
              <a:t>声音 → ？</a:t>
            </a:r>
          </a:p>
        </p:txBody>
      </p:sp>
      <p:sp>
        <p:nvSpPr>
          <p:cNvPr id="8" name="recording-question">
            <a:extLst xmlns:a="http://schemas.openxmlformats.org/drawingml/2006/main">
              <a:ext uri="{FF2B5EF4-FFF2-40B4-BE49-F238E27FC236}">
                <a16:creationId xmlns:a16="http://schemas.microsoft.com/office/drawing/2014/main" id="{6F8F495E-96A3-4C97-9FB1-2BDA21B47057}"/>
              </a:ext>
            </a:extLst>
          </p:cNvPr>
          <p:cNvSpPr>
            <a:spLocks xmlns:a="http://schemas.openxmlformats.org/drawingml/2006/main" noGrp="1"/>
          </p:cNvSpPr>
          <p:nvPr/>
        </p:nvSpPr>
        <p:spPr>
          <a:xfrm xmlns:a="http://schemas.openxmlformats.org/drawingml/2006/main">
            <a:off x="609600" y="5810250"/>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手机为什么能把说话声保存成文件？</a:t>
            </a:r>
          </a:p>
        </p:txBody>
      </p:sp>
      <p:pic>
        <p:nvPicPr>
          <p:cNvPr id="9" name="">
            <a:extLst xmlns:a="http://schemas.openxmlformats.org/drawingml/2006/main">
              <a:ext uri="{FF2B5EF4-FFF2-40B4-BE49-F238E27FC236}">
                <a16:creationId xmlns:a16="http://schemas.microsoft.com/office/drawing/2014/main" id="{69C91A38-D781-4A9B-B871-3DD6165EE0EA}"/>
              </a:ext>
            </a:extLst>
          </p:cNvPr>
          <p:cNvPicPr>
            <a:picLocks xmlns:a="http://schemas.openxmlformats.org/drawingml/2006/main" noChangeAspect="1"/>
          </p:cNvPicPr>
          <p:nvPr/>
        </p:nvPicPr>
        <p:blipFill>
          <a:blip xmlns:r="http://schemas.openxmlformats.org/officeDocument/2006/relationships" xmlns:a="http://schemas.openxmlformats.org/drawingml/2006/main" r:embed="R79bb8be3761b4904"/>
          <a:stretch xmlns:a="http://schemas.openxmlformats.org/drawingml/2006/main"/>
        </p:blipFill>
        <p:spPr>
          <a:xfrm xmlns:a="http://schemas.openxmlformats.org/drawingml/2006/main">
            <a:off x="6381750" y="1581150"/>
            <a:ext cx="5105400" cy="3829050"/>
          </a:xfrm>
          <a:prstGeom xmlns:a="http://schemas.openxmlformats.org/drawingml/2006/main" prst="rect">
            <a:avLst/>
          </a:prstGeom>
        </p:spPr>
      </p:pic>
    </p:spTree>
    <p:extLst>
      <p:ext uri="{BB962C8B-B14F-4D97-AF65-F5344CB8AC3E}">
        <p14:creationId xmlns:p14="http://schemas.microsoft.com/office/powerpoint/2010/main" val="1295356365"/>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2B25DE94-8CCD-4C77-B872-534D9D8DA135}"/>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D5F86909-7944-4BD6-8935-9A2648CFC3E7}"/>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F07CE13E-7669-447B-A2CA-A6DF171FC2BC}"/>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声音首先是什么？</a:t>
            </a:r>
          </a:p>
        </p:txBody>
      </p:sp>
      <p:sp>
        <p:nvSpPr>
          <p:cNvPr id="5" name="Rectangle 4">
            <a:extLst xmlns:a="http://schemas.openxmlformats.org/drawingml/2006/main">
              <a:ext uri="{FF2B5EF4-FFF2-40B4-BE49-F238E27FC236}">
                <a16:creationId xmlns:a16="http://schemas.microsoft.com/office/drawing/2014/main" id="{FF08E94E-3191-44A7-A099-B5A4075570D1}"/>
              </a:ext>
            </a:extLst>
          </p:cNvPr>
          <p:cNvSpPr>
            <a:spLocks xmlns:a="http://schemas.openxmlformats.org/drawingml/2006/main" noGrp="1"/>
          </p:cNvSpPr>
          <p:nvPr/>
        </p:nvSpPr>
        <p:spPr>
          <a:xfrm xmlns:a="http://schemas.openxmlformats.org/drawingml/2006/main">
            <a:off x="777240" y="2286000"/>
            <a:ext cx="2971800" cy="667512"/>
          </a:xfrm>
          <a:prstGeom xmlns:a="http://schemas.openxmlformats.org/drawingml/2006/main" prst="rect">
            <a:avLst/>
          </a:prstGeom>
          <a:noFill xmlns:a="http://schemas.openxmlformats.org/drawingml/2006/main"/>
          <a:ln xmlns:a="http://schemas.openxmlformats.org/drawingml/2006/main" w="25400">
            <a:solidFill>
              <a:srgbClr val="8C64E1"/>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6" name="TextBox 5">
            <a:extLst xmlns:a="http://schemas.openxmlformats.org/drawingml/2006/main">
              <a:ext uri="{FF2B5EF4-FFF2-40B4-BE49-F238E27FC236}">
                <a16:creationId xmlns:a16="http://schemas.microsoft.com/office/drawing/2014/main" id="{E9CF7DE9-FFE4-48C6-8C5E-BED0D7190A98}"/>
              </a:ext>
            </a:extLst>
          </p:cNvPr>
          <p:cNvSpPr>
            <a:spLocks xmlns:a="http://schemas.openxmlformats.org/drawingml/2006/main" noGrp="1"/>
          </p:cNvSpPr>
          <p:nvPr/>
        </p:nvSpPr>
        <p:spPr>
          <a:xfrm xmlns:a="http://schemas.openxmlformats.org/drawingml/2006/main">
            <a:off x="850392" y="2404872"/>
            <a:ext cx="2825496"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2200" b="1">
                <a:solidFill>
                  <a:srgbClr val="8C64E1"/>
                </a:solidFill>
                <a:latin typeface="Alibaba PuHuiTi 3.0 115 Black"/>
                <a:ea typeface="Alibaba PuHuiTi 3.0 115 Black"/>
                <a:cs typeface="Alibaba PuHuiTi 3.0 115 Black"/>
              </a:defRPr>
            </a:defPPr>
          </a:lstStyle>
          <a:p xmlns:a="http://schemas.openxmlformats.org/drawingml/2006/main">
            <a:pPr algn="ctr">
              <a:spcBef>
                <a:spcPts val="0"/>
              </a:spcBef>
              <a:spcAft>
                <a:spcPts val="200"/>
              </a:spcAft>
              <a:buNone/>
              <a:defRPr sz="2200" b="1">
                <a:solidFill>
                  <a:srgbClr val="8C64E1"/>
                </a:solidFill>
                <a:latin typeface="Alibaba PuHuiTi 3.0 115 Black"/>
                <a:ea typeface="Alibaba PuHuiTi 3.0 115 Black"/>
                <a:cs typeface="Alibaba PuHuiTi 3.0 115 Black"/>
              </a:defRPr>
            </a:pPr>
            <a:r>
              <a:rPr sz="2200" b="1">
                <a:solidFill>
                  <a:srgbClr val="8C64E1"/>
                </a:solidFill>
                <a:latin typeface="Alibaba PuHuiTi 3.0 115 Black"/>
                <a:ea typeface="Alibaba PuHuiTi 3.0 115 Black"/>
                <a:cs typeface="Alibaba PuHuiTi 3.0 115 Black"/>
              </a:rPr>
              <a:t>声带振动</a:t>
            </a:r>
          </a:p>
        </p:txBody>
      </p:sp>
      <p:sp>
        <p:nvSpPr>
          <p:cNvPr id="7" name="TextBox 6">
            <a:extLst xmlns:a="http://schemas.openxmlformats.org/drawingml/2006/main">
              <a:ext uri="{FF2B5EF4-FFF2-40B4-BE49-F238E27FC236}">
                <a16:creationId xmlns:a16="http://schemas.microsoft.com/office/drawing/2014/main" id="{51A37A80-2345-49E8-A9C6-8A8D8DA5CAA6}"/>
              </a:ext>
            </a:extLst>
          </p:cNvPr>
          <p:cNvSpPr>
            <a:spLocks xmlns:a="http://schemas.openxmlformats.org/drawingml/2006/main" noGrp="1"/>
          </p:cNvSpPr>
          <p:nvPr/>
        </p:nvSpPr>
        <p:spPr>
          <a:xfrm xmlns:a="http://schemas.openxmlformats.org/drawingml/2006/main">
            <a:off x="777240" y="3291840"/>
            <a:ext cx="2971800"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2200" b="0">
                <a:solidFill>
                  <a:srgbClr val="262626"/>
                </a:solidFill>
                <a:latin typeface="Alibaba PuHuiTi 3.0 55 Regular"/>
                <a:ea typeface="Alibaba PuHuiTi 3.0 55 Regular"/>
                <a:cs typeface="Alibaba PuHuiTi 3.0 55 Regular"/>
              </a:defRPr>
            </a:defPPr>
          </a:lstStyle>
          <a:p xmlns:a="http://schemas.openxmlformats.org/drawingml/2006/main">
            <a:pPr algn="ctr">
              <a:spcBef>
                <a:spcPts val="0"/>
              </a:spcBef>
              <a:spcAft>
                <a:spcPts val="200"/>
              </a:spcAft>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发出声音</a:t>
            </a:r>
          </a:p>
        </p:txBody>
      </p:sp>
      <p:sp>
        <p:nvSpPr>
          <p:cNvPr id="8" name="Connector 7">
            <a:extLst xmlns:a="http://schemas.openxmlformats.org/drawingml/2006/main">
              <a:ext uri="{FF2B5EF4-FFF2-40B4-BE49-F238E27FC236}">
                <a16:creationId xmlns:a16="http://schemas.microsoft.com/office/drawing/2014/main" id="{A805BDBC-07A3-43C0-92C3-3B45F4E43614}"/>
              </a:ext>
            </a:extLst>
          </p:cNvPr>
          <p:cNvSpPr>
            <a:spLocks xmlns:a="http://schemas.openxmlformats.org/drawingml/2006/main" noGrp="1"/>
          </p:cNvSpPr>
          <p:nvPr/>
        </p:nvSpPr>
        <p:spPr>
          <a:xfrm xmlns:a="http://schemas.openxmlformats.org/drawingml/2006/main">
            <a:off x="3831335" y="2615184"/>
            <a:ext cx="676657" cy="0"/>
          </a:xfrm>
          <a:prstGeom xmlns:a="http://schemas.openxmlformats.org/drawingml/2006/main" prst="line">
            <a:avLst/>
          </a:prstGeom>
          <a:ln xmlns:a="http://schemas.openxmlformats.org/drawingml/2006/main" w="3810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 name="Rectangle 8">
            <a:extLst xmlns:a="http://schemas.openxmlformats.org/drawingml/2006/main">
              <a:ext uri="{FF2B5EF4-FFF2-40B4-BE49-F238E27FC236}">
                <a16:creationId xmlns:a16="http://schemas.microsoft.com/office/drawing/2014/main" id="{F1B4D91D-E580-4730-B0D8-145EBF4000D2}"/>
              </a:ext>
            </a:extLst>
          </p:cNvPr>
          <p:cNvSpPr>
            <a:spLocks xmlns:a="http://schemas.openxmlformats.org/drawingml/2006/main" noGrp="1"/>
          </p:cNvSpPr>
          <p:nvPr/>
        </p:nvSpPr>
        <p:spPr>
          <a:xfrm xmlns:a="http://schemas.openxmlformats.org/drawingml/2006/main">
            <a:off x="4617720" y="2286000"/>
            <a:ext cx="2971800" cy="667512"/>
          </a:xfrm>
          <a:prstGeom xmlns:a="http://schemas.openxmlformats.org/drawingml/2006/main" prst="rect">
            <a:avLst/>
          </a:prstGeom>
          <a:noFill xmlns:a="http://schemas.openxmlformats.org/drawingml/2006/main"/>
          <a:ln xmlns:a="http://schemas.openxmlformats.org/drawingml/2006/main" w="254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0" name="TextBox 9">
            <a:extLst xmlns:a="http://schemas.openxmlformats.org/drawingml/2006/main">
              <a:ext uri="{FF2B5EF4-FFF2-40B4-BE49-F238E27FC236}">
                <a16:creationId xmlns:a16="http://schemas.microsoft.com/office/drawing/2014/main" id="{7A62AE31-5C09-4519-A44F-BDFBF6892635}"/>
              </a:ext>
            </a:extLst>
          </p:cNvPr>
          <p:cNvSpPr>
            <a:spLocks xmlns:a="http://schemas.openxmlformats.org/drawingml/2006/main" noGrp="1"/>
          </p:cNvSpPr>
          <p:nvPr/>
        </p:nvSpPr>
        <p:spPr>
          <a:xfrm xmlns:a="http://schemas.openxmlformats.org/drawingml/2006/main">
            <a:off x="4690872" y="2404872"/>
            <a:ext cx="2825496"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2200" b="1">
                <a:solidFill>
                  <a:srgbClr val="007C9B"/>
                </a:solidFill>
                <a:latin typeface="Alibaba PuHuiTi 3.0 115 Black"/>
                <a:ea typeface="Alibaba PuHuiTi 3.0 115 Black"/>
                <a:cs typeface="Alibaba PuHuiTi 3.0 115 Black"/>
              </a:defRPr>
            </a:defPPr>
          </a:lstStyle>
          <a:p xmlns:a="http://schemas.openxmlformats.org/drawingml/2006/main">
            <a:pPr algn="ctr">
              <a:spcBef>
                <a:spcPts val="0"/>
              </a:spcBef>
              <a:spcAft>
                <a:spcPts val="200"/>
              </a:spcAft>
              <a:buNone/>
              <a:defRPr sz="2200" b="1">
                <a:solidFill>
                  <a:srgbClr val="007C9B"/>
                </a:solidFill>
                <a:latin typeface="Alibaba PuHuiTi 3.0 115 Black"/>
                <a:ea typeface="Alibaba PuHuiTi 3.0 115 Black"/>
                <a:cs typeface="Alibaba PuHuiTi 3.0 115 Black"/>
              </a:defRPr>
            </a:pPr>
            <a:r>
              <a:rPr sz="2200" b="1">
                <a:solidFill>
                  <a:srgbClr val="007C9B"/>
                </a:solidFill>
                <a:latin typeface="Alibaba PuHuiTi 3.0 115 Black"/>
                <a:ea typeface="Alibaba PuHuiTi 3.0 115 Black"/>
                <a:cs typeface="Alibaba PuHuiTi 3.0 115 Black"/>
              </a:rPr>
              <a:t>空气传播</a:t>
            </a:r>
          </a:p>
        </p:txBody>
      </p:sp>
      <p:sp>
        <p:nvSpPr>
          <p:cNvPr id="11" name="TextBox 10">
            <a:extLst xmlns:a="http://schemas.openxmlformats.org/drawingml/2006/main">
              <a:ext uri="{FF2B5EF4-FFF2-40B4-BE49-F238E27FC236}">
                <a16:creationId xmlns:a16="http://schemas.microsoft.com/office/drawing/2014/main" id="{C8433A42-4169-4AF3-99D2-807545ADDA1B}"/>
              </a:ext>
            </a:extLst>
          </p:cNvPr>
          <p:cNvSpPr>
            <a:spLocks xmlns:a="http://schemas.openxmlformats.org/drawingml/2006/main" noGrp="1"/>
          </p:cNvSpPr>
          <p:nvPr/>
        </p:nvSpPr>
        <p:spPr>
          <a:xfrm xmlns:a="http://schemas.openxmlformats.org/drawingml/2006/main">
            <a:off x="4617720" y="3291840"/>
            <a:ext cx="2971800"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2200" b="0">
                <a:solidFill>
                  <a:srgbClr val="262626"/>
                </a:solidFill>
                <a:latin typeface="Alibaba PuHuiTi 3.0 55 Regular"/>
                <a:ea typeface="Alibaba PuHuiTi 3.0 55 Regular"/>
                <a:cs typeface="Alibaba PuHuiTi 3.0 55 Regular"/>
              </a:defRPr>
            </a:defPPr>
          </a:lstStyle>
          <a:p xmlns:a="http://schemas.openxmlformats.org/drawingml/2006/main">
            <a:pPr algn="ctr">
              <a:spcBef>
                <a:spcPts val="0"/>
              </a:spcBef>
              <a:spcAft>
                <a:spcPts val="200"/>
              </a:spcAft>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声压变化传开</a:t>
            </a:r>
          </a:p>
        </p:txBody>
      </p:sp>
      <p:sp>
        <p:nvSpPr>
          <p:cNvPr id="12" name="Connector 11">
            <a:extLst xmlns:a="http://schemas.openxmlformats.org/drawingml/2006/main">
              <a:ext uri="{FF2B5EF4-FFF2-40B4-BE49-F238E27FC236}">
                <a16:creationId xmlns:a16="http://schemas.microsoft.com/office/drawing/2014/main" id="{900A6731-D053-407E-92C7-C877D2C7BCC0}"/>
              </a:ext>
            </a:extLst>
          </p:cNvPr>
          <p:cNvSpPr>
            <a:spLocks xmlns:a="http://schemas.openxmlformats.org/drawingml/2006/main" noGrp="1"/>
          </p:cNvSpPr>
          <p:nvPr/>
        </p:nvSpPr>
        <p:spPr>
          <a:xfrm xmlns:a="http://schemas.openxmlformats.org/drawingml/2006/main">
            <a:off x="7671816" y="2615184"/>
            <a:ext cx="676655" cy="0"/>
          </a:xfrm>
          <a:prstGeom xmlns:a="http://schemas.openxmlformats.org/drawingml/2006/main" prst="line">
            <a:avLst/>
          </a:prstGeom>
          <a:ln xmlns:a="http://schemas.openxmlformats.org/drawingml/2006/main" w="3810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3" name="Rectangle 12">
            <a:extLst xmlns:a="http://schemas.openxmlformats.org/drawingml/2006/main">
              <a:ext uri="{FF2B5EF4-FFF2-40B4-BE49-F238E27FC236}">
                <a16:creationId xmlns:a16="http://schemas.microsoft.com/office/drawing/2014/main" id="{7797F931-CB73-4AEA-B088-868E24AB168E}"/>
              </a:ext>
            </a:extLst>
          </p:cNvPr>
          <p:cNvSpPr>
            <a:spLocks xmlns:a="http://schemas.openxmlformats.org/drawingml/2006/main" noGrp="1"/>
          </p:cNvSpPr>
          <p:nvPr/>
        </p:nvSpPr>
        <p:spPr>
          <a:xfrm xmlns:a="http://schemas.openxmlformats.org/drawingml/2006/main">
            <a:off x="8458200" y="2286000"/>
            <a:ext cx="2971800" cy="667512"/>
          </a:xfrm>
          <a:prstGeom xmlns:a="http://schemas.openxmlformats.org/drawingml/2006/main" prst="rect">
            <a:avLst/>
          </a:prstGeom>
          <a:noFill xmlns:a="http://schemas.openxmlformats.org/drawingml/2006/main"/>
          <a:ln xmlns:a="http://schemas.openxmlformats.org/drawingml/2006/main" w="25400">
            <a:solidFill>
              <a:srgbClr val="8C64E1"/>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4" name="TextBox 13">
            <a:extLst xmlns:a="http://schemas.openxmlformats.org/drawingml/2006/main">
              <a:ext uri="{FF2B5EF4-FFF2-40B4-BE49-F238E27FC236}">
                <a16:creationId xmlns:a16="http://schemas.microsoft.com/office/drawing/2014/main" id="{5F871C46-6888-4F22-816E-6A6BF3935B57}"/>
              </a:ext>
            </a:extLst>
          </p:cNvPr>
          <p:cNvSpPr>
            <a:spLocks xmlns:a="http://schemas.openxmlformats.org/drawingml/2006/main" noGrp="1"/>
          </p:cNvSpPr>
          <p:nvPr/>
        </p:nvSpPr>
        <p:spPr>
          <a:xfrm xmlns:a="http://schemas.openxmlformats.org/drawingml/2006/main">
            <a:off x="8531352" y="2404872"/>
            <a:ext cx="2825496"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2200" b="1">
                <a:solidFill>
                  <a:srgbClr val="8C64E1"/>
                </a:solidFill>
                <a:latin typeface="Alibaba PuHuiTi 3.0 115 Black"/>
                <a:ea typeface="Alibaba PuHuiTi 3.0 115 Black"/>
                <a:cs typeface="Alibaba PuHuiTi 3.0 115 Black"/>
              </a:defRPr>
            </a:defPPr>
          </a:lstStyle>
          <a:p xmlns:a="http://schemas.openxmlformats.org/drawingml/2006/main">
            <a:pPr algn="ctr">
              <a:spcBef>
                <a:spcPts val="0"/>
              </a:spcBef>
              <a:spcAft>
                <a:spcPts val="200"/>
              </a:spcAft>
              <a:buNone/>
              <a:defRPr sz="2200" b="1">
                <a:solidFill>
                  <a:srgbClr val="8C64E1"/>
                </a:solidFill>
                <a:latin typeface="Alibaba PuHuiTi 3.0 115 Black"/>
                <a:ea typeface="Alibaba PuHuiTi 3.0 115 Black"/>
                <a:cs typeface="Alibaba PuHuiTi 3.0 115 Black"/>
              </a:defRPr>
            </a:pPr>
            <a:r>
              <a:rPr sz="2200" b="1">
                <a:solidFill>
                  <a:srgbClr val="8C64E1"/>
                </a:solidFill>
                <a:latin typeface="Alibaba PuHuiTi 3.0 115 Black"/>
                <a:ea typeface="Alibaba PuHuiTi 3.0 115 Black"/>
                <a:cs typeface="Alibaba PuHuiTi 3.0 115 Black"/>
              </a:rPr>
              <a:t>耳膜振动</a:t>
            </a:r>
          </a:p>
        </p:txBody>
      </p:sp>
      <p:sp>
        <p:nvSpPr>
          <p:cNvPr id="15" name="TextBox 14">
            <a:extLst xmlns:a="http://schemas.openxmlformats.org/drawingml/2006/main">
              <a:ext uri="{FF2B5EF4-FFF2-40B4-BE49-F238E27FC236}">
                <a16:creationId xmlns:a16="http://schemas.microsoft.com/office/drawing/2014/main" id="{2D4C291B-2CAE-4340-8CD2-280F7062334E}"/>
              </a:ext>
            </a:extLst>
          </p:cNvPr>
          <p:cNvSpPr>
            <a:spLocks xmlns:a="http://schemas.openxmlformats.org/drawingml/2006/main" noGrp="1"/>
          </p:cNvSpPr>
          <p:nvPr/>
        </p:nvSpPr>
        <p:spPr>
          <a:xfrm xmlns:a="http://schemas.openxmlformats.org/drawingml/2006/main">
            <a:off x="8458200" y="3291840"/>
            <a:ext cx="2971800"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2200" b="0">
                <a:solidFill>
                  <a:srgbClr val="262626"/>
                </a:solidFill>
                <a:latin typeface="Alibaba PuHuiTi 3.0 55 Regular"/>
                <a:ea typeface="Alibaba PuHuiTi 3.0 55 Regular"/>
                <a:cs typeface="Alibaba PuHuiTi 3.0 55 Regular"/>
              </a:defRPr>
            </a:defPPr>
          </a:lstStyle>
          <a:p xmlns:a="http://schemas.openxmlformats.org/drawingml/2006/main">
            <a:pPr algn="ctr">
              <a:spcBef>
                <a:spcPts val="0"/>
              </a:spcBef>
              <a:spcAft>
                <a:spcPts val="200"/>
              </a:spcAft>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听到声音</a:t>
            </a:r>
          </a:p>
        </p:txBody>
      </p:sp>
      <p:sp>
        <p:nvSpPr>
          <p:cNvPr id="16" name="TextBox 15">
            <a:extLst xmlns:a="http://schemas.openxmlformats.org/drawingml/2006/main">
              <a:ext uri="{FF2B5EF4-FFF2-40B4-BE49-F238E27FC236}">
                <a16:creationId xmlns:a16="http://schemas.microsoft.com/office/drawing/2014/main" id="{7B354C02-8845-4D21-8D7B-3ED5E8DC1246}"/>
              </a:ext>
            </a:extLst>
          </p:cNvPr>
          <p:cNvSpPr>
            <a:spLocks xmlns:a="http://schemas.openxmlformats.org/drawingml/2006/main" noGrp="1"/>
          </p:cNvSpPr>
          <p:nvPr/>
        </p:nvSpPr>
        <p:spPr>
          <a:xfrm xmlns:a="http://schemas.openxmlformats.org/drawingml/2006/main">
            <a:off x="777240" y="5074920"/>
            <a:ext cx="10789920"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200" b="1">
                <a:solidFill>
                  <a:srgbClr val="8C64E1"/>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2200" b="1">
                <a:solidFill>
                  <a:srgbClr val="8C64E1"/>
                </a:solidFill>
                <a:latin typeface="Alibaba PuHuiTi 3.0 115 Black"/>
                <a:ea typeface="Alibaba PuHuiTi 3.0 115 Black"/>
                <a:cs typeface="Alibaba PuHuiTi 3.0 115 Black"/>
              </a:defRPr>
            </a:pPr>
            <a:r>
              <a:rPr sz="2200" b="1">
                <a:solidFill>
                  <a:srgbClr val="8C64E1"/>
                </a:solidFill>
                <a:latin typeface="Alibaba PuHuiTi 3.0 115 Black"/>
                <a:ea typeface="Alibaba PuHuiTi 3.0 115 Black"/>
                <a:cs typeface="Alibaba PuHuiTi 3.0 115 Black"/>
              </a:rPr>
              <a:t>声音是一种在介质中传播的机械波。</a:t>
            </a:r>
          </a:p>
        </p:txBody>
      </p:sp>
    </p:spTree>
    <p:extLst>
      <p:ext uri="{BB962C8B-B14F-4D97-AF65-F5344CB8AC3E}">
        <p14:creationId xmlns:p14="http://schemas.microsoft.com/office/powerpoint/2010/main" val="1489775651"/>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E447FADA-62EF-4FBC-AE52-6C5E1B7F643C}"/>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60007CBB-4C10-4B5C-A760-BD841609D864}"/>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1FAEFE55-FBEC-4735-80C3-C399179A8630}"/>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声音和电脑里的音频文件，是同一种量吗？</a:t>
            </a:r>
          </a:p>
        </p:txBody>
      </p:sp>
      <p:sp>
        <p:nvSpPr>
          <p:cNvPr id="5" name="Connector 4">
            <a:extLst xmlns:a="http://schemas.openxmlformats.org/drawingml/2006/main">
              <a:ext uri="{FF2B5EF4-FFF2-40B4-BE49-F238E27FC236}">
                <a16:creationId xmlns:a16="http://schemas.microsoft.com/office/drawing/2014/main" id="{98D5F168-2926-4682-B4DC-531A961B7DEA}"/>
              </a:ext>
            </a:extLst>
          </p:cNvPr>
          <p:cNvSpPr>
            <a:spLocks xmlns:a="http://schemas.openxmlformats.org/drawingml/2006/main" noGrp="1"/>
          </p:cNvSpPr>
          <p:nvPr/>
        </p:nvSpPr>
        <p:spPr>
          <a:xfrm xmlns:a="http://schemas.openxmlformats.org/drawingml/2006/main">
            <a:off x="6080760" y="1627632"/>
            <a:ext cx="0" cy="3776472"/>
          </a:xfrm>
          <a:prstGeom xmlns:a="http://schemas.openxmlformats.org/drawingml/2006/main" prst="line">
            <a:avLst/>
          </a:prstGeom>
          <a:ln xmlns:a="http://schemas.openxmlformats.org/drawingml/2006/main" w="25400">
            <a:solidFill>
              <a:srgbClr val="E2E2E7"/>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 name="TextBox 5">
            <a:extLst xmlns:a="http://schemas.openxmlformats.org/drawingml/2006/main">
              <a:ext uri="{FF2B5EF4-FFF2-40B4-BE49-F238E27FC236}">
                <a16:creationId xmlns:a16="http://schemas.microsoft.com/office/drawing/2014/main" id="{D38F8097-7BAB-4D35-877C-C17414B39713}"/>
              </a:ext>
            </a:extLst>
          </p:cNvPr>
          <p:cNvSpPr>
            <a:spLocks xmlns:a="http://schemas.openxmlformats.org/drawingml/2006/main" noGrp="1"/>
          </p:cNvSpPr>
          <p:nvPr/>
        </p:nvSpPr>
        <p:spPr>
          <a:xfrm xmlns:a="http://schemas.openxmlformats.org/drawingml/2006/main">
            <a:off x="822960" y="1737360"/>
            <a:ext cx="5074920" cy="4267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800" b="1">
                <a:solidFill>
                  <a:srgbClr val="8C64E1"/>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2800" b="1">
                <a:solidFill>
                  <a:srgbClr val="8C64E1"/>
                </a:solidFill>
                <a:latin typeface="Alibaba PuHuiTi 3.0 115 Black"/>
                <a:ea typeface="Alibaba PuHuiTi 3.0 115 Black"/>
                <a:cs typeface="Alibaba PuHuiTi 3.0 115 Black"/>
              </a:defRPr>
            </a:pPr>
            <a:r>
              <a:rPr sz="2800" b="1">
                <a:solidFill>
                  <a:srgbClr val="8C64E1"/>
                </a:solidFill>
                <a:latin typeface="Alibaba PuHuiTi 3.0 115 Black"/>
                <a:ea typeface="Alibaba PuHuiTi 3.0 115 Black"/>
                <a:cs typeface="Alibaba PuHuiTi 3.0 115 Black"/>
              </a:rPr>
              <a:t>自然界的声音</a:t>
            </a:r>
          </a:p>
        </p:txBody>
      </p:sp>
      <p:sp>
        <p:nvSpPr>
          <p:cNvPr id="7" name="TextBox 6">
            <a:extLst xmlns:a="http://schemas.openxmlformats.org/drawingml/2006/main">
              <a:ext uri="{FF2B5EF4-FFF2-40B4-BE49-F238E27FC236}">
                <a16:creationId xmlns:a16="http://schemas.microsoft.com/office/drawing/2014/main" id="{BB2381F9-C68C-4E72-AB7B-04DB058C82C4}"/>
              </a:ext>
            </a:extLst>
          </p:cNvPr>
          <p:cNvSpPr>
            <a:spLocks xmlns:a="http://schemas.openxmlformats.org/drawingml/2006/main" noGrp="1"/>
          </p:cNvSpPr>
          <p:nvPr/>
        </p:nvSpPr>
        <p:spPr>
          <a:xfrm xmlns:a="http://schemas.openxmlformats.org/drawingml/2006/main">
            <a:off x="6455664" y="1737360"/>
            <a:ext cx="4754880" cy="4267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800" b="1">
                <a:solidFill>
                  <a:srgbClr val="007C9B"/>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2800" b="1">
                <a:solidFill>
                  <a:srgbClr val="007C9B"/>
                </a:solidFill>
                <a:latin typeface="Alibaba PuHuiTi 3.0 115 Black"/>
                <a:ea typeface="Alibaba PuHuiTi 3.0 115 Black"/>
                <a:cs typeface="Alibaba PuHuiTi 3.0 115 Black"/>
              </a:defRPr>
            </a:pPr>
            <a:r>
              <a:rPr sz="2800" b="1">
                <a:solidFill>
                  <a:srgbClr val="007C9B"/>
                </a:solidFill>
                <a:latin typeface="Alibaba PuHuiTi 3.0 115 Black"/>
                <a:ea typeface="Alibaba PuHuiTi 3.0 115 Black"/>
                <a:cs typeface="Alibaba PuHuiTi 3.0 115 Black"/>
              </a:rPr>
              <a:t>电脑中的音频文件</a:t>
            </a:r>
          </a:p>
        </p:txBody>
      </p:sp>
      <p:sp>
        <p:nvSpPr>
          <p:cNvPr id="8" name="TextBox 7">
            <a:extLst xmlns:a="http://schemas.openxmlformats.org/drawingml/2006/main">
              <a:ext uri="{FF2B5EF4-FFF2-40B4-BE49-F238E27FC236}">
                <a16:creationId xmlns:a16="http://schemas.microsoft.com/office/drawing/2014/main" id="{71795A58-8C22-4A35-AFAC-59F22C21DBFC}"/>
              </a:ext>
            </a:extLst>
          </p:cNvPr>
          <p:cNvSpPr>
            <a:spLocks xmlns:a="http://schemas.openxmlformats.org/drawingml/2006/main" noGrp="1"/>
          </p:cNvSpPr>
          <p:nvPr/>
        </p:nvSpPr>
        <p:spPr>
          <a:xfrm xmlns:a="http://schemas.openxmlformats.org/drawingml/2006/main">
            <a:off x="822960" y="2743200"/>
            <a:ext cx="5010912" cy="110236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3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300" b="0">
                <a:solidFill>
                  <a:srgbClr val="262626"/>
                </a:solidFill>
                <a:latin typeface="Alibaba PuHuiTi 3.0 55 Regular"/>
                <a:ea typeface="Alibaba PuHuiTi 3.0 55 Regular"/>
                <a:cs typeface="Alibaba PuHuiTi 3.0 55 Regular"/>
              </a:defRPr>
            </a:pPr>
            <a:r>
              <a:rPr sz="2300" b="0">
                <a:solidFill>
                  <a:srgbClr val="262626"/>
                </a:solidFill>
                <a:latin typeface="Alibaba PuHuiTi 3.0 55 Regular"/>
                <a:ea typeface="Alibaba PuHuiTi 3.0 55 Regular"/>
                <a:cs typeface="Alibaba PuHuiTi 3.0 55 Regular"/>
              </a:rPr>
              <a:t>空气中的声压随时间连续变化。</a:t>
            </a:r>
          </a:p>
          <a:p xmlns:a="http://schemas.openxmlformats.org/drawingml/2006/main">
            <a:pPr>
              <a:spcBef>
                <a:spcPts val="0"/>
              </a:spcBef>
              <a:spcAft>
                <a:spcPts val="200"/>
              </a:spcAft>
              <a:buNone/>
              <a:defRPr sz="2300" b="0">
                <a:solidFill>
                  <a:srgbClr val="262626"/>
                </a:solidFill>
                <a:latin typeface="Alibaba PuHuiTi 3.0 55 Regular"/>
                <a:ea typeface="Alibaba PuHuiTi 3.0 55 Regular"/>
                <a:cs typeface="Alibaba PuHuiTi 3.0 55 Regular"/>
              </a:defRPr>
            </a:pPr>
            <a:r>
              <a:t/>
            </a:r>
          </a:p>
          <a:p xmlns:a="http://schemas.openxmlformats.org/drawingml/2006/main">
            <a:pPr algn="l">
              <a:spcBef>
                <a:spcPts val="0"/>
              </a:spcBef>
              <a:spcAft>
                <a:spcPts val="200"/>
              </a:spcAft>
              <a:buNone/>
              <a:defRPr sz="2300" b="0">
                <a:solidFill>
                  <a:srgbClr val="262626"/>
                </a:solidFill>
                <a:latin typeface="Alibaba PuHuiTi 3.0 55 Regular"/>
                <a:ea typeface="Alibaba PuHuiTi 3.0 55 Regular"/>
                <a:cs typeface="Alibaba PuHuiTi 3.0 55 Regular"/>
              </a:defRPr>
            </a:pPr>
            <a:r>
              <a:rPr sz="2300" b="0">
                <a:solidFill>
                  <a:srgbClr val="262626"/>
                </a:solidFill>
                <a:latin typeface="Alibaba PuHuiTi 3.0 55 Regular"/>
                <a:ea typeface="Alibaba PuHuiTi 3.0 55 Regular"/>
                <a:cs typeface="Alibaba PuHuiTi 3.0 55 Regular"/>
              </a:rPr>
              <a:t>这是模拟量。</a:t>
            </a:r>
          </a:p>
        </p:txBody>
      </p:sp>
      <p:sp>
        <p:nvSpPr>
          <p:cNvPr id="9" name="TextBox 8">
            <a:extLst xmlns:a="http://schemas.openxmlformats.org/drawingml/2006/main">
              <a:ext uri="{FF2B5EF4-FFF2-40B4-BE49-F238E27FC236}">
                <a16:creationId xmlns:a16="http://schemas.microsoft.com/office/drawing/2014/main" id="{FA88D3A7-4E31-4372-ADF3-51F7ACBFA30F}"/>
              </a:ext>
            </a:extLst>
          </p:cNvPr>
          <p:cNvSpPr>
            <a:spLocks xmlns:a="http://schemas.openxmlformats.org/drawingml/2006/main" noGrp="1"/>
          </p:cNvSpPr>
          <p:nvPr/>
        </p:nvSpPr>
        <p:spPr>
          <a:xfrm xmlns:a="http://schemas.openxmlformats.org/drawingml/2006/main">
            <a:off x="6455664" y="2743200"/>
            <a:ext cx="4873752" cy="110236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3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300" b="0">
                <a:solidFill>
                  <a:srgbClr val="262626"/>
                </a:solidFill>
                <a:latin typeface="Alibaba PuHuiTi 3.0 55 Regular"/>
                <a:ea typeface="Alibaba PuHuiTi 3.0 55 Regular"/>
                <a:cs typeface="Alibaba PuHuiTi 3.0 55 Regular"/>
              </a:defRPr>
            </a:pPr>
            <a:r>
              <a:rPr sz="2300" b="0">
                <a:solidFill>
                  <a:srgbClr val="262626"/>
                </a:solidFill>
                <a:latin typeface="Alibaba PuHuiTi 3.0 55 Regular"/>
                <a:ea typeface="Alibaba PuHuiTi 3.0 55 Regular"/>
                <a:cs typeface="Alibaba PuHuiTi 3.0 55 Regular"/>
              </a:rPr>
              <a:t>计算机记录一串数值。</a:t>
            </a:r>
          </a:p>
          <a:p xmlns:a="http://schemas.openxmlformats.org/drawingml/2006/main">
            <a:pPr>
              <a:spcBef>
                <a:spcPts val="0"/>
              </a:spcBef>
              <a:spcAft>
                <a:spcPts val="200"/>
              </a:spcAft>
              <a:buNone/>
              <a:defRPr sz="2300" b="0">
                <a:solidFill>
                  <a:srgbClr val="262626"/>
                </a:solidFill>
                <a:latin typeface="Alibaba PuHuiTi 3.0 55 Regular"/>
                <a:ea typeface="Alibaba PuHuiTi 3.0 55 Regular"/>
                <a:cs typeface="Alibaba PuHuiTi 3.0 55 Regular"/>
              </a:defRPr>
            </a:pPr>
            <a:r>
              <a:t/>
            </a:r>
          </a:p>
          <a:p xmlns:a="http://schemas.openxmlformats.org/drawingml/2006/main">
            <a:pPr algn="l">
              <a:spcBef>
                <a:spcPts val="0"/>
              </a:spcBef>
              <a:spcAft>
                <a:spcPts val="200"/>
              </a:spcAft>
              <a:buNone/>
              <a:defRPr sz="2300" b="0">
                <a:solidFill>
                  <a:srgbClr val="262626"/>
                </a:solidFill>
                <a:latin typeface="Alibaba PuHuiTi 3.0 55 Regular"/>
                <a:ea typeface="Alibaba PuHuiTi 3.0 55 Regular"/>
                <a:cs typeface="Alibaba PuHuiTi 3.0 55 Regular"/>
              </a:defRPr>
            </a:pPr>
            <a:r>
              <a:rPr sz="2300" b="0">
                <a:solidFill>
                  <a:srgbClr val="262626"/>
                </a:solidFill>
                <a:latin typeface="Alibaba PuHuiTi 3.0 55 Regular"/>
                <a:ea typeface="Alibaba PuHuiTi 3.0 55 Regular"/>
                <a:cs typeface="Alibaba PuHuiTi 3.0 55 Regular"/>
              </a:rPr>
              <a:t>这是数字量。</a:t>
            </a:r>
          </a:p>
        </p:txBody>
      </p:sp>
      <p:sp>
        <p:nvSpPr>
          <p:cNvPr id="10" name="TextBox 9">
            <a:extLst xmlns:a="http://schemas.openxmlformats.org/drawingml/2006/main">
              <a:ext uri="{FF2B5EF4-FFF2-40B4-BE49-F238E27FC236}">
                <a16:creationId xmlns:a16="http://schemas.microsoft.com/office/drawing/2014/main" id="{F373078E-6CEB-44C3-BE7B-C183D31802B1}"/>
              </a:ext>
            </a:extLst>
          </p:cNvPr>
          <p:cNvSpPr>
            <a:spLocks xmlns:a="http://schemas.openxmlformats.org/drawingml/2006/main" noGrp="1"/>
          </p:cNvSpPr>
          <p:nvPr/>
        </p:nvSpPr>
        <p:spPr>
          <a:xfrm xmlns:a="http://schemas.openxmlformats.org/drawingml/2006/main">
            <a:off x="777240" y="5879592"/>
            <a:ext cx="10789920" cy="33528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我们的任务：让连续的声音变成计算机能够记录的数字。</a:t>
            </a:r>
          </a:p>
        </p:txBody>
      </p:sp>
    </p:spTree>
    <p:extLst>
      <p:ext uri="{BB962C8B-B14F-4D97-AF65-F5344CB8AC3E}">
        <p14:creationId xmlns:p14="http://schemas.microsoft.com/office/powerpoint/2010/main" val="571877743"/>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89ED1A0C-E4E3-4F6E-A78E-CB6B2FF2E5BD}"/>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8ECC3E5B-9420-4F26-9537-2C75EC6A3B1C}"/>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15A28AC2-3489-40B8-B62C-32C36D33C8F4}"/>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麦克风把声波变成什么？</a:t>
            </a:r>
          </a:p>
        </p:txBody>
      </p:sp>
      <p:sp>
        <p:nvSpPr>
          <p:cNvPr id="5" name="Rectangle 4">
            <a:extLst xmlns:a="http://schemas.openxmlformats.org/drawingml/2006/main">
              <a:ext uri="{FF2B5EF4-FFF2-40B4-BE49-F238E27FC236}">
                <a16:creationId xmlns:a16="http://schemas.microsoft.com/office/drawing/2014/main" id="{94BB9978-1AE0-40FC-8435-AFCBA6F93947}"/>
              </a:ext>
            </a:extLst>
          </p:cNvPr>
          <p:cNvSpPr>
            <a:spLocks xmlns:a="http://schemas.openxmlformats.org/drawingml/2006/main" noGrp="1"/>
          </p:cNvSpPr>
          <p:nvPr/>
        </p:nvSpPr>
        <p:spPr>
          <a:xfrm xmlns:a="http://schemas.openxmlformats.org/drawingml/2006/main">
            <a:off x="749808" y="2286000"/>
            <a:ext cx="3108960" cy="667512"/>
          </a:xfrm>
          <a:prstGeom xmlns:a="http://schemas.openxmlformats.org/drawingml/2006/main" prst="rect">
            <a:avLst/>
          </a:prstGeom>
          <a:noFill xmlns:a="http://schemas.openxmlformats.org/drawingml/2006/main"/>
          <a:ln xmlns:a="http://schemas.openxmlformats.org/drawingml/2006/main" w="25400">
            <a:solidFill>
              <a:srgbClr val="8C64E1"/>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6" name="TextBox 5">
            <a:extLst xmlns:a="http://schemas.openxmlformats.org/drawingml/2006/main">
              <a:ext uri="{FF2B5EF4-FFF2-40B4-BE49-F238E27FC236}">
                <a16:creationId xmlns:a16="http://schemas.microsoft.com/office/drawing/2014/main" id="{DEC8C73E-BB41-4244-9A13-031C41054A76}"/>
              </a:ext>
            </a:extLst>
          </p:cNvPr>
          <p:cNvSpPr>
            <a:spLocks xmlns:a="http://schemas.openxmlformats.org/drawingml/2006/main" noGrp="1"/>
          </p:cNvSpPr>
          <p:nvPr/>
        </p:nvSpPr>
        <p:spPr>
          <a:xfrm xmlns:a="http://schemas.openxmlformats.org/drawingml/2006/main">
            <a:off x="822959" y="2404872"/>
            <a:ext cx="2962656"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2200" b="1">
                <a:solidFill>
                  <a:srgbClr val="8C64E1"/>
                </a:solidFill>
                <a:latin typeface="Alibaba PuHuiTi 3.0 115 Black"/>
                <a:ea typeface="Alibaba PuHuiTi 3.0 115 Black"/>
                <a:cs typeface="Alibaba PuHuiTi 3.0 115 Black"/>
              </a:defRPr>
            </a:defPPr>
          </a:lstStyle>
          <a:p xmlns:a="http://schemas.openxmlformats.org/drawingml/2006/main">
            <a:pPr algn="ctr">
              <a:spcBef>
                <a:spcPts val="0"/>
              </a:spcBef>
              <a:spcAft>
                <a:spcPts val="200"/>
              </a:spcAft>
              <a:buNone/>
              <a:defRPr sz="2200" b="1">
                <a:solidFill>
                  <a:srgbClr val="8C64E1"/>
                </a:solidFill>
                <a:latin typeface="Alibaba PuHuiTi 3.0 115 Black"/>
                <a:ea typeface="Alibaba PuHuiTi 3.0 115 Black"/>
                <a:cs typeface="Alibaba PuHuiTi 3.0 115 Black"/>
              </a:defRPr>
            </a:pPr>
            <a:r>
              <a:rPr sz="2200" b="1">
                <a:solidFill>
                  <a:srgbClr val="8C64E1"/>
                </a:solidFill>
                <a:latin typeface="Alibaba PuHuiTi 3.0 115 Black"/>
                <a:ea typeface="Alibaba PuHuiTi 3.0 115 Black"/>
                <a:cs typeface="Alibaba PuHuiTi 3.0 115 Black"/>
              </a:rPr>
              <a:t>空气中的声音</a:t>
            </a:r>
          </a:p>
        </p:txBody>
      </p:sp>
      <p:sp>
        <p:nvSpPr>
          <p:cNvPr id="7" name="Connector 6">
            <a:extLst xmlns:a="http://schemas.openxmlformats.org/drawingml/2006/main">
              <a:ext uri="{FF2B5EF4-FFF2-40B4-BE49-F238E27FC236}">
                <a16:creationId xmlns:a16="http://schemas.microsoft.com/office/drawing/2014/main" id="{EA4B3AC9-B45F-40F1-8A91-DB982D1FF57B}"/>
              </a:ext>
            </a:extLst>
          </p:cNvPr>
          <p:cNvSpPr>
            <a:spLocks xmlns:a="http://schemas.openxmlformats.org/drawingml/2006/main" noGrp="1"/>
          </p:cNvSpPr>
          <p:nvPr/>
        </p:nvSpPr>
        <p:spPr>
          <a:xfrm xmlns:a="http://schemas.openxmlformats.org/drawingml/2006/main">
            <a:off x="3986784" y="2624328"/>
            <a:ext cx="768096" cy="0"/>
          </a:xfrm>
          <a:prstGeom xmlns:a="http://schemas.openxmlformats.org/drawingml/2006/main" prst="line">
            <a:avLst/>
          </a:prstGeom>
          <a:ln xmlns:a="http://schemas.openxmlformats.org/drawingml/2006/main" w="3810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 name="Rectangle 7">
            <a:extLst xmlns:a="http://schemas.openxmlformats.org/drawingml/2006/main">
              <a:ext uri="{FF2B5EF4-FFF2-40B4-BE49-F238E27FC236}">
                <a16:creationId xmlns:a16="http://schemas.microsoft.com/office/drawing/2014/main" id="{8D8A320A-2701-445E-B107-8E514313E65A}"/>
              </a:ext>
            </a:extLst>
          </p:cNvPr>
          <p:cNvSpPr>
            <a:spLocks xmlns:a="http://schemas.openxmlformats.org/drawingml/2006/main" noGrp="1"/>
          </p:cNvSpPr>
          <p:nvPr/>
        </p:nvSpPr>
        <p:spPr>
          <a:xfrm xmlns:a="http://schemas.openxmlformats.org/drawingml/2006/main">
            <a:off x="4800600" y="2286000"/>
            <a:ext cx="2331720" cy="667512"/>
          </a:xfrm>
          <a:prstGeom xmlns:a="http://schemas.openxmlformats.org/drawingml/2006/main" prst="rect">
            <a:avLst/>
          </a:prstGeom>
          <a:noFill xmlns:a="http://schemas.openxmlformats.org/drawingml/2006/main"/>
          <a:ln xmlns:a="http://schemas.openxmlformats.org/drawingml/2006/main" w="254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9" name="TextBox 8">
            <a:extLst xmlns:a="http://schemas.openxmlformats.org/drawingml/2006/main">
              <a:ext uri="{FF2B5EF4-FFF2-40B4-BE49-F238E27FC236}">
                <a16:creationId xmlns:a16="http://schemas.microsoft.com/office/drawing/2014/main" id="{586DE6A8-52AA-4657-9227-EF7B7AEF898C}"/>
              </a:ext>
            </a:extLst>
          </p:cNvPr>
          <p:cNvSpPr>
            <a:spLocks xmlns:a="http://schemas.openxmlformats.org/drawingml/2006/main" noGrp="1"/>
          </p:cNvSpPr>
          <p:nvPr/>
        </p:nvSpPr>
        <p:spPr>
          <a:xfrm xmlns:a="http://schemas.openxmlformats.org/drawingml/2006/main">
            <a:off x="4873752" y="2404872"/>
            <a:ext cx="2185415"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2200" b="1">
                <a:solidFill>
                  <a:srgbClr val="007C9B"/>
                </a:solidFill>
                <a:latin typeface="Alibaba PuHuiTi 3.0 115 Black"/>
                <a:ea typeface="Alibaba PuHuiTi 3.0 115 Black"/>
                <a:cs typeface="Alibaba PuHuiTi 3.0 115 Black"/>
              </a:defRPr>
            </a:defPPr>
          </a:lstStyle>
          <a:p xmlns:a="http://schemas.openxmlformats.org/drawingml/2006/main">
            <a:pPr algn="ctr">
              <a:spcBef>
                <a:spcPts val="0"/>
              </a:spcBef>
              <a:spcAft>
                <a:spcPts val="200"/>
              </a:spcAft>
              <a:buNone/>
              <a:defRPr sz="2200" b="1">
                <a:solidFill>
                  <a:srgbClr val="007C9B"/>
                </a:solidFill>
                <a:latin typeface="Alibaba PuHuiTi 3.0 115 Black"/>
                <a:ea typeface="Alibaba PuHuiTi 3.0 115 Black"/>
                <a:cs typeface="Alibaba PuHuiTi 3.0 115 Black"/>
              </a:defRPr>
            </a:pPr>
            <a:r>
              <a:rPr sz="2200" b="1">
                <a:solidFill>
                  <a:srgbClr val="007C9B"/>
                </a:solidFill>
                <a:latin typeface="Alibaba PuHuiTi 3.0 115 Black"/>
                <a:ea typeface="Alibaba PuHuiTi 3.0 115 Black"/>
                <a:cs typeface="Alibaba PuHuiTi 3.0 115 Black"/>
              </a:rPr>
              <a:t>麦克风</a:t>
            </a:r>
          </a:p>
        </p:txBody>
      </p:sp>
      <p:sp>
        <p:nvSpPr>
          <p:cNvPr id="10" name="Connector 9">
            <a:extLst xmlns:a="http://schemas.openxmlformats.org/drawingml/2006/main">
              <a:ext uri="{FF2B5EF4-FFF2-40B4-BE49-F238E27FC236}">
                <a16:creationId xmlns:a16="http://schemas.microsoft.com/office/drawing/2014/main" id="{BC4922E7-76A1-4C19-9784-E14A9163156D}"/>
              </a:ext>
            </a:extLst>
          </p:cNvPr>
          <p:cNvSpPr>
            <a:spLocks xmlns:a="http://schemas.openxmlformats.org/drawingml/2006/main" noGrp="1"/>
          </p:cNvSpPr>
          <p:nvPr/>
        </p:nvSpPr>
        <p:spPr>
          <a:xfrm xmlns:a="http://schemas.openxmlformats.org/drawingml/2006/main">
            <a:off x="7251192" y="2624328"/>
            <a:ext cx="813816" cy="0"/>
          </a:xfrm>
          <a:prstGeom xmlns:a="http://schemas.openxmlformats.org/drawingml/2006/main" prst="line">
            <a:avLst/>
          </a:prstGeom>
          <a:ln xmlns:a="http://schemas.openxmlformats.org/drawingml/2006/main" w="3810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1" name="Rectangle 10">
            <a:extLst xmlns:a="http://schemas.openxmlformats.org/drawingml/2006/main">
              <a:ext uri="{FF2B5EF4-FFF2-40B4-BE49-F238E27FC236}">
                <a16:creationId xmlns:a16="http://schemas.microsoft.com/office/drawing/2014/main" id="{E1523FD9-0D7B-423F-BF53-59B1B936ED9E}"/>
              </a:ext>
            </a:extLst>
          </p:cNvPr>
          <p:cNvSpPr>
            <a:spLocks xmlns:a="http://schemas.openxmlformats.org/drawingml/2006/main" noGrp="1"/>
          </p:cNvSpPr>
          <p:nvPr/>
        </p:nvSpPr>
        <p:spPr>
          <a:xfrm xmlns:a="http://schemas.openxmlformats.org/drawingml/2006/main">
            <a:off x="8119872" y="2286000"/>
            <a:ext cx="2971800" cy="667512"/>
          </a:xfrm>
          <a:prstGeom xmlns:a="http://schemas.openxmlformats.org/drawingml/2006/main" prst="rect">
            <a:avLst/>
          </a:prstGeom>
          <a:noFill xmlns:a="http://schemas.openxmlformats.org/drawingml/2006/main"/>
          <a:ln xmlns:a="http://schemas.openxmlformats.org/drawingml/2006/main" w="25400">
            <a:solidFill>
              <a:srgbClr val="8C64E1"/>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2" name="TextBox 11">
            <a:extLst xmlns:a="http://schemas.openxmlformats.org/drawingml/2006/main">
              <a:ext uri="{FF2B5EF4-FFF2-40B4-BE49-F238E27FC236}">
                <a16:creationId xmlns:a16="http://schemas.microsoft.com/office/drawing/2014/main" id="{CA4CB9FC-E6BE-4B8C-938D-5DC4CD473039}"/>
              </a:ext>
            </a:extLst>
          </p:cNvPr>
          <p:cNvSpPr>
            <a:spLocks xmlns:a="http://schemas.openxmlformats.org/drawingml/2006/main" noGrp="1"/>
          </p:cNvSpPr>
          <p:nvPr/>
        </p:nvSpPr>
        <p:spPr>
          <a:xfrm xmlns:a="http://schemas.openxmlformats.org/drawingml/2006/main">
            <a:off x="8193024" y="2404872"/>
            <a:ext cx="2825496"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2200" b="1">
                <a:solidFill>
                  <a:srgbClr val="8C64E1"/>
                </a:solidFill>
                <a:latin typeface="Alibaba PuHuiTi 3.0 115 Black"/>
                <a:ea typeface="Alibaba PuHuiTi 3.0 115 Black"/>
                <a:cs typeface="Alibaba PuHuiTi 3.0 115 Black"/>
              </a:defRPr>
            </a:defPPr>
          </a:lstStyle>
          <a:p xmlns:a="http://schemas.openxmlformats.org/drawingml/2006/main">
            <a:pPr algn="ctr">
              <a:spcBef>
                <a:spcPts val="0"/>
              </a:spcBef>
              <a:spcAft>
                <a:spcPts val="200"/>
              </a:spcAft>
              <a:buNone/>
              <a:defRPr sz="2200" b="1">
                <a:solidFill>
                  <a:srgbClr val="8C64E1"/>
                </a:solidFill>
                <a:latin typeface="Alibaba PuHuiTi 3.0 115 Black"/>
                <a:ea typeface="Alibaba PuHuiTi 3.0 115 Black"/>
                <a:cs typeface="Alibaba PuHuiTi 3.0 115 Black"/>
              </a:defRPr>
            </a:pPr>
            <a:r>
              <a:rPr sz="2200" b="1">
                <a:solidFill>
                  <a:srgbClr val="8C64E1"/>
                </a:solidFill>
                <a:latin typeface="Alibaba PuHuiTi 3.0 115 Black"/>
                <a:ea typeface="Alibaba PuHuiTi 3.0 115 Black"/>
                <a:cs typeface="Alibaba PuHuiTi 3.0 115 Black"/>
              </a:rPr>
              <a:t>连续电信号</a:t>
            </a:r>
          </a:p>
        </p:txBody>
      </p:sp>
      <p:sp>
        <p:nvSpPr>
          <p:cNvPr id="13" name="TextBox 12">
            <a:extLst xmlns:a="http://schemas.openxmlformats.org/drawingml/2006/main">
              <a:ext uri="{FF2B5EF4-FFF2-40B4-BE49-F238E27FC236}">
                <a16:creationId xmlns:a16="http://schemas.microsoft.com/office/drawing/2014/main" id="{FEB5F5C5-87CD-416F-8505-8861C9B02276}"/>
              </a:ext>
            </a:extLst>
          </p:cNvPr>
          <p:cNvSpPr>
            <a:spLocks xmlns:a="http://schemas.openxmlformats.org/drawingml/2006/main" noGrp="1"/>
          </p:cNvSpPr>
          <p:nvPr/>
        </p:nvSpPr>
        <p:spPr>
          <a:xfrm xmlns:a="http://schemas.openxmlformats.org/drawingml/2006/main">
            <a:off x="777240" y="4919472"/>
            <a:ext cx="10789920"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200" b="1">
                <a:solidFill>
                  <a:srgbClr val="8C64E1"/>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2200" b="1">
                <a:solidFill>
                  <a:srgbClr val="8C64E1"/>
                </a:solidFill>
                <a:latin typeface="Alibaba PuHuiTi 3.0 115 Black"/>
                <a:ea typeface="Alibaba PuHuiTi 3.0 115 Black"/>
                <a:cs typeface="Alibaba PuHuiTi 3.0 115 Black"/>
              </a:defRPr>
            </a:pPr>
            <a:r>
              <a:rPr sz="2200" b="1">
                <a:solidFill>
                  <a:srgbClr val="8C64E1"/>
                </a:solidFill>
                <a:latin typeface="Alibaba PuHuiTi 3.0 115 Black"/>
                <a:ea typeface="Alibaba PuHuiTi 3.0 115 Black"/>
                <a:cs typeface="Alibaba PuHuiTi 3.0 115 Black"/>
              </a:rPr>
              <a:t>麦克风完成了“声波 → 电信号”，但信号仍然连续。</a:t>
            </a:r>
          </a:p>
        </p:txBody>
      </p:sp>
    </p:spTree>
    <p:extLst>
      <p:ext uri="{BB962C8B-B14F-4D97-AF65-F5344CB8AC3E}">
        <p14:creationId xmlns:p14="http://schemas.microsoft.com/office/powerpoint/2010/main" val="1089257075"/>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4E0D36D5-F715-48FC-AF93-10B5FC740B8F}"/>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8AC35179-0F69-48A1-8A9A-0450FD71FFD0}"/>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451914D3-6BA1-475D-B625-A775B4716D83}"/>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连续电信号，怎样变成数字？</a:t>
            </a:r>
          </a:p>
        </p:txBody>
      </p:sp>
      <p:sp>
        <p:nvSpPr>
          <p:cNvPr id="5" name="Rectangle 4">
            <a:extLst xmlns:a="http://schemas.openxmlformats.org/drawingml/2006/main">
              <a:ext uri="{FF2B5EF4-FFF2-40B4-BE49-F238E27FC236}">
                <a16:creationId xmlns:a16="http://schemas.microsoft.com/office/drawing/2014/main" id="{3B2435E7-022F-4701-B1A1-953FA4E3B789}"/>
              </a:ext>
            </a:extLst>
          </p:cNvPr>
          <p:cNvSpPr>
            <a:spLocks xmlns:a="http://schemas.openxmlformats.org/drawingml/2006/main" noGrp="1"/>
          </p:cNvSpPr>
          <p:nvPr/>
        </p:nvSpPr>
        <p:spPr>
          <a:xfrm xmlns:a="http://schemas.openxmlformats.org/drawingml/2006/main">
            <a:off x="804672" y="2286000"/>
            <a:ext cx="3200400" cy="667512"/>
          </a:xfrm>
          <a:prstGeom xmlns:a="http://schemas.openxmlformats.org/drawingml/2006/main" prst="rect">
            <a:avLst/>
          </a:prstGeom>
          <a:noFill xmlns:a="http://schemas.openxmlformats.org/drawingml/2006/main"/>
          <a:ln xmlns:a="http://schemas.openxmlformats.org/drawingml/2006/main" w="25400">
            <a:solidFill>
              <a:srgbClr val="8C64E1"/>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6" name="TextBox 5">
            <a:extLst xmlns:a="http://schemas.openxmlformats.org/drawingml/2006/main">
              <a:ext uri="{FF2B5EF4-FFF2-40B4-BE49-F238E27FC236}">
                <a16:creationId xmlns:a16="http://schemas.microsoft.com/office/drawing/2014/main" id="{21071FA6-AC6C-4550-9717-313596C95B77}"/>
              </a:ext>
            </a:extLst>
          </p:cNvPr>
          <p:cNvSpPr>
            <a:spLocks xmlns:a="http://schemas.openxmlformats.org/drawingml/2006/main" noGrp="1"/>
          </p:cNvSpPr>
          <p:nvPr/>
        </p:nvSpPr>
        <p:spPr>
          <a:xfrm xmlns:a="http://schemas.openxmlformats.org/drawingml/2006/main">
            <a:off x="877824" y="2404872"/>
            <a:ext cx="3054096"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2200" b="1">
                <a:solidFill>
                  <a:srgbClr val="8C64E1"/>
                </a:solidFill>
                <a:latin typeface="Alibaba PuHuiTi 3.0 115 Black"/>
                <a:ea typeface="Alibaba PuHuiTi 3.0 115 Black"/>
                <a:cs typeface="Alibaba PuHuiTi 3.0 115 Black"/>
              </a:defRPr>
            </a:defPPr>
          </a:lstStyle>
          <a:p xmlns:a="http://schemas.openxmlformats.org/drawingml/2006/main">
            <a:pPr algn="ctr">
              <a:spcBef>
                <a:spcPts val="0"/>
              </a:spcBef>
              <a:spcAft>
                <a:spcPts val="200"/>
              </a:spcAft>
              <a:buNone/>
              <a:defRPr sz="2200" b="1">
                <a:solidFill>
                  <a:srgbClr val="8C64E1"/>
                </a:solidFill>
                <a:latin typeface="Alibaba PuHuiTi 3.0 115 Black"/>
                <a:ea typeface="Alibaba PuHuiTi 3.0 115 Black"/>
                <a:cs typeface="Alibaba PuHuiTi 3.0 115 Black"/>
              </a:defRPr>
            </a:pPr>
            <a:r>
              <a:rPr sz="2200" b="1">
                <a:solidFill>
                  <a:srgbClr val="8C64E1"/>
                </a:solidFill>
                <a:latin typeface="Alibaba PuHuiTi 3.0 115 Black"/>
                <a:ea typeface="Alibaba PuHuiTi 3.0 115 Black"/>
                <a:cs typeface="Alibaba PuHuiTi 3.0 115 Black"/>
              </a:rPr>
              <a:t>模拟电信号</a:t>
            </a:r>
          </a:p>
        </p:txBody>
      </p:sp>
      <p:sp>
        <p:nvSpPr>
          <p:cNvPr id="7" name="Connector 6">
            <a:extLst xmlns:a="http://schemas.openxmlformats.org/drawingml/2006/main">
              <a:ext uri="{FF2B5EF4-FFF2-40B4-BE49-F238E27FC236}">
                <a16:creationId xmlns:a16="http://schemas.microsoft.com/office/drawing/2014/main" id="{F6CA36E3-A70D-42DE-BBD6-A17556875555}"/>
              </a:ext>
            </a:extLst>
          </p:cNvPr>
          <p:cNvSpPr>
            <a:spLocks xmlns:a="http://schemas.openxmlformats.org/drawingml/2006/main" noGrp="1"/>
          </p:cNvSpPr>
          <p:nvPr/>
        </p:nvSpPr>
        <p:spPr>
          <a:xfrm xmlns:a="http://schemas.openxmlformats.org/drawingml/2006/main">
            <a:off x="4133087" y="2624328"/>
            <a:ext cx="603505" cy="0"/>
          </a:xfrm>
          <a:prstGeom xmlns:a="http://schemas.openxmlformats.org/drawingml/2006/main" prst="line">
            <a:avLst/>
          </a:prstGeom>
          <a:ln xmlns:a="http://schemas.openxmlformats.org/drawingml/2006/main" w="3810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 name="Rectangle 7">
            <a:extLst xmlns:a="http://schemas.openxmlformats.org/drawingml/2006/main">
              <a:ext uri="{FF2B5EF4-FFF2-40B4-BE49-F238E27FC236}">
                <a16:creationId xmlns:a16="http://schemas.microsoft.com/office/drawing/2014/main" id="{9FD02697-9791-442D-BA4E-781BD3902661}"/>
              </a:ext>
            </a:extLst>
          </p:cNvPr>
          <p:cNvSpPr>
            <a:spLocks xmlns:a="http://schemas.openxmlformats.org/drawingml/2006/main" noGrp="1"/>
          </p:cNvSpPr>
          <p:nvPr/>
        </p:nvSpPr>
        <p:spPr>
          <a:xfrm xmlns:a="http://schemas.openxmlformats.org/drawingml/2006/main">
            <a:off x="4828032" y="2286000"/>
            <a:ext cx="2743200" cy="667512"/>
          </a:xfrm>
          <a:prstGeom xmlns:a="http://schemas.openxmlformats.org/drawingml/2006/main" prst="rect">
            <a:avLst/>
          </a:prstGeom>
          <a:noFill xmlns:a="http://schemas.openxmlformats.org/drawingml/2006/main"/>
          <a:ln xmlns:a="http://schemas.openxmlformats.org/drawingml/2006/main" w="254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9" name="TextBox 8">
            <a:extLst xmlns:a="http://schemas.openxmlformats.org/drawingml/2006/main">
              <a:ext uri="{FF2B5EF4-FFF2-40B4-BE49-F238E27FC236}">
                <a16:creationId xmlns:a16="http://schemas.microsoft.com/office/drawing/2014/main" id="{63001608-154D-4EE6-8A11-2E6899A46168}"/>
              </a:ext>
            </a:extLst>
          </p:cNvPr>
          <p:cNvSpPr>
            <a:spLocks xmlns:a="http://schemas.openxmlformats.org/drawingml/2006/main" noGrp="1"/>
          </p:cNvSpPr>
          <p:nvPr/>
        </p:nvSpPr>
        <p:spPr>
          <a:xfrm xmlns:a="http://schemas.openxmlformats.org/drawingml/2006/main">
            <a:off x="4901184" y="2404872"/>
            <a:ext cx="2596896"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2200" b="1">
                <a:solidFill>
                  <a:srgbClr val="007C9B"/>
                </a:solidFill>
                <a:latin typeface="Alibaba PuHuiTi 3.0 115 Black"/>
                <a:ea typeface="Alibaba PuHuiTi 3.0 115 Black"/>
                <a:cs typeface="Alibaba PuHuiTi 3.0 115 Black"/>
              </a:defRPr>
            </a:defPPr>
          </a:lstStyle>
          <a:p xmlns:a="http://schemas.openxmlformats.org/drawingml/2006/main">
            <a:pPr algn="ctr">
              <a:spcBef>
                <a:spcPts val="0"/>
              </a:spcBef>
              <a:spcAft>
                <a:spcPts val="200"/>
              </a:spcAft>
              <a:buNone/>
              <a:defRPr sz="2200" b="1">
                <a:solidFill>
                  <a:srgbClr val="007C9B"/>
                </a:solidFill>
                <a:latin typeface="Alibaba PuHuiTi 3.0 115 Black"/>
                <a:ea typeface="Alibaba PuHuiTi 3.0 115 Black"/>
                <a:cs typeface="Alibaba PuHuiTi 3.0 115 Black"/>
              </a:defRPr>
            </a:pPr>
            <a:r>
              <a:rPr sz="2200" b="1">
                <a:solidFill>
                  <a:srgbClr val="007C9B"/>
                </a:solidFill>
                <a:latin typeface="Alibaba PuHuiTi 3.0 115 Black"/>
                <a:ea typeface="Alibaba PuHuiTi 3.0 115 Black"/>
                <a:cs typeface="Alibaba PuHuiTi 3.0 115 Black"/>
              </a:rPr>
              <a:t>声卡：ADC</a:t>
            </a:r>
          </a:p>
        </p:txBody>
      </p:sp>
      <p:sp>
        <p:nvSpPr>
          <p:cNvPr id="10" name="Connector 9">
            <a:extLst xmlns:a="http://schemas.openxmlformats.org/drawingml/2006/main">
              <a:ext uri="{FF2B5EF4-FFF2-40B4-BE49-F238E27FC236}">
                <a16:creationId xmlns:a16="http://schemas.microsoft.com/office/drawing/2014/main" id="{5EF18314-C563-4A3F-A573-2DEE28285E40}"/>
              </a:ext>
            </a:extLst>
          </p:cNvPr>
          <p:cNvSpPr>
            <a:spLocks xmlns:a="http://schemas.openxmlformats.org/drawingml/2006/main" noGrp="1"/>
          </p:cNvSpPr>
          <p:nvPr/>
        </p:nvSpPr>
        <p:spPr>
          <a:xfrm xmlns:a="http://schemas.openxmlformats.org/drawingml/2006/main">
            <a:off x="7708392" y="2624328"/>
            <a:ext cx="612648" cy="0"/>
          </a:xfrm>
          <a:prstGeom xmlns:a="http://schemas.openxmlformats.org/drawingml/2006/main" prst="line">
            <a:avLst/>
          </a:prstGeom>
          <a:ln xmlns:a="http://schemas.openxmlformats.org/drawingml/2006/main" w="3810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1" name="Rectangle 10">
            <a:extLst xmlns:a="http://schemas.openxmlformats.org/drawingml/2006/main">
              <a:ext uri="{FF2B5EF4-FFF2-40B4-BE49-F238E27FC236}">
                <a16:creationId xmlns:a16="http://schemas.microsoft.com/office/drawing/2014/main" id="{91290FD8-17D8-4F6F-A7A1-AC6E909AB082}"/>
              </a:ext>
            </a:extLst>
          </p:cNvPr>
          <p:cNvSpPr>
            <a:spLocks xmlns:a="http://schemas.openxmlformats.org/drawingml/2006/main" noGrp="1"/>
          </p:cNvSpPr>
          <p:nvPr/>
        </p:nvSpPr>
        <p:spPr>
          <a:xfrm xmlns:a="http://schemas.openxmlformats.org/drawingml/2006/main">
            <a:off x="8412480" y="2286000"/>
            <a:ext cx="2743200" cy="667512"/>
          </a:xfrm>
          <a:prstGeom xmlns:a="http://schemas.openxmlformats.org/drawingml/2006/main" prst="rect">
            <a:avLst/>
          </a:prstGeom>
          <a:noFill xmlns:a="http://schemas.openxmlformats.org/drawingml/2006/main"/>
          <a:ln xmlns:a="http://schemas.openxmlformats.org/drawingml/2006/main" w="25400">
            <a:solidFill>
              <a:srgbClr val="8C64E1"/>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2" name="TextBox 11">
            <a:extLst xmlns:a="http://schemas.openxmlformats.org/drawingml/2006/main">
              <a:ext uri="{FF2B5EF4-FFF2-40B4-BE49-F238E27FC236}">
                <a16:creationId xmlns:a16="http://schemas.microsoft.com/office/drawing/2014/main" id="{17128C3F-6DFF-4078-A77B-F233FC88DCDA}"/>
              </a:ext>
            </a:extLst>
          </p:cNvPr>
          <p:cNvSpPr>
            <a:spLocks xmlns:a="http://schemas.openxmlformats.org/drawingml/2006/main" noGrp="1"/>
          </p:cNvSpPr>
          <p:nvPr/>
        </p:nvSpPr>
        <p:spPr>
          <a:xfrm xmlns:a="http://schemas.openxmlformats.org/drawingml/2006/main">
            <a:off x="8485632" y="2404872"/>
            <a:ext cx="2596896"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2200" b="1">
                <a:solidFill>
                  <a:srgbClr val="8C64E1"/>
                </a:solidFill>
                <a:latin typeface="Alibaba PuHuiTi 3.0 115 Black"/>
                <a:ea typeface="Alibaba PuHuiTi 3.0 115 Black"/>
                <a:cs typeface="Alibaba PuHuiTi 3.0 115 Black"/>
              </a:defRPr>
            </a:defPPr>
          </a:lstStyle>
          <a:p xmlns:a="http://schemas.openxmlformats.org/drawingml/2006/main">
            <a:pPr algn="ctr">
              <a:spcBef>
                <a:spcPts val="0"/>
              </a:spcBef>
              <a:spcAft>
                <a:spcPts val="200"/>
              </a:spcAft>
              <a:buNone/>
              <a:defRPr sz="2200" b="1">
                <a:solidFill>
                  <a:srgbClr val="8C64E1"/>
                </a:solidFill>
                <a:latin typeface="Alibaba PuHuiTi 3.0 115 Black"/>
                <a:ea typeface="Alibaba PuHuiTi 3.0 115 Black"/>
                <a:cs typeface="Alibaba PuHuiTi 3.0 115 Black"/>
              </a:defRPr>
            </a:pPr>
            <a:r>
              <a:rPr sz="2200" b="1">
                <a:solidFill>
                  <a:srgbClr val="8C64E1"/>
                </a:solidFill>
                <a:latin typeface="Alibaba PuHuiTi 3.0 115 Black"/>
                <a:ea typeface="Alibaba PuHuiTi 3.0 115 Black"/>
                <a:cs typeface="Alibaba PuHuiTi 3.0 115 Black"/>
              </a:rPr>
              <a:t>数字音频</a:t>
            </a:r>
          </a:p>
        </p:txBody>
      </p:sp>
      <p:sp>
        <p:nvSpPr>
          <p:cNvPr id="13" name="TextBox 12">
            <a:extLst xmlns:a="http://schemas.openxmlformats.org/drawingml/2006/main">
              <a:ext uri="{FF2B5EF4-FFF2-40B4-BE49-F238E27FC236}">
                <a16:creationId xmlns:a16="http://schemas.microsoft.com/office/drawing/2014/main" id="{9497DB24-D047-41F6-8511-E5B6F59D95DE}"/>
              </a:ext>
            </a:extLst>
          </p:cNvPr>
          <p:cNvSpPr>
            <a:spLocks xmlns:a="http://schemas.openxmlformats.org/drawingml/2006/main" noGrp="1"/>
          </p:cNvSpPr>
          <p:nvPr/>
        </p:nvSpPr>
        <p:spPr>
          <a:xfrm xmlns:a="http://schemas.openxmlformats.org/drawingml/2006/main">
            <a:off x="960120" y="4069080"/>
            <a:ext cx="10515600" cy="38100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500" b="1">
                <a:solidFill>
                  <a:srgbClr val="8C64E1"/>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2500" b="1">
                <a:solidFill>
                  <a:srgbClr val="8C64E1"/>
                </a:solidFill>
                <a:latin typeface="Alibaba PuHuiTi 3.0 115 Black"/>
                <a:ea typeface="Alibaba PuHuiTi 3.0 115 Black"/>
                <a:cs typeface="Alibaba PuHuiTi 3.0 115 Black"/>
              </a:defRPr>
            </a:pPr>
            <a:r>
              <a:rPr sz="2500" b="1">
                <a:solidFill>
                  <a:srgbClr val="8C64E1"/>
                </a:solidFill>
                <a:latin typeface="Alibaba PuHuiTi 3.0 115 Black"/>
                <a:ea typeface="Alibaba PuHuiTi 3.0 115 Black"/>
                <a:cs typeface="Alibaba PuHuiTi 3.0 115 Black"/>
              </a:rPr>
              <a:t>ADC = 模数转换（模拟信号 → 数字信号）</a:t>
            </a:r>
          </a:p>
        </p:txBody>
      </p:sp>
      <p:sp>
        <p:nvSpPr>
          <p:cNvPr id="14" name="TextBox 13">
            <a:extLst xmlns:a="http://schemas.openxmlformats.org/drawingml/2006/main">
              <a:ext uri="{FF2B5EF4-FFF2-40B4-BE49-F238E27FC236}">
                <a16:creationId xmlns:a16="http://schemas.microsoft.com/office/drawing/2014/main" id="{E3B5BCC8-5AFD-4E8B-A422-8438B144ED81}"/>
              </a:ext>
            </a:extLst>
          </p:cNvPr>
          <p:cNvSpPr>
            <a:spLocks xmlns:a="http://schemas.openxmlformats.org/drawingml/2006/main" noGrp="1"/>
          </p:cNvSpPr>
          <p:nvPr/>
        </p:nvSpPr>
        <p:spPr>
          <a:xfrm xmlns:a="http://schemas.openxmlformats.org/drawingml/2006/main">
            <a:off x="777240" y="5184648"/>
            <a:ext cx="10789920"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200" b="1">
                <a:solidFill>
                  <a:srgbClr val="8C64E1"/>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2200" b="1">
                <a:solidFill>
                  <a:srgbClr val="8C64E1"/>
                </a:solidFill>
                <a:latin typeface="Alibaba PuHuiTi 3.0 115 Black"/>
                <a:ea typeface="Alibaba PuHuiTi 3.0 115 Black"/>
                <a:cs typeface="Alibaba PuHuiTi 3.0 115 Black"/>
              </a:defRPr>
            </a:pPr>
            <a:r>
              <a:rPr sz="2200" b="1">
                <a:solidFill>
                  <a:srgbClr val="8C64E1"/>
                </a:solidFill>
                <a:latin typeface="Alibaba PuHuiTi 3.0 115 Black"/>
                <a:ea typeface="Alibaba PuHuiTi 3.0 115 Black"/>
                <a:cs typeface="Alibaba PuHuiTi 3.0 115 Black"/>
              </a:rPr>
              <a:t>声卡负责完成这一转换；它不等于“存储音频文件”。</a:t>
            </a:r>
          </a:p>
        </p:txBody>
      </p:sp>
    </p:spTree>
    <p:extLst>
      <p:ext uri="{BB962C8B-B14F-4D97-AF65-F5344CB8AC3E}">
        <p14:creationId xmlns:p14="http://schemas.microsoft.com/office/powerpoint/2010/main" val="2133832762"/>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D7F74F4E-C6C0-4FAF-B144-C13DBC13B2FA}"/>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999621FA-1E52-45E5-9EDC-444548792A8A}"/>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9B64C1EC-D2E3-4047-91D8-7F535807C8A3}"/>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把录音过程和播放过程接起来</a:t>
            </a:r>
          </a:p>
        </p:txBody>
      </p:sp>
      <p:sp>
        <p:nvSpPr>
          <p:cNvPr id="5" name="Rectangle 4">
            <a:extLst xmlns:a="http://schemas.openxmlformats.org/drawingml/2006/main">
              <a:ext uri="{FF2B5EF4-FFF2-40B4-BE49-F238E27FC236}">
                <a16:creationId xmlns:a16="http://schemas.microsoft.com/office/drawing/2014/main" id="{2E53F0E2-82A5-4D80-ACD0-504AA430AFF9}"/>
              </a:ext>
            </a:extLst>
          </p:cNvPr>
          <p:cNvSpPr>
            <a:spLocks xmlns:a="http://schemas.openxmlformats.org/drawingml/2006/main" noGrp="1"/>
          </p:cNvSpPr>
          <p:nvPr/>
        </p:nvSpPr>
        <p:spPr>
          <a:xfrm xmlns:a="http://schemas.openxmlformats.org/drawingml/2006/main">
            <a:off x="640080" y="2039112"/>
            <a:ext cx="2304288" cy="667512"/>
          </a:xfrm>
          <a:prstGeom xmlns:a="http://schemas.openxmlformats.org/drawingml/2006/main" prst="rect">
            <a:avLst/>
          </a:prstGeom>
          <a:noFill xmlns:a="http://schemas.openxmlformats.org/drawingml/2006/main"/>
          <a:ln xmlns:a="http://schemas.openxmlformats.org/drawingml/2006/main" w="25400">
            <a:solidFill>
              <a:srgbClr val="8C64E1"/>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6" name="TextBox 5">
            <a:extLst xmlns:a="http://schemas.openxmlformats.org/drawingml/2006/main">
              <a:ext uri="{FF2B5EF4-FFF2-40B4-BE49-F238E27FC236}">
                <a16:creationId xmlns:a16="http://schemas.microsoft.com/office/drawing/2014/main" id="{E1193650-49E6-4BD3-BFBC-567BF25B9585}"/>
              </a:ext>
            </a:extLst>
          </p:cNvPr>
          <p:cNvSpPr>
            <a:spLocks xmlns:a="http://schemas.openxmlformats.org/drawingml/2006/main" noGrp="1"/>
          </p:cNvSpPr>
          <p:nvPr/>
        </p:nvSpPr>
        <p:spPr>
          <a:xfrm xmlns:a="http://schemas.openxmlformats.org/drawingml/2006/main">
            <a:off x="713231" y="2157984"/>
            <a:ext cx="2157984"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2200" b="1">
                <a:solidFill>
                  <a:srgbClr val="8C64E1"/>
                </a:solidFill>
                <a:latin typeface="Alibaba PuHuiTi 3.0 115 Black"/>
                <a:ea typeface="Alibaba PuHuiTi 3.0 115 Black"/>
                <a:cs typeface="Alibaba PuHuiTi 3.0 115 Black"/>
              </a:defRPr>
            </a:defPPr>
          </a:lstStyle>
          <a:p xmlns:a="http://schemas.openxmlformats.org/drawingml/2006/main">
            <a:pPr algn="ctr">
              <a:spcBef>
                <a:spcPts val="0"/>
              </a:spcBef>
              <a:spcAft>
                <a:spcPts val="200"/>
              </a:spcAft>
              <a:buNone/>
              <a:defRPr sz="2200" b="1">
                <a:solidFill>
                  <a:srgbClr val="8C64E1"/>
                </a:solidFill>
                <a:latin typeface="Alibaba PuHuiTi 3.0 115 Black"/>
                <a:ea typeface="Alibaba PuHuiTi 3.0 115 Black"/>
                <a:cs typeface="Alibaba PuHuiTi 3.0 115 Black"/>
              </a:defRPr>
            </a:pPr>
            <a:r>
              <a:rPr sz="2200" b="1">
                <a:solidFill>
                  <a:srgbClr val="8C64E1"/>
                </a:solidFill>
                <a:latin typeface="Alibaba PuHuiTi 3.0 115 Black"/>
                <a:ea typeface="Alibaba PuHuiTi 3.0 115 Black"/>
                <a:cs typeface="Alibaba PuHuiTi 3.0 115 Black"/>
              </a:rPr>
              <a:t>声音</a:t>
            </a:r>
          </a:p>
        </p:txBody>
      </p:sp>
      <p:sp>
        <p:nvSpPr>
          <p:cNvPr id="7" name="Connector 6">
            <a:extLst xmlns:a="http://schemas.openxmlformats.org/drawingml/2006/main">
              <a:ext uri="{FF2B5EF4-FFF2-40B4-BE49-F238E27FC236}">
                <a16:creationId xmlns:a16="http://schemas.microsoft.com/office/drawing/2014/main" id="{1A2C4838-443A-41F7-B59E-D1D5E7E4B7AA}"/>
              </a:ext>
            </a:extLst>
          </p:cNvPr>
          <p:cNvSpPr>
            <a:spLocks xmlns:a="http://schemas.openxmlformats.org/drawingml/2006/main" noGrp="1"/>
          </p:cNvSpPr>
          <p:nvPr/>
        </p:nvSpPr>
        <p:spPr>
          <a:xfrm xmlns:a="http://schemas.openxmlformats.org/drawingml/2006/main">
            <a:off x="2999232" y="2368296"/>
            <a:ext cx="448055" cy="0"/>
          </a:xfrm>
          <a:prstGeom xmlns:a="http://schemas.openxmlformats.org/drawingml/2006/main" prst="line">
            <a:avLst/>
          </a:prstGeom>
          <a:ln xmlns:a="http://schemas.openxmlformats.org/drawingml/2006/main" w="3810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 name="Rectangle 7">
            <a:extLst xmlns:a="http://schemas.openxmlformats.org/drawingml/2006/main">
              <a:ext uri="{FF2B5EF4-FFF2-40B4-BE49-F238E27FC236}">
                <a16:creationId xmlns:a16="http://schemas.microsoft.com/office/drawing/2014/main" id="{DAB7D6FE-1690-40DB-A384-A94095613039}"/>
              </a:ext>
            </a:extLst>
          </p:cNvPr>
          <p:cNvSpPr>
            <a:spLocks xmlns:a="http://schemas.openxmlformats.org/drawingml/2006/main" noGrp="1"/>
          </p:cNvSpPr>
          <p:nvPr/>
        </p:nvSpPr>
        <p:spPr>
          <a:xfrm xmlns:a="http://schemas.openxmlformats.org/drawingml/2006/main">
            <a:off x="3493008" y="2039112"/>
            <a:ext cx="2304288" cy="667512"/>
          </a:xfrm>
          <a:prstGeom xmlns:a="http://schemas.openxmlformats.org/drawingml/2006/main" prst="rect">
            <a:avLst/>
          </a:prstGeom>
          <a:noFill xmlns:a="http://schemas.openxmlformats.org/drawingml/2006/main"/>
          <a:ln xmlns:a="http://schemas.openxmlformats.org/drawingml/2006/main" w="25400">
            <a:solidFill>
              <a:srgbClr val="8C64E1"/>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9" name="TextBox 8">
            <a:extLst xmlns:a="http://schemas.openxmlformats.org/drawingml/2006/main">
              <a:ext uri="{FF2B5EF4-FFF2-40B4-BE49-F238E27FC236}">
                <a16:creationId xmlns:a16="http://schemas.microsoft.com/office/drawing/2014/main" id="{3054D4E9-B371-4154-A392-0E0E3F9BE536}"/>
              </a:ext>
            </a:extLst>
          </p:cNvPr>
          <p:cNvSpPr>
            <a:spLocks xmlns:a="http://schemas.openxmlformats.org/drawingml/2006/main" noGrp="1"/>
          </p:cNvSpPr>
          <p:nvPr/>
        </p:nvSpPr>
        <p:spPr>
          <a:xfrm xmlns:a="http://schemas.openxmlformats.org/drawingml/2006/main">
            <a:off x="3566160" y="2157984"/>
            <a:ext cx="2157984"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2200" b="1">
                <a:solidFill>
                  <a:srgbClr val="8C64E1"/>
                </a:solidFill>
                <a:latin typeface="Alibaba PuHuiTi 3.0 115 Black"/>
                <a:ea typeface="Alibaba PuHuiTi 3.0 115 Black"/>
                <a:cs typeface="Alibaba PuHuiTi 3.0 115 Black"/>
              </a:defRPr>
            </a:defPPr>
          </a:lstStyle>
          <a:p xmlns:a="http://schemas.openxmlformats.org/drawingml/2006/main">
            <a:pPr algn="ctr">
              <a:spcBef>
                <a:spcPts val="0"/>
              </a:spcBef>
              <a:spcAft>
                <a:spcPts val="200"/>
              </a:spcAft>
              <a:buNone/>
              <a:defRPr sz="2200" b="1">
                <a:solidFill>
                  <a:srgbClr val="8C64E1"/>
                </a:solidFill>
                <a:latin typeface="Alibaba PuHuiTi 3.0 115 Black"/>
                <a:ea typeface="Alibaba PuHuiTi 3.0 115 Black"/>
                <a:cs typeface="Alibaba PuHuiTi 3.0 115 Black"/>
              </a:defRPr>
            </a:pPr>
            <a:r>
              <a:rPr sz="2200" b="1">
                <a:solidFill>
                  <a:srgbClr val="8C64E1"/>
                </a:solidFill>
                <a:latin typeface="Alibaba PuHuiTi 3.0 115 Black"/>
                <a:ea typeface="Alibaba PuHuiTi 3.0 115 Black"/>
                <a:cs typeface="Alibaba PuHuiTi 3.0 115 Black"/>
              </a:rPr>
              <a:t>麦克风</a:t>
            </a:r>
          </a:p>
        </p:txBody>
      </p:sp>
      <p:sp>
        <p:nvSpPr>
          <p:cNvPr id="10" name="Connector 9">
            <a:extLst xmlns:a="http://schemas.openxmlformats.org/drawingml/2006/main">
              <a:ext uri="{FF2B5EF4-FFF2-40B4-BE49-F238E27FC236}">
                <a16:creationId xmlns:a16="http://schemas.microsoft.com/office/drawing/2014/main" id="{A0460A32-9B8E-4C5D-B1EE-36BA67F6A8FE}"/>
              </a:ext>
            </a:extLst>
          </p:cNvPr>
          <p:cNvSpPr>
            <a:spLocks xmlns:a="http://schemas.openxmlformats.org/drawingml/2006/main" noGrp="1"/>
          </p:cNvSpPr>
          <p:nvPr/>
        </p:nvSpPr>
        <p:spPr>
          <a:xfrm xmlns:a="http://schemas.openxmlformats.org/drawingml/2006/main">
            <a:off x="5852160" y="2368296"/>
            <a:ext cx="448056" cy="0"/>
          </a:xfrm>
          <a:prstGeom xmlns:a="http://schemas.openxmlformats.org/drawingml/2006/main" prst="line">
            <a:avLst/>
          </a:prstGeom>
          <a:ln xmlns:a="http://schemas.openxmlformats.org/drawingml/2006/main" w="3810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1" name="Rectangle 10">
            <a:extLst xmlns:a="http://schemas.openxmlformats.org/drawingml/2006/main">
              <a:ext uri="{FF2B5EF4-FFF2-40B4-BE49-F238E27FC236}">
                <a16:creationId xmlns:a16="http://schemas.microsoft.com/office/drawing/2014/main" id="{49775852-5F88-45BE-87D8-807370E0C23E}"/>
              </a:ext>
            </a:extLst>
          </p:cNvPr>
          <p:cNvSpPr>
            <a:spLocks xmlns:a="http://schemas.openxmlformats.org/drawingml/2006/main" noGrp="1"/>
          </p:cNvSpPr>
          <p:nvPr/>
        </p:nvSpPr>
        <p:spPr>
          <a:xfrm xmlns:a="http://schemas.openxmlformats.org/drawingml/2006/main">
            <a:off x="6345936" y="2039112"/>
            <a:ext cx="2304288" cy="667512"/>
          </a:xfrm>
          <a:prstGeom xmlns:a="http://schemas.openxmlformats.org/drawingml/2006/main" prst="rect">
            <a:avLst/>
          </a:prstGeom>
          <a:noFill xmlns:a="http://schemas.openxmlformats.org/drawingml/2006/main"/>
          <a:ln xmlns:a="http://schemas.openxmlformats.org/drawingml/2006/main" w="254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2" name="TextBox 11">
            <a:extLst xmlns:a="http://schemas.openxmlformats.org/drawingml/2006/main">
              <a:ext uri="{FF2B5EF4-FFF2-40B4-BE49-F238E27FC236}">
                <a16:creationId xmlns:a16="http://schemas.microsoft.com/office/drawing/2014/main" id="{26C6C969-E057-4050-8FF8-EE02B92B2BB6}"/>
              </a:ext>
            </a:extLst>
          </p:cNvPr>
          <p:cNvSpPr>
            <a:spLocks xmlns:a="http://schemas.openxmlformats.org/drawingml/2006/main" noGrp="1"/>
          </p:cNvSpPr>
          <p:nvPr/>
        </p:nvSpPr>
        <p:spPr>
          <a:xfrm xmlns:a="http://schemas.openxmlformats.org/drawingml/2006/main">
            <a:off x="6419088" y="2157984"/>
            <a:ext cx="2157984"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2200" b="1">
                <a:solidFill>
                  <a:srgbClr val="007C9B"/>
                </a:solidFill>
                <a:latin typeface="Alibaba PuHuiTi 3.0 115 Black"/>
                <a:ea typeface="Alibaba PuHuiTi 3.0 115 Black"/>
                <a:cs typeface="Alibaba PuHuiTi 3.0 115 Black"/>
              </a:defRPr>
            </a:defPPr>
          </a:lstStyle>
          <a:p xmlns:a="http://schemas.openxmlformats.org/drawingml/2006/main">
            <a:pPr algn="ctr">
              <a:spcBef>
                <a:spcPts val="0"/>
              </a:spcBef>
              <a:spcAft>
                <a:spcPts val="200"/>
              </a:spcAft>
              <a:buNone/>
              <a:defRPr sz="2200" b="1">
                <a:solidFill>
                  <a:srgbClr val="007C9B"/>
                </a:solidFill>
                <a:latin typeface="Alibaba PuHuiTi 3.0 115 Black"/>
                <a:ea typeface="Alibaba PuHuiTi 3.0 115 Black"/>
                <a:cs typeface="Alibaba PuHuiTi 3.0 115 Black"/>
              </a:defRPr>
            </a:pPr>
            <a:r>
              <a:rPr sz="2200" b="1">
                <a:solidFill>
                  <a:srgbClr val="007C9B"/>
                </a:solidFill>
                <a:latin typeface="Alibaba PuHuiTi 3.0 115 Black"/>
                <a:ea typeface="Alibaba PuHuiTi 3.0 115 Black"/>
                <a:cs typeface="Alibaba PuHuiTi 3.0 115 Black"/>
              </a:rPr>
              <a:t>ADC</a:t>
            </a:r>
          </a:p>
        </p:txBody>
      </p:sp>
      <p:sp>
        <p:nvSpPr>
          <p:cNvPr id="13" name="Connector 12">
            <a:extLst xmlns:a="http://schemas.openxmlformats.org/drawingml/2006/main">
              <a:ext uri="{FF2B5EF4-FFF2-40B4-BE49-F238E27FC236}">
                <a16:creationId xmlns:a16="http://schemas.microsoft.com/office/drawing/2014/main" id="{8FD7C42F-D7FA-4CAC-9554-678577CE9ECF}"/>
              </a:ext>
            </a:extLst>
          </p:cNvPr>
          <p:cNvSpPr>
            <a:spLocks xmlns:a="http://schemas.openxmlformats.org/drawingml/2006/main" noGrp="1"/>
          </p:cNvSpPr>
          <p:nvPr/>
        </p:nvSpPr>
        <p:spPr>
          <a:xfrm xmlns:a="http://schemas.openxmlformats.org/drawingml/2006/main">
            <a:off x="8705088" y="2368296"/>
            <a:ext cx="448056" cy="0"/>
          </a:xfrm>
          <a:prstGeom xmlns:a="http://schemas.openxmlformats.org/drawingml/2006/main" prst="line">
            <a:avLst/>
          </a:prstGeom>
          <a:ln xmlns:a="http://schemas.openxmlformats.org/drawingml/2006/main" w="3810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4" name="Rectangle 13">
            <a:extLst xmlns:a="http://schemas.openxmlformats.org/drawingml/2006/main">
              <a:ext uri="{FF2B5EF4-FFF2-40B4-BE49-F238E27FC236}">
                <a16:creationId xmlns:a16="http://schemas.microsoft.com/office/drawing/2014/main" id="{3FB27B31-17CE-48D1-92BB-80C0F87AE503}"/>
              </a:ext>
            </a:extLst>
          </p:cNvPr>
          <p:cNvSpPr>
            <a:spLocks xmlns:a="http://schemas.openxmlformats.org/drawingml/2006/main" noGrp="1"/>
          </p:cNvSpPr>
          <p:nvPr/>
        </p:nvSpPr>
        <p:spPr>
          <a:xfrm xmlns:a="http://schemas.openxmlformats.org/drawingml/2006/main">
            <a:off x="9198863" y="2039112"/>
            <a:ext cx="2304288" cy="667512"/>
          </a:xfrm>
          <a:prstGeom xmlns:a="http://schemas.openxmlformats.org/drawingml/2006/main" prst="rect">
            <a:avLst/>
          </a:prstGeom>
          <a:noFill xmlns:a="http://schemas.openxmlformats.org/drawingml/2006/main"/>
          <a:ln xmlns:a="http://schemas.openxmlformats.org/drawingml/2006/main" w="25400">
            <a:solidFill>
              <a:srgbClr val="8C64E1"/>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5" name="TextBox 14">
            <a:extLst xmlns:a="http://schemas.openxmlformats.org/drawingml/2006/main">
              <a:ext uri="{FF2B5EF4-FFF2-40B4-BE49-F238E27FC236}">
                <a16:creationId xmlns:a16="http://schemas.microsoft.com/office/drawing/2014/main" id="{4307C77B-A9F3-4BEA-8F1E-4F0495F13CB6}"/>
              </a:ext>
            </a:extLst>
          </p:cNvPr>
          <p:cNvSpPr>
            <a:spLocks xmlns:a="http://schemas.openxmlformats.org/drawingml/2006/main" noGrp="1"/>
          </p:cNvSpPr>
          <p:nvPr/>
        </p:nvSpPr>
        <p:spPr>
          <a:xfrm xmlns:a="http://schemas.openxmlformats.org/drawingml/2006/main">
            <a:off x="9272015" y="2157984"/>
            <a:ext cx="2157984"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2200" b="1">
                <a:solidFill>
                  <a:srgbClr val="8C64E1"/>
                </a:solidFill>
                <a:latin typeface="Alibaba PuHuiTi 3.0 115 Black"/>
                <a:ea typeface="Alibaba PuHuiTi 3.0 115 Black"/>
                <a:cs typeface="Alibaba PuHuiTi 3.0 115 Black"/>
              </a:defRPr>
            </a:defPPr>
          </a:lstStyle>
          <a:p xmlns:a="http://schemas.openxmlformats.org/drawingml/2006/main">
            <a:pPr algn="ctr">
              <a:spcBef>
                <a:spcPts val="0"/>
              </a:spcBef>
              <a:spcAft>
                <a:spcPts val="200"/>
              </a:spcAft>
              <a:buNone/>
              <a:defRPr sz="2200" b="1">
                <a:solidFill>
                  <a:srgbClr val="8C64E1"/>
                </a:solidFill>
                <a:latin typeface="Alibaba PuHuiTi 3.0 115 Black"/>
                <a:ea typeface="Alibaba PuHuiTi 3.0 115 Black"/>
                <a:cs typeface="Alibaba PuHuiTi 3.0 115 Black"/>
              </a:defRPr>
            </a:pPr>
            <a:r>
              <a:rPr sz="2200" b="1">
                <a:solidFill>
                  <a:srgbClr val="8C64E1"/>
                </a:solidFill>
                <a:latin typeface="Alibaba PuHuiTi 3.0 115 Black"/>
                <a:ea typeface="Alibaba PuHuiTi 3.0 115 Black"/>
                <a:cs typeface="Alibaba PuHuiTi 3.0 115 Black"/>
              </a:rPr>
              <a:t>数字文件</a:t>
            </a:r>
          </a:p>
        </p:txBody>
      </p:sp>
      <p:sp>
        <p:nvSpPr>
          <p:cNvPr id="16" name="Rectangle 15">
            <a:extLst xmlns:a="http://schemas.openxmlformats.org/drawingml/2006/main">
              <a:ext uri="{FF2B5EF4-FFF2-40B4-BE49-F238E27FC236}">
                <a16:creationId xmlns:a16="http://schemas.microsoft.com/office/drawing/2014/main" id="{1E70F46E-E407-47BF-A448-B274246E414F}"/>
              </a:ext>
            </a:extLst>
          </p:cNvPr>
          <p:cNvSpPr>
            <a:spLocks xmlns:a="http://schemas.openxmlformats.org/drawingml/2006/main" noGrp="1"/>
          </p:cNvSpPr>
          <p:nvPr/>
        </p:nvSpPr>
        <p:spPr>
          <a:xfrm xmlns:a="http://schemas.openxmlformats.org/drawingml/2006/main">
            <a:off x="640080" y="3886200"/>
            <a:ext cx="2304288" cy="667512"/>
          </a:xfrm>
          <a:prstGeom xmlns:a="http://schemas.openxmlformats.org/drawingml/2006/main" prst="rect">
            <a:avLst/>
          </a:prstGeom>
          <a:noFill xmlns:a="http://schemas.openxmlformats.org/drawingml/2006/main"/>
          <a:ln xmlns:a="http://schemas.openxmlformats.org/drawingml/2006/main" w="25400">
            <a:solidFill>
              <a:srgbClr val="8C64E1"/>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7" name="TextBox 16">
            <a:extLst xmlns:a="http://schemas.openxmlformats.org/drawingml/2006/main">
              <a:ext uri="{FF2B5EF4-FFF2-40B4-BE49-F238E27FC236}">
                <a16:creationId xmlns:a16="http://schemas.microsoft.com/office/drawing/2014/main" id="{917225DF-6243-4FAE-B56D-189A2A6526E8}"/>
              </a:ext>
            </a:extLst>
          </p:cNvPr>
          <p:cNvSpPr>
            <a:spLocks xmlns:a="http://schemas.openxmlformats.org/drawingml/2006/main" noGrp="1"/>
          </p:cNvSpPr>
          <p:nvPr/>
        </p:nvSpPr>
        <p:spPr>
          <a:xfrm xmlns:a="http://schemas.openxmlformats.org/drawingml/2006/main">
            <a:off x="713231" y="4005072"/>
            <a:ext cx="2157984"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2200" b="1">
                <a:solidFill>
                  <a:srgbClr val="8C64E1"/>
                </a:solidFill>
                <a:latin typeface="Alibaba PuHuiTi 3.0 115 Black"/>
                <a:ea typeface="Alibaba PuHuiTi 3.0 115 Black"/>
                <a:cs typeface="Alibaba PuHuiTi 3.0 115 Black"/>
              </a:defRPr>
            </a:defPPr>
          </a:lstStyle>
          <a:p xmlns:a="http://schemas.openxmlformats.org/drawingml/2006/main">
            <a:pPr algn="ctr">
              <a:spcBef>
                <a:spcPts val="0"/>
              </a:spcBef>
              <a:spcAft>
                <a:spcPts val="200"/>
              </a:spcAft>
              <a:buNone/>
              <a:defRPr sz="2200" b="1">
                <a:solidFill>
                  <a:srgbClr val="8C64E1"/>
                </a:solidFill>
                <a:latin typeface="Alibaba PuHuiTi 3.0 115 Black"/>
                <a:ea typeface="Alibaba PuHuiTi 3.0 115 Black"/>
                <a:cs typeface="Alibaba PuHuiTi 3.0 115 Black"/>
              </a:defRPr>
            </a:pPr>
            <a:r>
              <a:rPr sz="2200" b="1">
                <a:solidFill>
                  <a:srgbClr val="8C64E1"/>
                </a:solidFill>
                <a:latin typeface="Alibaba PuHuiTi 3.0 115 Black"/>
                <a:ea typeface="Alibaba PuHuiTi 3.0 115 Black"/>
                <a:cs typeface="Alibaba PuHuiTi 3.0 115 Black"/>
              </a:rPr>
              <a:t>数字文件</a:t>
            </a:r>
          </a:p>
        </p:txBody>
      </p:sp>
      <p:sp>
        <p:nvSpPr>
          <p:cNvPr id="18" name="Connector 17">
            <a:extLst xmlns:a="http://schemas.openxmlformats.org/drawingml/2006/main">
              <a:ext uri="{FF2B5EF4-FFF2-40B4-BE49-F238E27FC236}">
                <a16:creationId xmlns:a16="http://schemas.microsoft.com/office/drawing/2014/main" id="{1D6F6298-9209-41EC-BFB0-873C991CF62B}"/>
              </a:ext>
            </a:extLst>
          </p:cNvPr>
          <p:cNvSpPr>
            <a:spLocks xmlns:a="http://schemas.openxmlformats.org/drawingml/2006/main" noGrp="1"/>
          </p:cNvSpPr>
          <p:nvPr/>
        </p:nvSpPr>
        <p:spPr>
          <a:xfrm xmlns:a="http://schemas.openxmlformats.org/drawingml/2006/main">
            <a:off x="2999232" y="4215384"/>
            <a:ext cx="448055" cy="0"/>
          </a:xfrm>
          <a:prstGeom xmlns:a="http://schemas.openxmlformats.org/drawingml/2006/main" prst="line">
            <a:avLst/>
          </a:prstGeom>
          <a:ln xmlns:a="http://schemas.openxmlformats.org/drawingml/2006/main" w="3810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9" name="Rectangle 18">
            <a:extLst xmlns:a="http://schemas.openxmlformats.org/drawingml/2006/main">
              <a:ext uri="{FF2B5EF4-FFF2-40B4-BE49-F238E27FC236}">
                <a16:creationId xmlns:a16="http://schemas.microsoft.com/office/drawing/2014/main" id="{D9BE7AA6-BFA4-41F2-9F2E-576A987D7A8B}"/>
              </a:ext>
            </a:extLst>
          </p:cNvPr>
          <p:cNvSpPr>
            <a:spLocks xmlns:a="http://schemas.openxmlformats.org/drawingml/2006/main" noGrp="1"/>
          </p:cNvSpPr>
          <p:nvPr/>
        </p:nvSpPr>
        <p:spPr>
          <a:xfrm xmlns:a="http://schemas.openxmlformats.org/drawingml/2006/main">
            <a:off x="3493008" y="3886200"/>
            <a:ext cx="2304288" cy="667512"/>
          </a:xfrm>
          <a:prstGeom xmlns:a="http://schemas.openxmlformats.org/drawingml/2006/main" prst="rect">
            <a:avLst/>
          </a:prstGeom>
          <a:noFill xmlns:a="http://schemas.openxmlformats.org/drawingml/2006/main"/>
          <a:ln xmlns:a="http://schemas.openxmlformats.org/drawingml/2006/main" w="254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0" name="TextBox 19">
            <a:extLst xmlns:a="http://schemas.openxmlformats.org/drawingml/2006/main">
              <a:ext uri="{FF2B5EF4-FFF2-40B4-BE49-F238E27FC236}">
                <a16:creationId xmlns:a16="http://schemas.microsoft.com/office/drawing/2014/main" id="{B058C0F4-AE57-43BB-97C0-7D698FA656D9}"/>
              </a:ext>
            </a:extLst>
          </p:cNvPr>
          <p:cNvSpPr>
            <a:spLocks xmlns:a="http://schemas.openxmlformats.org/drawingml/2006/main" noGrp="1"/>
          </p:cNvSpPr>
          <p:nvPr/>
        </p:nvSpPr>
        <p:spPr>
          <a:xfrm xmlns:a="http://schemas.openxmlformats.org/drawingml/2006/main">
            <a:off x="3566160" y="4005072"/>
            <a:ext cx="2157984"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2200" b="1">
                <a:solidFill>
                  <a:srgbClr val="007C9B"/>
                </a:solidFill>
                <a:latin typeface="Alibaba PuHuiTi 3.0 115 Black"/>
                <a:ea typeface="Alibaba PuHuiTi 3.0 115 Black"/>
                <a:cs typeface="Alibaba PuHuiTi 3.0 115 Black"/>
              </a:defRPr>
            </a:defPPr>
          </a:lstStyle>
          <a:p xmlns:a="http://schemas.openxmlformats.org/drawingml/2006/main">
            <a:pPr algn="ctr">
              <a:spcBef>
                <a:spcPts val="0"/>
              </a:spcBef>
              <a:spcAft>
                <a:spcPts val="200"/>
              </a:spcAft>
              <a:buNone/>
              <a:defRPr sz="2200" b="1">
                <a:solidFill>
                  <a:srgbClr val="007C9B"/>
                </a:solidFill>
                <a:latin typeface="Alibaba PuHuiTi 3.0 115 Black"/>
                <a:ea typeface="Alibaba PuHuiTi 3.0 115 Black"/>
                <a:cs typeface="Alibaba PuHuiTi 3.0 115 Black"/>
              </a:defRPr>
            </a:pPr>
            <a:r>
              <a:rPr sz="2200" b="1">
                <a:solidFill>
                  <a:srgbClr val="007C9B"/>
                </a:solidFill>
                <a:latin typeface="Alibaba PuHuiTi 3.0 115 Black"/>
                <a:ea typeface="Alibaba PuHuiTi 3.0 115 Black"/>
                <a:cs typeface="Alibaba PuHuiTi 3.0 115 Black"/>
              </a:rPr>
              <a:t>DAC</a:t>
            </a:r>
          </a:p>
        </p:txBody>
      </p:sp>
      <p:sp>
        <p:nvSpPr>
          <p:cNvPr id="21" name="Connector 20">
            <a:extLst xmlns:a="http://schemas.openxmlformats.org/drawingml/2006/main">
              <a:ext uri="{FF2B5EF4-FFF2-40B4-BE49-F238E27FC236}">
                <a16:creationId xmlns:a16="http://schemas.microsoft.com/office/drawing/2014/main" id="{889178E9-8FEB-4B7A-8061-999F1D4B9C3A}"/>
              </a:ext>
            </a:extLst>
          </p:cNvPr>
          <p:cNvSpPr>
            <a:spLocks xmlns:a="http://schemas.openxmlformats.org/drawingml/2006/main" noGrp="1"/>
          </p:cNvSpPr>
          <p:nvPr/>
        </p:nvSpPr>
        <p:spPr>
          <a:xfrm xmlns:a="http://schemas.openxmlformats.org/drawingml/2006/main">
            <a:off x="5852160" y="4215384"/>
            <a:ext cx="448056" cy="0"/>
          </a:xfrm>
          <a:prstGeom xmlns:a="http://schemas.openxmlformats.org/drawingml/2006/main" prst="line">
            <a:avLst/>
          </a:prstGeom>
          <a:ln xmlns:a="http://schemas.openxmlformats.org/drawingml/2006/main" w="3810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2" name="Rectangle 21">
            <a:extLst xmlns:a="http://schemas.openxmlformats.org/drawingml/2006/main">
              <a:ext uri="{FF2B5EF4-FFF2-40B4-BE49-F238E27FC236}">
                <a16:creationId xmlns:a16="http://schemas.microsoft.com/office/drawing/2014/main" id="{56E78BA9-7634-4CDD-B4BA-D01C89546196}"/>
              </a:ext>
            </a:extLst>
          </p:cNvPr>
          <p:cNvSpPr>
            <a:spLocks xmlns:a="http://schemas.openxmlformats.org/drawingml/2006/main" noGrp="1"/>
          </p:cNvSpPr>
          <p:nvPr/>
        </p:nvSpPr>
        <p:spPr>
          <a:xfrm xmlns:a="http://schemas.openxmlformats.org/drawingml/2006/main">
            <a:off x="6345936" y="3886200"/>
            <a:ext cx="2304288" cy="667512"/>
          </a:xfrm>
          <a:prstGeom xmlns:a="http://schemas.openxmlformats.org/drawingml/2006/main" prst="rect">
            <a:avLst/>
          </a:prstGeom>
          <a:noFill xmlns:a="http://schemas.openxmlformats.org/drawingml/2006/main"/>
          <a:ln xmlns:a="http://schemas.openxmlformats.org/drawingml/2006/main" w="25400">
            <a:solidFill>
              <a:srgbClr val="8C64E1"/>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3" name="TextBox 22">
            <a:extLst xmlns:a="http://schemas.openxmlformats.org/drawingml/2006/main">
              <a:ext uri="{FF2B5EF4-FFF2-40B4-BE49-F238E27FC236}">
                <a16:creationId xmlns:a16="http://schemas.microsoft.com/office/drawing/2014/main" id="{B79115E8-F510-4066-8217-15E104E4BD8B}"/>
              </a:ext>
            </a:extLst>
          </p:cNvPr>
          <p:cNvSpPr>
            <a:spLocks xmlns:a="http://schemas.openxmlformats.org/drawingml/2006/main" noGrp="1"/>
          </p:cNvSpPr>
          <p:nvPr/>
        </p:nvSpPr>
        <p:spPr>
          <a:xfrm xmlns:a="http://schemas.openxmlformats.org/drawingml/2006/main">
            <a:off x="6419088" y="4005072"/>
            <a:ext cx="2157984"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2200" b="1">
                <a:solidFill>
                  <a:srgbClr val="8C64E1"/>
                </a:solidFill>
                <a:latin typeface="Alibaba PuHuiTi 3.0 115 Black"/>
                <a:ea typeface="Alibaba PuHuiTi 3.0 115 Black"/>
                <a:cs typeface="Alibaba PuHuiTi 3.0 115 Black"/>
              </a:defRPr>
            </a:defPPr>
          </a:lstStyle>
          <a:p xmlns:a="http://schemas.openxmlformats.org/drawingml/2006/main">
            <a:pPr algn="ctr">
              <a:spcBef>
                <a:spcPts val="0"/>
              </a:spcBef>
              <a:spcAft>
                <a:spcPts val="200"/>
              </a:spcAft>
              <a:buNone/>
              <a:defRPr sz="2200" b="1">
                <a:solidFill>
                  <a:srgbClr val="8C64E1"/>
                </a:solidFill>
                <a:latin typeface="Alibaba PuHuiTi 3.0 115 Black"/>
                <a:ea typeface="Alibaba PuHuiTi 3.0 115 Black"/>
                <a:cs typeface="Alibaba PuHuiTi 3.0 115 Black"/>
              </a:defRPr>
            </a:pPr>
            <a:r>
              <a:rPr sz="2200" b="1">
                <a:solidFill>
                  <a:srgbClr val="8C64E1"/>
                </a:solidFill>
                <a:latin typeface="Alibaba PuHuiTi 3.0 115 Black"/>
                <a:ea typeface="Alibaba PuHuiTi 3.0 115 Black"/>
                <a:cs typeface="Alibaba PuHuiTi 3.0 115 Black"/>
              </a:rPr>
              <a:t>扬声器</a:t>
            </a:r>
          </a:p>
        </p:txBody>
      </p:sp>
      <p:sp>
        <p:nvSpPr>
          <p:cNvPr id="24" name="Connector 23">
            <a:extLst xmlns:a="http://schemas.openxmlformats.org/drawingml/2006/main">
              <a:ext uri="{FF2B5EF4-FFF2-40B4-BE49-F238E27FC236}">
                <a16:creationId xmlns:a16="http://schemas.microsoft.com/office/drawing/2014/main" id="{BE98AF15-111D-4CA7-BA6F-D6D05FB788F4}"/>
              </a:ext>
            </a:extLst>
          </p:cNvPr>
          <p:cNvSpPr>
            <a:spLocks xmlns:a="http://schemas.openxmlformats.org/drawingml/2006/main" noGrp="1"/>
          </p:cNvSpPr>
          <p:nvPr/>
        </p:nvSpPr>
        <p:spPr>
          <a:xfrm xmlns:a="http://schemas.openxmlformats.org/drawingml/2006/main">
            <a:off x="8705088" y="4215384"/>
            <a:ext cx="448056" cy="0"/>
          </a:xfrm>
          <a:prstGeom xmlns:a="http://schemas.openxmlformats.org/drawingml/2006/main" prst="line">
            <a:avLst/>
          </a:prstGeom>
          <a:ln xmlns:a="http://schemas.openxmlformats.org/drawingml/2006/main" w="3810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5" name="Rectangle 24">
            <a:extLst xmlns:a="http://schemas.openxmlformats.org/drawingml/2006/main">
              <a:ext uri="{FF2B5EF4-FFF2-40B4-BE49-F238E27FC236}">
                <a16:creationId xmlns:a16="http://schemas.microsoft.com/office/drawing/2014/main" id="{E5D84CE2-2F4B-494D-B2EB-73F9C6566D91}"/>
              </a:ext>
            </a:extLst>
          </p:cNvPr>
          <p:cNvSpPr>
            <a:spLocks xmlns:a="http://schemas.openxmlformats.org/drawingml/2006/main" noGrp="1"/>
          </p:cNvSpPr>
          <p:nvPr/>
        </p:nvSpPr>
        <p:spPr>
          <a:xfrm xmlns:a="http://schemas.openxmlformats.org/drawingml/2006/main">
            <a:off x="9198863" y="3886200"/>
            <a:ext cx="2304288" cy="667512"/>
          </a:xfrm>
          <a:prstGeom xmlns:a="http://schemas.openxmlformats.org/drawingml/2006/main" prst="rect">
            <a:avLst/>
          </a:prstGeom>
          <a:noFill xmlns:a="http://schemas.openxmlformats.org/drawingml/2006/main"/>
          <a:ln xmlns:a="http://schemas.openxmlformats.org/drawingml/2006/main" w="25400">
            <a:solidFill>
              <a:srgbClr val="8C64E1"/>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6" name="TextBox 25">
            <a:extLst xmlns:a="http://schemas.openxmlformats.org/drawingml/2006/main">
              <a:ext uri="{FF2B5EF4-FFF2-40B4-BE49-F238E27FC236}">
                <a16:creationId xmlns:a16="http://schemas.microsoft.com/office/drawing/2014/main" id="{483B16A6-2442-4B85-AD77-1BC757D816FE}"/>
              </a:ext>
            </a:extLst>
          </p:cNvPr>
          <p:cNvSpPr>
            <a:spLocks xmlns:a="http://schemas.openxmlformats.org/drawingml/2006/main" noGrp="1"/>
          </p:cNvSpPr>
          <p:nvPr/>
        </p:nvSpPr>
        <p:spPr>
          <a:xfrm xmlns:a="http://schemas.openxmlformats.org/drawingml/2006/main">
            <a:off x="9272015" y="4005072"/>
            <a:ext cx="2157984"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2200" b="1">
                <a:solidFill>
                  <a:srgbClr val="8C64E1"/>
                </a:solidFill>
                <a:latin typeface="Alibaba PuHuiTi 3.0 115 Black"/>
                <a:ea typeface="Alibaba PuHuiTi 3.0 115 Black"/>
                <a:cs typeface="Alibaba PuHuiTi 3.0 115 Black"/>
              </a:defRPr>
            </a:defPPr>
          </a:lstStyle>
          <a:p xmlns:a="http://schemas.openxmlformats.org/drawingml/2006/main">
            <a:pPr algn="ctr">
              <a:spcBef>
                <a:spcPts val="0"/>
              </a:spcBef>
              <a:spcAft>
                <a:spcPts val="200"/>
              </a:spcAft>
              <a:buNone/>
              <a:defRPr sz="2200" b="1">
                <a:solidFill>
                  <a:srgbClr val="8C64E1"/>
                </a:solidFill>
                <a:latin typeface="Alibaba PuHuiTi 3.0 115 Black"/>
                <a:ea typeface="Alibaba PuHuiTi 3.0 115 Black"/>
                <a:cs typeface="Alibaba PuHuiTi 3.0 115 Black"/>
              </a:defRPr>
            </a:pPr>
            <a:r>
              <a:rPr sz="2200" b="1">
                <a:solidFill>
                  <a:srgbClr val="8C64E1"/>
                </a:solidFill>
                <a:latin typeface="Alibaba PuHuiTi 3.0 115 Black"/>
                <a:ea typeface="Alibaba PuHuiTi 3.0 115 Black"/>
                <a:cs typeface="Alibaba PuHuiTi 3.0 115 Black"/>
              </a:rPr>
              <a:t>声音</a:t>
            </a:r>
          </a:p>
        </p:txBody>
      </p:sp>
      <p:sp>
        <p:nvSpPr>
          <p:cNvPr id="27" name="TextBox 26">
            <a:extLst xmlns:a="http://schemas.openxmlformats.org/drawingml/2006/main">
              <a:ext uri="{FF2B5EF4-FFF2-40B4-BE49-F238E27FC236}">
                <a16:creationId xmlns:a16="http://schemas.microsoft.com/office/drawing/2014/main" id="{FEA5D14A-0026-477C-B415-631D52084619}"/>
              </a:ext>
            </a:extLst>
          </p:cNvPr>
          <p:cNvSpPr>
            <a:spLocks xmlns:a="http://schemas.openxmlformats.org/drawingml/2006/main" noGrp="1"/>
          </p:cNvSpPr>
          <p:nvPr/>
        </p:nvSpPr>
        <p:spPr>
          <a:xfrm xmlns:a="http://schemas.openxmlformats.org/drawingml/2006/main">
            <a:off x="768096" y="1517904"/>
            <a:ext cx="3931920"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200" b="1">
                <a:solidFill>
                  <a:srgbClr val="8C64E1"/>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2200" b="1">
                <a:solidFill>
                  <a:srgbClr val="8C64E1"/>
                </a:solidFill>
                <a:latin typeface="Alibaba PuHuiTi 3.0 115 Black"/>
                <a:ea typeface="Alibaba PuHuiTi 3.0 115 Black"/>
                <a:cs typeface="Alibaba PuHuiTi 3.0 115 Black"/>
              </a:defRPr>
            </a:pPr>
            <a:r>
              <a:rPr sz="2200" b="1">
                <a:solidFill>
                  <a:srgbClr val="8C64E1"/>
                </a:solidFill>
                <a:latin typeface="Alibaba PuHuiTi 3.0 115 Black"/>
                <a:ea typeface="Alibaba PuHuiTi 3.0 115 Black"/>
                <a:cs typeface="Alibaba PuHuiTi 3.0 115 Black"/>
              </a:rPr>
              <a:t>录音（ADC）</a:t>
            </a:r>
          </a:p>
        </p:txBody>
      </p:sp>
      <p:sp>
        <p:nvSpPr>
          <p:cNvPr id="28" name="TextBox 27">
            <a:extLst xmlns:a="http://schemas.openxmlformats.org/drawingml/2006/main">
              <a:ext uri="{FF2B5EF4-FFF2-40B4-BE49-F238E27FC236}">
                <a16:creationId xmlns:a16="http://schemas.microsoft.com/office/drawing/2014/main" id="{28CD9F74-823E-4A6B-8CB6-5D535C4D9D4D}"/>
              </a:ext>
            </a:extLst>
          </p:cNvPr>
          <p:cNvSpPr>
            <a:spLocks xmlns:a="http://schemas.openxmlformats.org/drawingml/2006/main" noGrp="1"/>
          </p:cNvSpPr>
          <p:nvPr/>
        </p:nvSpPr>
        <p:spPr>
          <a:xfrm xmlns:a="http://schemas.openxmlformats.org/drawingml/2006/main">
            <a:off x="768096" y="3364992"/>
            <a:ext cx="3931920"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200" b="1">
                <a:solidFill>
                  <a:srgbClr val="8C64E1"/>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2200" b="1">
                <a:solidFill>
                  <a:srgbClr val="8C64E1"/>
                </a:solidFill>
                <a:latin typeface="Alibaba PuHuiTi 3.0 115 Black"/>
                <a:ea typeface="Alibaba PuHuiTi 3.0 115 Black"/>
                <a:cs typeface="Alibaba PuHuiTi 3.0 115 Black"/>
              </a:defRPr>
            </a:pPr>
            <a:r>
              <a:rPr sz="2200" b="1">
                <a:solidFill>
                  <a:srgbClr val="8C64E1"/>
                </a:solidFill>
                <a:latin typeface="Alibaba PuHuiTi 3.0 115 Black"/>
                <a:ea typeface="Alibaba PuHuiTi 3.0 115 Black"/>
                <a:cs typeface="Alibaba PuHuiTi 3.0 115 Black"/>
              </a:rPr>
              <a:t>播放（DAC）</a:t>
            </a:r>
          </a:p>
        </p:txBody>
      </p:sp>
    </p:spTree>
    <p:extLst>
      <p:ext uri="{BB962C8B-B14F-4D97-AF65-F5344CB8AC3E}">
        <p14:creationId xmlns:p14="http://schemas.microsoft.com/office/powerpoint/2010/main" val="536664896"/>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1CBA5104-83EE-4017-A7A7-3684D7984EA3}"/>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BCFF6FD2-3B07-4E04-AE13-34B8A2BC2E16}"/>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46F665B3-5B35-454F-B262-6F7CB44ED622}"/>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波形图是声音的传播路线吗？</a:t>
            </a:r>
          </a:p>
        </p:txBody>
      </p:sp>
      <p:sp>
        <p:nvSpPr>
          <p:cNvPr id="5" name="Connector 4">
            <a:extLst xmlns:a="http://schemas.openxmlformats.org/drawingml/2006/main">
              <a:ext uri="{FF2B5EF4-FFF2-40B4-BE49-F238E27FC236}">
                <a16:creationId xmlns:a16="http://schemas.microsoft.com/office/drawing/2014/main" id="{E2A0E443-3B08-4235-A39E-367B363EB1A7}"/>
              </a:ext>
            </a:extLst>
          </p:cNvPr>
          <p:cNvSpPr>
            <a:spLocks xmlns:a="http://schemas.openxmlformats.org/drawingml/2006/main" noGrp="1"/>
          </p:cNvSpPr>
          <p:nvPr/>
        </p:nvSpPr>
        <p:spPr>
          <a:xfrm xmlns:a="http://schemas.openxmlformats.org/drawingml/2006/main">
            <a:off x="1005840" y="3479291"/>
            <a:ext cx="9875520" cy="0"/>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 name="Connector 5">
            <a:extLst xmlns:a="http://schemas.openxmlformats.org/drawingml/2006/main">
              <a:ext uri="{FF2B5EF4-FFF2-40B4-BE49-F238E27FC236}">
                <a16:creationId xmlns:a16="http://schemas.microsoft.com/office/drawing/2014/main" id="{247A2CE2-07E5-4E48-9222-D9F9FDCF478D}"/>
              </a:ext>
            </a:extLst>
          </p:cNvPr>
          <p:cNvSpPr>
            <a:spLocks xmlns:a="http://schemas.openxmlformats.org/drawingml/2006/main" noGrp="1"/>
          </p:cNvSpPr>
          <p:nvPr/>
        </p:nvSpPr>
        <p:spPr>
          <a:xfrm xmlns:a="http://schemas.openxmlformats.org/drawingml/2006/main">
            <a:off x="1097280" y="2075688"/>
            <a:ext cx="0" cy="2816352"/>
          </a:xfrm>
          <a:prstGeom xmlns:a="http://schemas.openxmlformats.org/drawingml/2006/main" prst="line">
            <a:avLst/>
          </a:prstGeom>
          <a:ln xmlns:a="http://schemas.openxmlformats.org/drawingml/2006/main" w="1651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 name="TextBox 8">
            <a:extLst xmlns:a="http://schemas.openxmlformats.org/drawingml/2006/main">
              <a:ext uri="{FF2B5EF4-FFF2-40B4-BE49-F238E27FC236}">
                <a16:creationId xmlns:a16="http://schemas.microsoft.com/office/drawing/2014/main" id="{C2D0F004-4BE1-408E-BA31-3C761F04EEDC}"/>
              </a:ext>
            </a:extLst>
          </p:cNvPr>
          <p:cNvSpPr>
            <a:spLocks xmlns:a="http://schemas.openxmlformats.org/drawingml/2006/main" noGrp="1"/>
          </p:cNvSpPr>
          <p:nvPr/>
        </p:nvSpPr>
        <p:spPr>
          <a:xfrm xmlns:a="http://schemas.openxmlformats.org/drawingml/2006/main">
            <a:off x="1005840" y="1536192"/>
            <a:ext cx="9875520"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200" b="1">
                <a:solidFill>
                  <a:srgbClr val="8C64E1"/>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2200" b="1">
                <a:solidFill>
                  <a:srgbClr val="8C64E1"/>
                </a:solidFill>
                <a:latin typeface="Alibaba PuHuiTi 3.0 115 Black"/>
                <a:ea typeface="Alibaba PuHuiTi 3.0 115 Black"/>
                <a:cs typeface="Alibaba PuHuiTi 3.0 115 Black"/>
              </a:defRPr>
            </a:pPr>
            <a:r>
              <a:rPr sz="2200" b="1">
                <a:solidFill>
                  <a:srgbClr val="8C64E1"/>
                </a:solidFill>
                <a:latin typeface="Alibaba PuHuiTi 3.0 115 Black"/>
                <a:ea typeface="Alibaba PuHuiTi 3.0 115 Black"/>
                <a:cs typeface="Alibaba PuHuiTi 3.0 115 Black"/>
              </a:rPr>
              <a:t>同一个位置，信号随时间变化</a:t>
            </a:r>
          </a:p>
        </p:txBody>
      </p:sp>
      <p:sp>
        <p:nvSpPr>
          <p:cNvPr id="10" name="Connector 9">
            <a:extLst xmlns:a="http://schemas.openxmlformats.org/drawingml/2006/main">
              <a:ext uri="{FF2B5EF4-FFF2-40B4-BE49-F238E27FC236}">
                <a16:creationId xmlns:a16="http://schemas.microsoft.com/office/drawing/2014/main" id="{A9586EE5-6E18-4E71-AB3F-3F478ABBA843}"/>
              </a:ext>
            </a:extLst>
          </p:cNvPr>
          <p:cNvSpPr>
            <a:spLocks xmlns:a="http://schemas.openxmlformats.org/drawingml/2006/main" noGrp="1"/>
          </p:cNvSpPr>
          <p:nvPr/>
        </p:nvSpPr>
        <p:spPr>
          <a:xfrm xmlns:a="http://schemas.openxmlformats.org/drawingml/2006/main" flipV="1">
            <a:off x="1143000" y="3306954"/>
            <a:ext cx="91440" cy="135762"/>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1" name="Connector 10">
            <a:extLst xmlns:a="http://schemas.openxmlformats.org/drawingml/2006/main">
              <a:ext uri="{FF2B5EF4-FFF2-40B4-BE49-F238E27FC236}">
                <a16:creationId xmlns:a16="http://schemas.microsoft.com/office/drawing/2014/main" id="{2F729DD6-BCD9-4DE8-B80F-6E89BA67AF45}"/>
              </a:ext>
            </a:extLst>
          </p:cNvPr>
          <p:cNvSpPr>
            <a:spLocks xmlns:a="http://schemas.openxmlformats.org/drawingml/2006/main" noGrp="1"/>
          </p:cNvSpPr>
          <p:nvPr/>
        </p:nvSpPr>
        <p:spPr>
          <a:xfrm xmlns:a="http://schemas.openxmlformats.org/drawingml/2006/main" flipV="1">
            <a:off x="1234440" y="3173553"/>
            <a:ext cx="91440" cy="133401"/>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2" name="Connector 11">
            <a:extLst xmlns:a="http://schemas.openxmlformats.org/drawingml/2006/main">
              <a:ext uri="{FF2B5EF4-FFF2-40B4-BE49-F238E27FC236}">
                <a16:creationId xmlns:a16="http://schemas.microsoft.com/office/drawing/2014/main" id="{00032A8B-A702-4252-BC27-CEA143A70326}"/>
              </a:ext>
            </a:extLst>
          </p:cNvPr>
          <p:cNvSpPr>
            <a:spLocks xmlns:a="http://schemas.openxmlformats.org/drawingml/2006/main" noGrp="1"/>
          </p:cNvSpPr>
          <p:nvPr/>
        </p:nvSpPr>
        <p:spPr>
          <a:xfrm xmlns:a="http://schemas.openxmlformats.org/drawingml/2006/main" flipV="1">
            <a:off x="1325880" y="3044831"/>
            <a:ext cx="91440" cy="128722"/>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3" name="Connector 12">
            <a:extLst xmlns:a="http://schemas.openxmlformats.org/drawingml/2006/main">
              <a:ext uri="{FF2B5EF4-FFF2-40B4-BE49-F238E27FC236}">
                <a16:creationId xmlns:a16="http://schemas.microsoft.com/office/drawing/2014/main" id="{0108526F-6F6E-441A-892A-60B8D74FCE64}"/>
              </a:ext>
            </a:extLst>
          </p:cNvPr>
          <p:cNvSpPr>
            <a:spLocks xmlns:a="http://schemas.openxmlformats.org/drawingml/2006/main" noGrp="1"/>
          </p:cNvSpPr>
          <p:nvPr/>
        </p:nvSpPr>
        <p:spPr>
          <a:xfrm xmlns:a="http://schemas.openxmlformats.org/drawingml/2006/main" flipV="1">
            <a:off x="1417320" y="2923027"/>
            <a:ext cx="91440" cy="121804"/>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4" name="Connector 13">
            <a:extLst xmlns:a="http://schemas.openxmlformats.org/drawingml/2006/main">
              <a:ext uri="{FF2B5EF4-FFF2-40B4-BE49-F238E27FC236}">
                <a16:creationId xmlns:a16="http://schemas.microsoft.com/office/drawing/2014/main" id="{421ADE1E-E405-43E2-A6FB-D87DA597FA83}"/>
              </a:ext>
            </a:extLst>
          </p:cNvPr>
          <p:cNvSpPr>
            <a:spLocks xmlns:a="http://schemas.openxmlformats.org/drawingml/2006/main" noGrp="1"/>
          </p:cNvSpPr>
          <p:nvPr/>
        </p:nvSpPr>
        <p:spPr>
          <a:xfrm xmlns:a="http://schemas.openxmlformats.org/drawingml/2006/main" flipV="1">
            <a:off x="1508760" y="2810256"/>
            <a:ext cx="91440" cy="112771"/>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5" name="Connector 14">
            <a:extLst xmlns:a="http://schemas.openxmlformats.org/drawingml/2006/main">
              <a:ext uri="{FF2B5EF4-FFF2-40B4-BE49-F238E27FC236}">
                <a16:creationId xmlns:a16="http://schemas.microsoft.com/office/drawing/2014/main" id="{60D126BD-2798-438A-8FA5-7140A1D27046}"/>
              </a:ext>
            </a:extLst>
          </p:cNvPr>
          <p:cNvSpPr>
            <a:spLocks xmlns:a="http://schemas.openxmlformats.org/drawingml/2006/main" noGrp="1"/>
          </p:cNvSpPr>
          <p:nvPr/>
        </p:nvSpPr>
        <p:spPr>
          <a:xfrm xmlns:a="http://schemas.openxmlformats.org/drawingml/2006/main" flipV="1">
            <a:off x="1600200" y="2708482"/>
            <a:ext cx="91440" cy="101774"/>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6" name="Connector 15">
            <a:extLst xmlns:a="http://schemas.openxmlformats.org/drawingml/2006/main">
              <a:ext uri="{FF2B5EF4-FFF2-40B4-BE49-F238E27FC236}">
                <a16:creationId xmlns:a16="http://schemas.microsoft.com/office/drawing/2014/main" id="{0B4B1D2F-55D7-428B-B926-30B59C1D5F54}"/>
              </a:ext>
            </a:extLst>
          </p:cNvPr>
          <p:cNvSpPr>
            <a:spLocks xmlns:a="http://schemas.openxmlformats.org/drawingml/2006/main" noGrp="1"/>
          </p:cNvSpPr>
          <p:nvPr/>
        </p:nvSpPr>
        <p:spPr>
          <a:xfrm xmlns:a="http://schemas.openxmlformats.org/drawingml/2006/main" flipV="1">
            <a:off x="1691640" y="2619471"/>
            <a:ext cx="91440" cy="89011"/>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7" name="Connector 16">
            <a:extLst xmlns:a="http://schemas.openxmlformats.org/drawingml/2006/main">
              <a:ext uri="{FF2B5EF4-FFF2-40B4-BE49-F238E27FC236}">
                <a16:creationId xmlns:a16="http://schemas.microsoft.com/office/drawing/2014/main" id="{1CF0D170-29C8-432C-877E-9364670C57F9}"/>
              </a:ext>
            </a:extLst>
          </p:cNvPr>
          <p:cNvSpPr>
            <a:spLocks xmlns:a="http://schemas.openxmlformats.org/drawingml/2006/main" noGrp="1"/>
          </p:cNvSpPr>
          <p:nvPr/>
        </p:nvSpPr>
        <p:spPr>
          <a:xfrm xmlns:a="http://schemas.openxmlformats.org/drawingml/2006/main" flipV="1">
            <a:off x="1783080" y="2544773"/>
            <a:ext cx="91439" cy="74698"/>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8" name="Connector 17">
            <a:extLst xmlns:a="http://schemas.openxmlformats.org/drawingml/2006/main">
              <a:ext uri="{FF2B5EF4-FFF2-40B4-BE49-F238E27FC236}">
                <a16:creationId xmlns:a16="http://schemas.microsoft.com/office/drawing/2014/main" id="{71D45A50-20C1-4B14-8C8B-D9E949D57122}"/>
              </a:ext>
            </a:extLst>
          </p:cNvPr>
          <p:cNvSpPr>
            <a:spLocks xmlns:a="http://schemas.openxmlformats.org/drawingml/2006/main" noGrp="1"/>
          </p:cNvSpPr>
          <p:nvPr/>
        </p:nvSpPr>
        <p:spPr>
          <a:xfrm xmlns:a="http://schemas.openxmlformats.org/drawingml/2006/main" flipV="1">
            <a:off x="1874519" y="2485684"/>
            <a:ext cx="91441" cy="59089"/>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9" name="Connector 18">
            <a:extLst xmlns:a="http://schemas.openxmlformats.org/drawingml/2006/main">
              <a:ext uri="{FF2B5EF4-FFF2-40B4-BE49-F238E27FC236}">
                <a16:creationId xmlns:a16="http://schemas.microsoft.com/office/drawing/2014/main" id="{AC33B815-1B69-42F1-AD75-4EDCBAB759FC}"/>
              </a:ext>
            </a:extLst>
          </p:cNvPr>
          <p:cNvSpPr>
            <a:spLocks xmlns:a="http://schemas.openxmlformats.org/drawingml/2006/main" noGrp="1"/>
          </p:cNvSpPr>
          <p:nvPr/>
        </p:nvSpPr>
        <p:spPr>
          <a:xfrm xmlns:a="http://schemas.openxmlformats.org/drawingml/2006/main" flipV="1">
            <a:off x="1965960" y="2443234"/>
            <a:ext cx="91440" cy="42450"/>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0" name="Connector 19">
            <a:extLst xmlns:a="http://schemas.openxmlformats.org/drawingml/2006/main">
              <a:ext uri="{FF2B5EF4-FFF2-40B4-BE49-F238E27FC236}">
                <a16:creationId xmlns:a16="http://schemas.microsoft.com/office/drawing/2014/main" id="{60176AA1-448C-46AE-9FFB-22845DE5C885}"/>
              </a:ext>
            </a:extLst>
          </p:cNvPr>
          <p:cNvSpPr>
            <a:spLocks xmlns:a="http://schemas.openxmlformats.org/drawingml/2006/main" noGrp="1"/>
          </p:cNvSpPr>
          <p:nvPr/>
        </p:nvSpPr>
        <p:spPr>
          <a:xfrm xmlns:a="http://schemas.openxmlformats.org/drawingml/2006/main" flipV="1">
            <a:off x="2057400" y="2418160"/>
            <a:ext cx="91440" cy="25074"/>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1" name="Connector 20">
            <a:extLst xmlns:a="http://schemas.openxmlformats.org/drawingml/2006/main">
              <a:ext uri="{FF2B5EF4-FFF2-40B4-BE49-F238E27FC236}">
                <a16:creationId xmlns:a16="http://schemas.microsoft.com/office/drawing/2014/main" id="{B6385816-9A0F-453B-A9A8-917D2D47FEE8}"/>
              </a:ext>
            </a:extLst>
          </p:cNvPr>
          <p:cNvSpPr>
            <a:spLocks xmlns:a="http://schemas.openxmlformats.org/drawingml/2006/main" noGrp="1"/>
          </p:cNvSpPr>
          <p:nvPr/>
        </p:nvSpPr>
        <p:spPr>
          <a:xfrm xmlns:a="http://schemas.openxmlformats.org/drawingml/2006/main" flipV="1">
            <a:off x="2148840" y="2410897"/>
            <a:ext cx="91440" cy="7263"/>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2" name="Connector 21">
            <a:extLst xmlns:a="http://schemas.openxmlformats.org/drawingml/2006/main">
              <a:ext uri="{FF2B5EF4-FFF2-40B4-BE49-F238E27FC236}">
                <a16:creationId xmlns:a16="http://schemas.microsoft.com/office/drawing/2014/main" id="{0FC6C0DB-280B-4DF8-8873-79B3F7ADFE4D}"/>
              </a:ext>
            </a:extLst>
          </p:cNvPr>
          <p:cNvSpPr>
            <a:spLocks xmlns:a="http://schemas.openxmlformats.org/drawingml/2006/main" noGrp="1"/>
          </p:cNvSpPr>
          <p:nvPr/>
        </p:nvSpPr>
        <p:spPr>
          <a:xfrm xmlns:a="http://schemas.openxmlformats.org/drawingml/2006/main">
            <a:off x="2240280" y="2410897"/>
            <a:ext cx="91440" cy="10675"/>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3" name="Connector 22">
            <a:extLst xmlns:a="http://schemas.openxmlformats.org/drawingml/2006/main">
              <a:ext uri="{FF2B5EF4-FFF2-40B4-BE49-F238E27FC236}">
                <a16:creationId xmlns:a16="http://schemas.microsoft.com/office/drawing/2014/main" id="{17DA43DA-5DE6-46CF-9D5B-5EE4FE35A3B6}"/>
              </a:ext>
            </a:extLst>
          </p:cNvPr>
          <p:cNvSpPr>
            <a:spLocks xmlns:a="http://schemas.openxmlformats.org/drawingml/2006/main" noGrp="1"/>
          </p:cNvSpPr>
          <p:nvPr/>
        </p:nvSpPr>
        <p:spPr>
          <a:xfrm xmlns:a="http://schemas.openxmlformats.org/drawingml/2006/main">
            <a:off x="2331720" y="2421572"/>
            <a:ext cx="91440" cy="28427"/>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4" name="Connector 23">
            <a:extLst xmlns:a="http://schemas.openxmlformats.org/drawingml/2006/main">
              <a:ext uri="{FF2B5EF4-FFF2-40B4-BE49-F238E27FC236}">
                <a16:creationId xmlns:a16="http://schemas.microsoft.com/office/drawing/2014/main" id="{67424180-4F32-40FB-98F5-B908DB884B9F}"/>
              </a:ext>
            </a:extLst>
          </p:cNvPr>
          <p:cNvSpPr>
            <a:spLocks xmlns:a="http://schemas.openxmlformats.org/drawingml/2006/main" noGrp="1"/>
          </p:cNvSpPr>
          <p:nvPr/>
        </p:nvSpPr>
        <p:spPr>
          <a:xfrm xmlns:a="http://schemas.openxmlformats.org/drawingml/2006/main">
            <a:off x="2423160" y="2449999"/>
            <a:ext cx="91440" cy="45685"/>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5" name="Connector 24">
            <a:extLst xmlns:a="http://schemas.openxmlformats.org/drawingml/2006/main">
              <a:ext uri="{FF2B5EF4-FFF2-40B4-BE49-F238E27FC236}">
                <a16:creationId xmlns:a16="http://schemas.microsoft.com/office/drawing/2014/main" id="{16340A0C-838F-4CAB-BFC0-2431E00A2976}"/>
              </a:ext>
            </a:extLst>
          </p:cNvPr>
          <p:cNvSpPr>
            <a:spLocks xmlns:a="http://schemas.openxmlformats.org/drawingml/2006/main" noGrp="1"/>
          </p:cNvSpPr>
          <p:nvPr/>
        </p:nvSpPr>
        <p:spPr>
          <a:xfrm xmlns:a="http://schemas.openxmlformats.org/drawingml/2006/main">
            <a:off x="2514600" y="2495684"/>
            <a:ext cx="91440" cy="62149"/>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6" name="Connector 25">
            <a:extLst xmlns:a="http://schemas.openxmlformats.org/drawingml/2006/main">
              <a:ext uri="{FF2B5EF4-FFF2-40B4-BE49-F238E27FC236}">
                <a16:creationId xmlns:a16="http://schemas.microsoft.com/office/drawing/2014/main" id="{A17095AA-EDD9-44CC-931F-018B5AFDFE8C}"/>
              </a:ext>
            </a:extLst>
          </p:cNvPr>
          <p:cNvSpPr>
            <a:spLocks xmlns:a="http://schemas.openxmlformats.org/drawingml/2006/main" noGrp="1"/>
          </p:cNvSpPr>
          <p:nvPr/>
        </p:nvSpPr>
        <p:spPr>
          <a:xfrm xmlns:a="http://schemas.openxmlformats.org/drawingml/2006/main">
            <a:off x="2606040" y="2557833"/>
            <a:ext cx="91440" cy="77533"/>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7" name="Connector 26">
            <a:extLst xmlns:a="http://schemas.openxmlformats.org/drawingml/2006/main">
              <a:ext uri="{FF2B5EF4-FFF2-40B4-BE49-F238E27FC236}">
                <a16:creationId xmlns:a16="http://schemas.microsoft.com/office/drawing/2014/main" id="{93EC76C6-3A5C-470F-865E-CC51F3101419}"/>
              </a:ext>
            </a:extLst>
          </p:cNvPr>
          <p:cNvSpPr>
            <a:spLocks xmlns:a="http://schemas.openxmlformats.org/drawingml/2006/main" noGrp="1"/>
          </p:cNvSpPr>
          <p:nvPr/>
        </p:nvSpPr>
        <p:spPr>
          <a:xfrm xmlns:a="http://schemas.openxmlformats.org/drawingml/2006/main">
            <a:off x="2697480" y="2635366"/>
            <a:ext cx="91440" cy="91568"/>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8" name="Connector 27">
            <a:extLst xmlns:a="http://schemas.openxmlformats.org/drawingml/2006/main">
              <a:ext uri="{FF2B5EF4-FFF2-40B4-BE49-F238E27FC236}">
                <a16:creationId xmlns:a16="http://schemas.microsoft.com/office/drawing/2014/main" id="{821AA5BD-C35A-4C81-B7E2-FDC3EBBD5D63}"/>
              </a:ext>
            </a:extLst>
          </p:cNvPr>
          <p:cNvSpPr>
            <a:spLocks xmlns:a="http://schemas.openxmlformats.org/drawingml/2006/main" noGrp="1"/>
          </p:cNvSpPr>
          <p:nvPr/>
        </p:nvSpPr>
        <p:spPr>
          <a:xfrm xmlns:a="http://schemas.openxmlformats.org/drawingml/2006/main">
            <a:off x="2788920" y="2726934"/>
            <a:ext cx="91440" cy="104012"/>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9" name="Connector 28">
            <a:extLst xmlns:a="http://schemas.openxmlformats.org/drawingml/2006/main">
              <a:ext uri="{FF2B5EF4-FFF2-40B4-BE49-F238E27FC236}">
                <a16:creationId xmlns:a16="http://schemas.microsoft.com/office/drawing/2014/main" id="{F37C84F8-6E73-427E-9868-454746ABB453}"/>
              </a:ext>
            </a:extLst>
          </p:cNvPr>
          <p:cNvSpPr>
            <a:spLocks xmlns:a="http://schemas.openxmlformats.org/drawingml/2006/main" noGrp="1"/>
          </p:cNvSpPr>
          <p:nvPr/>
        </p:nvSpPr>
        <p:spPr>
          <a:xfrm xmlns:a="http://schemas.openxmlformats.org/drawingml/2006/main">
            <a:off x="2880360" y="2830946"/>
            <a:ext cx="91440" cy="114648"/>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0" name="Connector 29">
            <a:extLst xmlns:a="http://schemas.openxmlformats.org/drawingml/2006/main">
              <a:ext uri="{FF2B5EF4-FFF2-40B4-BE49-F238E27FC236}">
                <a16:creationId xmlns:a16="http://schemas.microsoft.com/office/drawing/2014/main" id="{395DA21C-0866-45ED-B597-3D5BC0C3D14A}"/>
              </a:ext>
            </a:extLst>
          </p:cNvPr>
          <p:cNvSpPr>
            <a:spLocks xmlns:a="http://schemas.openxmlformats.org/drawingml/2006/main" noGrp="1"/>
          </p:cNvSpPr>
          <p:nvPr/>
        </p:nvSpPr>
        <p:spPr>
          <a:xfrm xmlns:a="http://schemas.openxmlformats.org/drawingml/2006/main">
            <a:off x="2971800" y="2945594"/>
            <a:ext cx="91440" cy="123289"/>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1" name="Connector 30">
            <a:extLst xmlns:a="http://schemas.openxmlformats.org/drawingml/2006/main">
              <a:ext uri="{FF2B5EF4-FFF2-40B4-BE49-F238E27FC236}">
                <a16:creationId xmlns:a16="http://schemas.microsoft.com/office/drawing/2014/main" id="{3403CF48-43F9-437E-9811-5DC0462CBA66}"/>
              </a:ext>
            </a:extLst>
          </p:cNvPr>
          <p:cNvSpPr>
            <a:spLocks xmlns:a="http://schemas.openxmlformats.org/drawingml/2006/main" noGrp="1"/>
          </p:cNvSpPr>
          <p:nvPr/>
        </p:nvSpPr>
        <p:spPr>
          <a:xfrm xmlns:a="http://schemas.openxmlformats.org/drawingml/2006/main">
            <a:off x="3063240" y="3068883"/>
            <a:ext cx="91440" cy="129789"/>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2" name="Connector 31">
            <a:extLst xmlns:a="http://schemas.openxmlformats.org/drawingml/2006/main">
              <a:ext uri="{FF2B5EF4-FFF2-40B4-BE49-F238E27FC236}">
                <a16:creationId xmlns:a16="http://schemas.microsoft.com/office/drawing/2014/main" id="{3139A63E-3E1E-45FD-A4CF-C20C9D64ABB0}"/>
              </a:ext>
            </a:extLst>
          </p:cNvPr>
          <p:cNvSpPr>
            <a:spLocks xmlns:a="http://schemas.openxmlformats.org/drawingml/2006/main" noGrp="1"/>
          </p:cNvSpPr>
          <p:nvPr/>
        </p:nvSpPr>
        <p:spPr>
          <a:xfrm xmlns:a="http://schemas.openxmlformats.org/drawingml/2006/main">
            <a:off x="3154680" y="3198672"/>
            <a:ext cx="91440" cy="134031"/>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3" name="Connector 32">
            <a:extLst xmlns:a="http://schemas.openxmlformats.org/drawingml/2006/main">
              <a:ext uri="{FF2B5EF4-FFF2-40B4-BE49-F238E27FC236}">
                <a16:creationId xmlns:a16="http://schemas.microsoft.com/office/drawing/2014/main" id="{1884C7AE-2071-4F19-B729-6E6B2D4731A0}"/>
              </a:ext>
            </a:extLst>
          </p:cNvPr>
          <p:cNvSpPr>
            <a:spLocks xmlns:a="http://schemas.openxmlformats.org/drawingml/2006/main" noGrp="1"/>
          </p:cNvSpPr>
          <p:nvPr/>
        </p:nvSpPr>
        <p:spPr>
          <a:xfrm xmlns:a="http://schemas.openxmlformats.org/drawingml/2006/main">
            <a:off x="3246120" y="3332703"/>
            <a:ext cx="91440" cy="135944"/>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4" name="Connector 33">
            <a:extLst xmlns:a="http://schemas.openxmlformats.org/drawingml/2006/main">
              <a:ext uri="{FF2B5EF4-FFF2-40B4-BE49-F238E27FC236}">
                <a16:creationId xmlns:a16="http://schemas.microsoft.com/office/drawing/2014/main" id="{75F525DC-92F6-4D33-BD65-EC5695779B96}"/>
              </a:ext>
            </a:extLst>
          </p:cNvPr>
          <p:cNvSpPr>
            <a:spLocks xmlns:a="http://schemas.openxmlformats.org/drawingml/2006/main" noGrp="1"/>
          </p:cNvSpPr>
          <p:nvPr/>
        </p:nvSpPr>
        <p:spPr>
          <a:xfrm xmlns:a="http://schemas.openxmlformats.org/drawingml/2006/main">
            <a:off x="3337560" y="3468647"/>
            <a:ext cx="91440" cy="135493"/>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5" name="Connector 34">
            <a:extLst xmlns:a="http://schemas.openxmlformats.org/drawingml/2006/main">
              <a:ext uri="{FF2B5EF4-FFF2-40B4-BE49-F238E27FC236}">
                <a16:creationId xmlns:a16="http://schemas.microsoft.com/office/drawing/2014/main" id="{FEF58A44-5159-45B1-9D24-FCD186418898}"/>
              </a:ext>
            </a:extLst>
          </p:cNvPr>
          <p:cNvSpPr>
            <a:spLocks xmlns:a="http://schemas.openxmlformats.org/drawingml/2006/main" noGrp="1"/>
          </p:cNvSpPr>
          <p:nvPr/>
        </p:nvSpPr>
        <p:spPr>
          <a:xfrm xmlns:a="http://schemas.openxmlformats.org/drawingml/2006/main">
            <a:off x="3429000" y="3604140"/>
            <a:ext cx="91440" cy="132687"/>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6" name="Connector 35">
            <a:extLst xmlns:a="http://schemas.openxmlformats.org/drawingml/2006/main">
              <a:ext uri="{FF2B5EF4-FFF2-40B4-BE49-F238E27FC236}">
                <a16:creationId xmlns:a16="http://schemas.microsoft.com/office/drawing/2014/main" id="{8E2AB188-83BC-4A77-B2F5-9B1197453DAD}"/>
              </a:ext>
            </a:extLst>
          </p:cNvPr>
          <p:cNvSpPr>
            <a:spLocks xmlns:a="http://schemas.openxmlformats.org/drawingml/2006/main" noGrp="1"/>
          </p:cNvSpPr>
          <p:nvPr/>
        </p:nvSpPr>
        <p:spPr>
          <a:xfrm xmlns:a="http://schemas.openxmlformats.org/drawingml/2006/main">
            <a:off x="3520440" y="3736827"/>
            <a:ext cx="91440" cy="127574"/>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7" name="Connector 36">
            <a:extLst xmlns:a="http://schemas.openxmlformats.org/drawingml/2006/main">
              <a:ext uri="{FF2B5EF4-FFF2-40B4-BE49-F238E27FC236}">
                <a16:creationId xmlns:a16="http://schemas.microsoft.com/office/drawing/2014/main" id="{9DF72894-7326-4CA7-9054-554399BE4836}"/>
              </a:ext>
            </a:extLst>
          </p:cNvPr>
          <p:cNvSpPr>
            <a:spLocks xmlns:a="http://schemas.openxmlformats.org/drawingml/2006/main" noGrp="1"/>
          </p:cNvSpPr>
          <p:nvPr/>
        </p:nvSpPr>
        <p:spPr>
          <a:xfrm xmlns:a="http://schemas.openxmlformats.org/drawingml/2006/main">
            <a:off x="3611880" y="3864401"/>
            <a:ext cx="91440" cy="120242"/>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8" name="Connector 37">
            <a:extLst xmlns:a="http://schemas.openxmlformats.org/drawingml/2006/main">
              <a:ext uri="{FF2B5EF4-FFF2-40B4-BE49-F238E27FC236}">
                <a16:creationId xmlns:a16="http://schemas.microsoft.com/office/drawing/2014/main" id="{F938664F-AFEF-4DA2-91AE-FDED12A19123}"/>
              </a:ext>
            </a:extLst>
          </p:cNvPr>
          <p:cNvSpPr>
            <a:spLocks xmlns:a="http://schemas.openxmlformats.org/drawingml/2006/main" noGrp="1"/>
          </p:cNvSpPr>
          <p:nvPr/>
        </p:nvSpPr>
        <p:spPr>
          <a:xfrm xmlns:a="http://schemas.openxmlformats.org/drawingml/2006/main">
            <a:off x="3703320" y="3984643"/>
            <a:ext cx="91440" cy="110822"/>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9" name="Connector 38">
            <a:extLst xmlns:a="http://schemas.openxmlformats.org/drawingml/2006/main">
              <a:ext uri="{FF2B5EF4-FFF2-40B4-BE49-F238E27FC236}">
                <a16:creationId xmlns:a16="http://schemas.microsoft.com/office/drawing/2014/main" id="{0E071A09-5432-49AC-8355-9937736BE81B}"/>
              </a:ext>
            </a:extLst>
          </p:cNvPr>
          <p:cNvSpPr>
            <a:spLocks xmlns:a="http://schemas.openxmlformats.org/drawingml/2006/main" noGrp="1"/>
          </p:cNvSpPr>
          <p:nvPr/>
        </p:nvSpPr>
        <p:spPr>
          <a:xfrm xmlns:a="http://schemas.openxmlformats.org/drawingml/2006/main">
            <a:off x="3794760" y="4095465"/>
            <a:ext cx="91440" cy="99474"/>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0" name="Connector 39">
            <a:extLst xmlns:a="http://schemas.openxmlformats.org/drawingml/2006/main">
              <a:ext uri="{FF2B5EF4-FFF2-40B4-BE49-F238E27FC236}">
                <a16:creationId xmlns:a16="http://schemas.microsoft.com/office/drawing/2014/main" id="{C6CC5EF7-41CA-4D79-AA3C-A7D18C9A8E41}"/>
              </a:ext>
            </a:extLst>
          </p:cNvPr>
          <p:cNvSpPr>
            <a:spLocks xmlns:a="http://schemas.openxmlformats.org/drawingml/2006/main" noGrp="1"/>
          </p:cNvSpPr>
          <p:nvPr/>
        </p:nvSpPr>
        <p:spPr>
          <a:xfrm xmlns:a="http://schemas.openxmlformats.org/drawingml/2006/main">
            <a:off x="3886200" y="4194939"/>
            <a:ext cx="91439" cy="86396"/>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1" name="Connector 40">
            <a:extLst xmlns:a="http://schemas.openxmlformats.org/drawingml/2006/main">
              <a:ext uri="{FF2B5EF4-FFF2-40B4-BE49-F238E27FC236}">
                <a16:creationId xmlns:a16="http://schemas.microsoft.com/office/drawing/2014/main" id="{1936B6E7-721F-4D04-A002-50E8170BB3D8}"/>
              </a:ext>
            </a:extLst>
          </p:cNvPr>
          <p:cNvSpPr>
            <a:spLocks xmlns:a="http://schemas.openxmlformats.org/drawingml/2006/main" noGrp="1"/>
          </p:cNvSpPr>
          <p:nvPr/>
        </p:nvSpPr>
        <p:spPr>
          <a:xfrm xmlns:a="http://schemas.openxmlformats.org/drawingml/2006/main">
            <a:off x="3977639" y="4281335"/>
            <a:ext cx="91441" cy="71817"/>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2" name="Connector 41">
            <a:extLst xmlns:a="http://schemas.openxmlformats.org/drawingml/2006/main">
              <a:ext uri="{FF2B5EF4-FFF2-40B4-BE49-F238E27FC236}">
                <a16:creationId xmlns:a16="http://schemas.microsoft.com/office/drawing/2014/main" id="{8982F077-E9A2-429F-8E63-DA49E7D549B3}"/>
              </a:ext>
            </a:extLst>
          </p:cNvPr>
          <p:cNvSpPr>
            <a:spLocks xmlns:a="http://schemas.openxmlformats.org/drawingml/2006/main" noGrp="1"/>
          </p:cNvSpPr>
          <p:nvPr/>
        </p:nvSpPr>
        <p:spPr>
          <a:xfrm xmlns:a="http://schemas.openxmlformats.org/drawingml/2006/main">
            <a:off x="4069080" y="4353152"/>
            <a:ext cx="91440" cy="55990"/>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3" name="Connector 42">
            <a:extLst xmlns:a="http://schemas.openxmlformats.org/drawingml/2006/main">
              <a:ext uri="{FF2B5EF4-FFF2-40B4-BE49-F238E27FC236}">
                <a16:creationId xmlns:a16="http://schemas.microsoft.com/office/drawing/2014/main" id="{95680960-A610-4737-91B1-080644125603}"/>
              </a:ext>
            </a:extLst>
          </p:cNvPr>
          <p:cNvSpPr>
            <a:spLocks xmlns:a="http://schemas.openxmlformats.org/drawingml/2006/main" noGrp="1"/>
          </p:cNvSpPr>
          <p:nvPr/>
        </p:nvSpPr>
        <p:spPr>
          <a:xfrm xmlns:a="http://schemas.openxmlformats.org/drawingml/2006/main">
            <a:off x="4160520" y="4409142"/>
            <a:ext cx="91440" cy="39188"/>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4" name="Connector 43">
            <a:extLst xmlns:a="http://schemas.openxmlformats.org/drawingml/2006/main">
              <a:ext uri="{FF2B5EF4-FFF2-40B4-BE49-F238E27FC236}">
                <a16:creationId xmlns:a16="http://schemas.microsoft.com/office/drawing/2014/main" id="{3D32BE03-4574-40D9-8DB5-861521B04C13}"/>
              </a:ext>
            </a:extLst>
          </p:cNvPr>
          <p:cNvSpPr>
            <a:spLocks xmlns:a="http://schemas.openxmlformats.org/drawingml/2006/main" noGrp="1"/>
          </p:cNvSpPr>
          <p:nvPr/>
        </p:nvSpPr>
        <p:spPr>
          <a:xfrm xmlns:a="http://schemas.openxmlformats.org/drawingml/2006/main">
            <a:off x="4251960" y="4448330"/>
            <a:ext cx="91440" cy="21706"/>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5" name="Connector 44">
            <a:extLst xmlns:a="http://schemas.openxmlformats.org/drawingml/2006/main">
              <a:ext uri="{FF2B5EF4-FFF2-40B4-BE49-F238E27FC236}">
                <a16:creationId xmlns:a16="http://schemas.microsoft.com/office/drawing/2014/main" id="{0687F1F0-35C1-4BA6-B6FE-E86606238DE2}"/>
              </a:ext>
            </a:extLst>
          </p:cNvPr>
          <p:cNvSpPr>
            <a:spLocks xmlns:a="http://schemas.openxmlformats.org/drawingml/2006/main" noGrp="1"/>
          </p:cNvSpPr>
          <p:nvPr/>
        </p:nvSpPr>
        <p:spPr>
          <a:xfrm xmlns:a="http://schemas.openxmlformats.org/drawingml/2006/main">
            <a:off x="4343400" y="4470036"/>
            <a:ext cx="91440" cy="3847"/>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6" name="Connector 45">
            <a:extLst xmlns:a="http://schemas.openxmlformats.org/drawingml/2006/main">
              <a:ext uri="{FF2B5EF4-FFF2-40B4-BE49-F238E27FC236}">
                <a16:creationId xmlns:a16="http://schemas.microsoft.com/office/drawing/2014/main" id="{92A61B67-7568-4D4E-86E7-8BCE0BB6D7D3}"/>
              </a:ext>
            </a:extLst>
          </p:cNvPr>
          <p:cNvSpPr>
            <a:spLocks xmlns:a="http://schemas.openxmlformats.org/drawingml/2006/main" noGrp="1"/>
          </p:cNvSpPr>
          <p:nvPr/>
        </p:nvSpPr>
        <p:spPr>
          <a:xfrm xmlns:a="http://schemas.openxmlformats.org/drawingml/2006/main" flipV="1">
            <a:off x="4434840" y="4459803"/>
            <a:ext cx="91440" cy="14080"/>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7" name="Connector 46">
            <a:extLst xmlns:a="http://schemas.openxmlformats.org/drawingml/2006/main">
              <a:ext uri="{FF2B5EF4-FFF2-40B4-BE49-F238E27FC236}">
                <a16:creationId xmlns:a16="http://schemas.microsoft.com/office/drawing/2014/main" id="{396F8E8D-44D3-4C2B-90EC-B7855A788D8D}"/>
              </a:ext>
            </a:extLst>
          </p:cNvPr>
          <p:cNvSpPr>
            <a:spLocks xmlns:a="http://schemas.openxmlformats.org/drawingml/2006/main" noGrp="1"/>
          </p:cNvSpPr>
          <p:nvPr/>
        </p:nvSpPr>
        <p:spPr>
          <a:xfrm xmlns:a="http://schemas.openxmlformats.org/drawingml/2006/main" flipV="1">
            <a:off x="4526280" y="4428041"/>
            <a:ext cx="91440" cy="31762"/>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8" name="Connector 47">
            <a:extLst xmlns:a="http://schemas.openxmlformats.org/drawingml/2006/main">
              <a:ext uri="{FF2B5EF4-FFF2-40B4-BE49-F238E27FC236}">
                <a16:creationId xmlns:a16="http://schemas.microsoft.com/office/drawing/2014/main" id="{457A3A41-0BA8-47C0-A787-2ADA574080C0}"/>
              </a:ext>
            </a:extLst>
          </p:cNvPr>
          <p:cNvSpPr>
            <a:spLocks xmlns:a="http://schemas.openxmlformats.org/drawingml/2006/main" noGrp="1"/>
          </p:cNvSpPr>
          <p:nvPr/>
        </p:nvSpPr>
        <p:spPr>
          <a:xfrm xmlns:a="http://schemas.openxmlformats.org/drawingml/2006/main" flipV="1">
            <a:off x="4617720" y="4379149"/>
            <a:ext cx="91440" cy="48892"/>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9" name="Connector 48">
            <a:extLst xmlns:a="http://schemas.openxmlformats.org/drawingml/2006/main">
              <a:ext uri="{FF2B5EF4-FFF2-40B4-BE49-F238E27FC236}">
                <a16:creationId xmlns:a16="http://schemas.microsoft.com/office/drawing/2014/main" id="{FBFC7D2F-054C-4C84-8A35-7FCFDF147349}"/>
              </a:ext>
            </a:extLst>
          </p:cNvPr>
          <p:cNvSpPr>
            <a:spLocks xmlns:a="http://schemas.openxmlformats.org/drawingml/2006/main" noGrp="1"/>
          </p:cNvSpPr>
          <p:nvPr/>
        </p:nvSpPr>
        <p:spPr>
          <a:xfrm xmlns:a="http://schemas.openxmlformats.org/drawingml/2006/main" flipV="1">
            <a:off x="4709160" y="4313978"/>
            <a:ext cx="91440" cy="65171"/>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0" name="Connector 49">
            <a:extLst xmlns:a="http://schemas.openxmlformats.org/drawingml/2006/main">
              <a:ext uri="{FF2B5EF4-FFF2-40B4-BE49-F238E27FC236}">
                <a16:creationId xmlns:a16="http://schemas.microsoft.com/office/drawing/2014/main" id="{64F5279B-BF32-4988-B718-5A532D73D76C}"/>
              </a:ext>
            </a:extLst>
          </p:cNvPr>
          <p:cNvSpPr>
            <a:spLocks xmlns:a="http://schemas.openxmlformats.org/drawingml/2006/main" noGrp="1"/>
          </p:cNvSpPr>
          <p:nvPr/>
        </p:nvSpPr>
        <p:spPr>
          <a:xfrm xmlns:a="http://schemas.openxmlformats.org/drawingml/2006/main" flipV="1">
            <a:off x="4800600" y="4233660"/>
            <a:ext cx="91440" cy="80318"/>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1" name="Connector 50">
            <a:extLst xmlns:a="http://schemas.openxmlformats.org/drawingml/2006/main">
              <a:ext uri="{FF2B5EF4-FFF2-40B4-BE49-F238E27FC236}">
                <a16:creationId xmlns:a16="http://schemas.microsoft.com/office/drawing/2014/main" id="{31445420-3113-465E-8E10-787721886BC5}"/>
              </a:ext>
            </a:extLst>
          </p:cNvPr>
          <p:cNvSpPr>
            <a:spLocks xmlns:a="http://schemas.openxmlformats.org/drawingml/2006/main" noGrp="1"/>
          </p:cNvSpPr>
          <p:nvPr/>
        </p:nvSpPr>
        <p:spPr>
          <a:xfrm xmlns:a="http://schemas.openxmlformats.org/drawingml/2006/main" flipV="1">
            <a:off x="4892040" y="4139592"/>
            <a:ext cx="91440" cy="94068"/>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2" name="Connector 51">
            <a:extLst xmlns:a="http://schemas.openxmlformats.org/drawingml/2006/main">
              <a:ext uri="{FF2B5EF4-FFF2-40B4-BE49-F238E27FC236}">
                <a16:creationId xmlns:a16="http://schemas.microsoft.com/office/drawing/2014/main" id="{20735F3C-6E3D-4C16-AEAA-72BDB7886F7C}"/>
              </a:ext>
            </a:extLst>
          </p:cNvPr>
          <p:cNvSpPr>
            <a:spLocks xmlns:a="http://schemas.openxmlformats.org/drawingml/2006/main" noGrp="1"/>
          </p:cNvSpPr>
          <p:nvPr/>
        </p:nvSpPr>
        <p:spPr>
          <a:xfrm xmlns:a="http://schemas.openxmlformats.org/drawingml/2006/main" flipV="1">
            <a:off x="4983480" y="4033408"/>
            <a:ext cx="91440" cy="106184"/>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3" name="Connector 52">
            <a:extLst xmlns:a="http://schemas.openxmlformats.org/drawingml/2006/main">
              <a:ext uri="{FF2B5EF4-FFF2-40B4-BE49-F238E27FC236}">
                <a16:creationId xmlns:a16="http://schemas.microsoft.com/office/drawing/2014/main" id="{4424392B-57DE-45BE-8BD2-2AD998243C5C}"/>
              </a:ext>
            </a:extLst>
          </p:cNvPr>
          <p:cNvSpPr>
            <a:spLocks xmlns:a="http://schemas.openxmlformats.org/drawingml/2006/main" noGrp="1"/>
          </p:cNvSpPr>
          <p:nvPr/>
        </p:nvSpPr>
        <p:spPr>
          <a:xfrm xmlns:a="http://schemas.openxmlformats.org/drawingml/2006/main" flipV="1">
            <a:off x="5074920" y="3916956"/>
            <a:ext cx="91440" cy="116452"/>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4" name="Connector 53">
            <a:extLst xmlns:a="http://schemas.openxmlformats.org/drawingml/2006/main">
              <a:ext uri="{FF2B5EF4-FFF2-40B4-BE49-F238E27FC236}">
                <a16:creationId xmlns:a16="http://schemas.microsoft.com/office/drawing/2014/main" id="{CFDF9363-4947-4E57-8265-B08E1CF00DEB}"/>
              </a:ext>
            </a:extLst>
          </p:cNvPr>
          <p:cNvSpPr>
            <a:spLocks xmlns:a="http://schemas.openxmlformats.org/drawingml/2006/main" noGrp="1"/>
          </p:cNvSpPr>
          <p:nvPr/>
        </p:nvSpPr>
        <p:spPr>
          <a:xfrm xmlns:a="http://schemas.openxmlformats.org/drawingml/2006/main" flipV="1">
            <a:off x="5166360" y="3792259"/>
            <a:ext cx="91440" cy="124697"/>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5" name="Connector 54">
            <a:extLst xmlns:a="http://schemas.openxmlformats.org/drawingml/2006/main">
              <a:ext uri="{FF2B5EF4-FFF2-40B4-BE49-F238E27FC236}">
                <a16:creationId xmlns:a16="http://schemas.microsoft.com/office/drawing/2014/main" id="{5FB33742-0C08-411A-B0B6-F1130DB83DFF}"/>
              </a:ext>
            </a:extLst>
          </p:cNvPr>
          <p:cNvSpPr>
            <a:spLocks xmlns:a="http://schemas.openxmlformats.org/drawingml/2006/main" noGrp="1"/>
          </p:cNvSpPr>
          <p:nvPr/>
        </p:nvSpPr>
        <p:spPr>
          <a:xfrm xmlns:a="http://schemas.openxmlformats.org/drawingml/2006/main" flipV="1">
            <a:off x="5257800" y="3661486"/>
            <a:ext cx="91440" cy="130773"/>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6" name="Connector 55">
            <a:extLst xmlns:a="http://schemas.openxmlformats.org/drawingml/2006/main">
              <a:ext uri="{FF2B5EF4-FFF2-40B4-BE49-F238E27FC236}">
                <a16:creationId xmlns:a16="http://schemas.microsoft.com/office/drawing/2014/main" id="{85D8CDC3-BD3D-4AB3-967F-558EA061ECBD}"/>
              </a:ext>
            </a:extLst>
          </p:cNvPr>
          <p:cNvSpPr>
            <a:spLocks xmlns:a="http://schemas.openxmlformats.org/drawingml/2006/main" noGrp="1"/>
          </p:cNvSpPr>
          <p:nvPr/>
        </p:nvSpPr>
        <p:spPr>
          <a:xfrm xmlns:a="http://schemas.openxmlformats.org/drawingml/2006/main" flipV="1">
            <a:off x="5349240" y="3526909"/>
            <a:ext cx="91439" cy="134577"/>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7" name="Connector 56">
            <a:extLst xmlns:a="http://schemas.openxmlformats.org/drawingml/2006/main">
              <a:ext uri="{FF2B5EF4-FFF2-40B4-BE49-F238E27FC236}">
                <a16:creationId xmlns:a16="http://schemas.microsoft.com/office/drawing/2014/main" id="{9AC56ACA-4F10-47EB-9DE8-B344A5BDEBCD}"/>
              </a:ext>
            </a:extLst>
          </p:cNvPr>
          <p:cNvSpPr>
            <a:spLocks xmlns:a="http://schemas.openxmlformats.org/drawingml/2006/main" noGrp="1"/>
          </p:cNvSpPr>
          <p:nvPr/>
        </p:nvSpPr>
        <p:spPr>
          <a:xfrm xmlns:a="http://schemas.openxmlformats.org/drawingml/2006/main" flipV="1">
            <a:off x="5440679" y="3390868"/>
            <a:ext cx="91441" cy="136041"/>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8" name="Connector 57">
            <a:extLst xmlns:a="http://schemas.openxmlformats.org/drawingml/2006/main">
              <a:ext uri="{FF2B5EF4-FFF2-40B4-BE49-F238E27FC236}">
                <a16:creationId xmlns:a16="http://schemas.microsoft.com/office/drawing/2014/main" id="{EE758C42-6A91-4F76-BA43-AD89812C0B86}"/>
              </a:ext>
            </a:extLst>
          </p:cNvPr>
          <p:cNvSpPr>
            <a:spLocks xmlns:a="http://schemas.openxmlformats.org/drawingml/2006/main" noGrp="1"/>
          </p:cNvSpPr>
          <p:nvPr/>
        </p:nvSpPr>
        <p:spPr>
          <a:xfrm xmlns:a="http://schemas.openxmlformats.org/drawingml/2006/main" flipV="1">
            <a:off x="5532120" y="3255729"/>
            <a:ext cx="91440" cy="135139"/>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9" name="Connector 58">
            <a:extLst xmlns:a="http://schemas.openxmlformats.org/drawingml/2006/main">
              <a:ext uri="{FF2B5EF4-FFF2-40B4-BE49-F238E27FC236}">
                <a16:creationId xmlns:a16="http://schemas.microsoft.com/office/drawing/2014/main" id="{703638FE-C77A-453D-BCEE-9A0112ADC758}"/>
              </a:ext>
            </a:extLst>
          </p:cNvPr>
          <p:cNvSpPr>
            <a:spLocks xmlns:a="http://schemas.openxmlformats.org/drawingml/2006/main" noGrp="1"/>
          </p:cNvSpPr>
          <p:nvPr/>
        </p:nvSpPr>
        <p:spPr>
          <a:xfrm xmlns:a="http://schemas.openxmlformats.org/drawingml/2006/main" flipV="1">
            <a:off x="5623560" y="3123841"/>
            <a:ext cx="91440" cy="131888"/>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0" name="Connector 59">
            <a:extLst xmlns:a="http://schemas.openxmlformats.org/drawingml/2006/main">
              <a:ext uri="{FF2B5EF4-FFF2-40B4-BE49-F238E27FC236}">
                <a16:creationId xmlns:a16="http://schemas.microsoft.com/office/drawing/2014/main" id="{C65407DD-8816-4AA8-8779-B008B5C466FA}"/>
              </a:ext>
            </a:extLst>
          </p:cNvPr>
          <p:cNvSpPr>
            <a:spLocks xmlns:a="http://schemas.openxmlformats.org/drawingml/2006/main" noGrp="1"/>
          </p:cNvSpPr>
          <p:nvPr/>
        </p:nvSpPr>
        <p:spPr>
          <a:xfrm xmlns:a="http://schemas.openxmlformats.org/drawingml/2006/main" flipV="1">
            <a:off x="5715000" y="2997496"/>
            <a:ext cx="91440" cy="126345"/>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1" name="Connector 60">
            <a:extLst xmlns:a="http://schemas.openxmlformats.org/drawingml/2006/main">
              <a:ext uri="{FF2B5EF4-FFF2-40B4-BE49-F238E27FC236}">
                <a16:creationId xmlns:a16="http://schemas.microsoft.com/office/drawing/2014/main" id="{44147FD8-F34D-4001-81DC-8E6E6E4373EE}"/>
              </a:ext>
            </a:extLst>
          </p:cNvPr>
          <p:cNvSpPr>
            <a:spLocks xmlns:a="http://schemas.openxmlformats.org/drawingml/2006/main" noGrp="1"/>
          </p:cNvSpPr>
          <p:nvPr/>
        </p:nvSpPr>
        <p:spPr>
          <a:xfrm xmlns:a="http://schemas.openxmlformats.org/drawingml/2006/main" flipV="1">
            <a:off x="5806440" y="2878891"/>
            <a:ext cx="91440" cy="118605"/>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2" name="Connector 61">
            <a:extLst xmlns:a="http://schemas.openxmlformats.org/drawingml/2006/main">
              <a:ext uri="{FF2B5EF4-FFF2-40B4-BE49-F238E27FC236}">
                <a16:creationId xmlns:a16="http://schemas.microsoft.com/office/drawing/2014/main" id="{31ABA3BD-3903-43C6-96F5-5098B7C029F1}"/>
              </a:ext>
            </a:extLst>
          </p:cNvPr>
          <p:cNvSpPr>
            <a:spLocks xmlns:a="http://schemas.openxmlformats.org/drawingml/2006/main" noGrp="1"/>
          </p:cNvSpPr>
          <p:nvPr/>
        </p:nvSpPr>
        <p:spPr>
          <a:xfrm xmlns:a="http://schemas.openxmlformats.org/drawingml/2006/main" flipV="1">
            <a:off x="5897880" y="2770088"/>
            <a:ext cx="91440" cy="108803"/>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3" name="Connector 62">
            <a:extLst xmlns:a="http://schemas.openxmlformats.org/drawingml/2006/main">
              <a:ext uri="{FF2B5EF4-FFF2-40B4-BE49-F238E27FC236}">
                <a16:creationId xmlns:a16="http://schemas.microsoft.com/office/drawing/2014/main" id="{413ED2FE-BA6A-45AD-B924-5501CBF972F7}"/>
              </a:ext>
            </a:extLst>
          </p:cNvPr>
          <p:cNvSpPr>
            <a:spLocks xmlns:a="http://schemas.openxmlformats.org/drawingml/2006/main" noGrp="1"/>
          </p:cNvSpPr>
          <p:nvPr/>
        </p:nvSpPr>
        <p:spPr>
          <a:xfrm xmlns:a="http://schemas.openxmlformats.org/drawingml/2006/main" flipV="1">
            <a:off x="5989320" y="2672979"/>
            <a:ext cx="91440" cy="97109"/>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4" name="Connector 63">
            <a:extLst xmlns:a="http://schemas.openxmlformats.org/drawingml/2006/main">
              <a:ext uri="{FF2B5EF4-FFF2-40B4-BE49-F238E27FC236}">
                <a16:creationId xmlns:a16="http://schemas.microsoft.com/office/drawing/2014/main" id="{4DEDBB93-2242-4C8A-BDF2-AFBF5A31ADA0}"/>
              </a:ext>
            </a:extLst>
          </p:cNvPr>
          <p:cNvSpPr>
            <a:spLocks xmlns:a="http://schemas.openxmlformats.org/drawingml/2006/main" noGrp="1"/>
          </p:cNvSpPr>
          <p:nvPr/>
        </p:nvSpPr>
        <p:spPr>
          <a:xfrm xmlns:a="http://schemas.openxmlformats.org/drawingml/2006/main" flipV="1">
            <a:off x="6080760" y="2589251"/>
            <a:ext cx="91440" cy="83728"/>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5" name="Connector 64">
            <a:extLst xmlns:a="http://schemas.openxmlformats.org/drawingml/2006/main">
              <a:ext uri="{FF2B5EF4-FFF2-40B4-BE49-F238E27FC236}">
                <a16:creationId xmlns:a16="http://schemas.microsoft.com/office/drawing/2014/main" id="{FD5BEE69-C9EB-4BBB-94B2-340AF9345367}"/>
              </a:ext>
            </a:extLst>
          </p:cNvPr>
          <p:cNvSpPr>
            <a:spLocks xmlns:a="http://schemas.openxmlformats.org/drawingml/2006/main" noGrp="1"/>
          </p:cNvSpPr>
          <p:nvPr/>
        </p:nvSpPr>
        <p:spPr>
          <a:xfrm xmlns:a="http://schemas.openxmlformats.org/drawingml/2006/main" flipV="1">
            <a:off x="6172200" y="2520360"/>
            <a:ext cx="91440" cy="68891"/>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6" name="Connector 65">
            <a:extLst xmlns:a="http://schemas.openxmlformats.org/drawingml/2006/main">
              <a:ext uri="{FF2B5EF4-FFF2-40B4-BE49-F238E27FC236}">
                <a16:creationId xmlns:a16="http://schemas.microsoft.com/office/drawing/2014/main" id="{86438E96-D130-4582-9EF5-5005ADAAAC99}"/>
              </a:ext>
            </a:extLst>
          </p:cNvPr>
          <p:cNvSpPr>
            <a:spLocks xmlns:a="http://schemas.openxmlformats.org/drawingml/2006/main" noGrp="1"/>
          </p:cNvSpPr>
          <p:nvPr/>
        </p:nvSpPr>
        <p:spPr>
          <a:xfrm xmlns:a="http://schemas.openxmlformats.org/drawingml/2006/main" flipV="1">
            <a:off x="6263640" y="2467505"/>
            <a:ext cx="91439" cy="52855"/>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7" name="Connector 66">
            <a:extLst xmlns:a="http://schemas.openxmlformats.org/drawingml/2006/main">
              <a:ext uri="{FF2B5EF4-FFF2-40B4-BE49-F238E27FC236}">
                <a16:creationId xmlns:a16="http://schemas.microsoft.com/office/drawing/2014/main" id="{17B3E048-8020-4657-9872-570F3AEB1552}"/>
              </a:ext>
            </a:extLst>
          </p:cNvPr>
          <p:cNvSpPr>
            <a:spLocks xmlns:a="http://schemas.openxmlformats.org/drawingml/2006/main" noGrp="1"/>
          </p:cNvSpPr>
          <p:nvPr/>
        </p:nvSpPr>
        <p:spPr>
          <a:xfrm xmlns:a="http://schemas.openxmlformats.org/drawingml/2006/main" flipV="1">
            <a:off x="6355079" y="2431603"/>
            <a:ext cx="91441" cy="35902"/>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8" name="Connector 67">
            <a:extLst xmlns:a="http://schemas.openxmlformats.org/drawingml/2006/main">
              <a:ext uri="{FF2B5EF4-FFF2-40B4-BE49-F238E27FC236}">
                <a16:creationId xmlns:a16="http://schemas.microsoft.com/office/drawing/2014/main" id="{B9292AFF-B1B8-482B-BB01-BA51BA6D3B7A}"/>
              </a:ext>
            </a:extLst>
          </p:cNvPr>
          <p:cNvSpPr>
            <a:spLocks xmlns:a="http://schemas.openxmlformats.org/drawingml/2006/main" noGrp="1"/>
          </p:cNvSpPr>
          <p:nvPr/>
        </p:nvSpPr>
        <p:spPr>
          <a:xfrm xmlns:a="http://schemas.openxmlformats.org/drawingml/2006/main" flipV="1">
            <a:off x="6446520" y="2413279"/>
            <a:ext cx="91439" cy="18324"/>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9" name="Connector 68">
            <a:extLst xmlns:a="http://schemas.openxmlformats.org/drawingml/2006/main">
              <a:ext uri="{FF2B5EF4-FFF2-40B4-BE49-F238E27FC236}">
                <a16:creationId xmlns:a16="http://schemas.microsoft.com/office/drawing/2014/main" id="{99ABDF8B-3334-4AC0-81F0-433E885327BB}"/>
              </a:ext>
            </a:extLst>
          </p:cNvPr>
          <p:cNvSpPr>
            <a:spLocks xmlns:a="http://schemas.openxmlformats.org/drawingml/2006/main" noGrp="1"/>
          </p:cNvSpPr>
          <p:nvPr/>
        </p:nvSpPr>
        <p:spPr>
          <a:xfrm xmlns:a="http://schemas.openxmlformats.org/drawingml/2006/main" flipV="1">
            <a:off x="6537959" y="2412851"/>
            <a:ext cx="91441" cy="428"/>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0" name="Connector 69">
            <a:extLst xmlns:a="http://schemas.openxmlformats.org/drawingml/2006/main">
              <a:ext uri="{FF2B5EF4-FFF2-40B4-BE49-F238E27FC236}">
                <a16:creationId xmlns:a16="http://schemas.microsoft.com/office/drawing/2014/main" id="{34E2F316-03A4-4AD6-8E2F-1515A42AFF34}"/>
              </a:ext>
            </a:extLst>
          </p:cNvPr>
          <p:cNvSpPr>
            <a:spLocks xmlns:a="http://schemas.openxmlformats.org/drawingml/2006/main" noGrp="1"/>
          </p:cNvSpPr>
          <p:nvPr/>
        </p:nvSpPr>
        <p:spPr>
          <a:xfrm xmlns:a="http://schemas.openxmlformats.org/drawingml/2006/main">
            <a:off x="6629400" y="2412851"/>
            <a:ext cx="91440" cy="17477"/>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1" name="Connector 70">
            <a:extLst xmlns:a="http://schemas.openxmlformats.org/drawingml/2006/main">
              <a:ext uri="{FF2B5EF4-FFF2-40B4-BE49-F238E27FC236}">
                <a16:creationId xmlns:a16="http://schemas.microsoft.com/office/drawing/2014/main" id="{28671BE5-A717-4AA0-9E62-C77D7F70257D}"/>
              </a:ext>
            </a:extLst>
          </p:cNvPr>
          <p:cNvSpPr>
            <a:spLocks xmlns:a="http://schemas.openxmlformats.org/drawingml/2006/main" noGrp="1"/>
          </p:cNvSpPr>
          <p:nvPr/>
        </p:nvSpPr>
        <p:spPr>
          <a:xfrm xmlns:a="http://schemas.openxmlformats.org/drawingml/2006/main">
            <a:off x="6720840" y="2430328"/>
            <a:ext cx="91440" cy="35076"/>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2" name="Connector 71">
            <a:extLst xmlns:a="http://schemas.openxmlformats.org/drawingml/2006/main">
              <a:ext uri="{FF2B5EF4-FFF2-40B4-BE49-F238E27FC236}">
                <a16:creationId xmlns:a16="http://schemas.microsoft.com/office/drawing/2014/main" id="{1DC853D3-BBB2-43CB-A28B-799E0AAED4F3}"/>
              </a:ext>
            </a:extLst>
          </p:cNvPr>
          <p:cNvSpPr>
            <a:spLocks xmlns:a="http://schemas.openxmlformats.org/drawingml/2006/main" noGrp="1"/>
          </p:cNvSpPr>
          <p:nvPr/>
        </p:nvSpPr>
        <p:spPr>
          <a:xfrm xmlns:a="http://schemas.openxmlformats.org/drawingml/2006/main">
            <a:off x="6812280" y="2465404"/>
            <a:ext cx="91440" cy="52067"/>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3" name="Connector 72">
            <a:extLst xmlns:a="http://schemas.openxmlformats.org/drawingml/2006/main">
              <a:ext uri="{FF2B5EF4-FFF2-40B4-BE49-F238E27FC236}">
                <a16:creationId xmlns:a16="http://schemas.microsoft.com/office/drawing/2014/main" id="{0420B86C-AE81-4BB9-9E8D-5FAFE4D4206E}"/>
              </a:ext>
            </a:extLst>
          </p:cNvPr>
          <p:cNvSpPr>
            <a:spLocks xmlns:a="http://schemas.openxmlformats.org/drawingml/2006/main" noGrp="1"/>
          </p:cNvSpPr>
          <p:nvPr/>
        </p:nvSpPr>
        <p:spPr>
          <a:xfrm xmlns:a="http://schemas.openxmlformats.org/drawingml/2006/main">
            <a:off x="6903720" y="2517471"/>
            <a:ext cx="91440" cy="68152"/>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4" name="Connector 73">
            <a:extLst xmlns:a="http://schemas.openxmlformats.org/drawingml/2006/main">
              <a:ext uri="{FF2B5EF4-FFF2-40B4-BE49-F238E27FC236}">
                <a16:creationId xmlns:a16="http://schemas.microsoft.com/office/drawing/2014/main" id="{1A5B5E98-1520-4E3D-995B-45FB847B0218}"/>
              </a:ext>
            </a:extLst>
          </p:cNvPr>
          <p:cNvSpPr>
            <a:spLocks xmlns:a="http://schemas.openxmlformats.org/drawingml/2006/main" noGrp="1"/>
          </p:cNvSpPr>
          <p:nvPr/>
        </p:nvSpPr>
        <p:spPr>
          <a:xfrm xmlns:a="http://schemas.openxmlformats.org/drawingml/2006/main">
            <a:off x="6995160" y="2585623"/>
            <a:ext cx="91440" cy="83053"/>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5" name="Connector 74">
            <a:extLst xmlns:a="http://schemas.openxmlformats.org/drawingml/2006/main">
              <a:ext uri="{FF2B5EF4-FFF2-40B4-BE49-F238E27FC236}">
                <a16:creationId xmlns:a16="http://schemas.microsoft.com/office/drawing/2014/main" id="{C429FDB7-60EE-4824-A3A3-A2F8B9D52FF1}"/>
              </a:ext>
            </a:extLst>
          </p:cNvPr>
          <p:cNvSpPr>
            <a:spLocks xmlns:a="http://schemas.openxmlformats.org/drawingml/2006/main" noGrp="1"/>
          </p:cNvSpPr>
          <p:nvPr/>
        </p:nvSpPr>
        <p:spPr>
          <a:xfrm xmlns:a="http://schemas.openxmlformats.org/drawingml/2006/main">
            <a:off x="7086600" y="2668676"/>
            <a:ext cx="91440" cy="96508"/>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6" name="Connector 75">
            <a:extLst xmlns:a="http://schemas.openxmlformats.org/drawingml/2006/main">
              <a:ext uri="{FF2B5EF4-FFF2-40B4-BE49-F238E27FC236}">
                <a16:creationId xmlns:a16="http://schemas.microsoft.com/office/drawing/2014/main" id="{7439E6DE-9F71-46EF-BF50-11A79476B68A}"/>
              </a:ext>
            </a:extLst>
          </p:cNvPr>
          <p:cNvSpPr>
            <a:spLocks xmlns:a="http://schemas.openxmlformats.org/drawingml/2006/main" noGrp="1"/>
          </p:cNvSpPr>
          <p:nvPr/>
        </p:nvSpPr>
        <p:spPr>
          <a:xfrm xmlns:a="http://schemas.openxmlformats.org/drawingml/2006/main">
            <a:off x="7178040" y="2765184"/>
            <a:ext cx="91440" cy="108288"/>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7" name="Connector 76">
            <a:extLst xmlns:a="http://schemas.openxmlformats.org/drawingml/2006/main">
              <a:ext uri="{FF2B5EF4-FFF2-40B4-BE49-F238E27FC236}">
                <a16:creationId xmlns:a16="http://schemas.microsoft.com/office/drawing/2014/main" id="{423ACFBF-45D6-49B7-A519-7899EA0A4678}"/>
              </a:ext>
            </a:extLst>
          </p:cNvPr>
          <p:cNvSpPr>
            <a:spLocks xmlns:a="http://schemas.openxmlformats.org/drawingml/2006/main" noGrp="1"/>
          </p:cNvSpPr>
          <p:nvPr/>
        </p:nvSpPr>
        <p:spPr>
          <a:xfrm xmlns:a="http://schemas.openxmlformats.org/drawingml/2006/main">
            <a:off x="7269480" y="2873472"/>
            <a:ext cx="91440" cy="118184"/>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8" name="Connector 77">
            <a:extLst xmlns:a="http://schemas.openxmlformats.org/drawingml/2006/main">
              <a:ext uri="{FF2B5EF4-FFF2-40B4-BE49-F238E27FC236}">
                <a16:creationId xmlns:a16="http://schemas.microsoft.com/office/drawing/2014/main" id="{C8071847-D84B-411F-A7E5-576857BDAC79}"/>
              </a:ext>
            </a:extLst>
          </p:cNvPr>
          <p:cNvSpPr>
            <a:spLocks xmlns:a="http://schemas.openxmlformats.org/drawingml/2006/main" noGrp="1"/>
          </p:cNvSpPr>
          <p:nvPr/>
        </p:nvSpPr>
        <p:spPr>
          <a:xfrm xmlns:a="http://schemas.openxmlformats.org/drawingml/2006/main">
            <a:off x="7360920" y="2991656"/>
            <a:ext cx="91439" cy="126025"/>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9" name="Connector 78">
            <a:extLst xmlns:a="http://schemas.openxmlformats.org/drawingml/2006/main">
              <a:ext uri="{FF2B5EF4-FFF2-40B4-BE49-F238E27FC236}">
                <a16:creationId xmlns:a16="http://schemas.microsoft.com/office/drawing/2014/main" id="{66BA0C03-3CF4-4723-B138-BE0EABE61EFE}"/>
              </a:ext>
            </a:extLst>
          </p:cNvPr>
          <p:cNvSpPr>
            <a:spLocks xmlns:a="http://schemas.openxmlformats.org/drawingml/2006/main" noGrp="1"/>
          </p:cNvSpPr>
          <p:nvPr/>
        </p:nvSpPr>
        <p:spPr>
          <a:xfrm xmlns:a="http://schemas.openxmlformats.org/drawingml/2006/main">
            <a:off x="7452359" y="3117681"/>
            <a:ext cx="91441" cy="131676"/>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0" name="Connector 79">
            <a:extLst xmlns:a="http://schemas.openxmlformats.org/drawingml/2006/main">
              <a:ext uri="{FF2B5EF4-FFF2-40B4-BE49-F238E27FC236}">
                <a16:creationId xmlns:a16="http://schemas.microsoft.com/office/drawing/2014/main" id="{0F6E6016-0BF5-47C5-9CD1-DAB9F5A94F1C}"/>
              </a:ext>
            </a:extLst>
          </p:cNvPr>
          <p:cNvSpPr>
            <a:spLocks xmlns:a="http://schemas.openxmlformats.org/drawingml/2006/main" noGrp="1"/>
          </p:cNvSpPr>
          <p:nvPr/>
        </p:nvSpPr>
        <p:spPr>
          <a:xfrm xmlns:a="http://schemas.openxmlformats.org/drawingml/2006/main">
            <a:off x="7543800" y="3249357"/>
            <a:ext cx="91440" cy="135037"/>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1" name="Connector 80">
            <a:extLst xmlns:a="http://schemas.openxmlformats.org/drawingml/2006/main">
              <a:ext uri="{FF2B5EF4-FFF2-40B4-BE49-F238E27FC236}">
                <a16:creationId xmlns:a16="http://schemas.microsoft.com/office/drawing/2014/main" id="{E6BCCA0D-CCA1-4875-A386-965DE4F2FF90}"/>
              </a:ext>
            </a:extLst>
          </p:cNvPr>
          <p:cNvSpPr>
            <a:spLocks xmlns:a="http://schemas.openxmlformats.org/drawingml/2006/main" noGrp="1"/>
          </p:cNvSpPr>
          <p:nvPr/>
        </p:nvSpPr>
        <p:spPr>
          <a:xfrm xmlns:a="http://schemas.openxmlformats.org/drawingml/2006/main">
            <a:off x="7635240" y="3384394"/>
            <a:ext cx="91439" cy="136051"/>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2" name="Connector 81">
            <a:extLst xmlns:a="http://schemas.openxmlformats.org/drawingml/2006/main">
              <a:ext uri="{FF2B5EF4-FFF2-40B4-BE49-F238E27FC236}">
                <a16:creationId xmlns:a16="http://schemas.microsoft.com/office/drawing/2014/main" id="{588FDC4E-DBD6-47D8-AD32-EAB2878ACD95}"/>
              </a:ext>
            </a:extLst>
          </p:cNvPr>
          <p:cNvSpPr>
            <a:spLocks xmlns:a="http://schemas.openxmlformats.org/drawingml/2006/main" noGrp="1"/>
          </p:cNvSpPr>
          <p:nvPr/>
        </p:nvSpPr>
        <p:spPr>
          <a:xfrm xmlns:a="http://schemas.openxmlformats.org/drawingml/2006/main">
            <a:off x="7726679" y="3520445"/>
            <a:ext cx="91441" cy="134700"/>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3" name="Connector 82">
            <a:extLst xmlns:a="http://schemas.openxmlformats.org/drawingml/2006/main">
              <a:ext uri="{FF2B5EF4-FFF2-40B4-BE49-F238E27FC236}">
                <a16:creationId xmlns:a16="http://schemas.microsoft.com/office/drawing/2014/main" id="{E63E1D10-0DE9-4394-B07F-67F3F4BB2CD2}"/>
              </a:ext>
            </a:extLst>
          </p:cNvPr>
          <p:cNvSpPr>
            <a:spLocks xmlns:a="http://schemas.openxmlformats.org/drawingml/2006/main" noGrp="1"/>
          </p:cNvSpPr>
          <p:nvPr/>
        </p:nvSpPr>
        <p:spPr>
          <a:xfrm xmlns:a="http://schemas.openxmlformats.org/drawingml/2006/main">
            <a:off x="7818120" y="3655145"/>
            <a:ext cx="91440" cy="131007"/>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4" name="Connector 83">
            <a:extLst xmlns:a="http://schemas.openxmlformats.org/drawingml/2006/main">
              <a:ext uri="{FF2B5EF4-FFF2-40B4-BE49-F238E27FC236}">
                <a16:creationId xmlns:a16="http://schemas.microsoft.com/office/drawing/2014/main" id="{B884807C-FB0A-4DF0-AFF3-1A1574749D60}"/>
              </a:ext>
            </a:extLst>
          </p:cNvPr>
          <p:cNvSpPr>
            <a:spLocks xmlns:a="http://schemas.openxmlformats.org/drawingml/2006/main" noGrp="1"/>
          </p:cNvSpPr>
          <p:nvPr/>
        </p:nvSpPr>
        <p:spPr>
          <a:xfrm xmlns:a="http://schemas.openxmlformats.org/drawingml/2006/main">
            <a:off x="7909560" y="3786152"/>
            <a:ext cx="91440" cy="125036"/>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5" name="Connector 84">
            <a:extLst xmlns:a="http://schemas.openxmlformats.org/drawingml/2006/main">
              <a:ext uri="{FF2B5EF4-FFF2-40B4-BE49-F238E27FC236}">
                <a16:creationId xmlns:a16="http://schemas.microsoft.com/office/drawing/2014/main" id="{FC89773D-3C68-4D09-8C74-9E78090BE1C3}"/>
              </a:ext>
            </a:extLst>
          </p:cNvPr>
          <p:cNvSpPr>
            <a:spLocks xmlns:a="http://schemas.openxmlformats.org/drawingml/2006/main" noGrp="1"/>
          </p:cNvSpPr>
          <p:nvPr/>
        </p:nvSpPr>
        <p:spPr>
          <a:xfrm xmlns:a="http://schemas.openxmlformats.org/drawingml/2006/main">
            <a:off x="8001000" y="3911188"/>
            <a:ext cx="91440" cy="116893"/>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6" name="Connector 85">
            <a:extLst xmlns:a="http://schemas.openxmlformats.org/drawingml/2006/main">
              <a:ext uri="{FF2B5EF4-FFF2-40B4-BE49-F238E27FC236}">
                <a16:creationId xmlns:a16="http://schemas.microsoft.com/office/drawing/2014/main" id="{640068C2-9B69-463E-9153-1FF3F5592FAA}"/>
              </a:ext>
            </a:extLst>
          </p:cNvPr>
          <p:cNvSpPr>
            <a:spLocks xmlns:a="http://schemas.openxmlformats.org/drawingml/2006/main" noGrp="1"/>
          </p:cNvSpPr>
          <p:nvPr/>
        </p:nvSpPr>
        <p:spPr>
          <a:xfrm xmlns:a="http://schemas.openxmlformats.org/drawingml/2006/main">
            <a:off x="8092440" y="4028081"/>
            <a:ext cx="91439" cy="106715"/>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7" name="Connector 86">
            <a:extLst xmlns:a="http://schemas.openxmlformats.org/drawingml/2006/main">
              <a:ext uri="{FF2B5EF4-FFF2-40B4-BE49-F238E27FC236}">
                <a16:creationId xmlns:a16="http://schemas.microsoft.com/office/drawing/2014/main" id="{149B04C1-2260-402B-AD63-4E9D99ACB6A2}"/>
              </a:ext>
            </a:extLst>
          </p:cNvPr>
          <p:cNvSpPr>
            <a:spLocks xmlns:a="http://schemas.openxmlformats.org/drawingml/2006/main" noGrp="1"/>
          </p:cNvSpPr>
          <p:nvPr/>
        </p:nvSpPr>
        <p:spPr>
          <a:xfrm xmlns:a="http://schemas.openxmlformats.org/drawingml/2006/main">
            <a:off x="8183879" y="4134796"/>
            <a:ext cx="91441" cy="94684"/>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8" name="Connector 87">
            <a:extLst xmlns:a="http://schemas.openxmlformats.org/drawingml/2006/main">
              <a:ext uri="{FF2B5EF4-FFF2-40B4-BE49-F238E27FC236}">
                <a16:creationId xmlns:a16="http://schemas.microsoft.com/office/drawing/2014/main" id="{AA541E09-42A5-4A7B-A5DE-73989004E2D8}"/>
              </a:ext>
            </a:extLst>
          </p:cNvPr>
          <p:cNvSpPr>
            <a:spLocks xmlns:a="http://schemas.openxmlformats.org/drawingml/2006/main" noGrp="1"/>
          </p:cNvSpPr>
          <p:nvPr/>
        </p:nvSpPr>
        <p:spPr>
          <a:xfrm xmlns:a="http://schemas.openxmlformats.org/drawingml/2006/main">
            <a:off x="8275320" y="4229480"/>
            <a:ext cx="91440" cy="81007"/>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9" name="Connector 88">
            <a:extLst xmlns:a="http://schemas.openxmlformats.org/drawingml/2006/main">
              <a:ext uri="{FF2B5EF4-FFF2-40B4-BE49-F238E27FC236}">
                <a16:creationId xmlns:a16="http://schemas.microsoft.com/office/drawing/2014/main" id="{FE60329D-538A-4393-B5F2-65840CC38E57}"/>
              </a:ext>
            </a:extLst>
          </p:cNvPr>
          <p:cNvSpPr>
            <a:spLocks xmlns:a="http://schemas.openxmlformats.org/drawingml/2006/main" noGrp="1"/>
          </p:cNvSpPr>
          <p:nvPr/>
        </p:nvSpPr>
        <p:spPr>
          <a:xfrm xmlns:a="http://schemas.openxmlformats.org/drawingml/2006/main">
            <a:off x="8366760" y="4310487"/>
            <a:ext cx="91440" cy="65920"/>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0" name="Connector 89">
            <a:extLst xmlns:a="http://schemas.openxmlformats.org/drawingml/2006/main">
              <a:ext uri="{FF2B5EF4-FFF2-40B4-BE49-F238E27FC236}">
                <a16:creationId xmlns:a16="http://schemas.microsoft.com/office/drawing/2014/main" id="{8BF485B6-BA48-4BEB-998D-17CD2EC6389E}"/>
              </a:ext>
            </a:extLst>
          </p:cNvPr>
          <p:cNvSpPr>
            <a:spLocks xmlns:a="http://schemas.openxmlformats.org/drawingml/2006/main" noGrp="1"/>
          </p:cNvSpPr>
          <p:nvPr/>
        </p:nvSpPr>
        <p:spPr>
          <a:xfrm xmlns:a="http://schemas.openxmlformats.org/drawingml/2006/main">
            <a:off x="8458200" y="4376407"/>
            <a:ext cx="91440" cy="49688"/>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1" name="Connector 90">
            <a:extLst xmlns:a="http://schemas.openxmlformats.org/drawingml/2006/main">
              <a:ext uri="{FF2B5EF4-FFF2-40B4-BE49-F238E27FC236}">
                <a16:creationId xmlns:a16="http://schemas.microsoft.com/office/drawing/2014/main" id="{043AC359-CBD7-4A45-8AE2-8A2BE372C89A}"/>
              </a:ext>
            </a:extLst>
          </p:cNvPr>
          <p:cNvSpPr>
            <a:spLocks xmlns:a="http://schemas.openxmlformats.org/drawingml/2006/main" noGrp="1"/>
          </p:cNvSpPr>
          <p:nvPr/>
        </p:nvSpPr>
        <p:spPr>
          <a:xfrm xmlns:a="http://schemas.openxmlformats.org/drawingml/2006/main">
            <a:off x="8549640" y="4426095"/>
            <a:ext cx="91440" cy="32593"/>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2" name="Connector 91">
            <a:extLst xmlns:a="http://schemas.openxmlformats.org/drawingml/2006/main">
              <a:ext uri="{FF2B5EF4-FFF2-40B4-BE49-F238E27FC236}">
                <a16:creationId xmlns:a16="http://schemas.microsoft.com/office/drawing/2014/main" id="{7CC4B183-7231-475C-941E-458377DFF31B}"/>
              </a:ext>
            </a:extLst>
          </p:cNvPr>
          <p:cNvSpPr>
            <a:spLocks xmlns:a="http://schemas.openxmlformats.org/drawingml/2006/main" noGrp="1"/>
          </p:cNvSpPr>
          <p:nvPr/>
        </p:nvSpPr>
        <p:spPr>
          <a:xfrm xmlns:a="http://schemas.openxmlformats.org/drawingml/2006/main">
            <a:off x="8641080" y="4458688"/>
            <a:ext cx="91439" cy="14930"/>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3" name="Connector 92">
            <a:extLst xmlns:a="http://schemas.openxmlformats.org/drawingml/2006/main">
              <a:ext uri="{FF2B5EF4-FFF2-40B4-BE49-F238E27FC236}">
                <a16:creationId xmlns:a16="http://schemas.microsoft.com/office/drawing/2014/main" id="{CEEA296B-C288-4A2F-80D0-A06AE18C224F}"/>
              </a:ext>
            </a:extLst>
          </p:cNvPr>
          <p:cNvSpPr>
            <a:spLocks xmlns:a="http://schemas.openxmlformats.org/drawingml/2006/main" noGrp="1"/>
          </p:cNvSpPr>
          <p:nvPr/>
        </p:nvSpPr>
        <p:spPr>
          <a:xfrm xmlns:a="http://schemas.openxmlformats.org/drawingml/2006/main" flipV="1">
            <a:off x="8732519" y="4470626"/>
            <a:ext cx="91441" cy="2992"/>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4" name="Connector 93">
            <a:extLst xmlns:a="http://schemas.openxmlformats.org/drawingml/2006/main">
              <a:ext uri="{FF2B5EF4-FFF2-40B4-BE49-F238E27FC236}">
                <a16:creationId xmlns:a16="http://schemas.microsoft.com/office/drawing/2014/main" id="{D7F8681E-11C6-4DCF-A6E0-6982924705A6}"/>
              </a:ext>
            </a:extLst>
          </p:cNvPr>
          <p:cNvSpPr>
            <a:spLocks xmlns:a="http://schemas.openxmlformats.org/drawingml/2006/main" noGrp="1"/>
          </p:cNvSpPr>
          <p:nvPr/>
        </p:nvSpPr>
        <p:spPr>
          <a:xfrm xmlns:a="http://schemas.openxmlformats.org/drawingml/2006/main" flipV="1">
            <a:off x="8823960" y="4449764"/>
            <a:ext cx="91440" cy="20862"/>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5" name="Connector 94">
            <a:extLst xmlns:a="http://schemas.openxmlformats.org/drawingml/2006/main">
              <a:ext uri="{FF2B5EF4-FFF2-40B4-BE49-F238E27FC236}">
                <a16:creationId xmlns:a16="http://schemas.microsoft.com/office/drawing/2014/main" id="{7342CEDD-2C68-4D3C-B336-EF898EE465C7}"/>
              </a:ext>
            </a:extLst>
          </p:cNvPr>
          <p:cNvSpPr>
            <a:spLocks xmlns:a="http://schemas.openxmlformats.org/drawingml/2006/main" noGrp="1"/>
          </p:cNvSpPr>
          <p:nvPr/>
        </p:nvSpPr>
        <p:spPr>
          <a:xfrm xmlns:a="http://schemas.openxmlformats.org/drawingml/2006/main" flipV="1">
            <a:off x="8915400" y="4411395"/>
            <a:ext cx="91440" cy="38369"/>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6" name="Connector 95">
            <a:extLst xmlns:a="http://schemas.openxmlformats.org/drawingml/2006/main">
              <a:ext uri="{FF2B5EF4-FFF2-40B4-BE49-F238E27FC236}">
                <a16:creationId xmlns:a16="http://schemas.microsoft.com/office/drawing/2014/main" id="{E65762EC-CA98-4F2C-AA04-3CAF5C292234}"/>
              </a:ext>
            </a:extLst>
          </p:cNvPr>
          <p:cNvSpPr>
            <a:spLocks xmlns:a="http://schemas.openxmlformats.org/drawingml/2006/main" noGrp="1"/>
          </p:cNvSpPr>
          <p:nvPr/>
        </p:nvSpPr>
        <p:spPr>
          <a:xfrm xmlns:a="http://schemas.openxmlformats.org/drawingml/2006/main" flipV="1">
            <a:off x="9006840" y="4356186"/>
            <a:ext cx="91440" cy="55209"/>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7" name="Connector 96">
            <a:extLst xmlns:a="http://schemas.openxmlformats.org/drawingml/2006/main">
              <a:ext uri="{FF2B5EF4-FFF2-40B4-BE49-F238E27FC236}">
                <a16:creationId xmlns:a16="http://schemas.microsoft.com/office/drawing/2014/main" id="{E121131F-2E3A-4148-854B-62E6F41973A4}"/>
              </a:ext>
            </a:extLst>
          </p:cNvPr>
          <p:cNvSpPr>
            <a:spLocks xmlns:a="http://schemas.openxmlformats.org/drawingml/2006/main" noGrp="1"/>
          </p:cNvSpPr>
          <p:nvPr/>
        </p:nvSpPr>
        <p:spPr>
          <a:xfrm xmlns:a="http://schemas.openxmlformats.org/drawingml/2006/main" flipV="1">
            <a:off x="9098280" y="4285096"/>
            <a:ext cx="91440" cy="71090"/>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8" name="Connector 97">
            <a:extLst xmlns:a="http://schemas.openxmlformats.org/drawingml/2006/main">
              <a:ext uri="{FF2B5EF4-FFF2-40B4-BE49-F238E27FC236}">
                <a16:creationId xmlns:a16="http://schemas.microsoft.com/office/drawing/2014/main" id="{B16CE5BD-0CC3-4C54-BC39-E95DD4B25E2E}"/>
              </a:ext>
            </a:extLst>
          </p:cNvPr>
          <p:cNvSpPr>
            <a:spLocks xmlns:a="http://schemas.openxmlformats.org/drawingml/2006/main" noGrp="1"/>
          </p:cNvSpPr>
          <p:nvPr/>
        </p:nvSpPr>
        <p:spPr>
          <a:xfrm xmlns:a="http://schemas.openxmlformats.org/drawingml/2006/main" flipV="1">
            <a:off x="9189720" y="4199362"/>
            <a:ext cx="91440" cy="85734"/>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9" name="Connector 98">
            <a:extLst xmlns:a="http://schemas.openxmlformats.org/drawingml/2006/main">
              <a:ext uri="{FF2B5EF4-FFF2-40B4-BE49-F238E27FC236}">
                <a16:creationId xmlns:a16="http://schemas.microsoft.com/office/drawing/2014/main" id="{562D3E54-791E-4133-801C-919419999C96}"/>
              </a:ext>
            </a:extLst>
          </p:cNvPr>
          <p:cNvSpPr>
            <a:spLocks xmlns:a="http://schemas.openxmlformats.org/drawingml/2006/main" noGrp="1"/>
          </p:cNvSpPr>
          <p:nvPr/>
        </p:nvSpPr>
        <p:spPr>
          <a:xfrm xmlns:a="http://schemas.openxmlformats.org/drawingml/2006/main" flipV="1">
            <a:off x="9281160" y="4100474"/>
            <a:ext cx="91440" cy="98888"/>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0" name="Connector 99">
            <a:extLst xmlns:a="http://schemas.openxmlformats.org/drawingml/2006/main">
              <a:ext uri="{FF2B5EF4-FFF2-40B4-BE49-F238E27FC236}">
                <a16:creationId xmlns:a16="http://schemas.microsoft.com/office/drawing/2014/main" id="{28356AD7-6D27-4555-B6CA-4FC6228AE175}"/>
              </a:ext>
            </a:extLst>
          </p:cNvPr>
          <p:cNvSpPr>
            <a:spLocks xmlns:a="http://schemas.openxmlformats.org/drawingml/2006/main" noGrp="1"/>
          </p:cNvSpPr>
          <p:nvPr/>
        </p:nvSpPr>
        <p:spPr>
          <a:xfrm xmlns:a="http://schemas.openxmlformats.org/drawingml/2006/main" flipV="1">
            <a:off x="9372600" y="3990150"/>
            <a:ext cx="91440" cy="110324"/>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1" name="Connector 100">
            <a:extLst xmlns:a="http://schemas.openxmlformats.org/drawingml/2006/main">
              <a:ext uri="{FF2B5EF4-FFF2-40B4-BE49-F238E27FC236}">
                <a16:creationId xmlns:a16="http://schemas.microsoft.com/office/drawing/2014/main" id="{0B0F7556-AAED-461F-AE49-33F0B5CC5124}"/>
              </a:ext>
            </a:extLst>
          </p:cNvPr>
          <p:cNvSpPr>
            <a:spLocks xmlns:a="http://schemas.openxmlformats.org/drawingml/2006/main" noGrp="1"/>
          </p:cNvSpPr>
          <p:nvPr/>
        </p:nvSpPr>
        <p:spPr>
          <a:xfrm xmlns:a="http://schemas.openxmlformats.org/drawingml/2006/main" flipV="1">
            <a:off x="9464040" y="3870310"/>
            <a:ext cx="91440" cy="119840"/>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2" name="Connector 101">
            <a:extLst xmlns:a="http://schemas.openxmlformats.org/drawingml/2006/main">
              <a:ext uri="{FF2B5EF4-FFF2-40B4-BE49-F238E27FC236}">
                <a16:creationId xmlns:a16="http://schemas.microsoft.com/office/drawing/2014/main" id="{2C167AD2-B16A-4FE1-A1D7-BAC6EDD3C98E}"/>
              </a:ext>
            </a:extLst>
          </p:cNvPr>
          <p:cNvSpPr>
            <a:spLocks xmlns:a="http://schemas.openxmlformats.org/drawingml/2006/main" noGrp="1"/>
          </p:cNvSpPr>
          <p:nvPr/>
        </p:nvSpPr>
        <p:spPr>
          <a:xfrm xmlns:a="http://schemas.openxmlformats.org/drawingml/2006/main" flipV="1">
            <a:off x="9555480" y="3743036"/>
            <a:ext cx="91440" cy="127274"/>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3" name="Connector 102">
            <a:extLst xmlns:a="http://schemas.openxmlformats.org/drawingml/2006/main">
              <a:ext uri="{FF2B5EF4-FFF2-40B4-BE49-F238E27FC236}">
                <a16:creationId xmlns:a16="http://schemas.microsoft.com/office/drawing/2014/main" id="{8ED7E8FF-BC7E-4254-9070-1669E7385126}"/>
              </a:ext>
            </a:extLst>
          </p:cNvPr>
          <p:cNvSpPr>
            <a:spLocks xmlns:a="http://schemas.openxmlformats.org/drawingml/2006/main" noGrp="1"/>
          </p:cNvSpPr>
          <p:nvPr/>
        </p:nvSpPr>
        <p:spPr>
          <a:xfrm xmlns:a="http://schemas.openxmlformats.org/drawingml/2006/main" flipV="1">
            <a:off x="9646920" y="3610541"/>
            <a:ext cx="91439" cy="132495"/>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4" name="Connector 103">
            <a:extLst xmlns:a="http://schemas.openxmlformats.org/drawingml/2006/main">
              <a:ext uri="{FF2B5EF4-FFF2-40B4-BE49-F238E27FC236}">
                <a16:creationId xmlns:a16="http://schemas.microsoft.com/office/drawing/2014/main" id="{45D8F72C-1935-43BA-AED4-3E847226A0E7}"/>
              </a:ext>
            </a:extLst>
          </p:cNvPr>
          <p:cNvSpPr>
            <a:spLocks xmlns:a="http://schemas.openxmlformats.org/drawingml/2006/main" noGrp="1"/>
          </p:cNvSpPr>
          <p:nvPr/>
        </p:nvSpPr>
        <p:spPr>
          <a:xfrm xmlns:a="http://schemas.openxmlformats.org/drawingml/2006/main" flipV="1">
            <a:off x="9738359" y="3475128"/>
            <a:ext cx="91441" cy="135413"/>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5" name="Connector 104">
            <a:extLst xmlns:a="http://schemas.openxmlformats.org/drawingml/2006/main">
              <a:ext uri="{FF2B5EF4-FFF2-40B4-BE49-F238E27FC236}">
                <a16:creationId xmlns:a16="http://schemas.microsoft.com/office/drawing/2014/main" id="{9F73ED08-61F9-4D73-B82E-1CB920E2B0AA}"/>
              </a:ext>
            </a:extLst>
          </p:cNvPr>
          <p:cNvSpPr>
            <a:spLocks xmlns:a="http://schemas.openxmlformats.org/drawingml/2006/main" noGrp="1"/>
          </p:cNvSpPr>
          <p:nvPr/>
        </p:nvSpPr>
        <p:spPr>
          <a:xfrm xmlns:a="http://schemas.openxmlformats.org/drawingml/2006/main" flipV="1">
            <a:off x="9829800" y="3339152"/>
            <a:ext cx="91440" cy="135976"/>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6" name="Connector 105">
            <a:extLst xmlns:a="http://schemas.openxmlformats.org/drawingml/2006/main">
              <a:ext uri="{FF2B5EF4-FFF2-40B4-BE49-F238E27FC236}">
                <a16:creationId xmlns:a16="http://schemas.microsoft.com/office/drawing/2014/main" id="{A3028926-B96F-43E5-97BE-8C8286AEFA5F}"/>
              </a:ext>
            </a:extLst>
          </p:cNvPr>
          <p:cNvSpPr>
            <a:spLocks xmlns:a="http://schemas.openxmlformats.org/drawingml/2006/main" noGrp="1"/>
          </p:cNvSpPr>
          <p:nvPr/>
        </p:nvSpPr>
        <p:spPr>
          <a:xfrm xmlns:a="http://schemas.openxmlformats.org/drawingml/2006/main" flipV="1">
            <a:off x="9921240" y="3204977"/>
            <a:ext cx="91440" cy="134175"/>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7" name="Connector 106">
            <a:extLst xmlns:a="http://schemas.openxmlformats.org/drawingml/2006/main">
              <a:ext uri="{FF2B5EF4-FFF2-40B4-BE49-F238E27FC236}">
                <a16:creationId xmlns:a16="http://schemas.microsoft.com/office/drawing/2014/main" id="{6AC1CF83-A2E2-4AA1-B7A3-FAC8EF798283}"/>
              </a:ext>
            </a:extLst>
          </p:cNvPr>
          <p:cNvSpPr>
            <a:spLocks xmlns:a="http://schemas.openxmlformats.org/drawingml/2006/main" noGrp="1"/>
          </p:cNvSpPr>
          <p:nvPr/>
        </p:nvSpPr>
        <p:spPr>
          <a:xfrm xmlns:a="http://schemas.openxmlformats.org/drawingml/2006/main" flipV="1">
            <a:off x="10012680" y="3074934"/>
            <a:ext cx="91440" cy="130043"/>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8" name="Connector 107">
            <a:extLst xmlns:a="http://schemas.openxmlformats.org/drawingml/2006/main">
              <a:ext uri="{FF2B5EF4-FFF2-40B4-BE49-F238E27FC236}">
                <a16:creationId xmlns:a16="http://schemas.microsoft.com/office/drawing/2014/main" id="{02B937FB-2F54-4114-B5D8-8F51B75FDB8A}"/>
              </a:ext>
            </a:extLst>
          </p:cNvPr>
          <p:cNvSpPr>
            <a:spLocks xmlns:a="http://schemas.openxmlformats.org/drawingml/2006/main" noGrp="1"/>
          </p:cNvSpPr>
          <p:nvPr/>
        </p:nvSpPr>
        <p:spPr>
          <a:xfrm xmlns:a="http://schemas.openxmlformats.org/drawingml/2006/main" flipV="1">
            <a:off x="10104120" y="2951285"/>
            <a:ext cx="91440" cy="123649"/>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9" name="Connector 108">
            <a:extLst xmlns:a="http://schemas.openxmlformats.org/drawingml/2006/main">
              <a:ext uri="{FF2B5EF4-FFF2-40B4-BE49-F238E27FC236}">
                <a16:creationId xmlns:a16="http://schemas.microsoft.com/office/drawing/2014/main" id="{AB0D7C71-846E-40D6-B4F0-B3CEF171C673}"/>
              </a:ext>
            </a:extLst>
          </p:cNvPr>
          <p:cNvSpPr>
            <a:spLocks xmlns:a="http://schemas.openxmlformats.org/drawingml/2006/main" noGrp="1"/>
          </p:cNvSpPr>
          <p:nvPr/>
        </p:nvSpPr>
        <p:spPr>
          <a:xfrm xmlns:a="http://schemas.openxmlformats.org/drawingml/2006/main" flipV="1">
            <a:off x="10195560" y="2836180"/>
            <a:ext cx="91440" cy="115105"/>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10" name="TextBox 109">
            <a:extLst xmlns:a="http://schemas.openxmlformats.org/drawingml/2006/main">
              <a:ext uri="{FF2B5EF4-FFF2-40B4-BE49-F238E27FC236}">
                <a16:creationId xmlns:a16="http://schemas.microsoft.com/office/drawing/2014/main" id="{77D0774C-C0E3-4C29-A13D-A4D8CA1EAA92}"/>
              </a:ext>
            </a:extLst>
          </p:cNvPr>
          <p:cNvSpPr>
            <a:spLocks xmlns:a="http://schemas.openxmlformats.org/drawingml/2006/main" noGrp="1"/>
          </p:cNvSpPr>
          <p:nvPr/>
        </p:nvSpPr>
        <p:spPr>
          <a:xfrm xmlns:a="http://schemas.openxmlformats.org/drawingml/2006/main">
            <a:off x="777240" y="5879592"/>
            <a:ext cx="10789920" cy="33528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波形不是声音在空间里走过的弯曲路线。</a:t>
            </a:r>
          </a:p>
        </p:txBody>
      </p:sp>
      <p:sp>
        <p:nvSpPr>
          <p:cNvPr id="7" name="TextBox 6">
            <a:extLst xmlns:a="http://schemas.openxmlformats.org/drawingml/2006/main">
              <a:ext uri="{FF2B5EF4-FFF2-40B4-BE49-F238E27FC236}">
                <a16:creationId xmlns:a16="http://schemas.microsoft.com/office/drawing/2014/main" id="{3BD8E747-EBA3-4DF2-A541-89C78A28502B}"/>
              </a:ext>
            </a:extLst>
          </p:cNvPr>
          <p:cNvSpPr>
            <a:spLocks xmlns:a="http://schemas.openxmlformats.org/drawingml/2006/main" noGrp="1"/>
          </p:cNvSpPr>
          <p:nvPr/>
        </p:nvSpPr>
        <p:spPr>
          <a:xfrm xmlns:a="http://schemas.openxmlformats.org/drawingml/2006/main">
            <a:off x="1104900" y="2028825"/>
            <a:ext cx="952500" cy="304800"/>
          </a:xfrm>
          <a:prstGeom xmlns:a="http://schemas.openxmlformats.org/drawingml/2006/main" prst="rect">
            <a:avLst/>
          </a:prstGeom>
          <a:solidFill xmlns:a="http://schemas.openxmlformats.org/drawingml/2006/main">
            <a:srgbClr val="FFFFFF"/>
          </a:solidFill>
        </p:spPr>
        <p:txBody>
          <a:bodyPr xmlns:a="http://schemas.openxmlformats.org/drawingml/2006/main" wrap="square" lIns="0" tIns="0" rIns="0" bIns="0" anchor="t">
            <a:noAutofit/>
          </a:bodyPr>
          <a:lstStyle xmlns:a="http://schemas.openxmlformats.org/drawingml/2006/main">
            <a:defPPr algn="l">
              <a:defRPr sz="1800" b="0">
                <a:solidFill>
                  <a:srgbClr val="808080"/>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16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振幅</a:t>
            </a:r>
          </a:p>
        </p:txBody>
      </p:sp>
      <p:sp>
        <p:nvSpPr>
          <p:cNvPr id="8" name="TextBox 7">
            <a:extLst xmlns:a="http://schemas.openxmlformats.org/drawingml/2006/main">
              <a:ext uri="{FF2B5EF4-FFF2-40B4-BE49-F238E27FC236}">
                <a16:creationId xmlns:a16="http://schemas.microsoft.com/office/drawing/2014/main" id="{993A4459-36EE-4A03-8561-EDCC69E1FA61}"/>
              </a:ext>
            </a:extLst>
          </p:cNvPr>
          <p:cNvSpPr>
            <a:spLocks xmlns:a="http://schemas.openxmlformats.org/drawingml/2006/main" noGrp="1"/>
          </p:cNvSpPr>
          <p:nvPr/>
        </p:nvSpPr>
        <p:spPr>
          <a:xfrm xmlns:a="http://schemas.openxmlformats.org/drawingml/2006/main">
            <a:off x="10382250" y="4924425"/>
            <a:ext cx="952500" cy="304800"/>
          </a:xfrm>
          <a:prstGeom xmlns:a="http://schemas.openxmlformats.org/drawingml/2006/main" prst="rect">
            <a:avLst/>
          </a:prstGeom>
          <a:solidFill xmlns:a="http://schemas.openxmlformats.org/drawingml/2006/main">
            <a:srgbClr val="FFFFFF"/>
          </a:solidFill>
        </p:spPr>
        <p:txBody>
          <a:bodyPr xmlns:a="http://schemas.openxmlformats.org/drawingml/2006/main" wrap="square" lIns="0" tIns="0" rIns="0" bIns="0" anchor="t">
            <a:noAutofit/>
          </a:bodyPr>
          <a:lstStyle xmlns:a="http://schemas.openxmlformats.org/drawingml/2006/main">
            <a:defPPr algn="l">
              <a:defRPr sz="1800" b="0">
                <a:solidFill>
                  <a:srgbClr val="808080"/>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16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时间</a:t>
            </a:r>
          </a:p>
        </p:txBody>
      </p:sp>
    </p:spTree>
    <p:extLst>
      <p:ext uri="{BB962C8B-B14F-4D97-AF65-F5344CB8AC3E}">
        <p14:creationId xmlns:p14="http://schemas.microsoft.com/office/powerpoint/2010/main" val="821190047"/>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3A9E9E24-A107-4F96-8ADB-E582907A66C4}"/>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775B7C85-CA0C-4E5F-9C3C-D332D17CB29B}"/>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B529AE40-1D8F-48F5-B70C-61178E587137}"/>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Aft>
                <a:spcPts val="3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演示A：红线向右，表示什么？</a:t>
            </a:r>
          </a:p>
        </p:txBody>
      </p:sp>
      <p:sp>
        <p:nvSpPr>
          <p:cNvPr id="5" name="TextBox 4">
            <a:extLst xmlns:a="http://schemas.openxmlformats.org/drawingml/2006/main">
              <a:ext uri="{FF2B5EF4-FFF2-40B4-BE49-F238E27FC236}">
                <a16:creationId xmlns:a16="http://schemas.microsoft.com/office/drawing/2014/main" id="{B0984BCC-1384-4310-9D9A-FDC3C102BFD1}"/>
              </a:ext>
            </a:extLst>
          </p:cNvPr>
          <p:cNvSpPr>
            <a:spLocks xmlns:a="http://schemas.openxmlformats.org/drawingml/2006/main" noGrp="1"/>
          </p:cNvSpPr>
          <p:nvPr/>
        </p:nvSpPr>
        <p:spPr>
          <a:xfrm xmlns:a="http://schemas.openxmlformats.org/drawingml/2006/main">
            <a:off x="786384" y="1517904"/>
            <a:ext cx="10698480" cy="38100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500" b="1">
                <a:solidFill>
                  <a:srgbClr val="8C64E1"/>
                </a:solidFill>
                <a:latin typeface="Alibaba PuHuiTi 3.0 115 Black"/>
                <a:ea typeface="Alibaba PuHuiTi 3.0 115 Black"/>
                <a:cs typeface="Alibaba PuHuiTi 3.0 115 Black"/>
              </a:defRPr>
            </a:defPPr>
          </a:lstStyle>
          <a:p xmlns:a="http://schemas.openxmlformats.org/drawingml/2006/main">
            <a:pPr algn="l">
              <a:spcAft>
                <a:spcPts val="300"/>
              </a:spcAft>
              <a:buNone/>
              <a:defRPr sz="2500" b="1">
                <a:solidFill>
                  <a:srgbClr val="8C64E1"/>
                </a:solidFill>
                <a:latin typeface="Alibaba PuHuiTi 3.0 115 Black"/>
                <a:ea typeface="Alibaba PuHuiTi 3.0 115 Black"/>
                <a:cs typeface="Alibaba PuHuiTi 3.0 115 Black"/>
              </a:defRPr>
            </a:pPr>
            <a:r>
              <a:rPr sz="2500" b="1">
                <a:solidFill>
                  <a:srgbClr val="8C64E1"/>
                </a:solidFill>
                <a:latin typeface="Alibaba PuHuiTi 3.0 115 Black"/>
                <a:ea typeface="Alibaba PuHuiTi 3.0 115 Black"/>
                <a:cs typeface="Alibaba PuHuiTi 3.0 115 Black"/>
              </a:rPr>
              <a:t>先预测：红色光标向右，表示声音向右传播吗？</a:t>
            </a:r>
          </a:p>
        </p:txBody>
      </p:sp>
      <p:sp>
        <p:nvSpPr>
          <p:cNvPr id="6" name="Connector 5">
            <a:extLst xmlns:a="http://schemas.openxmlformats.org/drawingml/2006/main">
              <a:ext uri="{FF2B5EF4-FFF2-40B4-BE49-F238E27FC236}">
                <a16:creationId xmlns:a16="http://schemas.microsoft.com/office/drawing/2014/main" id="{CA582613-AF4A-48C5-972F-A772CE2505CD}"/>
              </a:ext>
            </a:extLst>
          </p:cNvPr>
          <p:cNvSpPr>
            <a:spLocks xmlns:a="http://schemas.openxmlformats.org/drawingml/2006/main" noGrp="1"/>
          </p:cNvSpPr>
          <p:nvPr/>
        </p:nvSpPr>
        <p:spPr>
          <a:xfrm xmlns:a="http://schemas.openxmlformats.org/drawingml/2006/main">
            <a:off x="941832" y="3712464"/>
            <a:ext cx="10222992" cy="0"/>
          </a:xfrm>
          <a:prstGeom xmlns:a="http://schemas.openxmlformats.org/drawingml/2006/main" prst="line">
            <a:avLst/>
          </a:prstGeom>
          <a:ln xmlns:a="http://schemas.openxmlformats.org/drawingml/2006/main" w="1778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 name="Connector 6">
            <a:extLst xmlns:a="http://schemas.openxmlformats.org/drawingml/2006/main">
              <a:ext uri="{FF2B5EF4-FFF2-40B4-BE49-F238E27FC236}">
                <a16:creationId xmlns:a16="http://schemas.microsoft.com/office/drawing/2014/main" id="{56BB4197-2B07-4DDA-9BF2-A5819041852A}"/>
              </a:ext>
            </a:extLst>
          </p:cNvPr>
          <p:cNvSpPr>
            <a:spLocks xmlns:a="http://schemas.openxmlformats.org/drawingml/2006/main" noGrp="1"/>
          </p:cNvSpPr>
          <p:nvPr/>
        </p:nvSpPr>
        <p:spPr>
          <a:xfrm xmlns:a="http://schemas.openxmlformats.org/drawingml/2006/main">
            <a:off x="987552" y="2523744"/>
            <a:ext cx="0" cy="2423160"/>
          </a:xfrm>
          <a:prstGeom xmlns:a="http://schemas.openxmlformats.org/drawingml/2006/main" prst="line">
            <a:avLst/>
          </a:prstGeom>
          <a:ln xmlns:a="http://schemas.openxmlformats.org/drawingml/2006/main" w="1397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 name="Connector 9">
            <a:extLst xmlns:a="http://schemas.openxmlformats.org/drawingml/2006/main">
              <a:ext uri="{FF2B5EF4-FFF2-40B4-BE49-F238E27FC236}">
                <a16:creationId xmlns:a16="http://schemas.microsoft.com/office/drawing/2014/main" id="{3C9938D1-63DB-4FF6-BE97-674791C05B2A}"/>
              </a:ext>
            </a:extLst>
          </p:cNvPr>
          <p:cNvSpPr>
            <a:spLocks xmlns:a="http://schemas.openxmlformats.org/drawingml/2006/main" noGrp="1"/>
          </p:cNvSpPr>
          <p:nvPr/>
        </p:nvSpPr>
        <p:spPr>
          <a:xfrm xmlns:a="http://schemas.openxmlformats.org/drawingml/2006/main" flipV="1">
            <a:off x="1060704" y="3458819"/>
            <a:ext cx="98572" cy="106370"/>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1" name="Connector 10">
            <a:extLst xmlns:a="http://schemas.openxmlformats.org/drawingml/2006/main">
              <a:ext uri="{FF2B5EF4-FFF2-40B4-BE49-F238E27FC236}">
                <a16:creationId xmlns:a16="http://schemas.microsoft.com/office/drawing/2014/main" id="{5CA362E8-F424-4121-9DA9-A0E358D0CA30}"/>
              </a:ext>
            </a:extLst>
          </p:cNvPr>
          <p:cNvSpPr>
            <a:spLocks xmlns:a="http://schemas.openxmlformats.org/drawingml/2006/main" noGrp="1"/>
          </p:cNvSpPr>
          <p:nvPr/>
        </p:nvSpPr>
        <p:spPr>
          <a:xfrm xmlns:a="http://schemas.openxmlformats.org/drawingml/2006/main" flipV="1">
            <a:off x="1159276" y="3356450"/>
            <a:ext cx="98572" cy="102369"/>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2" name="Connector 11">
            <a:extLst xmlns:a="http://schemas.openxmlformats.org/drawingml/2006/main">
              <a:ext uri="{FF2B5EF4-FFF2-40B4-BE49-F238E27FC236}">
                <a16:creationId xmlns:a16="http://schemas.microsoft.com/office/drawing/2014/main" id="{FC67CAE1-3A16-4C20-8BA8-2F7FC4B295A2}"/>
              </a:ext>
            </a:extLst>
          </p:cNvPr>
          <p:cNvSpPr>
            <a:spLocks xmlns:a="http://schemas.openxmlformats.org/drawingml/2006/main" noGrp="1"/>
          </p:cNvSpPr>
          <p:nvPr/>
        </p:nvSpPr>
        <p:spPr>
          <a:xfrm xmlns:a="http://schemas.openxmlformats.org/drawingml/2006/main" flipV="1">
            <a:off x="1257848" y="3259695"/>
            <a:ext cx="98572" cy="96755"/>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3" name="Connector 12">
            <a:extLst xmlns:a="http://schemas.openxmlformats.org/drawingml/2006/main">
              <a:ext uri="{FF2B5EF4-FFF2-40B4-BE49-F238E27FC236}">
                <a16:creationId xmlns:a16="http://schemas.microsoft.com/office/drawing/2014/main" id="{38438CD0-6DEA-4461-AED4-B4A692FD17ED}"/>
              </a:ext>
            </a:extLst>
          </p:cNvPr>
          <p:cNvSpPr>
            <a:spLocks xmlns:a="http://schemas.openxmlformats.org/drawingml/2006/main" noGrp="1"/>
          </p:cNvSpPr>
          <p:nvPr/>
        </p:nvSpPr>
        <p:spPr>
          <a:xfrm xmlns:a="http://schemas.openxmlformats.org/drawingml/2006/main" flipV="1">
            <a:off x="1356420" y="3170080"/>
            <a:ext cx="98573" cy="89615"/>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4" name="Connector 13">
            <a:extLst xmlns:a="http://schemas.openxmlformats.org/drawingml/2006/main">
              <a:ext uri="{FF2B5EF4-FFF2-40B4-BE49-F238E27FC236}">
                <a16:creationId xmlns:a16="http://schemas.microsoft.com/office/drawing/2014/main" id="{E54DEDD4-B3C3-4CB1-9726-9A6036028173}"/>
              </a:ext>
            </a:extLst>
          </p:cNvPr>
          <p:cNvSpPr>
            <a:spLocks xmlns:a="http://schemas.openxmlformats.org/drawingml/2006/main" noGrp="1"/>
          </p:cNvSpPr>
          <p:nvPr/>
        </p:nvSpPr>
        <p:spPr>
          <a:xfrm xmlns:a="http://schemas.openxmlformats.org/drawingml/2006/main" flipV="1">
            <a:off x="1454993" y="3089019"/>
            <a:ext cx="98572" cy="81061"/>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5" name="Connector 14">
            <a:extLst xmlns:a="http://schemas.openxmlformats.org/drawingml/2006/main">
              <a:ext uri="{FF2B5EF4-FFF2-40B4-BE49-F238E27FC236}">
                <a16:creationId xmlns:a16="http://schemas.microsoft.com/office/drawing/2014/main" id="{CD5FE8A1-5DC2-4155-AF28-93C56C0B1157}"/>
              </a:ext>
            </a:extLst>
          </p:cNvPr>
          <p:cNvSpPr>
            <a:spLocks xmlns:a="http://schemas.openxmlformats.org/drawingml/2006/main" noGrp="1"/>
          </p:cNvSpPr>
          <p:nvPr/>
        </p:nvSpPr>
        <p:spPr>
          <a:xfrm xmlns:a="http://schemas.openxmlformats.org/drawingml/2006/main" flipV="1">
            <a:off x="1553565" y="3017791"/>
            <a:ext cx="98572" cy="71228"/>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6" name="Connector 15">
            <a:extLst xmlns:a="http://schemas.openxmlformats.org/drawingml/2006/main">
              <a:ext uri="{FF2B5EF4-FFF2-40B4-BE49-F238E27FC236}">
                <a16:creationId xmlns:a16="http://schemas.microsoft.com/office/drawing/2014/main" id="{E4FD96B1-5614-4916-A57C-1200414BA45A}"/>
              </a:ext>
            </a:extLst>
          </p:cNvPr>
          <p:cNvSpPr>
            <a:spLocks xmlns:a="http://schemas.openxmlformats.org/drawingml/2006/main" noGrp="1"/>
          </p:cNvSpPr>
          <p:nvPr/>
        </p:nvSpPr>
        <p:spPr>
          <a:xfrm xmlns:a="http://schemas.openxmlformats.org/drawingml/2006/main" flipV="1">
            <a:off x="1652137" y="2957517"/>
            <a:ext cx="98573" cy="60274"/>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7" name="Connector 16">
            <a:extLst xmlns:a="http://schemas.openxmlformats.org/drawingml/2006/main">
              <a:ext uri="{FF2B5EF4-FFF2-40B4-BE49-F238E27FC236}">
                <a16:creationId xmlns:a16="http://schemas.microsoft.com/office/drawing/2014/main" id="{0C89DCFE-C3D6-4B10-A36C-9F81B066965B}"/>
              </a:ext>
            </a:extLst>
          </p:cNvPr>
          <p:cNvSpPr>
            <a:spLocks xmlns:a="http://schemas.openxmlformats.org/drawingml/2006/main" noGrp="1"/>
          </p:cNvSpPr>
          <p:nvPr/>
        </p:nvSpPr>
        <p:spPr>
          <a:xfrm xmlns:a="http://schemas.openxmlformats.org/drawingml/2006/main" flipV="1">
            <a:off x="1750710" y="2909150"/>
            <a:ext cx="98572" cy="48367"/>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8" name="Connector 17">
            <a:extLst xmlns:a="http://schemas.openxmlformats.org/drawingml/2006/main">
              <a:ext uri="{FF2B5EF4-FFF2-40B4-BE49-F238E27FC236}">
                <a16:creationId xmlns:a16="http://schemas.microsoft.com/office/drawing/2014/main" id="{33F98A36-2780-4AB6-8278-4640250CC24C}"/>
              </a:ext>
            </a:extLst>
          </p:cNvPr>
          <p:cNvSpPr>
            <a:spLocks xmlns:a="http://schemas.openxmlformats.org/drawingml/2006/main" noGrp="1"/>
          </p:cNvSpPr>
          <p:nvPr/>
        </p:nvSpPr>
        <p:spPr>
          <a:xfrm xmlns:a="http://schemas.openxmlformats.org/drawingml/2006/main" flipV="1">
            <a:off x="1849282" y="2873451"/>
            <a:ext cx="98572" cy="35699"/>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9" name="Connector 18">
            <a:extLst xmlns:a="http://schemas.openxmlformats.org/drawingml/2006/main">
              <a:ext uri="{FF2B5EF4-FFF2-40B4-BE49-F238E27FC236}">
                <a16:creationId xmlns:a16="http://schemas.microsoft.com/office/drawing/2014/main" id="{78706398-850F-4A6E-9FA6-058EEB1A110A}"/>
              </a:ext>
            </a:extLst>
          </p:cNvPr>
          <p:cNvSpPr>
            <a:spLocks xmlns:a="http://schemas.openxmlformats.org/drawingml/2006/main" noGrp="1"/>
          </p:cNvSpPr>
          <p:nvPr/>
        </p:nvSpPr>
        <p:spPr>
          <a:xfrm xmlns:a="http://schemas.openxmlformats.org/drawingml/2006/main" flipV="1">
            <a:off x="1947854" y="2850984"/>
            <a:ext cx="98573" cy="22467"/>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0" name="Connector 19">
            <a:extLst xmlns:a="http://schemas.openxmlformats.org/drawingml/2006/main">
              <a:ext uri="{FF2B5EF4-FFF2-40B4-BE49-F238E27FC236}">
                <a16:creationId xmlns:a16="http://schemas.microsoft.com/office/drawing/2014/main" id="{5CFEBE84-814D-4C7F-A834-C59EF33C8C82}"/>
              </a:ext>
            </a:extLst>
          </p:cNvPr>
          <p:cNvSpPr>
            <a:spLocks xmlns:a="http://schemas.openxmlformats.org/drawingml/2006/main" noGrp="1"/>
          </p:cNvSpPr>
          <p:nvPr/>
        </p:nvSpPr>
        <p:spPr>
          <a:xfrm xmlns:a="http://schemas.openxmlformats.org/drawingml/2006/main" flipV="1">
            <a:off x="2046427" y="2842104"/>
            <a:ext cx="98572" cy="8880"/>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1" name="Connector 20">
            <a:extLst xmlns:a="http://schemas.openxmlformats.org/drawingml/2006/main">
              <a:ext uri="{FF2B5EF4-FFF2-40B4-BE49-F238E27FC236}">
                <a16:creationId xmlns:a16="http://schemas.microsoft.com/office/drawing/2014/main" id="{190F8DB9-F15D-44AF-8075-133847599B8E}"/>
              </a:ext>
            </a:extLst>
          </p:cNvPr>
          <p:cNvSpPr>
            <a:spLocks xmlns:a="http://schemas.openxmlformats.org/drawingml/2006/main" noGrp="1"/>
          </p:cNvSpPr>
          <p:nvPr/>
        </p:nvSpPr>
        <p:spPr>
          <a:xfrm xmlns:a="http://schemas.openxmlformats.org/drawingml/2006/main">
            <a:off x="2144999" y="2842104"/>
            <a:ext cx="98572" cy="4845"/>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2" name="Connector 21">
            <a:extLst xmlns:a="http://schemas.openxmlformats.org/drawingml/2006/main">
              <a:ext uri="{FF2B5EF4-FFF2-40B4-BE49-F238E27FC236}">
                <a16:creationId xmlns:a16="http://schemas.microsoft.com/office/drawing/2014/main" id="{3F4AED87-0EC8-4CDE-97C5-201779AC8B0F}"/>
              </a:ext>
            </a:extLst>
          </p:cNvPr>
          <p:cNvSpPr>
            <a:spLocks xmlns:a="http://schemas.openxmlformats.org/drawingml/2006/main" noGrp="1"/>
          </p:cNvSpPr>
          <p:nvPr/>
        </p:nvSpPr>
        <p:spPr>
          <a:xfrm xmlns:a="http://schemas.openxmlformats.org/drawingml/2006/main">
            <a:off x="2243571" y="2846949"/>
            <a:ext cx="98573" cy="18495"/>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3" name="Connector 22">
            <a:extLst xmlns:a="http://schemas.openxmlformats.org/drawingml/2006/main">
              <a:ext uri="{FF2B5EF4-FFF2-40B4-BE49-F238E27FC236}">
                <a16:creationId xmlns:a16="http://schemas.microsoft.com/office/drawing/2014/main" id="{6BE05061-A1EA-4F2B-A0B8-BCB1B68E9815}"/>
              </a:ext>
            </a:extLst>
          </p:cNvPr>
          <p:cNvSpPr>
            <a:spLocks xmlns:a="http://schemas.openxmlformats.org/drawingml/2006/main" noGrp="1"/>
          </p:cNvSpPr>
          <p:nvPr/>
        </p:nvSpPr>
        <p:spPr>
          <a:xfrm xmlns:a="http://schemas.openxmlformats.org/drawingml/2006/main">
            <a:off x="2342144" y="2865444"/>
            <a:ext cx="98572" cy="31853"/>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4" name="Connector 23">
            <a:extLst xmlns:a="http://schemas.openxmlformats.org/drawingml/2006/main">
              <a:ext uri="{FF2B5EF4-FFF2-40B4-BE49-F238E27FC236}">
                <a16:creationId xmlns:a16="http://schemas.microsoft.com/office/drawing/2014/main" id="{51967088-355B-488B-B1EB-B18593B5F851}"/>
              </a:ext>
            </a:extLst>
          </p:cNvPr>
          <p:cNvSpPr>
            <a:spLocks xmlns:a="http://schemas.openxmlformats.org/drawingml/2006/main" noGrp="1"/>
          </p:cNvSpPr>
          <p:nvPr/>
        </p:nvSpPr>
        <p:spPr>
          <a:xfrm xmlns:a="http://schemas.openxmlformats.org/drawingml/2006/main">
            <a:off x="2440716" y="2897297"/>
            <a:ext cx="98572" cy="44708"/>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5" name="Connector 24">
            <a:extLst xmlns:a="http://schemas.openxmlformats.org/drawingml/2006/main">
              <a:ext uri="{FF2B5EF4-FFF2-40B4-BE49-F238E27FC236}">
                <a16:creationId xmlns:a16="http://schemas.microsoft.com/office/drawing/2014/main" id="{AFE38DC7-F6F8-4E0B-96E3-E6B54BE4F264}"/>
              </a:ext>
            </a:extLst>
          </p:cNvPr>
          <p:cNvSpPr>
            <a:spLocks xmlns:a="http://schemas.openxmlformats.org/drawingml/2006/main" noGrp="1"/>
          </p:cNvSpPr>
          <p:nvPr/>
        </p:nvSpPr>
        <p:spPr>
          <a:xfrm xmlns:a="http://schemas.openxmlformats.org/drawingml/2006/main">
            <a:off x="2539288" y="2942005"/>
            <a:ext cx="98573" cy="56859"/>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6" name="Connector 25">
            <a:extLst xmlns:a="http://schemas.openxmlformats.org/drawingml/2006/main">
              <a:ext uri="{FF2B5EF4-FFF2-40B4-BE49-F238E27FC236}">
                <a16:creationId xmlns:a16="http://schemas.microsoft.com/office/drawing/2014/main" id="{F3E8C399-C8E9-4641-B6BF-2B83774E3B32}"/>
              </a:ext>
            </a:extLst>
          </p:cNvPr>
          <p:cNvSpPr>
            <a:spLocks xmlns:a="http://schemas.openxmlformats.org/drawingml/2006/main" noGrp="1"/>
          </p:cNvSpPr>
          <p:nvPr/>
        </p:nvSpPr>
        <p:spPr>
          <a:xfrm xmlns:a="http://schemas.openxmlformats.org/drawingml/2006/main">
            <a:off x="2637861" y="2998864"/>
            <a:ext cx="98572" cy="68113"/>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7" name="Connector 26">
            <a:extLst xmlns:a="http://schemas.openxmlformats.org/drawingml/2006/main">
              <a:ext uri="{FF2B5EF4-FFF2-40B4-BE49-F238E27FC236}">
                <a16:creationId xmlns:a16="http://schemas.microsoft.com/office/drawing/2014/main" id="{F9886E2B-BC52-495C-B9D9-CF15B91CC4F2}"/>
              </a:ext>
            </a:extLst>
          </p:cNvPr>
          <p:cNvSpPr>
            <a:spLocks xmlns:a="http://schemas.openxmlformats.org/drawingml/2006/main" noGrp="1"/>
          </p:cNvSpPr>
          <p:nvPr/>
        </p:nvSpPr>
        <p:spPr>
          <a:xfrm xmlns:a="http://schemas.openxmlformats.org/drawingml/2006/main">
            <a:off x="2736433" y="3066977"/>
            <a:ext cx="98572" cy="78293"/>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8" name="Connector 27">
            <a:extLst xmlns:a="http://schemas.openxmlformats.org/drawingml/2006/main">
              <a:ext uri="{FF2B5EF4-FFF2-40B4-BE49-F238E27FC236}">
                <a16:creationId xmlns:a16="http://schemas.microsoft.com/office/drawing/2014/main" id="{2EDB85B1-66A4-48D0-BA01-58DF488EDF2E}"/>
              </a:ext>
            </a:extLst>
          </p:cNvPr>
          <p:cNvSpPr>
            <a:spLocks xmlns:a="http://schemas.openxmlformats.org/drawingml/2006/main" noGrp="1"/>
          </p:cNvSpPr>
          <p:nvPr/>
        </p:nvSpPr>
        <p:spPr>
          <a:xfrm xmlns:a="http://schemas.openxmlformats.org/drawingml/2006/main">
            <a:off x="2835005" y="3145270"/>
            <a:ext cx="98573" cy="87238"/>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9" name="Connector 28">
            <a:extLst xmlns:a="http://schemas.openxmlformats.org/drawingml/2006/main">
              <a:ext uri="{FF2B5EF4-FFF2-40B4-BE49-F238E27FC236}">
                <a16:creationId xmlns:a16="http://schemas.microsoft.com/office/drawing/2014/main" id="{EA34C4B8-EEF7-4734-9EB9-EFF7F7BA6FD5}"/>
              </a:ext>
            </a:extLst>
          </p:cNvPr>
          <p:cNvSpPr>
            <a:spLocks xmlns:a="http://schemas.openxmlformats.org/drawingml/2006/main" noGrp="1"/>
          </p:cNvSpPr>
          <p:nvPr/>
        </p:nvSpPr>
        <p:spPr>
          <a:xfrm xmlns:a="http://schemas.openxmlformats.org/drawingml/2006/main">
            <a:off x="2933578" y="3232508"/>
            <a:ext cx="98572" cy="94807"/>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0" name="Connector 29">
            <a:extLst xmlns:a="http://schemas.openxmlformats.org/drawingml/2006/main">
              <a:ext uri="{FF2B5EF4-FFF2-40B4-BE49-F238E27FC236}">
                <a16:creationId xmlns:a16="http://schemas.microsoft.com/office/drawing/2014/main" id="{E79AC3EB-94A4-459E-A192-D7C8A8BDDEF4}"/>
              </a:ext>
            </a:extLst>
          </p:cNvPr>
          <p:cNvSpPr>
            <a:spLocks xmlns:a="http://schemas.openxmlformats.org/drawingml/2006/main" noGrp="1"/>
          </p:cNvSpPr>
          <p:nvPr/>
        </p:nvSpPr>
        <p:spPr>
          <a:xfrm xmlns:a="http://schemas.openxmlformats.org/drawingml/2006/main">
            <a:off x="3032150" y="3327315"/>
            <a:ext cx="98572" cy="100881"/>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1" name="Connector 30">
            <a:extLst xmlns:a="http://schemas.openxmlformats.org/drawingml/2006/main">
              <a:ext uri="{FF2B5EF4-FFF2-40B4-BE49-F238E27FC236}">
                <a16:creationId xmlns:a16="http://schemas.microsoft.com/office/drawing/2014/main" id="{91957174-747E-4693-8DA6-4BD2492DCB2A}"/>
              </a:ext>
            </a:extLst>
          </p:cNvPr>
          <p:cNvSpPr>
            <a:spLocks xmlns:a="http://schemas.openxmlformats.org/drawingml/2006/main" noGrp="1"/>
          </p:cNvSpPr>
          <p:nvPr/>
        </p:nvSpPr>
        <p:spPr>
          <a:xfrm xmlns:a="http://schemas.openxmlformats.org/drawingml/2006/main">
            <a:off x="3130722" y="3428196"/>
            <a:ext cx="98573" cy="105364"/>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2" name="Connector 31">
            <a:extLst xmlns:a="http://schemas.openxmlformats.org/drawingml/2006/main">
              <a:ext uri="{FF2B5EF4-FFF2-40B4-BE49-F238E27FC236}">
                <a16:creationId xmlns:a16="http://schemas.microsoft.com/office/drawing/2014/main" id="{40350272-0F90-41E0-9413-F6116903D708}"/>
              </a:ext>
            </a:extLst>
          </p:cNvPr>
          <p:cNvSpPr>
            <a:spLocks xmlns:a="http://schemas.openxmlformats.org/drawingml/2006/main" noGrp="1"/>
          </p:cNvSpPr>
          <p:nvPr/>
        </p:nvSpPr>
        <p:spPr>
          <a:xfrm xmlns:a="http://schemas.openxmlformats.org/drawingml/2006/main">
            <a:off x="3229295" y="3533560"/>
            <a:ext cx="98572" cy="108185"/>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3" name="Connector 32">
            <a:extLst xmlns:a="http://schemas.openxmlformats.org/drawingml/2006/main">
              <a:ext uri="{FF2B5EF4-FFF2-40B4-BE49-F238E27FC236}">
                <a16:creationId xmlns:a16="http://schemas.microsoft.com/office/drawing/2014/main" id="{081C1C21-8EA7-41E9-951A-3207645FC213}"/>
              </a:ext>
            </a:extLst>
          </p:cNvPr>
          <p:cNvSpPr>
            <a:spLocks xmlns:a="http://schemas.openxmlformats.org/drawingml/2006/main" noGrp="1"/>
          </p:cNvSpPr>
          <p:nvPr/>
        </p:nvSpPr>
        <p:spPr>
          <a:xfrm xmlns:a="http://schemas.openxmlformats.org/drawingml/2006/main">
            <a:off x="3327867" y="3641745"/>
            <a:ext cx="98572" cy="109301"/>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4" name="Connector 33">
            <a:extLst xmlns:a="http://schemas.openxmlformats.org/drawingml/2006/main">
              <a:ext uri="{FF2B5EF4-FFF2-40B4-BE49-F238E27FC236}">
                <a16:creationId xmlns:a16="http://schemas.microsoft.com/office/drawing/2014/main" id="{C2DBE798-E59D-4D91-AFB0-B34E3C3F5CE4}"/>
              </a:ext>
            </a:extLst>
          </p:cNvPr>
          <p:cNvSpPr>
            <a:spLocks xmlns:a="http://schemas.openxmlformats.org/drawingml/2006/main" noGrp="1"/>
          </p:cNvSpPr>
          <p:nvPr/>
        </p:nvSpPr>
        <p:spPr>
          <a:xfrm xmlns:a="http://schemas.openxmlformats.org/drawingml/2006/main">
            <a:off x="3426439" y="3751046"/>
            <a:ext cx="98573" cy="108692"/>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5" name="Connector 34">
            <a:extLst xmlns:a="http://schemas.openxmlformats.org/drawingml/2006/main">
              <a:ext uri="{FF2B5EF4-FFF2-40B4-BE49-F238E27FC236}">
                <a16:creationId xmlns:a16="http://schemas.microsoft.com/office/drawing/2014/main" id="{A93B8263-F15F-4E94-AAB6-905796E6D4E5}"/>
              </a:ext>
            </a:extLst>
          </p:cNvPr>
          <p:cNvSpPr>
            <a:spLocks xmlns:a="http://schemas.openxmlformats.org/drawingml/2006/main" noGrp="1"/>
          </p:cNvSpPr>
          <p:nvPr/>
        </p:nvSpPr>
        <p:spPr>
          <a:xfrm xmlns:a="http://schemas.openxmlformats.org/drawingml/2006/main">
            <a:off x="3525012" y="3859738"/>
            <a:ext cx="98572" cy="106370"/>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6" name="Connector 35">
            <a:extLst xmlns:a="http://schemas.openxmlformats.org/drawingml/2006/main">
              <a:ext uri="{FF2B5EF4-FFF2-40B4-BE49-F238E27FC236}">
                <a16:creationId xmlns:a16="http://schemas.microsoft.com/office/drawing/2014/main" id="{9A844229-2768-4283-8CFB-136F3740E421}"/>
              </a:ext>
            </a:extLst>
          </p:cNvPr>
          <p:cNvSpPr>
            <a:spLocks xmlns:a="http://schemas.openxmlformats.org/drawingml/2006/main" noGrp="1"/>
          </p:cNvSpPr>
          <p:nvPr/>
        </p:nvSpPr>
        <p:spPr>
          <a:xfrm xmlns:a="http://schemas.openxmlformats.org/drawingml/2006/main">
            <a:off x="3623584" y="3966108"/>
            <a:ext cx="98572" cy="102369"/>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7" name="Connector 36">
            <a:extLst xmlns:a="http://schemas.openxmlformats.org/drawingml/2006/main">
              <a:ext uri="{FF2B5EF4-FFF2-40B4-BE49-F238E27FC236}">
                <a16:creationId xmlns:a16="http://schemas.microsoft.com/office/drawing/2014/main" id="{72CD556F-87F5-4FE5-8096-85D0FD4102A2}"/>
              </a:ext>
            </a:extLst>
          </p:cNvPr>
          <p:cNvSpPr>
            <a:spLocks xmlns:a="http://schemas.openxmlformats.org/drawingml/2006/main" noGrp="1"/>
          </p:cNvSpPr>
          <p:nvPr/>
        </p:nvSpPr>
        <p:spPr>
          <a:xfrm xmlns:a="http://schemas.openxmlformats.org/drawingml/2006/main">
            <a:off x="3722156" y="4068477"/>
            <a:ext cx="98572" cy="96755"/>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8" name="Connector 37">
            <a:extLst xmlns:a="http://schemas.openxmlformats.org/drawingml/2006/main">
              <a:ext uri="{FF2B5EF4-FFF2-40B4-BE49-F238E27FC236}">
                <a16:creationId xmlns:a16="http://schemas.microsoft.com/office/drawing/2014/main" id="{CA72231D-6247-4F3C-996B-73C521D5704F}"/>
              </a:ext>
            </a:extLst>
          </p:cNvPr>
          <p:cNvSpPr>
            <a:spLocks xmlns:a="http://schemas.openxmlformats.org/drawingml/2006/main" noGrp="1"/>
          </p:cNvSpPr>
          <p:nvPr/>
        </p:nvSpPr>
        <p:spPr>
          <a:xfrm xmlns:a="http://schemas.openxmlformats.org/drawingml/2006/main">
            <a:off x="3820728" y="4165232"/>
            <a:ext cx="98573" cy="89615"/>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9" name="Connector 38">
            <a:extLst xmlns:a="http://schemas.openxmlformats.org/drawingml/2006/main">
              <a:ext uri="{FF2B5EF4-FFF2-40B4-BE49-F238E27FC236}">
                <a16:creationId xmlns:a16="http://schemas.microsoft.com/office/drawing/2014/main" id="{4ED4C333-A99E-4C93-8DC1-7C48FD944F2F}"/>
              </a:ext>
            </a:extLst>
          </p:cNvPr>
          <p:cNvSpPr>
            <a:spLocks xmlns:a="http://schemas.openxmlformats.org/drawingml/2006/main" noGrp="1"/>
          </p:cNvSpPr>
          <p:nvPr/>
        </p:nvSpPr>
        <p:spPr>
          <a:xfrm xmlns:a="http://schemas.openxmlformats.org/drawingml/2006/main">
            <a:off x="3919301" y="4254847"/>
            <a:ext cx="98572" cy="81061"/>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0" name="Connector 39">
            <a:extLst xmlns:a="http://schemas.openxmlformats.org/drawingml/2006/main">
              <a:ext uri="{FF2B5EF4-FFF2-40B4-BE49-F238E27FC236}">
                <a16:creationId xmlns:a16="http://schemas.microsoft.com/office/drawing/2014/main" id="{61B68E35-8DC8-4382-AF08-BA8D28D662D8}"/>
              </a:ext>
            </a:extLst>
          </p:cNvPr>
          <p:cNvSpPr>
            <a:spLocks xmlns:a="http://schemas.openxmlformats.org/drawingml/2006/main" noGrp="1"/>
          </p:cNvSpPr>
          <p:nvPr/>
        </p:nvSpPr>
        <p:spPr>
          <a:xfrm xmlns:a="http://schemas.openxmlformats.org/drawingml/2006/main">
            <a:off x="4017873" y="4335908"/>
            <a:ext cx="98572" cy="71228"/>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1" name="Connector 40">
            <a:extLst xmlns:a="http://schemas.openxmlformats.org/drawingml/2006/main">
              <a:ext uri="{FF2B5EF4-FFF2-40B4-BE49-F238E27FC236}">
                <a16:creationId xmlns:a16="http://schemas.microsoft.com/office/drawing/2014/main" id="{0FEADA84-924D-42A0-9C60-4E4B1E9CFD69}"/>
              </a:ext>
            </a:extLst>
          </p:cNvPr>
          <p:cNvSpPr>
            <a:spLocks xmlns:a="http://schemas.openxmlformats.org/drawingml/2006/main" noGrp="1"/>
          </p:cNvSpPr>
          <p:nvPr/>
        </p:nvSpPr>
        <p:spPr>
          <a:xfrm xmlns:a="http://schemas.openxmlformats.org/drawingml/2006/main">
            <a:off x="4116445" y="4407136"/>
            <a:ext cx="98573" cy="60274"/>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2" name="Connector 41">
            <a:extLst xmlns:a="http://schemas.openxmlformats.org/drawingml/2006/main">
              <a:ext uri="{FF2B5EF4-FFF2-40B4-BE49-F238E27FC236}">
                <a16:creationId xmlns:a16="http://schemas.microsoft.com/office/drawing/2014/main" id="{8FF35BBD-9367-4F77-9C5C-88441B9F793F}"/>
              </a:ext>
            </a:extLst>
          </p:cNvPr>
          <p:cNvSpPr>
            <a:spLocks xmlns:a="http://schemas.openxmlformats.org/drawingml/2006/main" noGrp="1"/>
          </p:cNvSpPr>
          <p:nvPr/>
        </p:nvSpPr>
        <p:spPr>
          <a:xfrm xmlns:a="http://schemas.openxmlformats.org/drawingml/2006/main">
            <a:off x="4215018" y="4467410"/>
            <a:ext cx="98572" cy="48367"/>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3" name="Connector 42">
            <a:extLst xmlns:a="http://schemas.openxmlformats.org/drawingml/2006/main">
              <a:ext uri="{FF2B5EF4-FFF2-40B4-BE49-F238E27FC236}">
                <a16:creationId xmlns:a16="http://schemas.microsoft.com/office/drawing/2014/main" id="{87A3B6A5-DBA2-46DB-A116-EE6193FC5B33}"/>
              </a:ext>
            </a:extLst>
          </p:cNvPr>
          <p:cNvSpPr>
            <a:spLocks xmlns:a="http://schemas.openxmlformats.org/drawingml/2006/main" noGrp="1"/>
          </p:cNvSpPr>
          <p:nvPr/>
        </p:nvSpPr>
        <p:spPr>
          <a:xfrm xmlns:a="http://schemas.openxmlformats.org/drawingml/2006/main">
            <a:off x="4313590" y="4515777"/>
            <a:ext cx="98572" cy="35699"/>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4" name="Connector 43">
            <a:extLst xmlns:a="http://schemas.openxmlformats.org/drawingml/2006/main">
              <a:ext uri="{FF2B5EF4-FFF2-40B4-BE49-F238E27FC236}">
                <a16:creationId xmlns:a16="http://schemas.microsoft.com/office/drawing/2014/main" id="{22E8B24F-57F2-49B0-8708-01284BDFC077}"/>
              </a:ext>
            </a:extLst>
          </p:cNvPr>
          <p:cNvSpPr>
            <a:spLocks xmlns:a="http://schemas.openxmlformats.org/drawingml/2006/main" noGrp="1"/>
          </p:cNvSpPr>
          <p:nvPr/>
        </p:nvSpPr>
        <p:spPr>
          <a:xfrm xmlns:a="http://schemas.openxmlformats.org/drawingml/2006/main">
            <a:off x="4412162" y="4551476"/>
            <a:ext cx="98573" cy="22467"/>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5" name="Connector 44">
            <a:extLst xmlns:a="http://schemas.openxmlformats.org/drawingml/2006/main">
              <a:ext uri="{FF2B5EF4-FFF2-40B4-BE49-F238E27FC236}">
                <a16:creationId xmlns:a16="http://schemas.microsoft.com/office/drawing/2014/main" id="{36B1FC55-C248-4E7F-98A4-EFAE1C68E686}"/>
              </a:ext>
            </a:extLst>
          </p:cNvPr>
          <p:cNvSpPr>
            <a:spLocks xmlns:a="http://schemas.openxmlformats.org/drawingml/2006/main" noGrp="1"/>
          </p:cNvSpPr>
          <p:nvPr/>
        </p:nvSpPr>
        <p:spPr>
          <a:xfrm xmlns:a="http://schemas.openxmlformats.org/drawingml/2006/main">
            <a:off x="4510735" y="4573943"/>
            <a:ext cx="98572" cy="8880"/>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6" name="Connector 45">
            <a:extLst xmlns:a="http://schemas.openxmlformats.org/drawingml/2006/main">
              <a:ext uri="{FF2B5EF4-FFF2-40B4-BE49-F238E27FC236}">
                <a16:creationId xmlns:a16="http://schemas.microsoft.com/office/drawing/2014/main" id="{EE1AC7AA-55B6-48B2-B0E2-0A40EEA6D2FA}"/>
              </a:ext>
            </a:extLst>
          </p:cNvPr>
          <p:cNvSpPr>
            <a:spLocks xmlns:a="http://schemas.openxmlformats.org/drawingml/2006/main" noGrp="1"/>
          </p:cNvSpPr>
          <p:nvPr/>
        </p:nvSpPr>
        <p:spPr>
          <a:xfrm xmlns:a="http://schemas.openxmlformats.org/drawingml/2006/main" flipV="1">
            <a:off x="4609307" y="4577978"/>
            <a:ext cx="98572" cy="4845"/>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7" name="Connector 46">
            <a:extLst xmlns:a="http://schemas.openxmlformats.org/drawingml/2006/main">
              <a:ext uri="{FF2B5EF4-FFF2-40B4-BE49-F238E27FC236}">
                <a16:creationId xmlns:a16="http://schemas.microsoft.com/office/drawing/2014/main" id="{553337CC-5EA6-481D-9849-1A07B77D1B17}"/>
              </a:ext>
            </a:extLst>
          </p:cNvPr>
          <p:cNvSpPr>
            <a:spLocks xmlns:a="http://schemas.openxmlformats.org/drawingml/2006/main" noGrp="1"/>
          </p:cNvSpPr>
          <p:nvPr/>
        </p:nvSpPr>
        <p:spPr>
          <a:xfrm xmlns:a="http://schemas.openxmlformats.org/drawingml/2006/main" flipV="1">
            <a:off x="4707879" y="4559483"/>
            <a:ext cx="98573" cy="18495"/>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8" name="Connector 47">
            <a:extLst xmlns:a="http://schemas.openxmlformats.org/drawingml/2006/main">
              <a:ext uri="{FF2B5EF4-FFF2-40B4-BE49-F238E27FC236}">
                <a16:creationId xmlns:a16="http://schemas.microsoft.com/office/drawing/2014/main" id="{74CCB796-369F-4494-A8D5-9617FD09C0C2}"/>
              </a:ext>
            </a:extLst>
          </p:cNvPr>
          <p:cNvSpPr>
            <a:spLocks xmlns:a="http://schemas.openxmlformats.org/drawingml/2006/main" noGrp="1"/>
          </p:cNvSpPr>
          <p:nvPr/>
        </p:nvSpPr>
        <p:spPr>
          <a:xfrm xmlns:a="http://schemas.openxmlformats.org/drawingml/2006/main" flipV="1">
            <a:off x="4806452" y="4527630"/>
            <a:ext cx="98572" cy="31853"/>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9" name="Connector 48">
            <a:extLst xmlns:a="http://schemas.openxmlformats.org/drawingml/2006/main">
              <a:ext uri="{FF2B5EF4-FFF2-40B4-BE49-F238E27FC236}">
                <a16:creationId xmlns:a16="http://schemas.microsoft.com/office/drawing/2014/main" id="{D942DDF3-13A5-4E06-8131-709D7010BEDD}"/>
              </a:ext>
            </a:extLst>
          </p:cNvPr>
          <p:cNvSpPr>
            <a:spLocks xmlns:a="http://schemas.openxmlformats.org/drawingml/2006/main" noGrp="1"/>
          </p:cNvSpPr>
          <p:nvPr/>
        </p:nvSpPr>
        <p:spPr>
          <a:xfrm xmlns:a="http://schemas.openxmlformats.org/drawingml/2006/main" flipV="1">
            <a:off x="4905024" y="4482922"/>
            <a:ext cx="98572" cy="44708"/>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0" name="Connector 49">
            <a:extLst xmlns:a="http://schemas.openxmlformats.org/drawingml/2006/main">
              <a:ext uri="{FF2B5EF4-FFF2-40B4-BE49-F238E27FC236}">
                <a16:creationId xmlns:a16="http://schemas.microsoft.com/office/drawing/2014/main" id="{CBAE74D4-0E40-4114-8C40-90CC0BA0CAF3}"/>
              </a:ext>
            </a:extLst>
          </p:cNvPr>
          <p:cNvSpPr>
            <a:spLocks xmlns:a="http://schemas.openxmlformats.org/drawingml/2006/main" noGrp="1"/>
          </p:cNvSpPr>
          <p:nvPr/>
        </p:nvSpPr>
        <p:spPr>
          <a:xfrm xmlns:a="http://schemas.openxmlformats.org/drawingml/2006/main" flipV="1">
            <a:off x="5003596" y="4426063"/>
            <a:ext cx="98573" cy="56859"/>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1" name="Connector 50">
            <a:extLst xmlns:a="http://schemas.openxmlformats.org/drawingml/2006/main">
              <a:ext uri="{FF2B5EF4-FFF2-40B4-BE49-F238E27FC236}">
                <a16:creationId xmlns:a16="http://schemas.microsoft.com/office/drawing/2014/main" id="{8AC31212-A2CC-430F-B8E5-67A0882B3A9E}"/>
              </a:ext>
            </a:extLst>
          </p:cNvPr>
          <p:cNvSpPr>
            <a:spLocks xmlns:a="http://schemas.openxmlformats.org/drawingml/2006/main" noGrp="1"/>
          </p:cNvSpPr>
          <p:nvPr/>
        </p:nvSpPr>
        <p:spPr>
          <a:xfrm xmlns:a="http://schemas.openxmlformats.org/drawingml/2006/main" flipV="1">
            <a:off x="5102169" y="4357950"/>
            <a:ext cx="98572" cy="68113"/>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2" name="Connector 51">
            <a:extLst xmlns:a="http://schemas.openxmlformats.org/drawingml/2006/main">
              <a:ext uri="{FF2B5EF4-FFF2-40B4-BE49-F238E27FC236}">
                <a16:creationId xmlns:a16="http://schemas.microsoft.com/office/drawing/2014/main" id="{59FFC54E-04C8-49FA-B797-F57C1F25FD8C}"/>
              </a:ext>
            </a:extLst>
          </p:cNvPr>
          <p:cNvSpPr>
            <a:spLocks xmlns:a="http://schemas.openxmlformats.org/drawingml/2006/main" noGrp="1"/>
          </p:cNvSpPr>
          <p:nvPr/>
        </p:nvSpPr>
        <p:spPr>
          <a:xfrm xmlns:a="http://schemas.openxmlformats.org/drawingml/2006/main" flipV="1">
            <a:off x="5200741" y="4279657"/>
            <a:ext cx="98572" cy="78293"/>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3" name="Connector 52">
            <a:extLst xmlns:a="http://schemas.openxmlformats.org/drawingml/2006/main">
              <a:ext uri="{FF2B5EF4-FFF2-40B4-BE49-F238E27FC236}">
                <a16:creationId xmlns:a16="http://schemas.microsoft.com/office/drawing/2014/main" id="{811161A3-354A-4A0B-AF65-57F2FE0F651A}"/>
              </a:ext>
            </a:extLst>
          </p:cNvPr>
          <p:cNvSpPr>
            <a:spLocks xmlns:a="http://schemas.openxmlformats.org/drawingml/2006/main" noGrp="1"/>
          </p:cNvSpPr>
          <p:nvPr/>
        </p:nvSpPr>
        <p:spPr>
          <a:xfrm xmlns:a="http://schemas.openxmlformats.org/drawingml/2006/main" flipV="1">
            <a:off x="5299313" y="4192419"/>
            <a:ext cx="98573" cy="87238"/>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4" name="Connector 53">
            <a:extLst xmlns:a="http://schemas.openxmlformats.org/drawingml/2006/main">
              <a:ext uri="{FF2B5EF4-FFF2-40B4-BE49-F238E27FC236}">
                <a16:creationId xmlns:a16="http://schemas.microsoft.com/office/drawing/2014/main" id="{049501B2-86A7-4365-98F8-B15757AAFAFF}"/>
              </a:ext>
            </a:extLst>
          </p:cNvPr>
          <p:cNvSpPr>
            <a:spLocks xmlns:a="http://schemas.openxmlformats.org/drawingml/2006/main" noGrp="1"/>
          </p:cNvSpPr>
          <p:nvPr/>
        </p:nvSpPr>
        <p:spPr>
          <a:xfrm xmlns:a="http://schemas.openxmlformats.org/drawingml/2006/main" flipV="1">
            <a:off x="5397886" y="4097612"/>
            <a:ext cx="98572" cy="94807"/>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5" name="Connector 54">
            <a:extLst xmlns:a="http://schemas.openxmlformats.org/drawingml/2006/main">
              <a:ext uri="{FF2B5EF4-FFF2-40B4-BE49-F238E27FC236}">
                <a16:creationId xmlns:a16="http://schemas.microsoft.com/office/drawing/2014/main" id="{18441D02-3AFF-4313-9917-7845C55AE72B}"/>
              </a:ext>
            </a:extLst>
          </p:cNvPr>
          <p:cNvSpPr>
            <a:spLocks xmlns:a="http://schemas.openxmlformats.org/drawingml/2006/main" noGrp="1"/>
          </p:cNvSpPr>
          <p:nvPr/>
        </p:nvSpPr>
        <p:spPr>
          <a:xfrm xmlns:a="http://schemas.openxmlformats.org/drawingml/2006/main" flipV="1">
            <a:off x="5496458" y="3996731"/>
            <a:ext cx="98572" cy="100881"/>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6" name="Connector 55">
            <a:extLst xmlns:a="http://schemas.openxmlformats.org/drawingml/2006/main">
              <a:ext uri="{FF2B5EF4-FFF2-40B4-BE49-F238E27FC236}">
                <a16:creationId xmlns:a16="http://schemas.microsoft.com/office/drawing/2014/main" id="{4ECAB28F-21A6-4FCE-AD2D-AD4BDD802F86}"/>
              </a:ext>
            </a:extLst>
          </p:cNvPr>
          <p:cNvSpPr>
            <a:spLocks xmlns:a="http://schemas.openxmlformats.org/drawingml/2006/main" noGrp="1"/>
          </p:cNvSpPr>
          <p:nvPr/>
        </p:nvSpPr>
        <p:spPr>
          <a:xfrm xmlns:a="http://schemas.openxmlformats.org/drawingml/2006/main" flipV="1">
            <a:off x="5595030" y="3891367"/>
            <a:ext cx="98573" cy="105364"/>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7" name="Connector 56">
            <a:extLst xmlns:a="http://schemas.openxmlformats.org/drawingml/2006/main">
              <a:ext uri="{FF2B5EF4-FFF2-40B4-BE49-F238E27FC236}">
                <a16:creationId xmlns:a16="http://schemas.microsoft.com/office/drawing/2014/main" id="{628FE6C7-5A11-4030-BE33-B6C3CFE72C30}"/>
              </a:ext>
            </a:extLst>
          </p:cNvPr>
          <p:cNvSpPr>
            <a:spLocks xmlns:a="http://schemas.openxmlformats.org/drawingml/2006/main" noGrp="1"/>
          </p:cNvSpPr>
          <p:nvPr/>
        </p:nvSpPr>
        <p:spPr>
          <a:xfrm xmlns:a="http://schemas.openxmlformats.org/drawingml/2006/main" flipV="1">
            <a:off x="5693603" y="3783182"/>
            <a:ext cx="98572" cy="108185"/>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8" name="Connector 57">
            <a:extLst xmlns:a="http://schemas.openxmlformats.org/drawingml/2006/main">
              <a:ext uri="{FF2B5EF4-FFF2-40B4-BE49-F238E27FC236}">
                <a16:creationId xmlns:a16="http://schemas.microsoft.com/office/drawing/2014/main" id="{C79072D5-8A6F-4E7D-A6C8-A8289C03EEF3}"/>
              </a:ext>
            </a:extLst>
          </p:cNvPr>
          <p:cNvSpPr>
            <a:spLocks xmlns:a="http://schemas.openxmlformats.org/drawingml/2006/main" noGrp="1"/>
          </p:cNvSpPr>
          <p:nvPr/>
        </p:nvSpPr>
        <p:spPr>
          <a:xfrm xmlns:a="http://schemas.openxmlformats.org/drawingml/2006/main" flipV="1">
            <a:off x="5792175" y="3673881"/>
            <a:ext cx="98572" cy="109301"/>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9" name="Connector 58">
            <a:extLst xmlns:a="http://schemas.openxmlformats.org/drawingml/2006/main">
              <a:ext uri="{FF2B5EF4-FFF2-40B4-BE49-F238E27FC236}">
                <a16:creationId xmlns:a16="http://schemas.microsoft.com/office/drawing/2014/main" id="{C1CB1AC9-BF61-45FD-B39C-C1FABEA26C9F}"/>
              </a:ext>
            </a:extLst>
          </p:cNvPr>
          <p:cNvSpPr>
            <a:spLocks xmlns:a="http://schemas.openxmlformats.org/drawingml/2006/main" noGrp="1"/>
          </p:cNvSpPr>
          <p:nvPr/>
        </p:nvSpPr>
        <p:spPr>
          <a:xfrm xmlns:a="http://schemas.openxmlformats.org/drawingml/2006/main" flipV="1">
            <a:off x="5890747" y="3565189"/>
            <a:ext cx="98573" cy="108692"/>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0" name="Connector 59">
            <a:extLst xmlns:a="http://schemas.openxmlformats.org/drawingml/2006/main">
              <a:ext uri="{FF2B5EF4-FFF2-40B4-BE49-F238E27FC236}">
                <a16:creationId xmlns:a16="http://schemas.microsoft.com/office/drawing/2014/main" id="{72E9F673-C504-4E60-9C90-69EA0B2B0C3D}"/>
              </a:ext>
            </a:extLst>
          </p:cNvPr>
          <p:cNvSpPr>
            <a:spLocks xmlns:a="http://schemas.openxmlformats.org/drawingml/2006/main" noGrp="1"/>
          </p:cNvSpPr>
          <p:nvPr/>
        </p:nvSpPr>
        <p:spPr>
          <a:xfrm xmlns:a="http://schemas.openxmlformats.org/drawingml/2006/main" flipV="1">
            <a:off x="5989320" y="3458819"/>
            <a:ext cx="98572" cy="106370"/>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1" name="Connector 60">
            <a:extLst xmlns:a="http://schemas.openxmlformats.org/drawingml/2006/main">
              <a:ext uri="{FF2B5EF4-FFF2-40B4-BE49-F238E27FC236}">
                <a16:creationId xmlns:a16="http://schemas.microsoft.com/office/drawing/2014/main" id="{AF8CC25C-9669-4002-8D26-E2411D9B0E96}"/>
              </a:ext>
            </a:extLst>
          </p:cNvPr>
          <p:cNvSpPr>
            <a:spLocks xmlns:a="http://schemas.openxmlformats.org/drawingml/2006/main" noGrp="1"/>
          </p:cNvSpPr>
          <p:nvPr/>
        </p:nvSpPr>
        <p:spPr>
          <a:xfrm xmlns:a="http://schemas.openxmlformats.org/drawingml/2006/main" flipV="1">
            <a:off x="6087892" y="3356450"/>
            <a:ext cx="98572" cy="102369"/>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2" name="Connector 61">
            <a:extLst xmlns:a="http://schemas.openxmlformats.org/drawingml/2006/main">
              <a:ext uri="{FF2B5EF4-FFF2-40B4-BE49-F238E27FC236}">
                <a16:creationId xmlns:a16="http://schemas.microsoft.com/office/drawing/2014/main" id="{03199B06-8ABA-4F58-9AC2-DCD841A8B387}"/>
              </a:ext>
            </a:extLst>
          </p:cNvPr>
          <p:cNvSpPr>
            <a:spLocks xmlns:a="http://schemas.openxmlformats.org/drawingml/2006/main" noGrp="1"/>
          </p:cNvSpPr>
          <p:nvPr/>
        </p:nvSpPr>
        <p:spPr>
          <a:xfrm xmlns:a="http://schemas.openxmlformats.org/drawingml/2006/main" flipV="1">
            <a:off x="6186464" y="3259695"/>
            <a:ext cx="98572" cy="96755"/>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3" name="Connector 62">
            <a:extLst xmlns:a="http://schemas.openxmlformats.org/drawingml/2006/main">
              <a:ext uri="{FF2B5EF4-FFF2-40B4-BE49-F238E27FC236}">
                <a16:creationId xmlns:a16="http://schemas.microsoft.com/office/drawing/2014/main" id="{DA4507AC-13F5-43FB-B38F-D4EB22A64853}"/>
              </a:ext>
            </a:extLst>
          </p:cNvPr>
          <p:cNvSpPr>
            <a:spLocks xmlns:a="http://schemas.openxmlformats.org/drawingml/2006/main" noGrp="1"/>
          </p:cNvSpPr>
          <p:nvPr/>
        </p:nvSpPr>
        <p:spPr>
          <a:xfrm xmlns:a="http://schemas.openxmlformats.org/drawingml/2006/main" flipV="1">
            <a:off x="6285036" y="3170080"/>
            <a:ext cx="98573" cy="89615"/>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4" name="Connector 63">
            <a:extLst xmlns:a="http://schemas.openxmlformats.org/drawingml/2006/main">
              <a:ext uri="{FF2B5EF4-FFF2-40B4-BE49-F238E27FC236}">
                <a16:creationId xmlns:a16="http://schemas.microsoft.com/office/drawing/2014/main" id="{6416475F-5828-4218-877D-864D1035E8B6}"/>
              </a:ext>
            </a:extLst>
          </p:cNvPr>
          <p:cNvSpPr>
            <a:spLocks xmlns:a="http://schemas.openxmlformats.org/drawingml/2006/main" noGrp="1"/>
          </p:cNvSpPr>
          <p:nvPr/>
        </p:nvSpPr>
        <p:spPr>
          <a:xfrm xmlns:a="http://schemas.openxmlformats.org/drawingml/2006/main" flipV="1">
            <a:off x="6383609" y="3089019"/>
            <a:ext cx="98572" cy="81061"/>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5" name="Connector 64">
            <a:extLst xmlns:a="http://schemas.openxmlformats.org/drawingml/2006/main">
              <a:ext uri="{FF2B5EF4-FFF2-40B4-BE49-F238E27FC236}">
                <a16:creationId xmlns:a16="http://schemas.microsoft.com/office/drawing/2014/main" id="{7646E705-360D-42F3-A186-668DBD1B9A88}"/>
              </a:ext>
            </a:extLst>
          </p:cNvPr>
          <p:cNvSpPr>
            <a:spLocks xmlns:a="http://schemas.openxmlformats.org/drawingml/2006/main" noGrp="1"/>
          </p:cNvSpPr>
          <p:nvPr/>
        </p:nvSpPr>
        <p:spPr>
          <a:xfrm xmlns:a="http://schemas.openxmlformats.org/drawingml/2006/main" flipV="1">
            <a:off x="6482181" y="3017791"/>
            <a:ext cx="98572" cy="71228"/>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6" name="Connector 65">
            <a:extLst xmlns:a="http://schemas.openxmlformats.org/drawingml/2006/main">
              <a:ext uri="{FF2B5EF4-FFF2-40B4-BE49-F238E27FC236}">
                <a16:creationId xmlns:a16="http://schemas.microsoft.com/office/drawing/2014/main" id="{7760C994-8305-4C69-AABA-035A5023A6BE}"/>
              </a:ext>
            </a:extLst>
          </p:cNvPr>
          <p:cNvSpPr>
            <a:spLocks xmlns:a="http://schemas.openxmlformats.org/drawingml/2006/main" noGrp="1"/>
          </p:cNvSpPr>
          <p:nvPr/>
        </p:nvSpPr>
        <p:spPr>
          <a:xfrm xmlns:a="http://schemas.openxmlformats.org/drawingml/2006/main" flipV="1">
            <a:off x="6580753" y="2957517"/>
            <a:ext cx="98573" cy="60274"/>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7" name="Connector 66">
            <a:extLst xmlns:a="http://schemas.openxmlformats.org/drawingml/2006/main">
              <a:ext uri="{FF2B5EF4-FFF2-40B4-BE49-F238E27FC236}">
                <a16:creationId xmlns:a16="http://schemas.microsoft.com/office/drawing/2014/main" id="{A877276B-849E-4E1E-9987-2FFC478ACED2}"/>
              </a:ext>
            </a:extLst>
          </p:cNvPr>
          <p:cNvSpPr>
            <a:spLocks xmlns:a="http://schemas.openxmlformats.org/drawingml/2006/main" noGrp="1"/>
          </p:cNvSpPr>
          <p:nvPr/>
        </p:nvSpPr>
        <p:spPr>
          <a:xfrm xmlns:a="http://schemas.openxmlformats.org/drawingml/2006/main" flipV="1">
            <a:off x="6679326" y="2909150"/>
            <a:ext cx="98572" cy="48367"/>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8" name="Connector 67">
            <a:extLst xmlns:a="http://schemas.openxmlformats.org/drawingml/2006/main">
              <a:ext uri="{FF2B5EF4-FFF2-40B4-BE49-F238E27FC236}">
                <a16:creationId xmlns:a16="http://schemas.microsoft.com/office/drawing/2014/main" id="{1BD43234-E68C-4DD6-882B-6991701C8178}"/>
              </a:ext>
            </a:extLst>
          </p:cNvPr>
          <p:cNvSpPr>
            <a:spLocks xmlns:a="http://schemas.openxmlformats.org/drawingml/2006/main" noGrp="1"/>
          </p:cNvSpPr>
          <p:nvPr/>
        </p:nvSpPr>
        <p:spPr>
          <a:xfrm xmlns:a="http://schemas.openxmlformats.org/drawingml/2006/main" flipV="1">
            <a:off x="6777898" y="2873451"/>
            <a:ext cx="98572" cy="35699"/>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9" name="Connector 68">
            <a:extLst xmlns:a="http://schemas.openxmlformats.org/drawingml/2006/main">
              <a:ext uri="{FF2B5EF4-FFF2-40B4-BE49-F238E27FC236}">
                <a16:creationId xmlns:a16="http://schemas.microsoft.com/office/drawing/2014/main" id="{3B671476-2467-4B01-BED7-2DDA1FB941F9}"/>
              </a:ext>
            </a:extLst>
          </p:cNvPr>
          <p:cNvSpPr>
            <a:spLocks xmlns:a="http://schemas.openxmlformats.org/drawingml/2006/main" noGrp="1"/>
          </p:cNvSpPr>
          <p:nvPr/>
        </p:nvSpPr>
        <p:spPr>
          <a:xfrm xmlns:a="http://schemas.openxmlformats.org/drawingml/2006/main" flipV="1">
            <a:off x="6876470" y="2850984"/>
            <a:ext cx="98573" cy="22467"/>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0" name="Connector 69">
            <a:extLst xmlns:a="http://schemas.openxmlformats.org/drawingml/2006/main">
              <a:ext uri="{FF2B5EF4-FFF2-40B4-BE49-F238E27FC236}">
                <a16:creationId xmlns:a16="http://schemas.microsoft.com/office/drawing/2014/main" id="{2ED6529E-6322-44DB-8229-AFC7EA2B21A1}"/>
              </a:ext>
            </a:extLst>
          </p:cNvPr>
          <p:cNvSpPr>
            <a:spLocks xmlns:a="http://schemas.openxmlformats.org/drawingml/2006/main" noGrp="1"/>
          </p:cNvSpPr>
          <p:nvPr/>
        </p:nvSpPr>
        <p:spPr>
          <a:xfrm xmlns:a="http://schemas.openxmlformats.org/drawingml/2006/main" flipV="1">
            <a:off x="6975043" y="2842104"/>
            <a:ext cx="98572" cy="8880"/>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1" name="Connector 70">
            <a:extLst xmlns:a="http://schemas.openxmlformats.org/drawingml/2006/main">
              <a:ext uri="{FF2B5EF4-FFF2-40B4-BE49-F238E27FC236}">
                <a16:creationId xmlns:a16="http://schemas.microsoft.com/office/drawing/2014/main" id="{5CB1C1D7-87CA-42EA-85BB-C74EA488BDE2}"/>
              </a:ext>
            </a:extLst>
          </p:cNvPr>
          <p:cNvSpPr>
            <a:spLocks xmlns:a="http://schemas.openxmlformats.org/drawingml/2006/main" noGrp="1"/>
          </p:cNvSpPr>
          <p:nvPr/>
        </p:nvSpPr>
        <p:spPr>
          <a:xfrm xmlns:a="http://schemas.openxmlformats.org/drawingml/2006/main">
            <a:off x="7073615" y="2842104"/>
            <a:ext cx="98572" cy="4845"/>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2" name="Connector 71">
            <a:extLst xmlns:a="http://schemas.openxmlformats.org/drawingml/2006/main">
              <a:ext uri="{FF2B5EF4-FFF2-40B4-BE49-F238E27FC236}">
                <a16:creationId xmlns:a16="http://schemas.microsoft.com/office/drawing/2014/main" id="{3D29275D-DF24-4E2F-8621-3E932D1C240D}"/>
              </a:ext>
            </a:extLst>
          </p:cNvPr>
          <p:cNvSpPr>
            <a:spLocks xmlns:a="http://schemas.openxmlformats.org/drawingml/2006/main" noGrp="1"/>
          </p:cNvSpPr>
          <p:nvPr/>
        </p:nvSpPr>
        <p:spPr>
          <a:xfrm xmlns:a="http://schemas.openxmlformats.org/drawingml/2006/main">
            <a:off x="7172187" y="2846949"/>
            <a:ext cx="98573" cy="18495"/>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3" name="Connector 72">
            <a:extLst xmlns:a="http://schemas.openxmlformats.org/drawingml/2006/main">
              <a:ext uri="{FF2B5EF4-FFF2-40B4-BE49-F238E27FC236}">
                <a16:creationId xmlns:a16="http://schemas.microsoft.com/office/drawing/2014/main" id="{A15F2C63-ACCA-4420-929A-65F13B78933C}"/>
              </a:ext>
            </a:extLst>
          </p:cNvPr>
          <p:cNvSpPr>
            <a:spLocks xmlns:a="http://schemas.openxmlformats.org/drawingml/2006/main" noGrp="1"/>
          </p:cNvSpPr>
          <p:nvPr/>
        </p:nvSpPr>
        <p:spPr>
          <a:xfrm xmlns:a="http://schemas.openxmlformats.org/drawingml/2006/main">
            <a:off x="7270760" y="2865444"/>
            <a:ext cx="98572" cy="31853"/>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4" name="Connector 73">
            <a:extLst xmlns:a="http://schemas.openxmlformats.org/drawingml/2006/main">
              <a:ext uri="{FF2B5EF4-FFF2-40B4-BE49-F238E27FC236}">
                <a16:creationId xmlns:a16="http://schemas.microsoft.com/office/drawing/2014/main" id="{825D26E3-6DAF-4B31-9B25-B62A830C0A2F}"/>
              </a:ext>
            </a:extLst>
          </p:cNvPr>
          <p:cNvSpPr>
            <a:spLocks xmlns:a="http://schemas.openxmlformats.org/drawingml/2006/main" noGrp="1"/>
          </p:cNvSpPr>
          <p:nvPr/>
        </p:nvSpPr>
        <p:spPr>
          <a:xfrm xmlns:a="http://schemas.openxmlformats.org/drawingml/2006/main">
            <a:off x="7369332" y="2897297"/>
            <a:ext cx="98572" cy="44708"/>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5" name="Connector 74">
            <a:extLst xmlns:a="http://schemas.openxmlformats.org/drawingml/2006/main">
              <a:ext uri="{FF2B5EF4-FFF2-40B4-BE49-F238E27FC236}">
                <a16:creationId xmlns:a16="http://schemas.microsoft.com/office/drawing/2014/main" id="{5CEF1BBB-A50C-4149-862D-280939E35B6F}"/>
              </a:ext>
            </a:extLst>
          </p:cNvPr>
          <p:cNvSpPr>
            <a:spLocks xmlns:a="http://schemas.openxmlformats.org/drawingml/2006/main" noGrp="1"/>
          </p:cNvSpPr>
          <p:nvPr/>
        </p:nvSpPr>
        <p:spPr>
          <a:xfrm xmlns:a="http://schemas.openxmlformats.org/drawingml/2006/main">
            <a:off x="7467904" y="2942005"/>
            <a:ext cx="98573" cy="56859"/>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6" name="Connector 75">
            <a:extLst xmlns:a="http://schemas.openxmlformats.org/drawingml/2006/main">
              <a:ext uri="{FF2B5EF4-FFF2-40B4-BE49-F238E27FC236}">
                <a16:creationId xmlns:a16="http://schemas.microsoft.com/office/drawing/2014/main" id="{ADB92A38-D3B1-4923-8590-DE47D4813BD0}"/>
              </a:ext>
            </a:extLst>
          </p:cNvPr>
          <p:cNvSpPr>
            <a:spLocks xmlns:a="http://schemas.openxmlformats.org/drawingml/2006/main" noGrp="1"/>
          </p:cNvSpPr>
          <p:nvPr/>
        </p:nvSpPr>
        <p:spPr>
          <a:xfrm xmlns:a="http://schemas.openxmlformats.org/drawingml/2006/main">
            <a:off x="7566477" y="2998864"/>
            <a:ext cx="98572" cy="68113"/>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7" name="Connector 76">
            <a:extLst xmlns:a="http://schemas.openxmlformats.org/drawingml/2006/main">
              <a:ext uri="{FF2B5EF4-FFF2-40B4-BE49-F238E27FC236}">
                <a16:creationId xmlns:a16="http://schemas.microsoft.com/office/drawing/2014/main" id="{C8927733-C8CB-4A34-8E84-DBB19270A7F8}"/>
              </a:ext>
            </a:extLst>
          </p:cNvPr>
          <p:cNvSpPr>
            <a:spLocks xmlns:a="http://schemas.openxmlformats.org/drawingml/2006/main" noGrp="1"/>
          </p:cNvSpPr>
          <p:nvPr/>
        </p:nvSpPr>
        <p:spPr>
          <a:xfrm xmlns:a="http://schemas.openxmlformats.org/drawingml/2006/main">
            <a:off x="7665049" y="3066977"/>
            <a:ext cx="98572" cy="78293"/>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8" name="Connector 77">
            <a:extLst xmlns:a="http://schemas.openxmlformats.org/drawingml/2006/main">
              <a:ext uri="{FF2B5EF4-FFF2-40B4-BE49-F238E27FC236}">
                <a16:creationId xmlns:a16="http://schemas.microsoft.com/office/drawing/2014/main" id="{C2BAC33B-54C2-4B47-93CA-4B8EB4A0866F}"/>
              </a:ext>
            </a:extLst>
          </p:cNvPr>
          <p:cNvSpPr>
            <a:spLocks xmlns:a="http://schemas.openxmlformats.org/drawingml/2006/main" noGrp="1"/>
          </p:cNvSpPr>
          <p:nvPr/>
        </p:nvSpPr>
        <p:spPr>
          <a:xfrm xmlns:a="http://schemas.openxmlformats.org/drawingml/2006/main">
            <a:off x="7763621" y="3145270"/>
            <a:ext cx="98573" cy="87238"/>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9" name="Connector 78">
            <a:extLst xmlns:a="http://schemas.openxmlformats.org/drawingml/2006/main">
              <a:ext uri="{FF2B5EF4-FFF2-40B4-BE49-F238E27FC236}">
                <a16:creationId xmlns:a16="http://schemas.microsoft.com/office/drawing/2014/main" id="{AE385079-D0C9-484B-9312-EF6A3CC5B4EE}"/>
              </a:ext>
            </a:extLst>
          </p:cNvPr>
          <p:cNvSpPr>
            <a:spLocks xmlns:a="http://schemas.openxmlformats.org/drawingml/2006/main" noGrp="1"/>
          </p:cNvSpPr>
          <p:nvPr/>
        </p:nvSpPr>
        <p:spPr>
          <a:xfrm xmlns:a="http://schemas.openxmlformats.org/drawingml/2006/main">
            <a:off x="7862194" y="3232508"/>
            <a:ext cx="98572" cy="94807"/>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0" name="Connector 79">
            <a:extLst xmlns:a="http://schemas.openxmlformats.org/drawingml/2006/main">
              <a:ext uri="{FF2B5EF4-FFF2-40B4-BE49-F238E27FC236}">
                <a16:creationId xmlns:a16="http://schemas.microsoft.com/office/drawing/2014/main" id="{8BD48B10-3564-4C56-8D95-15797A98F86F}"/>
              </a:ext>
            </a:extLst>
          </p:cNvPr>
          <p:cNvSpPr>
            <a:spLocks xmlns:a="http://schemas.openxmlformats.org/drawingml/2006/main" noGrp="1"/>
          </p:cNvSpPr>
          <p:nvPr/>
        </p:nvSpPr>
        <p:spPr>
          <a:xfrm xmlns:a="http://schemas.openxmlformats.org/drawingml/2006/main">
            <a:off x="7960766" y="3327315"/>
            <a:ext cx="98572" cy="100881"/>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1" name="Connector 80">
            <a:extLst xmlns:a="http://schemas.openxmlformats.org/drawingml/2006/main">
              <a:ext uri="{FF2B5EF4-FFF2-40B4-BE49-F238E27FC236}">
                <a16:creationId xmlns:a16="http://schemas.microsoft.com/office/drawing/2014/main" id="{817A835F-8929-4450-927C-BCDC48B4609F}"/>
              </a:ext>
            </a:extLst>
          </p:cNvPr>
          <p:cNvSpPr>
            <a:spLocks xmlns:a="http://schemas.openxmlformats.org/drawingml/2006/main" noGrp="1"/>
          </p:cNvSpPr>
          <p:nvPr/>
        </p:nvSpPr>
        <p:spPr>
          <a:xfrm xmlns:a="http://schemas.openxmlformats.org/drawingml/2006/main">
            <a:off x="8059338" y="3428196"/>
            <a:ext cx="98573" cy="105364"/>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2" name="Connector 81">
            <a:extLst xmlns:a="http://schemas.openxmlformats.org/drawingml/2006/main">
              <a:ext uri="{FF2B5EF4-FFF2-40B4-BE49-F238E27FC236}">
                <a16:creationId xmlns:a16="http://schemas.microsoft.com/office/drawing/2014/main" id="{B61A88F4-2A34-49B3-8E06-696632D7B50B}"/>
              </a:ext>
            </a:extLst>
          </p:cNvPr>
          <p:cNvSpPr>
            <a:spLocks xmlns:a="http://schemas.openxmlformats.org/drawingml/2006/main" noGrp="1"/>
          </p:cNvSpPr>
          <p:nvPr/>
        </p:nvSpPr>
        <p:spPr>
          <a:xfrm xmlns:a="http://schemas.openxmlformats.org/drawingml/2006/main">
            <a:off x="8157911" y="3533560"/>
            <a:ext cx="98572" cy="108185"/>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3" name="Connector 82">
            <a:extLst xmlns:a="http://schemas.openxmlformats.org/drawingml/2006/main">
              <a:ext uri="{FF2B5EF4-FFF2-40B4-BE49-F238E27FC236}">
                <a16:creationId xmlns:a16="http://schemas.microsoft.com/office/drawing/2014/main" id="{B616161F-B6A0-473F-81D3-27E3DF374FED}"/>
              </a:ext>
            </a:extLst>
          </p:cNvPr>
          <p:cNvSpPr>
            <a:spLocks xmlns:a="http://schemas.openxmlformats.org/drawingml/2006/main" noGrp="1"/>
          </p:cNvSpPr>
          <p:nvPr/>
        </p:nvSpPr>
        <p:spPr>
          <a:xfrm xmlns:a="http://schemas.openxmlformats.org/drawingml/2006/main">
            <a:off x="8256483" y="3641745"/>
            <a:ext cx="98572" cy="109301"/>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4" name="Connector 83">
            <a:extLst xmlns:a="http://schemas.openxmlformats.org/drawingml/2006/main">
              <a:ext uri="{FF2B5EF4-FFF2-40B4-BE49-F238E27FC236}">
                <a16:creationId xmlns:a16="http://schemas.microsoft.com/office/drawing/2014/main" id="{376F117A-71DF-4918-8492-823C4D0C08E8}"/>
              </a:ext>
            </a:extLst>
          </p:cNvPr>
          <p:cNvSpPr>
            <a:spLocks xmlns:a="http://schemas.openxmlformats.org/drawingml/2006/main" noGrp="1"/>
          </p:cNvSpPr>
          <p:nvPr/>
        </p:nvSpPr>
        <p:spPr>
          <a:xfrm xmlns:a="http://schemas.openxmlformats.org/drawingml/2006/main">
            <a:off x="8355055" y="3751046"/>
            <a:ext cx="98573" cy="108692"/>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5" name="Connector 84">
            <a:extLst xmlns:a="http://schemas.openxmlformats.org/drawingml/2006/main">
              <a:ext uri="{FF2B5EF4-FFF2-40B4-BE49-F238E27FC236}">
                <a16:creationId xmlns:a16="http://schemas.microsoft.com/office/drawing/2014/main" id="{24709EDC-B145-4687-BC56-57960645F637}"/>
              </a:ext>
            </a:extLst>
          </p:cNvPr>
          <p:cNvSpPr>
            <a:spLocks xmlns:a="http://schemas.openxmlformats.org/drawingml/2006/main" noGrp="1"/>
          </p:cNvSpPr>
          <p:nvPr/>
        </p:nvSpPr>
        <p:spPr>
          <a:xfrm xmlns:a="http://schemas.openxmlformats.org/drawingml/2006/main">
            <a:off x="8453628" y="3859738"/>
            <a:ext cx="98572" cy="106370"/>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6" name="Connector 85">
            <a:extLst xmlns:a="http://schemas.openxmlformats.org/drawingml/2006/main">
              <a:ext uri="{FF2B5EF4-FFF2-40B4-BE49-F238E27FC236}">
                <a16:creationId xmlns:a16="http://schemas.microsoft.com/office/drawing/2014/main" id="{D604D740-44BB-4B88-AA27-A9A1FCCF9FAC}"/>
              </a:ext>
            </a:extLst>
          </p:cNvPr>
          <p:cNvSpPr>
            <a:spLocks xmlns:a="http://schemas.openxmlformats.org/drawingml/2006/main" noGrp="1"/>
          </p:cNvSpPr>
          <p:nvPr/>
        </p:nvSpPr>
        <p:spPr>
          <a:xfrm xmlns:a="http://schemas.openxmlformats.org/drawingml/2006/main">
            <a:off x="8552200" y="3966108"/>
            <a:ext cx="98572" cy="102369"/>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7" name="Connector 86">
            <a:extLst xmlns:a="http://schemas.openxmlformats.org/drawingml/2006/main">
              <a:ext uri="{FF2B5EF4-FFF2-40B4-BE49-F238E27FC236}">
                <a16:creationId xmlns:a16="http://schemas.microsoft.com/office/drawing/2014/main" id="{110CF6B9-B666-4942-B4F3-7E578D940D75}"/>
              </a:ext>
            </a:extLst>
          </p:cNvPr>
          <p:cNvSpPr>
            <a:spLocks xmlns:a="http://schemas.openxmlformats.org/drawingml/2006/main" noGrp="1"/>
          </p:cNvSpPr>
          <p:nvPr/>
        </p:nvSpPr>
        <p:spPr>
          <a:xfrm xmlns:a="http://schemas.openxmlformats.org/drawingml/2006/main">
            <a:off x="8650772" y="4068477"/>
            <a:ext cx="98572" cy="96755"/>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8" name="Connector 87">
            <a:extLst xmlns:a="http://schemas.openxmlformats.org/drawingml/2006/main">
              <a:ext uri="{FF2B5EF4-FFF2-40B4-BE49-F238E27FC236}">
                <a16:creationId xmlns:a16="http://schemas.microsoft.com/office/drawing/2014/main" id="{2E4C7106-120B-4CAA-B296-517BF3177375}"/>
              </a:ext>
            </a:extLst>
          </p:cNvPr>
          <p:cNvSpPr>
            <a:spLocks xmlns:a="http://schemas.openxmlformats.org/drawingml/2006/main" noGrp="1"/>
          </p:cNvSpPr>
          <p:nvPr/>
        </p:nvSpPr>
        <p:spPr>
          <a:xfrm xmlns:a="http://schemas.openxmlformats.org/drawingml/2006/main">
            <a:off x="8749344" y="4165232"/>
            <a:ext cx="98573" cy="89615"/>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9" name="Connector 88">
            <a:extLst xmlns:a="http://schemas.openxmlformats.org/drawingml/2006/main">
              <a:ext uri="{FF2B5EF4-FFF2-40B4-BE49-F238E27FC236}">
                <a16:creationId xmlns:a16="http://schemas.microsoft.com/office/drawing/2014/main" id="{F3FE9CD2-3B95-4F6A-A5C7-C647EABD0F7A}"/>
              </a:ext>
            </a:extLst>
          </p:cNvPr>
          <p:cNvSpPr>
            <a:spLocks xmlns:a="http://schemas.openxmlformats.org/drawingml/2006/main" noGrp="1"/>
          </p:cNvSpPr>
          <p:nvPr/>
        </p:nvSpPr>
        <p:spPr>
          <a:xfrm xmlns:a="http://schemas.openxmlformats.org/drawingml/2006/main">
            <a:off x="8847917" y="4254847"/>
            <a:ext cx="98572" cy="81061"/>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0" name="Connector 89">
            <a:extLst xmlns:a="http://schemas.openxmlformats.org/drawingml/2006/main">
              <a:ext uri="{FF2B5EF4-FFF2-40B4-BE49-F238E27FC236}">
                <a16:creationId xmlns:a16="http://schemas.microsoft.com/office/drawing/2014/main" id="{6C576B5A-9A00-48AD-B5E5-89B0BB826932}"/>
              </a:ext>
            </a:extLst>
          </p:cNvPr>
          <p:cNvSpPr>
            <a:spLocks xmlns:a="http://schemas.openxmlformats.org/drawingml/2006/main" noGrp="1"/>
          </p:cNvSpPr>
          <p:nvPr/>
        </p:nvSpPr>
        <p:spPr>
          <a:xfrm xmlns:a="http://schemas.openxmlformats.org/drawingml/2006/main">
            <a:off x="8946489" y="4335908"/>
            <a:ext cx="98572" cy="71228"/>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1" name="Connector 90">
            <a:extLst xmlns:a="http://schemas.openxmlformats.org/drawingml/2006/main">
              <a:ext uri="{FF2B5EF4-FFF2-40B4-BE49-F238E27FC236}">
                <a16:creationId xmlns:a16="http://schemas.microsoft.com/office/drawing/2014/main" id="{3C9404F7-96CF-4211-A48D-C832321A1D2B}"/>
              </a:ext>
            </a:extLst>
          </p:cNvPr>
          <p:cNvSpPr>
            <a:spLocks xmlns:a="http://schemas.openxmlformats.org/drawingml/2006/main" noGrp="1"/>
          </p:cNvSpPr>
          <p:nvPr/>
        </p:nvSpPr>
        <p:spPr>
          <a:xfrm xmlns:a="http://schemas.openxmlformats.org/drawingml/2006/main">
            <a:off x="9045061" y="4407136"/>
            <a:ext cx="98573" cy="60274"/>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2" name="Connector 91">
            <a:extLst xmlns:a="http://schemas.openxmlformats.org/drawingml/2006/main">
              <a:ext uri="{FF2B5EF4-FFF2-40B4-BE49-F238E27FC236}">
                <a16:creationId xmlns:a16="http://schemas.microsoft.com/office/drawing/2014/main" id="{106A5A97-BC83-4CED-8E84-41B6A12D4560}"/>
              </a:ext>
            </a:extLst>
          </p:cNvPr>
          <p:cNvSpPr>
            <a:spLocks xmlns:a="http://schemas.openxmlformats.org/drawingml/2006/main" noGrp="1"/>
          </p:cNvSpPr>
          <p:nvPr/>
        </p:nvSpPr>
        <p:spPr>
          <a:xfrm xmlns:a="http://schemas.openxmlformats.org/drawingml/2006/main">
            <a:off x="9143634" y="4467410"/>
            <a:ext cx="98572" cy="48367"/>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3" name="Connector 92">
            <a:extLst xmlns:a="http://schemas.openxmlformats.org/drawingml/2006/main">
              <a:ext uri="{FF2B5EF4-FFF2-40B4-BE49-F238E27FC236}">
                <a16:creationId xmlns:a16="http://schemas.microsoft.com/office/drawing/2014/main" id="{F5A75400-8D8F-43D7-A511-9EE8D948DD1E}"/>
              </a:ext>
            </a:extLst>
          </p:cNvPr>
          <p:cNvSpPr>
            <a:spLocks xmlns:a="http://schemas.openxmlformats.org/drawingml/2006/main" noGrp="1"/>
          </p:cNvSpPr>
          <p:nvPr/>
        </p:nvSpPr>
        <p:spPr>
          <a:xfrm xmlns:a="http://schemas.openxmlformats.org/drawingml/2006/main">
            <a:off x="9242206" y="4515777"/>
            <a:ext cx="98572" cy="35699"/>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4" name="Connector 93">
            <a:extLst xmlns:a="http://schemas.openxmlformats.org/drawingml/2006/main">
              <a:ext uri="{FF2B5EF4-FFF2-40B4-BE49-F238E27FC236}">
                <a16:creationId xmlns:a16="http://schemas.microsoft.com/office/drawing/2014/main" id="{F029113B-B4EE-4FC5-87BE-FB96929105BE}"/>
              </a:ext>
            </a:extLst>
          </p:cNvPr>
          <p:cNvSpPr>
            <a:spLocks xmlns:a="http://schemas.openxmlformats.org/drawingml/2006/main" noGrp="1"/>
          </p:cNvSpPr>
          <p:nvPr/>
        </p:nvSpPr>
        <p:spPr>
          <a:xfrm xmlns:a="http://schemas.openxmlformats.org/drawingml/2006/main">
            <a:off x="9340778" y="4551476"/>
            <a:ext cx="98573" cy="22467"/>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5" name="Connector 94">
            <a:extLst xmlns:a="http://schemas.openxmlformats.org/drawingml/2006/main">
              <a:ext uri="{FF2B5EF4-FFF2-40B4-BE49-F238E27FC236}">
                <a16:creationId xmlns:a16="http://schemas.microsoft.com/office/drawing/2014/main" id="{A13B1C4B-97E4-40E2-A4DE-D710097B7F9E}"/>
              </a:ext>
            </a:extLst>
          </p:cNvPr>
          <p:cNvSpPr>
            <a:spLocks xmlns:a="http://schemas.openxmlformats.org/drawingml/2006/main" noGrp="1"/>
          </p:cNvSpPr>
          <p:nvPr/>
        </p:nvSpPr>
        <p:spPr>
          <a:xfrm xmlns:a="http://schemas.openxmlformats.org/drawingml/2006/main">
            <a:off x="9439351" y="4573943"/>
            <a:ext cx="98572" cy="8880"/>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6" name="Connector 95">
            <a:extLst xmlns:a="http://schemas.openxmlformats.org/drawingml/2006/main">
              <a:ext uri="{FF2B5EF4-FFF2-40B4-BE49-F238E27FC236}">
                <a16:creationId xmlns:a16="http://schemas.microsoft.com/office/drawing/2014/main" id="{1BD442AA-6F39-406C-B84A-E014C12688BE}"/>
              </a:ext>
            </a:extLst>
          </p:cNvPr>
          <p:cNvSpPr>
            <a:spLocks xmlns:a="http://schemas.openxmlformats.org/drawingml/2006/main" noGrp="1"/>
          </p:cNvSpPr>
          <p:nvPr/>
        </p:nvSpPr>
        <p:spPr>
          <a:xfrm xmlns:a="http://schemas.openxmlformats.org/drawingml/2006/main" flipV="1">
            <a:off x="9537923" y="4577978"/>
            <a:ext cx="98572" cy="4845"/>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7" name="Connector 96">
            <a:extLst xmlns:a="http://schemas.openxmlformats.org/drawingml/2006/main">
              <a:ext uri="{FF2B5EF4-FFF2-40B4-BE49-F238E27FC236}">
                <a16:creationId xmlns:a16="http://schemas.microsoft.com/office/drawing/2014/main" id="{334EA92D-87FF-4959-B532-759832533391}"/>
              </a:ext>
            </a:extLst>
          </p:cNvPr>
          <p:cNvSpPr>
            <a:spLocks xmlns:a="http://schemas.openxmlformats.org/drawingml/2006/main" noGrp="1"/>
          </p:cNvSpPr>
          <p:nvPr/>
        </p:nvSpPr>
        <p:spPr>
          <a:xfrm xmlns:a="http://schemas.openxmlformats.org/drawingml/2006/main" flipV="1">
            <a:off x="9636495" y="4559483"/>
            <a:ext cx="98573" cy="18495"/>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8" name="Connector 97">
            <a:extLst xmlns:a="http://schemas.openxmlformats.org/drawingml/2006/main">
              <a:ext uri="{FF2B5EF4-FFF2-40B4-BE49-F238E27FC236}">
                <a16:creationId xmlns:a16="http://schemas.microsoft.com/office/drawing/2014/main" id="{CE8500B7-2A18-4183-974B-5A792A33B8D2}"/>
              </a:ext>
            </a:extLst>
          </p:cNvPr>
          <p:cNvSpPr>
            <a:spLocks xmlns:a="http://schemas.openxmlformats.org/drawingml/2006/main" noGrp="1"/>
          </p:cNvSpPr>
          <p:nvPr/>
        </p:nvSpPr>
        <p:spPr>
          <a:xfrm xmlns:a="http://schemas.openxmlformats.org/drawingml/2006/main" flipV="1">
            <a:off x="9735068" y="4527630"/>
            <a:ext cx="98572" cy="31853"/>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9" name="Connector 98">
            <a:extLst xmlns:a="http://schemas.openxmlformats.org/drawingml/2006/main">
              <a:ext uri="{FF2B5EF4-FFF2-40B4-BE49-F238E27FC236}">
                <a16:creationId xmlns:a16="http://schemas.microsoft.com/office/drawing/2014/main" id="{D936EEC8-DF79-4516-9AD9-593B05F0E544}"/>
              </a:ext>
            </a:extLst>
          </p:cNvPr>
          <p:cNvSpPr>
            <a:spLocks xmlns:a="http://schemas.openxmlformats.org/drawingml/2006/main" noGrp="1"/>
          </p:cNvSpPr>
          <p:nvPr/>
        </p:nvSpPr>
        <p:spPr>
          <a:xfrm xmlns:a="http://schemas.openxmlformats.org/drawingml/2006/main" flipV="1">
            <a:off x="9833640" y="4482922"/>
            <a:ext cx="98572" cy="44708"/>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0" name="Connector 99">
            <a:extLst xmlns:a="http://schemas.openxmlformats.org/drawingml/2006/main">
              <a:ext uri="{FF2B5EF4-FFF2-40B4-BE49-F238E27FC236}">
                <a16:creationId xmlns:a16="http://schemas.microsoft.com/office/drawing/2014/main" id="{72939458-4541-47C9-AC61-32E6C7A63BEB}"/>
              </a:ext>
            </a:extLst>
          </p:cNvPr>
          <p:cNvSpPr>
            <a:spLocks xmlns:a="http://schemas.openxmlformats.org/drawingml/2006/main" noGrp="1"/>
          </p:cNvSpPr>
          <p:nvPr/>
        </p:nvSpPr>
        <p:spPr>
          <a:xfrm xmlns:a="http://schemas.openxmlformats.org/drawingml/2006/main" flipV="1">
            <a:off x="9932212" y="4426063"/>
            <a:ext cx="98573" cy="56859"/>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1" name="Connector 100">
            <a:extLst xmlns:a="http://schemas.openxmlformats.org/drawingml/2006/main">
              <a:ext uri="{FF2B5EF4-FFF2-40B4-BE49-F238E27FC236}">
                <a16:creationId xmlns:a16="http://schemas.microsoft.com/office/drawing/2014/main" id="{BE8DFA60-D42B-430F-9F49-5A4557468250}"/>
              </a:ext>
            </a:extLst>
          </p:cNvPr>
          <p:cNvSpPr>
            <a:spLocks xmlns:a="http://schemas.openxmlformats.org/drawingml/2006/main" noGrp="1"/>
          </p:cNvSpPr>
          <p:nvPr/>
        </p:nvSpPr>
        <p:spPr>
          <a:xfrm xmlns:a="http://schemas.openxmlformats.org/drawingml/2006/main" flipV="1">
            <a:off x="10030785" y="4357950"/>
            <a:ext cx="98572" cy="68113"/>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2" name="Connector 101">
            <a:extLst xmlns:a="http://schemas.openxmlformats.org/drawingml/2006/main">
              <a:ext uri="{FF2B5EF4-FFF2-40B4-BE49-F238E27FC236}">
                <a16:creationId xmlns:a16="http://schemas.microsoft.com/office/drawing/2014/main" id="{49C77810-077D-4184-B3CD-6E7692B34725}"/>
              </a:ext>
            </a:extLst>
          </p:cNvPr>
          <p:cNvSpPr>
            <a:spLocks xmlns:a="http://schemas.openxmlformats.org/drawingml/2006/main" noGrp="1"/>
          </p:cNvSpPr>
          <p:nvPr/>
        </p:nvSpPr>
        <p:spPr>
          <a:xfrm xmlns:a="http://schemas.openxmlformats.org/drawingml/2006/main" flipV="1">
            <a:off x="10129357" y="4279657"/>
            <a:ext cx="98572" cy="78293"/>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3" name="Connector 102">
            <a:extLst xmlns:a="http://schemas.openxmlformats.org/drawingml/2006/main">
              <a:ext uri="{FF2B5EF4-FFF2-40B4-BE49-F238E27FC236}">
                <a16:creationId xmlns:a16="http://schemas.microsoft.com/office/drawing/2014/main" id="{37CE1A9F-ECCC-43A6-8B35-2DA3A536A350}"/>
              </a:ext>
            </a:extLst>
          </p:cNvPr>
          <p:cNvSpPr>
            <a:spLocks xmlns:a="http://schemas.openxmlformats.org/drawingml/2006/main" noGrp="1"/>
          </p:cNvSpPr>
          <p:nvPr/>
        </p:nvSpPr>
        <p:spPr>
          <a:xfrm xmlns:a="http://schemas.openxmlformats.org/drawingml/2006/main" flipV="1">
            <a:off x="10227929" y="4192419"/>
            <a:ext cx="98573" cy="87238"/>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4" name="Connector 103">
            <a:extLst xmlns:a="http://schemas.openxmlformats.org/drawingml/2006/main">
              <a:ext uri="{FF2B5EF4-FFF2-40B4-BE49-F238E27FC236}">
                <a16:creationId xmlns:a16="http://schemas.microsoft.com/office/drawing/2014/main" id="{77CE0F25-5537-4B88-83F0-09A3611241E0}"/>
              </a:ext>
            </a:extLst>
          </p:cNvPr>
          <p:cNvSpPr>
            <a:spLocks xmlns:a="http://schemas.openxmlformats.org/drawingml/2006/main" noGrp="1"/>
          </p:cNvSpPr>
          <p:nvPr/>
        </p:nvSpPr>
        <p:spPr>
          <a:xfrm xmlns:a="http://schemas.openxmlformats.org/drawingml/2006/main" flipV="1">
            <a:off x="10326502" y="4097612"/>
            <a:ext cx="98572" cy="94807"/>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5" name="Connector 104">
            <a:extLst xmlns:a="http://schemas.openxmlformats.org/drawingml/2006/main">
              <a:ext uri="{FF2B5EF4-FFF2-40B4-BE49-F238E27FC236}">
                <a16:creationId xmlns:a16="http://schemas.microsoft.com/office/drawing/2014/main" id="{AC3946DB-5605-4DC0-8182-E1BAD4226616}"/>
              </a:ext>
            </a:extLst>
          </p:cNvPr>
          <p:cNvSpPr>
            <a:spLocks xmlns:a="http://schemas.openxmlformats.org/drawingml/2006/main" noGrp="1"/>
          </p:cNvSpPr>
          <p:nvPr/>
        </p:nvSpPr>
        <p:spPr>
          <a:xfrm xmlns:a="http://schemas.openxmlformats.org/drawingml/2006/main" flipV="1">
            <a:off x="10425074" y="3996731"/>
            <a:ext cx="98572" cy="100881"/>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6" name="Connector 105">
            <a:extLst xmlns:a="http://schemas.openxmlformats.org/drawingml/2006/main">
              <a:ext uri="{FF2B5EF4-FFF2-40B4-BE49-F238E27FC236}">
                <a16:creationId xmlns:a16="http://schemas.microsoft.com/office/drawing/2014/main" id="{026A675D-A802-4C8A-BB42-265E87B2C0F6}"/>
              </a:ext>
            </a:extLst>
          </p:cNvPr>
          <p:cNvSpPr>
            <a:spLocks xmlns:a="http://schemas.openxmlformats.org/drawingml/2006/main" noGrp="1"/>
          </p:cNvSpPr>
          <p:nvPr/>
        </p:nvSpPr>
        <p:spPr>
          <a:xfrm xmlns:a="http://schemas.openxmlformats.org/drawingml/2006/main" flipV="1">
            <a:off x="10523646" y="3891367"/>
            <a:ext cx="98573" cy="105364"/>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7" name="Connector 106">
            <a:extLst xmlns:a="http://schemas.openxmlformats.org/drawingml/2006/main">
              <a:ext uri="{FF2B5EF4-FFF2-40B4-BE49-F238E27FC236}">
                <a16:creationId xmlns:a16="http://schemas.microsoft.com/office/drawing/2014/main" id="{795B9E89-455F-48BA-94F4-3C2945A0DFA9}"/>
              </a:ext>
            </a:extLst>
          </p:cNvPr>
          <p:cNvSpPr>
            <a:spLocks xmlns:a="http://schemas.openxmlformats.org/drawingml/2006/main" noGrp="1"/>
          </p:cNvSpPr>
          <p:nvPr/>
        </p:nvSpPr>
        <p:spPr>
          <a:xfrm xmlns:a="http://schemas.openxmlformats.org/drawingml/2006/main" flipV="1">
            <a:off x="10622219" y="3783182"/>
            <a:ext cx="98572" cy="108185"/>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8" name="Connector 107">
            <a:extLst xmlns:a="http://schemas.openxmlformats.org/drawingml/2006/main">
              <a:ext uri="{FF2B5EF4-FFF2-40B4-BE49-F238E27FC236}">
                <a16:creationId xmlns:a16="http://schemas.microsoft.com/office/drawing/2014/main" id="{E0F85DCB-48A3-4265-9E3E-A904B02BACE1}"/>
              </a:ext>
            </a:extLst>
          </p:cNvPr>
          <p:cNvSpPr>
            <a:spLocks xmlns:a="http://schemas.openxmlformats.org/drawingml/2006/main" noGrp="1"/>
          </p:cNvSpPr>
          <p:nvPr/>
        </p:nvSpPr>
        <p:spPr>
          <a:xfrm xmlns:a="http://schemas.openxmlformats.org/drawingml/2006/main" flipV="1">
            <a:off x="10720791" y="3673881"/>
            <a:ext cx="98572" cy="109301"/>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9" name="Connector 108">
            <a:extLst xmlns:a="http://schemas.openxmlformats.org/drawingml/2006/main">
              <a:ext uri="{FF2B5EF4-FFF2-40B4-BE49-F238E27FC236}">
                <a16:creationId xmlns:a16="http://schemas.microsoft.com/office/drawing/2014/main" id="{CD2CD8EF-D494-431D-9205-3778E84A00BD}"/>
              </a:ext>
            </a:extLst>
          </p:cNvPr>
          <p:cNvSpPr>
            <a:spLocks xmlns:a="http://schemas.openxmlformats.org/drawingml/2006/main" noGrp="1"/>
          </p:cNvSpPr>
          <p:nvPr/>
        </p:nvSpPr>
        <p:spPr>
          <a:xfrm xmlns:a="http://schemas.openxmlformats.org/drawingml/2006/main" flipV="1">
            <a:off x="10819363" y="3565189"/>
            <a:ext cx="98573" cy="108692"/>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10" name="Connector 109">
            <a:extLst xmlns:a="http://schemas.openxmlformats.org/drawingml/2006/main">
              <a:ext uri="{FF2B5EF4-FFF2-40B4-BE49-F238E27FC236}">
                <a16:creationId xmlns:a16="http://schemas.microsoft.com/office/drawing/2014/main" id="{C001C97E-DE61-4AD0-A64C-4EA89E56230E}"/>
              </a:ext>
            </a:extLst>
          </p:cNvPr>
          <p:cNvSpPr>
            <a:spLocks xmlns:a="http://schemas.openxmlformats.org/drawingml/2006/main" noGrp="1"/>
          </p:cNvSpPr>
          <p:nvPr/>
        </p:nvSpPr>
        <p:spPr>
          <a:xfrm xmlns:a="http://schemas.openxmlformats.org/drawingml/2006/main">
            <a:off x="6638544" y="2587752"/>
            <a:ext cx="0" cy="2286000"/>
          </a:xfrm>
          <a:prstGeom xmlns:a="http://schemas.openxmlformats.org/drawingml/2006/main" prst="line">
            <a:avLst/>
          </a:prstGeom>
          <a:ln xmlns:a="http://schemas.openxmlformats.org/drawingml/2006/main" w="40640">
            <a:solidFill>
              <a:srgbClr val="FF000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11" name="TextBox 110">
            <a:extLst xmlns:a="http://schemas.openxmlformats.org/drawingml/2006/main">
              <a:ext uri="{FF2B5EF4-FFF2-40B4-BE49-F238E27FC236}">
                <a16:creationId xmlns:a16="http://schemas.microsoft.com/office/drawing/2014/main" id="{1C36E5B3-4CFB-4BD8-AEE0-BBE53707F0BE}"/>
              </a:ext>
            </a:extLst>
          </p:cNvPr>
          <p:cNvSpPr>
            <a:spLocks xmlns:a="http://schemas.openxmlformats.org/drawingml/2006/main" noGrp="1"/>
          </p:cNvSpPr>
          <p:nvPr/>
        </p:nvSpPr>
        <p:spPr>
          <a:xfrm xmlns:a="http://schemas.openxmlformats.org/drawingml/2006/main">
            <a:off x="914400" y="5330952"/>
            <a:ext cx="5760720" cy="3505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300" b="1">
                <a:solidFill>
                  <a:srgbClr val="262626"/>
                </a:solidFill>
                <a:latin typeface="Alibaba PuHuiTi 3.0 115 Black"/>
                <a:ea typeface="Alibaba PuHuiTi 3.0 115 Black"/>
                <a:cs typeface="Alibaba PuHuiTi 3.0 115 Black"/>
              </a:defRPr>
            </a:defPPr>
          </a:lstStyle>
          <a:p xmlns:a="http://schemas.openxmlformats.org/drawingml/2006/main">
            <a:pPr algn="l">
              <a:spcAft>
                <a:spcPts val="300"/>
              </a:spcAft>
              <a:buNone/>
              <a:defRPr sz="2300" b="1">
                <a:solidFill>
                  <a:srgbClr val="262626"/>
                </a:solidFill>
                <a:latin typeface="Alibaba PuHuiTi 3.0 115 Black"/>
                <a:ea typeface="Alibaba PuHuiTi 3.0 115 Black"/>
                <a:cs typeface="Alibaba PuHuiTi 3.0 115 Black"/>
              </a:defRPr>
            </a:pPr>
            <a:r>
              <a:rPr sz="2300" b="1">
                <a:solidFill>
                  <a:srgbClr val="262626"/>
                </a:solidFill>
                <a:latin typeface="Alibaba PuHuiTi 3.0 115 Black"/>
                <a:ea typeface="Alibaba PuHuiTi 3.0 115 Black"/>
                <a:cs typeface="Alibaba PuHuiTi 3.0 115 Black"/>
              </a:rPr>
              <a:t>▶ 由教室浏览器播放</a:t>
            </a:r>
          </a:p>
        </p:txBody>
      </p:sp>
      <p:sp>
        <p:nvSpPr>
          <p:cNvPr id="112" name="TextBox 111">
            <a:extLst xmlns:a="http://schemas.openxmlformats.org/drawingml/2006/main">
              <a:ext uri="{FF2B5EF4-FFF2-40B4-BE49-F238E27FC236}">
                <a16:creationId xmlns:a16="http://schemas.microsoft.com/office/drawing/2014/main" id="{AEC6ED9C-00A7-4230-A81E-EF0E561BB660}"/>
              </a:ext>
            </a:extLst>
          </p:cNvPr>
          <p:cNvSpPr>
            <a:spLocks xmlns:a="http://schemas.openxmlformats.org/drawingml/2006/main" noGrp="1"/>
          </p:cNvSpPr>
          <p:nvPr/>
        </p:nvSpPr>
        <p:spPr>
          <a:xfrm xmlns:a="http://schemas.openxmlformats.org/drawingml/2006/main">
            <a:off x="7726679" y="5330952"/>
            <a:ext cx="3108960" cy="3505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300" b="1">
                <a:solidFill>
                  <a:srgbClr val="8C64E1"/>
                </a:solidFill>
                <a:latin typeface="Alibaba PuHuiTi 3.0 115 Black"/>
                <a:ea typeface="Alibaba PuHuiTi 3.0 115 Black"/>
                <a:cs typeface="Alibaba PuHuiTi 3.0 115 Black"/>
              </a:defRPr>
            </a:defPPr>
          </a:lstStyle>
          <a:p xmlns:a="http://schemas.openxmlformats.org/drawingml/2006/main">
            <a:pPr algn="l">
              <a:spcAft>
                <a:spcPts val="300"/>
              </a:spcAft>
              <a:buNone/>
              <a:defRPr sz="2300" b="1">
                <a:solidFill>
                  <a:srgbClr val="8C64E1"/>
                </a:solidFill>
                <a:latin typeface="Alibaba PuHuiTi 3.0 115 Black"/>
                <a:ea typeface="Alibaba PuHuiTi 3.0 115 Black"/>
                <a:cs typeface="Alibaba PuHuiTi 3.0 115 Black"/>
              </a:defRPr>
            </a:pPr>
            <a:r>
              <a:rPr sz="2300" b="1">
                <a:solidFill>
                  <a:srgbClr val="8C64E1"/>
                </a:solidFill>
                <a:latin typeface="Alibaba PuHuiTi 3.0 115 Black"/>
                <a:ea typeface="Alibaba PuHuiTi 3.0 115 Black"/>
                <a:cs typeface="Alibaba PuHuiTi 3.0 115 Black"/>
              </a:rPr>
              <a:t>时间继续向右</a:t>
            </a:r>
          </a:p>
        </p:txBody>
      </p:sp>
      <p:sp>
        <p:nvSpPr>
          <p:cNvPr id="8" name="TextBox 7">
            <a:extLst xmlns:a="http://schemas.openxmlformats.org/drawingml/2006/main">
              <a:ext uri="{FF2B5EF4-FFF2-40B4-BE49-F238E27FC236}">
                <a16:creationId xmlns:a16="http://schemas.microsoft.com/office/drawing/2014/main" id="{9C680741-C0F7-43BC-9FD8-4DAEC3434E02}"/>
              </a:ext>
            </a:extLst>
          </p:cNvPr>
          <p:cNvSpPr>
            <a:spLocks xmlns:a="http://schemas.openxmlformats.org/drawingml/2006/main" noGrp="1"/>
          </p:cNvSpPr>
          <p:nvPr/>
        </p:nvSpPr>
        <p:spPr>
          <a:xfrm xmlns:a="http://schemas.openxmlformats.org/drawingml/2006/main">
            <a:off x="941832" y="2093976"/>
            <a:ext cx="1143000" cy="259080"/>
          </a:xfrm>
          <a:prstGeom xmlns:a="http://schemas.openxmlformats.org/drawingml/2006/main" prst="rect">
            <a:avLst/>
          </a:prstGeom>
          <a:solidFill xmlns:a="http://schemas.openxmlformats.org/drawingml/2006/main">
            <a:srgbClr val="FFFFFF"/>
          </a:solidFill>
        </p:spPr>
        <p:txBody>
          <a:bodyPr xmlns:a="http://schemas.openxmlformats.org/drawingml/2006/main" wrap="square" lIns="0" tIns="0" rIns="0" bIns="0" anchor="t">
            <a:noAutofit/>
          </a:bodyPr>
          <a:lstStyle xmlns:a="http://schemas.openxmlformats.org/drawingml/2006/main">
            <a:defPPr algn="l">
              <a:defRPr sz="1800" b="0">
                <a:solidFill>
                  <a:srgbClr val="808080"/>
                </a:solidFill>
                <a:latin typeface="Alibaba PuHuiTi 3.0 55 Regular"/>
                <a:ea typeface="Alibaba PuHuiTi 3.0 55 Regular"/>
                <a:cs typeface="Alibaba PuHuiTi 3.0 55 Regular"/>
              </a:defRPr>
            </a:defPPr>
          </a:lstStyle>
          <a:p xmlns:a="http://schemas.openxmlformats.org/drawingml/2006/main">
            <a:pPr algn="l">
              <a:spcAft>
                <a:spcPts val="300"/>
              </a:spcAft>
              <a:buNone/>
              <a:defRPr sz="17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振幅</a:t>
            </a:r>
          </a:p>
        </p:txBody>
      </p:sp>
      <p:sp>
        <p:nvSpPr>
          <p:cNvPr id="9" name="TextBox 8">
            <a:extLst xmlns:a="http://schemas.openxmlformats.org/drawingml/2006/main">
              <a:ext uri="{FF2B5EF4-FFF2-40B4-BE49-F238E27FC236}">
                <a16:creationId xmlns:a16="http://schemas.microsoft.com/office/drawing/2014/main" id="{CB9B8B08-ECDD-4CDE-9896-8351D680B2D1}"/>
              </a:ext>
            </a:extLst>
          </p:cNvPr>
          <p:cNvSpPr>
            <a:spLocks xmlns:a="http://schemas.openxmlformats.org/drawingml/2006/main" noGrp="1"/>
          </p:cNvSpPr>
          <p:nvPr/>
        </p:nvSpPr>
        <p:spPr>
          <a:xfrm xmlns:a="http://schemas.openxmlformats.org/drawingml/2006/main">
            <a:off x="10334625" y="4981575"/>
            <a:ext cx="952500" cy="304800"/>
          </a:xfrm>
          <a:prstGeom xmlns:a="http://schemas.openxmlformats.org/drawingml/2006/main" prst="rect">
            <a:avLst/>
          </a:prstGeom>
          <a:solidFill xmlns:a="http://schemas.openxmlformats.org/drawingml/2006/main">
            <a:srgbClr val="FFFFFF"/>
          </a:solidFill>
        </p:spPr>
        <p:txBody>
          <a:bodyPr xmlns:a="http://schemas.openxmlformats.org/drawingml/2006/main" wrap="square" lIns="0" tIns="0" rIns="0" bIns="0" anchor="t">
            <a:noAutofit/>
          </a:bodyPr>
          <a:lstStyle xmlns:a="http://schemas.openxmlformats.org/drawingml/2006/main">
            <a:defPPr algn="l">
              <a:defRPr sz="1800" b="0">
                <a:solidFill>
                  <a:srgbClr val="808080"/>
                </a:solidFill>
                <a:latin typeface="Alibaba PuHuiTi 3.0 55 Regular"/>
                <a:ea typeface="Alibaba PuHuiTi 3.0 55 Regular"/>
                <a:cs typeface="Alibaba PuHuiTi 3.0 55 Regular"/>
              </a:defRPr>
            </a:defPPr>
          </a:lstStyle>
          <a:p xmlns:a="http://schemas.openxmlformats.org/drawingml/2006/main">
            <a:pPr algn="l">
              <a:spcAft>
                <a:spcPts val="300"/>
              </a:spcAft>
              <a:buNone/>
              <a:defRPr sz="17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时间</a:t>
            </a:r>
          </a:p>
        </p:txBody>
      </p:sp>
    </p:spTree>
    <p:extLst>
      <p:ext uri="{BB962C8B-B14F-4D97-AF65-F5344CB8AC3E}">
        <p14:creationId xmlns:p14="http://schemas.microsoft.com/office/powerpoint/2010/main" val="193358920"/>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DF1158D4-DA83-4C6E-84E8-DDB62C513F9C}"/>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71ED65DF-D8D0-4568-8A7B-D2984991D14B}"/>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A6BC40F0-4746-4AEC-B5FB-A95B217C707D}"/>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只能留下有限个数字，该在哪些时刻取样？</a:t>
            </a:r>
          </a:p>
        </p:txBody>
      </p:sp>
      <p:sp>
        <p:nvSpPr>
          <p:cNvPr id="5" name="Connector 4">
            <a:extLst xmlns:a="http://schemas.openxmlformats.org/drawingml/2006/main">
              <a:ext uri="{FF2B5EF4-FFF2-40B4-BE49-F238E27FC236}">
                <a16:creationId xmlns:a16="http://schemas.microsoft.com/office/drawing/2014/main" id="{35D914D2-C480-4996-B332-7DEA014B1397}"/>
              </a:ext>
            </a:extLst>
          </p:cNvPr>
          <p:cNvSpPr>
            <a:spLocks xmlns:a="http://schemas.openxmlformats.org/drawingml/2006/main" noGrp="1"/>
          </p:cNvSpPr>
          <p:nvPr/>
        </p:nvSpPr>
        <p:spPr>
          <a:xfrm xmlns:a="http://schemas.openxmlformats.org/drawingml/2006/main">
            <a:off x="914400" y="3483864"/>
            <a:ext cx="10058400" cy="0"/>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 name="Connector 5">
            <a:extLst xmlns:a="http://schemas.openxmlformats.org/drawingml/2006/main">
              <a:ext uri="{FF2B5EF4-FFF2-40B4-BE49-F238E27FC236}">
                <a16:creationId xmlns:a16="http://schemas.microsoft.com/office/drawing/2014/main" id="{F16977D2-5D9C-4173-9176-0AC48D7C1330}"/>
              </a:ext>
            </a:extLst>
          </p:cNvPr>
          <p:cNvSpPr>
            <a:spLocks xmlns:a="http://schemas.openxmlformats.org/drawingml/2006/main" noGrp="1"/>
          </p:cNvSpPr>
          <p:nvPr/>
        </p:nvSpPr>
        <p:spPr>
          <a:xfrm xmlns:a="http://schemas.openxmlformats.org/drawingml/2006/main">
            <a:off x="1005840" y="1956816"/>
            <a:ext cx="0" cy="3063239"/>
          </a:xfrm>
          <a:prstGeom xmlns:a="http://schemas.openxmlformats.org/drawingml/2006/main" prst="line">
            <a:avLst/>
          </a:prstGeom>
          <a:ln xmlns:a="http://schemas.openxmlformats.org/drawingml/2006/main" w="1651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 name="TextBox 6">
            <a:extLst xmlns:a="http://schemas.openxmlformats.org/drawingml/2006/main">
              <a:ext uri="{FF2B5EF4-FFF2-40B4-BE49-F238E27FC236}">
                <a16:creationId xmlns:a16="http://schemas.microsoft.com/office/drawing/2014/main" id="{86E198C7-DE33-487C-A988-CE636540B3A7}"/>
              </a:ext>
            </a:extLst>
          </p:cNvPr>
          <p:cNvSpPr>
            <a:spLocks xmlns:a="http://schemas.openxmlformats.org/drawingml/2006/main" noGrp="1"/>
          </p:cNvSpPr>
          <p:nvPr/>
        </p:nvSpPr>
        <p:spPr>
          <a:xfrm xmlns:a="http://schemas.openxmlformats.org/drawingml/2006/main">
            <a:off x="1033271" y="1645920"/>
            <a:ext cx="1280160" cy="24384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1600" b="0">
                <a:solidFill>
                  <a:srgbClr val="808080"/>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1600" b="0">
                <a:solidFill>
                  <a:srgbClr val="808080"/>
                </a:solidFill>
                <a:latin typeface="Alibaba PuHuiTi 3.0 55 Regular"/>
                <a:ea typeface="Alibaba PuHuiTi 3.0 55 Regular"/>
                <a:cs typeface="Alibaba PuHuiTi 3.0 55 Regular"/>
              </a:defRPr>
            </a:pPr>
            <a:r>
              <a:rPr sz="1600" b="0">
                <a:solidFill>
                  <a:srgbClr val="808080"/>
                </a:solidFill>
                <a:latin typeface="Alibaba PuHuiTi 3.0 55 Regular"/>
                <a:ea typeface="Alibaba PuHuiTi 3.0 55 Regular"/>
                <a:cs typeface="Alibaba PuHuiTi 3.0 55 Regular"/>
              </a:rPr>
              <a:t>振幅</a:t>
            </a:r>
          </a:p>
        </p:txBody>
      </p:sp>
      <p:sp>
        <p:nvSpPr>
          <p:cNvPr id="8" name="TextBox 7">
            <a:extLst xmlns:a="http://schemas.openxmlformats.org/drawingml/2006/main">
              <a:ext uri="{FF2B5EF4-FFF2-40B4-BE49-F238E27FC236}">
                <a16:creationId xmlns:a16="http://schemas.microsoft.com/office/drawing/2014/main" id="{BB52822A-F415-4A08-93EF-F1D1DEF5F03A}"/>
              </a:ext>
            </a:extLst>
          </p:cNvPr>
          <p:cNvSpPr>
            <a:spLocks xmlns:a="http://schemas.openxmlformats.org/drawingml/2006/main" noGrp="1"/>
          </p:cNvSpPr>
          <p:nvPr/>
        </p:nvSpPr>
        <p:spPr>
          <a:xfrm xmlns:a="http://schemas.openxmlformats.org/drawingml/2006/main">
            <a:off x="10058400" y="3602736"/>
            <a:ext cx="822960" cy="24384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1600" b="0">
                <a:solidFill>
                  <a:srgbClr val="808080"/>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1600" b="0">
                <a:solidFill>
                  <a:srgbClr val="808080"/>
                </a:solidFill>
                <a:latin typeface="Alibaba PuHuiTi 3.0 55 Regular"/>
                <a:ea typeface="Alibaba PuHuiTi 3.0 55 Regular"/>
                <a:cs typeface="Alibaba PuHuiTi 3.0 55 Regular"/>
              </a:defRPr>
            </a:pPr>
            <a:r>
              <a:rPr sz="1600" b="0">
                <a:solidFill>
                  <a:srgbClr val="808080"/>
                </a:solidFill>
                <a:latin typeface="Alibaba PuHuiTi 3.0 55 Regular"/>
                <a:ea typeface="Alibaba PuHuiTi 3.0 55 Regular"/>
                <a:cs typeface="Alibaba PuHuiTi 3.0 55 Regular"/>
              </a:rPr>
              <a:t>时间</a:t>
            </a:r>
          </a:p>
        </p:txBody>
      </p:sp>
      <p:sp>
        <p:nvSpPr>
          <p:cNvPr id="9" name="Connector 8">
            <a:extLst xmlns:a="http://schemas.openxmlformats.org/drawingml/2006/main">
              <a:ext uri="{FF2B5EF4-FFF2-40B4-BE49-F238E27FC236}">
                <a16:creationId xmlns:a16="http://schemas.microsoft.com/office/drawing/2014/main" id="{F7B4082F-87E9-450F-BE0E-838AEFDC5302}"/>
              </a:ext>
            </a:extLst>
          </p:cNvPr>
          <p:cNvSpPr>
            <a:spLocks xmlns:a="http://schemas.openxmlformats.org/drawingml/2006/main" noGrp="1"/>
          </p:cNvSpPr>
          <p:nvPr/>
        </p:nvSpPr>
        <p:spPr>
          <a:xfrm xmlns:a="http://schemas.openxmlformats.org/drawingml/2006/main" flipV="1">
            <a:off x="1069848" y="3279400"/>
            <a:ext cx="93543" cy="126739"/>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 name="Connector 9">
            <a:extLst xmlns:a="http://schemas.openxmlformats.org/drawingml/2006/main">
              <a:ext uri="{FF2B5EF4-FFF2-40B4-BE49-F238E27FC236}">
                <a16:creationId xmlns:a16="http://schemas.microsoft.com/office/drawing/2014/main" id="{5E1C6C77-FFE4-464C-A291-63CC3C030462}"/>
              </a:ext>
            </a:extLst>
          </p:cNvPr>
          <p:cNvSpPr>
            <a:spLocks xmlns:a="http://schemas.openxmlformats.org/drawingml/2006/main" noGrp="1"/>
          </p:cNvSpPr>
          <p:nvPr/>
        </p:nvSpPr>
        <p:spPr>
          <a:xfrm xmlns:a="http://schemas.openxmlformats.org/drawingml/2006/main" flipV="1">
            <a:off x="1163391" y="3154370"/>
            <a:ext cx="93543" cy="125030"/>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1" name="Connector 10">
            <a:extLst xmlns:a="http://schemas.openxmlformats.org/drawingml/2006/main">
              <a:ext uri="{FF2B5EF4-FFF2-40B4-BE49-F238E27FC236}">
                <a16:creationId xmlns:a16="http://schemas.microsoft.com/office/drawing/2014/main" id="{5BBC82A6-87E0-4AE3-925E-1E80D1C9F10D}"/>
              </a:ext>
            </a:extLst>
          </p:cNvPr>
          <p:cNvSpPr>
            <a:spLocks xmlns:a="http://schemas.openxmlformats.org/drawingml/2006/main" noGrp="1"/>
          </p:cNvSpPr>
          <p:nvPr/>
        </p:nvSpPr>
        <p:spPr>
          <a:xfrm xmlns:a="http://schemas.openxmlformats.org/drawingml/2006/main" flipV="1">
            <a:off x="1256934" y="3032739"/>
            <a:ext cx="93543" cy="121631"/>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2" name="Connector 11">
            <a:extLst xmlns:a="http://schemas.openxmlformats.org/drawingml/2006/main">
              <a:ext uri="{FF2B5EF4-FFF2-40B4-BE49-F238E27FC236}">
                <a16:creationId xmlns:a16="http://schemas.microsoft.com/office/drawing/2014/main" id="{176BC19B-ECC1-44DE-893D-F231E6A409AE}"/>
              </a:ext>
            </a:extLst>
          </p:cNvPr>
          <p:cNvSpPr>
            <a:spLocks xmlns:a="http://schemas.openxmlformats.org/drawingml/2006/main" noGrp="1"/>
          </p:cNvSpPr>
          <p:nvPr/>
        </p:nvSpPr>
        <p:spPr>
          <a:xfrm xmlns:a="http://schemas.openxmlformats.org/drawingml/2006/main" flipV="1">
            <a:off x="1350477" y="2916147"/>
            <a:ext cx="93543" cy="116592"/>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3" name="Connector 12">
            <a:extLst xmlns:a="http://schemas.openxmlformats.org/drawingml/2006/main">
              <a:ext uri="{FF2B5EF4-FFF2-40B4-BE49-F238E27FC236}">
                <a16:creationId xmlns:a16="http://schemas.microsoft.com/office/drawing/2014/main" id="{75D0546F-4A07-4A74-A81D-4350E2568969}"/>
              </a:ext>
            </a:extLst>
          </p:cNvPr>
          <p:cNvSpPr>
            <a:spLocks xmlns:a="http://schemas.openxmlformats.org/drawingml/2006/main" noGrp="1"/>
          </p:cNvSpPr>
          <p:nvPr/>
        </p:nvSpPr>
        <p:spPr>
          <a:xfrm xmlns:a="http://schemas.openxmlformats.org/drawingml/2006/main" flipV="1">
            <a:off x="1444020" y="2806168"/>
            <a:ext cx="93543" cy="109979"/>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4" name="Connector 13">
            <a:extLst xmlns:a="http://schemas.openxmlformats.org/drawingml/2006/main">
              <a:ext uri="{FF2B5EF4-FFF2-40B4-BE49-F238E27FC236}">
                <a16:creationId xmlns:a16="http://schemas.microsoft.com/office/drawing/2014/main" id="{616033C2-1138-42DA-8D66-53C7673BF272}"/>
              </a:ext>
            </a:extLst>
          </p:cNvPr>
          <p:cNvSpPr>
            <a:spLocks xmlns:a="http://schemas.openxmlformats.org/drawingml/2006/main" noGrp="1"/>
          </p:cNvSpPr>
          <p:nvPr/>
        </p:nvSpPr>
        <p:spPr>
          <a:xfrm xmlns:a="http://schemas.openxmlformats.org/drawingml/2006/main" flipV="1">
            <a:off x="1537563" y="2704286"/>
            <a:ext cx="93543" cy="101882"/>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5" name="Connector 14">
            <a:extLst xmlns:a="http://schemas.openxmlformats.org/drawingml/2006/main">
              <a:ext uri="{FF2B5EF4-FFF2-40B4-BE49-F238E27FC236}">
                <a16:creationId xmlns:a16="http://schemas.microsoft.com/office/drawing/2014/main" id="{C373AECE-A2C0-4602-AB48-6E748D57A1F2}"/>
              </a:ext>
            </a:extLst>
          </p:cNvPr>
          <p:cNvSpPr>
            <a:spLocks xmlns:a="http://schemas.openxmlformats.org/drawingml/2006/main" noGrp="1"/>
          </p:cNvSpPr>
          <p:nvPr/>
        </p:nvSpPr>
        <p:spPr>
          <a:xfrm xmlns:a="http://schemas.openxmlformats.org/drawingml/2006/main" flipV="1">
            <a:off x="1631106" y="2611877"/>
            <a:ext cx="93543" cy="92409"/>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6" name="Connector 15">
            <a:extLst xmlns:a="http://schemas.openxmlformats.org/drawingml/2006/main">
              <a:ext uri="{FF2B5EF4-FFF2-40B4-BE49-F238E27FC236}">
                <a16:creationId xmlns:a16="http://schemas.microsoft.com/office/drawing/2014/main" id="{EB09CCD7-C2D1-4213-840B-37FB3C2F0766}"/>
              </a:ext>
            </a:extLst>
          </p:cNvPr>
          <p:cNvSpPr>
            <a:spLocks xmlns:a="http://schemas.openxmlformats.org/drawingml/2006/main" noGrp="1"/>
          </p:cNvSpPr>
          <p:nvPr/>
        </p:nvSpPr>
        <p:spPr>
          <a:xfrm xmlns:a="http://schemas.openxmlformats.org/drawingml/2006/main" flipV="1">
            <a:off x="1724649" y="2530188"/>
            <a:ext cx="93543" cy="81689"/>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7" name="Connector 16">
            <a:extLst xmlns:a="http://schemas.openxmlformats.org/drawingml/2006/main">
              <a:ext uri="{FF2B5EF4-FFF2-40B4-BE49-F238E27FC236}">
                <a16:creationId xmlns:a16="http://schemas.microsoft.com/office/drawing/2014/main" id="{A02C1D48-F6B5-49CE-B0E2-6FD66A33A3E5}"/>
              </a:ext>
            </a:extLst>
          </p:cNvPr>
          <p:cNvSpPr>
            <a:spLocks xmlns:a="http://schemas.openxmlformats.org/drawingml/2006/main" noGrp="1"/>
          </p:cNvSpPr>
          <p:nvPr/>
        </p:nvSpPr>
        <p:spPr>
          <a:xfrm xmlns:a="http://schemas.openxmlformats.org/drawingml/2006/main" flipV="1">
            <a:off x="1818192" y="2460320"/>
            <a:ext cx="93544" cy="69868"/>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8" name="Connector 17">
            <a:extLst xmlns:a="http://schemas.openxmlformats.org/drawingml/2006/main">
              <a:ext uri="{FF2B5EF4-FFF2-40B4-BE49-F238E27FC236}">
                <a16:creationId xmlns:a16="http://schemas.microsoft.com/office/drawing/2014/main" id="{63D8D5CF-4208-4BF2-8D32-ADC261D70A64}"/>
              </a:ext>
            </a:extLst>
          </p:cNvPr>
          <p:cNvSpPr>
            <a:spLocks xmlns:a="http://schemas.openxmlformats.org/drawingml/2006/main" noGrp="1"/>
          </p:cNvSpPr>
          <p:nvPr/>
        </p:nvSpPr>
        <p:spPr>
          <a:xfrm xmlns:a="http://schemas.openxmlformats.org/drawingml/2006/main" flipV="1">
            <a:off x="1911736" y="2403218"/>
            <a:ext cx="93543" cy="57102"/>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9" name="Connector 18">
            <a:extLst xmlns:a="http://schemas.openxmlformats.org/drawingml/2006/main">
              <a:ext uri="{FF2B5EF4-FFF2-40B4-BE49-F238E27FC236}">
                <a16:creationId xmlns:a16="http://schemas.microsoft.com/office/drawing/2014/main" id="{CAA64A62-B3AE-41F0-AD03-26B9ECDA57D6}"/>
              </a:ext>
            </a:extLst>
          </p:cNvPr>
          <p:cNvSpPr>
            <a:spLocks xmlns:a="http://schemas.openxmlformats.org/drawingml/2006/main" noGrp="1"/>
          </p:cNvSpPr>
          <p:nvPr/>
        </p:nvSpPr>
        <p:spPr>
          <a:xfrm xmlns:a="http://schemas.openxmlformats.org/drawingml/2006/main" flipV="1">
            <a:off x="2005279" y="2359651"/>
            <a:ext cx="93543" cy="43567"/>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0" name="Connector 19">
            <a:extLst xmlns:a="http://schemas.openxmlformats.org/drawingml/2006/main">
              <a:ext uri="{FF2B5EF4-FFF2-40B4-BE49-F238E27FC236}">
                <a16:creationId xmlns:a16="http://schemas.microsoft.com/office/drawing/2014/main" id="{7FEB0F76-1FBF-4229-9BDD-B256F58D82D3}"/>
              </a:ext>
            </a:extLst>
          </p:cNvPr>
          <p:cNvSpPr>
            <a:spLocks xmlns:a="http://schemas.openxmlformats.org/drawingml/2006/main" noGrp="1"/>
          </p:cNvSpPr>
          <p:nvPr/>
        </p:nvSpPr>
        <p:spPr>
          <a:xfrm xmlns:a="http://schemas.openxmlformats.org/drawingml/2006/main" flipV="1">
            <a:off x="2098822" y="2330208"/>
            <a:ext cx="93543" cy="29443"/>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1" name="Connector 20">
            <a:extLst xmlns:a="http://schemas.openxmlformats.org/drawingml/2006/main">
              <a:ext uri="{FF2B5EF4-FFF2-40B4-BE49-F238E27FC236}">
                <a16:creationId xmlns:a16="http://schemas.microsoft.com/office/drawing/2014/main" id="{E755BC19-3A8E-4FFA-A9B4-50F95E1CCC71}"/>
              </a:ext>
            </a:extLst>
          </p:cNvPr>
          <p:cNvSpPr>
            <a:spLocks xmlns:a="http://schemas.openxmlformats.org/drawingml/2006/main" noGrp="1"/>
          </p:cNvSpPr>
          <p:nvPr/>
        </p:nvSpPr>
        <p:spPr>
          <a:xfrm xmlns:a="http://schemas.openxmlformats.org/drawingml/2006/main" flipV="1">
            <a:off x="2192365" y="2315286"/>
            <a:ext cx="93543" cy="14922"/>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2" name="Connector 21">
            <a:extLst xmlns:a="http://schemas.openxmlformats.org/drawingml/2006/main">
              <a:ext uri="{FF2B5EF4-FFF2-40B4-BE49-F238E27FC236}">
                <a16:creationId xmlns:a16="http://schemas.microsoft.com/office/drawing/2014/main" id="{73DC7B2F-1A1F-4F6E-8DB8-67C064BF4FE8}"/>
              </a:ext>
            </a:extLst>
          </p:cNvPr>
          <p:cNvSpPr>
            <a:spLocks xmlns:a="http://schemas.openxmlformats.org/drawingml/2006/main" noGrp="1"/>
          </p:cNvSpPr>
          <p:nvPr/>
        </p:nvSpPr>
        <p:spPr>
          <a:xfrm xmlns:a="http://schemas.openxmlformats.org/drawingml/2006/main" flipV="1">
            <a:off x="2285908" y="2315087"/>
            <a:ext cx="93543" cy="199"/>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3" name="Connector 22">
            <a:extLst xmlns:a="http://schemas.openxmlformats.org/drawingml/2006/main">
              <a:ext uri="{FF2B5EF4-FFF2-40B4-BE49-F238E27FC236}">
                <a16:creationId xmlns:a16="http://schemas.microsoft.com/office/drawing/2014/main" id="{3C501925-3568-4F12-BC6A-28F7A528B141}"/>
              </a:ext>
            </a:extLst>
          </p:cNvPr>
          <p:cNvSpPr>
            <a:spLocks xmlns:a="http://schemas.openxmlformats.org/drawingml/2006/main" noGrp="1"/>
          </p:cNvSpPr>
          <p:nvPr/>
        </p:nvSpPr>
        <p:spPr>
          <a:xfrm xmlns:a="http://schemas.openxmlformats.org/drawingml/2006/main">
            <a:off x="2379451" y="2315087"/>
            <a:ext cx="93543" cy="14526"/>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4" name="Connector 23">
            <a:extLst xmlns:a="http://schemas.openxmlformats.org/drawingml/2006/main">
              <a:ext uri="{FF2B5EF4-FFF2-40B4-BE49-F238E27FC236}">
                <a16:creationId xmlns:a16="http://schemas.microsoft.com/office/drawing/2014/main" id="{95BA2B02-CC7D-46B7-AD6D-496748011E9D}"/>
              </a:ext>
            </a:extLst>
          </p:cNvPr>
          <p:cNvSpPr>
            <a:spLocks xmlns:a="http://schemas.openxmlformats.org/drawingml/2006/main" noGrp="1"/>
          </p:cNvSpPr>
          <p:nvPr/>
        </p:nvSpPr>
        <p:spPr>
          <a:xfrm xmlns:a="http://schemas.openxmlformats.org/drawingml/2006/main">
            <a:off x="2472994" y="2329613"/>
            <a:ext cx="93543" cy="29054"/>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5" name="Connector 24">
            <a:extLst xmlns:a="http://schemas.openxmlformats.org/drawingml/2006/main">
              <a:ext uri="{FF2B5EF4-FFF2-40B4-BE49-F238E27FC236}">
                <a16:creationId xmlns:a16="http://schemas.microsoft.com/office/drawing/2014/main" id="{41F183F9-2987-484E-B10A-48D98C5A9DF3}"/>
              </a:ext>
            </a:extLst>
          </p:cNvPr>
          <p:cNvSpPr>
            <a:spLocks xmlns:a="http://schemas.openxmlformats.org/drawingml/2006/main" noGrp="1"/>
          </p:cNvSpPr>
          <p:nvPr/>
        </p:nvSpPr>
        <p:spPr>
          <a:xfrm xmlns:a="http://schemas.openxmlformats.org/drawingml/2006/main">
            <a:off x="2566537" y="2358667"/>
            <a:ext cx="93544" cy="43192"/>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6" name="Connector 25">
            <a:extLst xmlns:a="http://schemas.openxmlformats.org/drawingml/2006/main">
              <a:ext uri="{FF2B5EF4-FFF2-40B4-BE49-F238E27FC236}">
                <a16:creationId xmlns:a16="http://schemas.microsoft.com/office/drawing/2014/main" id="{C50DE05F-DD25-4A57-A0FA-7A7F75CEC200}"/>
              </a:ext>
            </a:extLst>
          </p:cNvPr>
          <p:cNvSpPr>
            <a:spLocks xmlns:a="http://schemas.openxmlformats.org/drawingml/2006/main" noGrp="1"/>
          </p:cNvSpPr>
          <p:nvPr/>
        </p:nvSpPr>
        <p:spPr>
          <a:xfrm xmlns:a="http://schemas.openxmlformats.org/drawingml/2006/main">
            <a:off x="2660081" y="2401859"/>
            <a:ext cx="93543" cy="56746"/>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7" name="Connector 26">
            <a:extLst xmlns:a="http://schemas.openxmlformats.org/drawingml/2006/main">
              <a:ext uri="{FF2B5EF4-FFF2-40B4-BE49-F238E27FC236}">
                <a16:creationId xmlns:a16="http://schemas.microsoft.com/office/drawing/2014/main" id="{E3A13AA4-F803-46F0-8CCC-05674DB87D58}"/>
              </a:ext>
            </a:extLst>
          </p:cNvPr>
          <p:cNvSpPr>
            <a:spLocks xmlns:a="http://schemas.openxmlformats.org/drawingml/2006/main" noGrp="1"/>
          </p:cNvSpPr>
          <p:nvPr/>
        </p:nvSpPr>
        <p:spPr>
          <a:xfrm xmlns:a="http://schemas.openxmlformats.org/drawingml/2006/main">
            <a:off x="2753624" y="2458605"/>
            <a:ext cx="93543" cy="69534"/>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8" name="Connector 27">
            <a:extLst xmlns:a="http://schemas.openxmlformats.org/drawingml/2006/main">
              <a:ext uri="{FF2B5EF4-FFF2-40B4-BE49-F238E27FC236}">
                <a16:creationId xmlns:a16="http://schemas.microsoft.com/office/drawing/2014/main" id="{DD4FAD38-1089-432F-8C0F-05FF8B0B3641}"/>
              </a:ext>
            </a:extLst>
          </p:cNvPr>
          <p:cNvSpPr>
            <a:spLocks xmlns:a="http://schemas.openxmlformats.org/drawingml/2006/main" noGrp="1"/>
          </p:cNvSpPr>
          <p:nvPr/>
        </p:nvSpPr>
        <p:spPr>
          <a:xfrm xmlns:a="http://schemas.openxmlformats.org/drawingml/2006/main">
            <a:off x="2847167" y="2528139"/>
            <a:ext cx="93543" cy="81384"/>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9" name="Connector 28">
            <a:extLst xmlns:a="http://schemas.openxmlformats.org/drawingml/2006/main">
              <a:ext uri="{FF2B5EF4-FFF2-40B4-BE49-F238E27FC236}">
                <a16:creationId xmlns:a16="http://schemas.microsoft.com/office/drawing/2014/main" id="{1A949255-4BC2-42F5-8B9B-6C0A98FB6A6B}"/>
              </a:ext>
            </a:extLst>
          </p:cNvPr>
          <p:cNvSpPr>
            <a:spLocks xmlns:a="http://schemas.openxmlformats.org/drawingml/2006/main" noGrp="1"/>
          </p:cNvSpPr>
          <p:nvPr/>
        </p:nvSpPr>
        <p:spPr>
          <a:xfrm xmlns:a="http://schemas.openxmlformats.org/drawingml/2006/main">
            <a:off x="2940710" y="2609523"/>
            <a:ext cx="93543" cy="92135"/>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0" name="Connector 29">
            <a:extLst xmlns:a="http://schemas.openxmlformats.org/drawingml/2006/main">
              <a:ext uri="{FF2B5EF4-FFF2-40B4-BE49-F238E27FC236}">
                <a16:creationId xmlns:a16="http://schemas.microsoft.com/office/drawing/2014/main" id="{48DBBB23-1A71-4195-907F-7CA5FB4CACE8}"/>
              </a:ext>
            </a:extLst>
          </p:cNvPr>
          <p:cNvSpPr>
            <a:spLocks xmlns:a="http://schemas.openxmlformats.org/drawingml/2006/main" noGrp="1"/>
          </p:cNvSpPr>
          <p:nvPr/>
        </p:nvSpPr>
        <p:spPr>
          <a:xfrm xmlns:a="http://schemas.openxmlformats.org/drawingml/2006/main">
            <a:off x="3034253" y="2701658"/>
            <a:ext cx="93543" cy="101643"/>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1" name="Connector 30">
            <a:extLst xmlns:a="http://schemas.openxmlformats.org/drawingml/2006/main">
              <a:ext uri="{FF2B5EF4-FFF2-40B4-BE49-F238E27FC236}">
                <a16:creationId xmlns:a16="http://schemas.microsoft.com/office/drawing/2014/main" id="{F512CA77-F6F7-4463-8C01-82D1D143322B}"/>
              </a:ext>
            </a:extLst>
          </p:cNvPr>
          <p:cNvSpPr>
            <a:spLocks xmlns:a="http://schemas.openxmlformats.org/drawingml/2006/main" noGrp="1"/>
          </p:cNvSpPr>
          <p:nvPr/>
        </p:nvSpPr>
        <p:spPr>
          <a:xfrm xmlns:a="http://schemas.openxmlformats.org/drawingml/2006/main">
            <a:off x="3127796" y="2803301"/>
            <a:ext cx="93543" cy="109779"/>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2" name="Connector 31">
            <a:extLst xmlns:a="http://schemas.openxmlformats.org/drawingml/2006/main">
              <a:ext uri="{FF2B5EF4-FFF2-40B4-BE49-F238E27FC236}">
                <a16:creationId xmlns:a16="http://schemas.microsoft.com/office/drawing/2014/main" id="{E649EA00-4F02-4A74-A50D-CD9F034E1E14}"/>
              </a:ext>
            </a:extLst>
          </p:cNvPr>
          <p:cNvSpPr>
            <a:spLocks xmlns:a="http://schemas.openxmlformats.org/drawingml/2006/main" noGrp="1"/>
          </p:cNvSpPr>
          <p:nvPr/>
        </p:nvSpPr>
        <p:spPr>
          <a:xfrm xmlns:a="http://schemas.openxmlformats.org/drawingml/2006/main">
            <a:off x="3221339" y="2913080"/>
            <a:ext cx="93543" cy="116434"/>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3" name="Connector 32">
            <a:extLst xmlns:a="http://schemas.openxmlformats.org/drawingml/2006/main">
              <a:ext uri="{FF2B5EF4-FFF2-40B4-BE49-F238E27FC236}">
                <a16:creationId xmlns:a16="http://schemas.microsoft.com/office/drawing/2014/main" id="{E38FD3A1-EE26-4029-8FF8-2DF3A3153170}"/>
              </a:ext>
            </a:extLst>
          </p:cNvPr>
          <p:cNvSpPr>
            <a:spLocks xmlns:a="http://schemas.openxmlformats.org/drawingml/2006/main" noGrp="1"/>
          </p:cNvSpPr>
          <p:nvPr/>
        </p:nvSpPr>
        <p:spPr>
          <a:xfrm xmlns:a="http://schemas.openxmlformats.org/drawingml/2006/main">
            <a:off x="3314882" y="3029514"/>
            <a:ext cx="93544" cy="121517"/>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4" name="Connector 33">
            <a:extLst xmlns:a="http://schemas.openxmlformats.org/drawingml/2006/main">
              <a:ext uri="{FF2B5EF4-FFF2-40B4-BE49-F238E27FC236}">
                <a16:creationId xmlns:a16="http://schemas.microsoft.com/office/drawing/2014/main" id="{7DD02AC9-A1DB-4208-8629-9423BB4A122C}"/>
              </a:ext>
            </a:extLst>
          </p:cNvPr>
          <p:cNvSpPr>
            <a:spLocks xmlns:a="http://schemas.openxmlformats.org/drawingml/2006/main" noGrp="1"/>
          </p:cNvSpPr>
          <p:nvPr/>
        </p:nvSpPr>
        <p:spPr>
          <a:xfrm xmlns:a="http://schemas.openxmlformats.org/drawingml/2006/main">
            <a:off x="3408426" y="3151031"/>
            <a:ext cx="93543" cy="124959"/>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5" name="Connector 34">
            <a:extLst xmlns:a="http://schemas.openxmlformats.org/drawingml/2006/main">
              <a:ext uri="{FF2B5EF4-FFF2-40B4-BE49-F238E27FC236}">
                <a16:creationId xmlns:a16="http://schemas.microsoft.com/office/drawing/2014/main" id="{74AD8F7A-4AC5-4BF1-A71C-6146F30539E7}"/>
              </a:ext>
            </a:extLst>
          </p:cNvPr>
          <p:cNvSpPr>
            <a:spLocks xmlns:a="http://schemas.openxmlformats.org/drawingml/2006/main" noGrp="1"/>
          </p:cNvSpPr>
          <p:nvPr/>
        </p:nvSpPr>
        <p:spPr>
          <a:xfrm xmlns:a="http://schemas.openxmlformats.org/drawingml/2006/main">
            <a:off x="3501969" y="3275990"/>
            <a:ext cx="93543" cy="126716"/>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6" name="Connector 35">
            <a:extLst xmlns:a="http://schemas.openxmlformats.org/drawingml/2006/main">
              <a:ext uri="{FF2B5EF4-FFF2-40B4-BE49-F238E27FC236}">
                <a16:creationId xmlns:a16="http://schemas.microsoft.com/office/drawing/2014/main" id="{BC6AEDA3-219D-4CE6-9E29-8DA8F7B33504}"/>
              </a:ext>
            </a:extLst>
          </p:cNvPr>
          <p:cNvSpPr>
            <a:spLocks xmlns:a="http://schemas.openxmlformats.org/drawingml/2006/main" noGrp="1"/>
          </p:cNvSpPr>
          <p:nvPr/>
        </p:nvSpPr>
        <p:spPr>
          <a:xfrm xmlns:a="http://schemas.openxmlformats.org/drawingml/2006/main">
            <a:off x="3595512" y="3402706"/>
            <a:ext cx="93543" cy="126763"/>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7" name="Connector 36">
            <a:extLst xmlns:a="http://schemas.openxmlformats.org/drawingml/2006/main">
              <a:ext uri="{FF2B5EF4-FFF2-40B4-BE49-F238E27FC236}">
                <a16:creationId xmlns:a16="http://schemas.microsoft.com/office/drawing/2014/main" id="{D108CDCB-FA26-4ED9-B6B3-CE22CD4FB7B6}"/>
              </a:ext>
            </a:extLst>
          </p:cNvPr>
          <p:cNvSpPr>
            <a:spLocks xmlns:a="http://schemas.openxmlformats.org/drawingml/2006/main" noGrp="1"/>
          </p:cNvSpPr>
          <p:nvPr/>
        </p:nvSpPr>
        <p:spPr>
          <a:xfrm xmlns:a="http://schemas.openxmlformats.org/drawingml/2006/main">
            <a:off x="3689055" y="3529469"/>
            <a:ext cx="93543" cy="125098"/>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8" name="Connector 37">
            <a:extLst xmlns:a="http://schemas.openxmlformats.org/drawingml/2006/main">
              <a:ext uri="{FF2B5EF4-FFF2-40B4-BE49-F238E27FC236}">
                <a16:creationId xmlns:a16="http://schemas.microsoft.com/office/drawing/2014/main" id="{2BEF19CD-5E5E-46C6-86C5-2A0244DCCD8B}"/>
              </a:ext>
            </a:extLst>
          </p:cNvPr>
          <p:cNvSpPr>
            <a:spLocks xmlns:a="http://schemas.openxmlformats.org/drawingml/2006/main" noGrp="1"/>
          </p:cNvSpPr>
          <p:nvPr/>
        </p:nvSpPr>
        <p:spPr>
          <a:xfrm xmlns:a="http://schemas.openxmlformats.org/drawingml/2006/main">
            <a:off x="3782598" y="3654567"/>
            <a:ext cx="93543" cy="121745"/>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9" name="Connector 38">
            <a:extLst xmlns:a="http://schemas.openxmlformats.org/drawingml/2006/main">
              <a:ext uri="{FF2B5EF4-FFF2-40B4-BE49-F238E27FC236}">
                <a16:creationId xmlns:a16="http://schemas.microsoft.com/office/drawing/2014/main" id="{FD95BA14-5936-4CB9-BB4F-983C67FA3867}"/>
              </a:ext>
            </a:extLst>
          </p:cNvPr>
          <p:cNvSpPr>
            <a:spLocks xmlns:a="http://schemas.openxmlformats.org/drawingml/2006/main" noGrp="1"/>
          </p:cNvSpPr>
          <p:nvPr/>
        </p:nvSpPr>
        <p:spPr>
          <a:xfrm xmlns:a="http://schemas.openxmlformats.org/drawingml/2006/main">
            <a:off x="3876141" y="3776312"/>
            <a:ext cx="93543" cy="116749"/>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0" name="Connector 39">
            <a:extLst xmlns:a="http://schemas.openxmlformats.org/drawingml/2006/main">
              <a:ext uri="{FF2B5EF4-FFF2-40B4-BE49-F238E27FC236}">
                <a16:creationId xmlns:a16="http://schemas.microsoft.com/office/drawing/2014/main" id="{91F7AFD3-E4EC-472D-9B3D-DDFCCAD269A4}"/>
              </a:ext>
            </a:extLst>
          </p:cNvPr>
          <p:cNvSpPr>
            <a:spLocks xmlns:a="http://schemas.openxmlformats.org/drawingml/2006/main" noGrp="1"/>
          </p:cNvSpPr>
          <p:nvPr/>
        </p:nvSpPr>
        <p:spPr>
          <a:xfrm xmlns:a="http://schemas.openxmlformats.org/drawingml/2006/main">
            <a:off x="3969684" y="3893061"/>
            <a:ext cx="93543" cy="110178"/>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1" name="Connector 40">
            <a:extLst xmlns:a="http://schemas.openxmlformats.org/drawingml/2006/main">
              <a:ext uri="{FF2B5EF4-FFF2-40B4-BE49-F238E27FC236}">
                <a16:creationId xmlns:a16="http://schemas.microsoft.com/office/drawing/2014/main" id="{FAD9F7C0-54C8-47BF-A6A0-57CEAC45F702}"/>
              </a:ext>
            </a:extLst>
          </p:cNvPr>
          <p:cNvSpPr>
            <a:spLocks xmlns:a="http://schemas.openxmlformats.org/drawingml/2006/main" noGrp="1"/>
          </p:cNvSpPr>
          <p:nvPr/>
        </p:nvSpPr>
        <p:spPr>
          <a:xfrm xmlns:a="http://schemas.openxmlformats.org/drawingml/2006/main">
            <a:off x="4063227" y="4003239"/>
            <a:ext cx="93543" cy="102119"/>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2" name="Connector 41">
            <a:extLst xmlns:a="http://schemas.openxmlformats.org/drawingml/2006/main">
              <a:ext uri="{FF2B5EF4-FFF2-40B4-BE49-F238E27FC236}">
                <a16:creationId xmlns:a16="http://schemas.microsoft.com/office/drawing/2014/main" id="{43FD2BC2-9FF2-45C3-B216-B624A066663F}"/>
              </a:ext>
            </a:extLst>
          </p:cNvPr>
          <p:cNvSpPr>
            <a:spLocks xmlns:a="http://schemas.openxmlformats.org/drawingml/2006/main" noGrp="1"/>
          </p:cNvSpPr>
          <p:nvPr/>
        </p:nvSpPr>
        <p:spPr>
          <a:xfrm xmlns:a="http://schemas.openxmlformats.org/drawingml/2006/main">
            <a:off x="4156770" y="4105358"/>
            <a:ext cx="93544" cy="92682"/>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3" name="Connector 42">
            <a:extLst xmlns:a="http://schemas.openxmlformats.org/drawingml/2006/main">
              <a:ext uri="{FF2B5EF4-FFF2-40B4-BE49-F238E27FC236}">
                <a16:creationId xmlns:a16="http://schemas.microsoft.com/office/drawing/2014/main" id="{4CE31BD9-51CA-4F78-9019-3E85D85D2AA7}"/>
              </a:ext>
            </a:extLst>
          </p:cNvPr>
          <p:cNvSpPr>
            <a:spLocks xmlns:a="http://schemas.openxmlformats.org/drawingml/2006/main" noGrp="1"/>
          </p:cNvSpPr>
          <p:nvPr/>
        </p:nvSpPr>
        <p:spPr>
          <a:xfrm xmlns:a="http://schemas.openxmlformats.org/drawingml/2006/main">
            <a:off x="4250314" y="4198040"/>
            <a:ext cx="93543" cy="81994"/>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4" name="Connector 43">
            <a:extLst xmlns:a="http://schemas.openxmlformats.org/drawingml/2006/main">
              <a:ext uri="{FF2B5EF4-FFF2-40B4-BE49-F238E27FC236}">
                <a16:creationId xmlns:a16="http://schemas.microsoft.com/office/drawing/2014/main" id="{C2B060BB-7681-4E43-97AC-D767D238312A}"/>
              </a:ext>
            </a:extLst>
          </p:cNvPr>
          <p:cNvSpPr>
            <a:spLocks xmlns:a="http://schemas.openxmlformats.org/drawingml/2006/main" noGrp="1"/>
          </p:cNvSpPr>
          <p:nvPr/>
        </p:nvSpPr>
        <p:spPr>
          <a:xfrm xmlns:a="http://schemas.openxmlformats.org/drawingml/2006/main">
            <a:off x="4343857" y="4280034"/>
            <a:ext cx="93543" cy="70201"/>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5" name="Connector 44">
            <a:extLst xmlns:a="http://schemas.openxmlformats.org/drawingml/2006/main">
              <a:ext uri="{FF2B5EF4-FFF2-40B4-BE49-F238E27FC236}">
                <a16:creationId xmlns:a16="http://schemas.microsoft.com/office/drawing/2014/main" id="{A498F4E6-F0B5-4091-8118-CDCB405829C5}"/>
              </a:ext>
            </a:extLst>
          </p:cNvPr>
          <p:cNvSpPr>
            <a:spLocks xmlns:a="http://schemas.openxmlformats.org/drawingml/2006/main" noGrp="1"/>
          </p:cNvSpPr>
          <p:nvPr/>
        </p:nvSpPr>
        <p:spPr>
          <a:xfrm xmlns:a="http://schemas.openxmlformats.org/drawingml/2006/main">
            <a:off x="4437400" y="4350235"/>
            <a:ext cx="93543" cy="57458"/>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6" name="Connector 45">
            <a:extLst xmlns:a="http://schemas.openxmlformats.org/drawingml/2006/main">
              <a:ext uri="{FF2B5EF4-FFF2-40B4-BE49-F238E27FC236}">
                <a16:creationId xmlns:a16="http://schemas.microsoft.com/office/drawing/2014/main" id="{BE818C61-D3EF-4CF9-AC13-05190F888CEC}"/>
              </a:ext>
            </a:extLst>
          </p:cNvPr>
          <p:cNvSpPr>
            <a:spLocks xmlns:a="http://schemas.openxmlformats.org/drawingml/2006/main" noGrp="1"/>
          </p:cNvSpPr>
          <p:nvPr/>
        </p:nvSpPr>
        <p:spPr>
          <a:xfrm xmlns:a="http://schemas.openxmlformats.org/drawingml/2006/main">
            <a:off x="4530943" y="4407693"/>
            <a:ext cx="93543" cy="43941"/>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7" name="Connector 46">
            <a:extLst xmlns:a="http://schemas.openxmlformats.org/drawingml/2006/main">
              <a:ext uri="{FF2B5EF4-FFF2-40B4-BE49-F238E27FC236}">
                <a16:creationId xmlns:a16="http://schemas.microsoft.com/office/drawing/2014/main" id="{06E0887B-6451-4E1D-8B3B-621630E00D82}"/>
              </a:ext>
            </a:extLst>
          </p:cNvPr>
          <p:cNvSpPr>
            <a:spLocks xmlns:a="http://schemas.openxmlformats.org/drawingml/2006/main" noGrp="1"/>
          </p:cNvSpPr>
          <p:nvPr/>
        </p:nvSpPr>
        <p:spPr>
          <a:xfrm xmlns:a="http://schemas.openxmlformats.org/drawingml/2006/main">
            <a:off x="4624486" y="4451634"/>
            <a:ext cx="93543" cy="29831"/>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8" name="Connector 47">
            <a:extLst xmlns:a="http://schemas.openxmlformats.org/drawingml/2006/main">
              <a:ext uri="{FF2B5EF4-FFF2-40B4-BE49-F238E27FC236}">
                <a16:creationId xmlns:a16="http://schemas.microsoft.com/office/drawing/2014/main" id="{DDB50932-FDD0-4005-9540-F80E2FEDB403}"/>
              </a:ext>
            </a:extLst>
          </p:cNvPr>
          <p:cNvSpPr>
            <a:spLocks xmlns:a="http://schemas.openxmlformats.org/drawingml/2006/main" noGrp="1"/>
          </p:cNvSpPr>
          <p:nvPr/>
        </p:nvSpPr>
        <p:spPr>
          <a:xfrm xmlns:a="http://schemas.openxmlformats.org/drawingml/2006/main">
            <a:off x="4718029" y="4481465"/>
            <a:ext cx="93543" cy="15318"/>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9" name="Connector 48">
            <a:extLst xmlns:a="http://schemas.openxmlformats.org/drawingml/2006/main">
              <a:ext uri="{FF2B5EF4-FFF2-40B4-BE49-F238E27FC236}">
                <a16:creationId xmlns:a16="http://schemas.microsoft.com/office/drawing/2014/main" id="{9BCEE02F-1122-4403-A1AD-B844AD07DB80}"/>
              </a:ext>
            </a:extLst>
          </p:cNvPr>
          <p:cNvSpPr>
            <a:spLocks xmlns:a="http://schemas.openxmlformats.org/drawingml/2006/main" noGrp="1"/>
          </p:cNvSpPr>
          <p:nvPr/>
        </p:nvSpPr>
        <p:spPr>
          <a:xfrm xmlns:a="http://schemas.openxmlformats.org/drawingml/2006/main">
            <a:off x="4811572" y="4496783"/>
            <a:ext cx="93543" cy="598"/>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0" name="Connector 49">
            <a:extLst xmlns:a="http://schemas.openxmlformats.org/drawingml/2006/main">
              <a:ext uri="{FF2B5EF4-FFF2-40B4-BE49-F238E27FC236}">
                <a16:creationId xmlns:a16="http://schemas.microsoft.com/office/drawing/2014/main" id="{037FA471-1E71-4E62-AA13-5404229C105F}"/>
              </a:ext>
            </a:extLst>
          </p:cNvPr>
          <p:cNvSpPr>
            <a:spLocks xmlns:a="http://schemas.openxmlformats.org/drawingml/2006/main" noGrp="1"/>
          </p:cNvSpPr>
          <p:nvPr/>
        </p:nvSpPr>
        <p:spPr>
          <a:xfrm xmlns:a="http://schemas.openxmlformats.org/drawingml/2006/main" flipV="1">
            <a:off x="4905115" y="4483251"/>
            <a:ext cx="93544" cy="14130"/>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1" name="Connector 50">
            <a:extLst xmlns:a="http://schemas.openxmlformats.org/drawingml/2006/main">
              <a:ext uri="{FF2B5EF4-FFF2-40B4-BE49-F238E27FC236}">
                <a16:creationId xmlns:a16="http://schemas.microsoft.com/office/drawing/2014/main" id="{9C861624-CFF5-4E98-A47A-DD754BC65F51}"/>
              </a:ext>
            </a:extLst>
          </p:cNvPr>
          <p:cNvSpPr>
            <a:spLocks xmlns:a="http://schemas.openxmlformats.org/drawingml/2006/main" noGrp="1"/>
          </p:cNvSpPr>
          <p:nvPr/>
        </p:nvSpPr>
        <p:spPr>
          <a:xfrm xmlns:a="http://schemas.openxmlformats.org/drawingml/2006/main" flipV="1">
            <a:off x="4998659" y="4454585"/>
            <a:ext cx="93543" cy="28666"/>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2" name="Connector 51">
            <a:extLst xmlns:a="http://schemas.openxmlformats.org/drawingml/2006/main">
              <a:ext uri="{FF2B5EF4-FFF2-40B4-BE49-F238E27FC236}">
                <a16:creationId xmlns:a16="http://schemas.microsoft.com/office/drawing/2014/main" id="{C85AAA03-2728-498D-A74A-F55135A55034}"/>
              </a:ext>
            </a:extLst>
          </p:cNvPr>
          <p:cNvSpPr>
            <a:spLocks xmlns:a="http://schemas.openxmlformats.org/drawingml/2006/main" noGrp="1"/>
          </p:cNvSpPr>
          <p:nvPr/>
        </p:nvSpPr>
        <p:spPr>
          <a:xfrm xmlns:a="http://schemas.openxmlformats.org/drawingml/2006/main" flipV="1">
            <a:off x="5092202" y="4411768"/>
            <a:ext cx="93543" cy="42817"/>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3" name="Connector 52">
            <a:extLst xmlns:a="http://schemas.openxmlformats.org/drawingml/2006/main">
              <a:ext uri="{FF2B5EF4-FFF2-40B4-BE49-F238E27FC236}">
                <a16:creationId xmlns:a16="http://schemas.microsoft.com/office/drawing/2014/main" id="{741C63CB-3EED-4D69-8CC3-30C0D70CDF20}"/>
              </a:ext>
            </a:extLst>
          </p:cNvPr>
          <p:cNvSpPr>
            <a:spLocks xmlns:a="http://schemas.openxmlformats.org/drawingml/2006/main" noGrp="1"/>
          </p:cNvSpPr>
          <p:nvPr/>
        </p:nvSpPr>
        <p:spPr>
          <a:xfrm xmlns:a="http://schemas.openxmlformats.org/drawingml/2006/main" flipV="1">
            <a:off x="5185745" y="4355380"/>
            <a:ext cx="93543" cy="56388"/>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4" name="Connector 53">
            <a:extLst xmlns:a="http://schemas.openxmlformats.org/drawingml/2006/main">
              <a:ext uri="{FF2B5EF4-FFF2-40B4-BE49-F238E27FC236}">
                <a16:creationId xmlns:a16="http://schemas.microsoft.com/office/drawing/2014/main" id="{757AED6F-56D0-41F3-88B5-239920E47A3B}"/>
              </a:ext>
            </a:extLst>
          </p:cNvPr>
          <p:cNvSpPr>
            <a:spLocks xmlns:a="http://schemas.openxmlformats.org/drawingml/2006/main" noGrp="1"/>
          </p:cNvSpPr>
          <p:nvPr/>
        </p:nvSpPr>
        <p:spPr>
          <a:xfrm xmlns:a="http://schemas.openxmlformats.org/drawingml/2006/main" flipV="1">
            <a:off x="5279288" y="4286180"/>
            <a:ext cx="93543" cy="69200"/>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5" name="Connector 54">
            <a:extLst xmlns:a="http://schemas.openxmlformats.org/drawingml/2006/main">
              <a:ext uri="{FF2B5EF4-FFF2-40B4-BE49-F238E27FC236}">
                <a16:creationId xmlns:a16="http://schemas.microsoft.com/office/drawing/2014/main" id="{9AB4072C-8004-450B-9AD2-7EDCA33C271A}"/>
              </a:ext>
            </a:extLst>
          </p:cNvPr>
          <p:cNvSpPr>
            <a:spLocks xmlns:a="http://schemas.openxmlformats.org/drawingml/2006/main" noGrp="1"/>
          </p:cNvSpPr>
          <p:nvPr/>
        </p:nvSpPr>
        <p:spPr>
          <a:xfrm xmlns:a="http://schemas.openxmlformats.org/drawingml/2006/main" flipV="1">
            <a:off x="5372831" y="4205102"/>
            <a:ext cx="93543" cy="81078"/>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6" name="Connector 55">
            <a:extLst xmlns:a="http://schemas.openxmlformats.org/drawingml/2006/main">
              <a:ext uri="{FF2B5EF4-FFF2-40B4-BE49-F238E27FC236}">
                <a16:creationId xmlns:a16="http://schemas.microsoft.com/office/drawing/2014/main" id="{B6EB2482-8FCC-4B10-942F-0B8EA7C8DA02}"/>
              </a:ext>
            </a:extLst>
          </p:cNvPr>
          <p:cNvSpPr>
            <a:spLocks xmlns:a="http://schemas.openxmlformats.org/drawingml/2006/main" noGrp="1"/>
          </p:cNvSpPr>
          <p:nvPr/>
        </p:nvSpPr>
        <p:spPr>
          <a:xfrm xmlns:a="http://schemas.openxmlformats.org/drawingml/2006/main" flipV="1">
            <a:off x="5466374" y="4113242"/>
            <a:ext cx="93543" cy="91860"/>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7" name="Connector 56">
            <a:extLst xmlns:a="http://schemas.openxmlformats.org/drawingml/2006/main">
              <a:ext uri="{FF2B5EF4-FFF2-40B4-BE49-F238E27FC236}">
                <a16:creationId xmlns:a16="http://schemas.microsoft.com/office/drawing/2014/main" id="{A961FED1-D9F9-4A88-97E0-358093789C6A}"/>
              </a:ext>
            </a:extLst>
          </p:cNvPr>
          <p:cNvSpPr>
            <a:spLocks xmlns:a="http://schemas.openxmlformats.org/drawingml/2006/main" noGrp="1"/>
          </p:cNvSpPr>
          <p:nvPr/>
        </p:nvSpPr>
        <p:spPr>
          <a:xfrm xmlns:a="http://schemas.openxmlformats.org/drawingml/2006/main" flipV="1">
            <a:off x="5559917" y="4011838"/>
            <a:ext cx="93543" cy="101404"/>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8" name="Connector 57">
            <a:extLst xmlns:a="http://schemas.openxmlformats.org/drawingml/2006/main">
              <a:ext uri="{FF2B5EF4-FFF2-40B4-BE49-F238E27FC236}">
                <a16:creationId xmlns:a16="http://schemas.microsoft.com/office/drawing/2014/main" id="{8D08A537-F83E-4EB9-AD29-D72958CBD30D}"/>
              </a:ext>
            </a:extLst>
          </p:cNvPr>
          <p:cNvSpPr>
            <a:spLocks xmlns:a="http://schemas.openxmlformats.org/drawingml/2006/main" noGrp="1"/>
          </p:cNvSpPr>
          <p:nvPr/>
        </p:nvSpPr>
        <p:spPr>
          <a:xfrm xmlns:a="http://schemas.openxmlformats.org/drawingml/2006/main" flipV="1">
            <a:off x="5653460" y="3902260"/>
            <a:ext cx="93544" cy="109578"/>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9" name="Connector 58">
            <a:extLst xmlns:a="http://schemas.openxmlformats.org/drawingml/2006/main">
              <a:ext uri="{FF2B5EF4-FFF2-40B4-BE49-F238E27FC236}">
                <a16:creationId xmlns:a16="http://schemas.microsoft.com/office/drawing/2014/main" id="{0A1017BC-861F-4E6C-80BA-8486060B7112}"/>
              </a:ext>
            </a:extLst>
          </p:cNvPr>
          <p:cNvSpPr>
            <a:spLocks xmlns:a="http://schemas.openxmlformats.org/drawingml/2006/main" noGrp="1"/>
          </p:cNvSpPr>
          <p:nvPr/>
        </p:nvSpPr>
        <p:spPr>
          <a:xfrm xmlns:a="http://schemas.openxmlformats.org/drawingml/2006/main" flipV="1">
            <a:off x="5747004" y="3785986"/>
            <a:ext cx="93543" cy="116274"/>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0" name="Connector 59">
            <a:extLst xmlns:a="http://schemas.openxmlformats.org/drawingml/2006/main">
              <a:ext uri="{FF2B5EF4-FFF2-40B4-BE49-F238E27FC236}">
                <a16:creationId xmlns:a16="http://schemas.microsoft.com/office/drawing/2014/main" id="{21F9F62F-C97A-4CE8-ACDB-D00F19F0C49F}"/>
              </a:ext>
            </a:extLst>
          </p:cNvPr>
          <p:cNvSpPr>
            <a:spLocks xmlns:a="http://schemas.openxmlformats.org/drawingml/2006/main" noGrp="1"/>
          </p:cNvSpPr>
          <p:nvPr/>
        </p:nvSpPr>
        <p:spPr>
          <a:xfrm xmlns:a="http://schemas.openxmlformats.org/drawingml/2006/main" flipV="1">
            <a:off x="5840547" y="3664585"/>
            <a:ext cx="93543" cy="121401"/>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1" name="Connector 60">
            <a:extLst xmlns:a="http://schemas.openxmlformats.org/drawingml/2006/main">
              <a:ext uri="{FF2B5EF4-FFF2-40B4-BE49-F238E27FC236}">
                <a16:creationId xmlns:a16="http://schemas.microsoft.com/office/drawing/2014/main" id="{7E7BFAFD-4CA0-4928-AD77-A8D925E4C172}"/>
              </a:ext>
            </a:extLst>
          </p:cNvPr>
          <p:cNvSpPr>
            <a:spLocks xmlns:a="http://schemas.openxmlformats.org/drawingml/2006/main" noGrp="1"/>
          </p:cNvSpPr>
          <p:nvPr/>
        </p:nvSpPr>
        <p:spPr>
          <a:xfrm xmlns:a="http://schemas.openxmlformats.org/drawingml/2006/main" flipV="1">
            <a:off x="5934090" y="3539697"/>
            <a:ext cx="93543" cy="124888"/>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2" name="Connector 61">
            <a:extLst xmlns:a="http://schemas.openxmlformats.org/drawingml/2006/main">
              <a:ext uri="{FF2B5EF4-FFF2-40B4-BE49-F238E27FC236}">
                <a16:creationId xmlns:a16="http://schemas.microsoft.com/office/drawing/2014/main" id="{D7342961-24F6-4D6A-A9CB-562F846876A8}"/>
              </a:ext>
            </a:extLst>
          </p:cNvPr>
          <p:cNvSpPr>
            <a:spLocks xmlns:a="http://schemas.openxmlformats.org/drawingml/2006/main" noGrp="1"/>
          </p:cNvSpPr>
          <p:nvPr/>
        </p:nvSpPr>
        <p:spPr>
          <a:xfrm xmlns:a="http://schemas.openxmlformats.org/drawingml/2006/main" flipV="1">
            <a:off x="6027633" y="3413006"/>
            <a:ext cx="93543" cy="126691"/>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3" name="Connector 62">
            <a:extLst xmlns:a="http://schemas.openxmlformats.org/drawingml/2006/main">
              <a:ext uri="{FF2B5EF4-FFF2-40B4-BE49-F238E27FC236}">
                <a16:creationId xmlns:a16="http://schemas.microsoft.com/office/drawing/2014/main" id="{10B1D28E-8342-414A-8CB2-B431AFC76E9E}"/>
              </a:ext>
            </a:extLst>
          </p:cNvPr>
          <p:cNvSpPr>
            <a:spLocks xmlns:a="http://schemas.openxmlformats.org/drawingml/2006/main" noGrp="1"/>
          </p:cNvSpPr>
          <p:nvPr/>
        </p:nvSpPr>
        <p:spPr>
          <a:xfrm xmlns:a="http://schemas.openxmlformats.org/drawingml/2006/main" flipV="1">
            <a:off x="6121176" y="3286222"/>
            <a:ext cx="93543" cy="126784"/>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4" name="Connector 63">
            <a:extLst xmlns:a="http://schemas.openxmlformats.org/drawingml/2006/main">
              <a:ext uri="{FF2B5EF4-FFF2-40B4-BE49-F238E27FC236}">
                <a16:creationId xmlns:a16="http://schemas.microsoft.com/office/drawing/2014/main" id="{CD095F79-DD1E-4472-B4AA-D9624F08AF4E}"/>
              </a:ext>
            </a:extLst>
          </p:cNvPr>
          <p:cNvSpPr>
            <a:spLocks xmlns:a="http://schemas.openxmlformats.org/drawingml/2006/main" noGrp="1"/>
          </p:cNvSpPr>
          <p:nvPr/>
        </p:nvSpPr>
        <p:spPr>
          <a:xfrm xmlns:a="http://schemas.openxmlformats.org/drawingml/2006/main" flipV="1">
            <a:off x="6214719" y="3161057"/>
            <a:ext cx="93543" cy="125165"/>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5" name="Connector 64">
            <a:extLst xmlns:a="http://schemas.openxmlformats.org/drawingml/2006/main">
              <a:ext uri="{FF2B5EF4-FFF2-40B4-BE49-F238E27FC236}">
                <a16:creationId xmlns:a16="http://schemas.microsoft.com/office/drawing/2014/main" id="{01C8A243-689C-4AA5-9380-F43525442E60}"/>
              </a:ext>
            </a:extLst>
          </p:cNvPr>
          <p:cNvSpPr>
            <a:spLocks xmlns:a="http://schemas.openxmlformats.org/drawingml/2006/main" noGrp="1"/>
          </p:cNvSpPr>
          <p:nvPr/>
        </p:nvSpPr>
        <p:spPr>
          <a:xfrm xmlns:a="http://schemas.openxmlformats.org/drawingml/2006/main" flipV="1">
            <a:off x="6308262" y="3039199"/>
            <a:ext cx="93543" cy="121858"/>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6" name="Connector 65">
            <a:extLst xmlns:a="http://schemas.openxmlformats.org/drawingml/2006/main">
              <a:ext uri="{FF2B5EF4-FFF2-40B4-BE49-F238E27FC236}">
                <a16:creationId xmlns:a16="http://schemas.microsoft.com/office/drawing/2014/main" id="{01930833-AC55-4FA9-90B5-0347DB668077}"/>
              </a:ext>
            </a:extLst>
          </p:cNvPr>
          <p:cNvSpPr>
            <a:spLocks xmlns:a="http://schemas.openxmlformats.org/drawingml/2006/main" noGrp="1"/>
          </p:cNvSpPr>
          <p:nvPr/>
        </p:nvSpPr>
        <p:spPr>
          <a:xfrm xmlns:a="http://schemas.openxmlformats.org/drawingml/2006/main" flipV="1">
            <a:off x="6401805" y="2922294"/>
            <a:ext cx="93543" cy="116905"/>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7" name="Connector 66">
            <a:extLst xmlns:a="http://schemas.openxmlformats.org/drawingml/2006/main">
              <a:ext uri="{FF2B5EF4-FFF2-40B4-BE49-F238E27FC236}">
                <a16:creationId xmlns:a16="http://schemas.microsoft.com/office/drawing/2014/main" id="{006F6C62-EC57-44E0-8FB0-7BDEE0786632}"/>
              </a:ext>
            </a:extLst>
          </p:cNvPr>
          <p:cNvSpPr>
            <a:spLocks xmlns:a="http://schemas.openxmlformats.org/drawingml/2006/main" noGrp="1"/>
          </p:cNvSpPr>
          <p:nvPr/>
        </p:nvSpPr>
        <p:spPr>
          <a:xfrm xmlns:a="http://schemas.openxmlformats.org/drawingml/2006/main" flipV="1">
            <a:off x="6495348" y="2811918"/>
            <a:ext cx="93544" cy="110376"/>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8" name="Connector 67">
            <a:extLst xmlns:a="http://schemas.openxmlformats.org/drawingml/2006/main">
              <a:ext uri="{FF2B5EF4-FFF2-40B4-BE49-F238E27FC236}">
                <a16:creationId xmlns:a16="http://schemas.microsoft.com/office/drawing/2014/main" id="{4A03FFB5-9EEE-4FA3-BA63-13A039839045}"/>
              </a:ext>
            </a:extLst>
          </p:cNvPr>
          <p:cNvSpPr>
            <a:spLocks xmlns:a="http://schemas.openxmlformats.org/drawingml/2006/main" noGrp="1"/>
          </p:cNvSpPr>
          <p:nvPr/>
        </p:nvSpPr>
        <p:spPr>
          <a:xfrm xmlns:a="http://schemas.openxmlformats.org/drawingml/2006/main" flipV="1">
            <a:off x="6588892" y="2709563"/>
            <a:ext cx="93543" cy="102355"/>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9" name="Connector 68">
            <a:extLst xmlns:a="http://schemas.openxmlformats.org/drawingml/2006/main">
              <a:ext uri="{FF2B5EF4-FFF2-40B4-BE49-F238E27FC236}">
                <a16:creationId xmlns:a16="http://schemas.microsoft.com/office/drawing/2014/main" id="{2C401028-3ECC-4A2F-93B4-E3ADC804E9A1}"/>
              </a:ext>
            </a:extLst>
          </p:cNvPr>
          <p:cNvSpPr>
            <a:spLocks xmlns:a="http://schemas.openxmlformats.org/drawingml/2006/main" noGrp="1"/>
          </p:cNvSpPr>
          <p:nvPr/>
        </p:nvSpPr>
        <p:spPr>
          <a:xfrm xmlns:a="http://schemas.openxmlformats.org/drawingml/2006/main" flipV="1">
            <a:off x="6682435" y="2616609"/>
            <a:ext cx="93543" cy="92954"/>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0" name="Connector 69">
            <a:extLst xmlns:a="http://schemas.openxmlformats.org/drawingml/2006/main">
              <a:ext uri="{FF2B5EF4-FFF2-40B4-BE49-F238E27FC236}">
                <a16:creationId xmlns:a16="http://schemas.microsoft.com/office/drawing/2014/main" id="{AE387218-CC1B-464B-ABF1-C57759C0AC64}"/>
              </a:ext>
            </a:extLst>
          </p:cNvPr>
          <p:cNvSpPr>
            <a:spLocks xmlns:a="http://schemas.openxmlformats.org/drawingml/2006/main" noGrp="1"/>
          </p:cNvSpPr>
          <p:nvPr/>
        </p:nvSpPr>
        <p:spPr>
          <a:xfrm xmlns:a="http://schemas.openxmlformats.org/drawingml/2006/main" flipV="1">
            <a:off x="6775978" y="2534310"/>
            <a:ext cx="93543" cy="82299"/>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1" name="Connector 70">
            <a:extLst xmlns:a="http://schemas.openxmlformats.org/drawingml/2006/main">
              <a:ext uri="{FF2B5EF4-FFF2-40B4-BE49-F238E27FC236}">
                <a16:creationId xmlns:a16="http://schemas.microsoft.com/office/drawing/2014/main" id="{0B3F8DD2-EC7C-4D2F-BD2F-7E7B0A15CA3B}"/>
              </a:ext>
            </a:extLst>
          </p:cNvPr>
          <p:cNvSpPr>
            <a:spLocks xmlns:a="http://schemas.openxmlformats.org/drawingml/2006/main" noGrp="1"/>
          </p:cNvSpPr>
          <p:nvPr/>
        </p:nvSpPr>
        <p:spPr>
          <a:xfrm xmlns:a="http://schemas.openxmlformats.org/drawingml/2006/main" flipV="1">
            <a:off x="6869521" y="2463778"/>
            <a:ext cx="93543" cy="70532"/>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2" name="Connector 71">
            <a:extLst xmlns:a="http://schemas.openxmlformats.org/drawingml/2006/main">
              <a:ext uri="{FF2B5EF4-FFF2-40B4-BE49-F238E27FC236}">
                <a16:creationId xmlns:a16="http://schemas.microsoft.com/office/drawing/2014/main" id="{90B9E7F8-9A7A-4738-97D8-6C835D5FEE90}"/>
              </a:ext>
            </a:extLst>
          </p:cNvPr>
          <p:cNvSpPr>
            <a:spLocks xmlns:a="http://schemas.openxmlformats.org/drawingml/2006/main" noGrp="1"/>
          </p:cNvSpPr>
          <p:nvPr/>
        </p:nvSpPr>
        <p:spPr>
          <a:xfrm xmlns:a="http://schemas.openxmlformats.org/drawingml/2006/main" flipV="1">
            <a:off x="6963064" y="2405964"/>
            <a:ext cx="93543" cy="57814"/>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3" name="Connector 72">
            <a:extLst xmlns:a="http://schemas.openxmlformats.org/drawingml/2006/main">
              <a:ext uri="{FF2B5EF4-FFF2-40B4-BE49-F238E27FC236}">
                <a16:creationId xmlns:a16="http://schemas.microsoft.com/office/drawing/2014/main" id="{4EFF7E65-9DB1-4750-A997-1DFC68DF60D6}"/>
              </a:ext>
            </a:extLst>
          </p:cNvPr>
          <p:cNvSpPr>
            <a:spLocks xmlns:a="http://schemas.openxmlformats.org/drawingml/2006/main" noGrp="1"/>
          </p:cNvSpPr>
          <p:nvPr/>
        </p:nvSpPr>
        <p:spPr>
          <a:xfrm xmlns:a="http://schemas.openxmlformats.org/drawingml/2006/main" flipV="1">
            <a:off x="7056607" y="2361649"/>
            <a:ext cx="93543" cy="44315"/>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4" name="Connector 73">
            <a:extLst xmlns:a="http://schemas.openxmlformats.org/drawingml/2006/main">
              <a:ext uri="{FF2B5EF4-FFF2-40B4-BE49-F238E27FC236}">
                <a16:creationId xmlns:a16="http://schemas.microsoft.com/office/drawing/2014/main" id="{19430D91-0D43-4784-948F-9D399A9D6D84}"/>
              </a:ext>
            </a:extLst>
          </p:cNvPr>
          <p:cNvSpPr>
            <a:spLocks xmlns:a="http://schemas.openxmlformats.org/drawingml/2006/main" noGrp="1"/>
          </p:cNvSpPr>
          <p:nvPr/>
        </p:nvSpPr>
        <p:spPr>
          <a:xfrm xmlns:a="http://schemas.openxmlformats.org/drawingml/2006/main" flipV="1">
            <a:off x="7150150" y="2331431"/>
            <a:ext cx="93543" cy="30218"/>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5" name="Connector 74">
            <a:extLst xmlns:a="http://schemas.openxmlformats.org/drawingml/2006/main">
              <a:ext uri="{FF2B5EF4-FFF2-40B4-BE49-F238E27FC236}">
                <a16:creationId xmlns:a16="http://schemas.microsoft.com/office/drawing/2014/main" id="{C4C74F91-0557-4027-A700-2C189FAE8D09}"/>
              </a:ext>
            </a:extLst>
          </p:cNvPr>
          <p:cNvSpPr>
            <a:spLocks xmlns:a="http://schemas.openxmlformats.org/drawingml/2006/main" noGrp="1"/>
          </p:cNvSpPr>
          <p:nvPr/>
        </p:nvSpPr>
        <p:spPr>
          <a:xfrm xmlns:a="http://schemas.openxmlformats.org/drawingml/2006/main" flipV="1">
            <a:off x="7243693" y="2315717"/>
            <a:ext cx="93544" cy="15714"/>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6" name="Connector 75">
            <a:extLst xmlns:a="http://schemas.openxmlformats.org/drawingml/2006/main">
              <a:ext uri="{FF2B5EF4-FFF2-40B4-BE49-F238E27FC236}">
                <a16:creationId xmlns:a16="http://schemas.microsoft.com/office/drawing/2014/main" id="{E0D2E23F-5B97-490E-93C1-867E79E802C7}"/>
              </a:ext>
            </a:extLst>
          </p:cNvPr>
          <p:cNvSpPr>
            <a:spLocks xmlns:a="http://schemas.openxmlformats.org/drawingml/2006/main" noGrp="1"/>
          </p:cNvSpPr>
          <p:nvPr/>
        </p:nvSpPr>
        <p:spPr>
          <a:xfrm xmlns:a="http://schemas.openxmlformats.org/drawingml/2006/main" flipV="1">
            <a:off x="7337237" y="2314720"/>
            <a:ext cx="93543" cy="997"/>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7" name="Connector 76">
            <a:extLst xmlns:a="http://schemas.openxmlformats.org/drawingml/2006/main">
              <a:ext uri="{FF2B5EF4-FFF2-40B4-BE49-F238E27FC236}">
                <a16:creationId xmlns:a16="http://schemas.microsoft.com/office/drawing/2014/main" id="{85B7BCB6-2DE4-4891-B593-66E4159A77BA}"/>
              </a:ext>
            </a:extLst>
          </p:cNvPr>
          <p:cNvSpPr>
            <a:spLocks xmlns:a="http://schemas.openxmlformats.org/drawingml/2006/main" noGrp="1"/>
          </p:cNvSpPr>
          <p:nvPr/>
        </p:nvSpPr>
        <p:spPr>
          <a:xfrm xmlns:a="http://schemas.openxmlformats.org/drawingml/2006/main">
            <a:off x="7430780" y="2314720"/>
            <a:ext cx="93543" cy="13733"/>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8" name="Connector 77">
            <a:extLst xmlns:a="http://schemas.openxmlformats.org/drawingml/2006/main">
              <a:ext uri="{FF2B5EF4-FFF2-40B4-BE49-F238E27FC236}">
                <a16:creationId xmlns:a16="http://schemas.microsoft.com/office/drawing/2014/main" id="{2674A954-9383-40A0-AB66-128F3CE417E0}"/>
              </a:ext>
            </a:extLst>
          </p:cNvPr>
          <p:cNvSpPr>
            <a:spLocks xmlns:a="http://schemas.openxmlformats.org/drawingml/2006/main" noGrp="1"/>
          </p:cNvSpPr>
          <p:nvPr/>
        </p:nvSpPr>
        <p:spPr>
          <a:xfrm xmlns:a="http://schemas.openxmlformats.org/drawingml/2006/main">
            <a:off x="7524323" y="2328453"/>
            <a:ext cx="93543" cy="28278"/>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9" name="Connector 78">
            <a:extLst xmlns:a="http://schemas.openxmlformats.org/drawingml/2006/main">
              <a:ext uri="{FF2B5EF4-FFF2-40B4-BE49-F238E27FC236}">
                <a16:creationId xmlns:a16="http://schemas.microsoft.com/office/drawing/2014/main" id="{A931F89D-C53A-4184-B899-894FAD866752}"/>
              </a:ext>
            </a:extLst>
          </p:cNvPr>
          <p:cNvSpPr>
            <a:spLocks xmlns:a="http://schemas.openxmlformats.org/drawingml/2006/main" noGrp="1"/>
          </p:cNvSpPr>
          <p:nvPr/>
        </p:nvSpPr>
        <p:spPr>
          <a:xfrm xmlns:a="http://schemas.openxmlformats.org/drawingml/2006/main">
            <a:off x="7617866" y="2356731"/>
            <a:ext cx="93543" cy="42441"/>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0" name="Connector 79">
            <a:extLst xmlns:a="http://schemas.openxmlformats.org/drawingml/2006/main">
              <a:ext uri="{FF2B5EF4-FFF2-40B4-BE49-F238E27FC236}">
                <a16:creationId xmlns:a16="http://schemas.microsoft.com/office/drawing/2014/main" id="{53CCF68D-C608-4B18-92AD-CED08879DA42}"/>
              </a:ext>
            </a:extLst>
          </p:cNvPr>
          <p:cNvSpPr>
            <a:spLocks xmlns:a="http://schemas.openxmlformats.org/drawingml/2006/main" noGrp="1"/>
          </p:cNvSpPr>
          <p:nvPr/>
        </p:nvSpPr>
        <p:spPr>
          <a:xfrm xmlns:a="http://schemas.openxmlformats.org/drawingml/2006/main">
            <a:off x="7711409" y="2399172"/>
            <a:ext cx="93543" cy="56031"/>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1" name="Connector 80">
            <a:extLst xmlns:a="http://schemas.openxmlformats.org/drawingml/2006/main">
              <a:ext uri="{FF2B5EF4-FFF2-40B4-BE49-F238E27FC236}">
                <a16:creationId xmlns:a16="http://schemas.microsoft.com/office/drawing/2014/main" id="{93713B57-92AB-47FC-8519-EF336A8E576F}"/>
              </a:ext>
            </a:extLst>
          </p:cNvPr>
          <p:cNvSpPr>
            <a:spLocks xmlns:a="http://schemas.openxmlformats.org/drawingml/2006/main" noGrp="1"/>
          </p:cNvSpPr>
          <p:nvPr/>
        </p:nvSpPr>
        <p:spPr>
          <a:xfrm xmlns:a="http://schemas.openxmlformats.org/drawingml/2006/main">
            <a:off x="7804952" y="2455203"/>
            <a:ext cx="93543" cy="68865"/>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2" name="Connector 81">
            <a:extLst xmlns:a="http://schemas.openxmlformats.org/drawingml/2006/main">
              <a:ext uri="{FF2B5EF4-FFF2-40B4-BE49-F238E27FC236}">
                <a16:creationId xmlns:a16="http://schemas.microsoft.com/office/drawing/2014/main" id="{CC4BD8E5-7BF0-44B7-83F2-CF756A5B63A2}"/>
              </a:ext>
            </a:extLst>
          </p:cNvPr>
          <p:cNvSpPr>
            <a:spLocks xmlns:a="http://schemas.openxmlformats.org/drawingml/2006/main" noGrp="1"/>
          </p:cNvSpPr>
          <p:nvPr/>
        </p:nvSpPr>
        <p:spPr>
          <a:xfrm xmlns:a="http://schemas.openxmlformats.org/drawingml/2006/main">
            <a:off x="7898495" y="2524068"/>
            <a:ext cx="93543" cy="80770"/>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3" name="Connector 82">
            <a:extLst xmlns:a="http://schemas.openxmlformats.org/drawingml/2006/main">
              <a:ext uri="{FF2B5EF4-FFF2-40B4-BE49-F238E27FC236}">
                <a16:creationId xmlns:a16="http://schemas.microsoft.com/office/drawing/2014/main" id="{EA1BC380-0F62-4B2C-9442-73B9C572E2AC}"/>
              </a:ext>
            </a:extLst>
          </p:cNvPr>
          <p:cNvSpPr>
            <a:spLocks xmlns:a="http://schemas.openxmlformats.org/drawingml/2006/main" noGrp="1"/>
          </p:cNvSpPr>
          <p:nvPr/>
        </p:nvSpPr>
        <p:spPr>
          <a:xfrm xmlns:a="http://schemas.openxmlformats.org/drawingml/2006/main">
            <a:off x="7992038" y="2604838"/>
            <a:ext cx="93544" cy="91585"/>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4" name="Connector 83">
            <a:extLst xmlns:a="http://schemas.openxmlformats.org/drawingml/2006/main">
              <a:ext uri="{FF2B5EF4-FFF2-40B4-BE49-F238E27FC236}">
                <a16:creationId xmlns:a16="http://schemas.microsoft.com/office/drawing/2014/main" id="{28E3C05C-BA52-46BE-991B-0F22D5A86C68}"/>
              </a:ext>
            </a:extLst>
          </p:cNvPr>
          <p:cNvSpPr>
            <a:spLocks xmlns:a="http://schemas.openxmlformats.org/drawingml/2006/main" noGrp="1"/>
          </p:cNvSpPr>
          <p:nvPr/>
        </p:nvSpPr>
        <p:spPr>
          <a:xfrm xmlns:a="http://schemas.openxmlformats.org/drawingml/2006/main">
            <a:off x="8085582" y="2696423"/>
            <a:ext cx="93543" cy="101163"/>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5" name="Connector 84">
            <a:extLst xmlns:a="http://schemas.openxmlformats.org/drawingml/2006/main">
              <a:ext uri="{FF2B5EF4-FFF2-40B4-BE49-F238E27FC236}">
                <a16:creationId xmlns:a16="http://schemas.microsoft.com/office/drawing/2014/main" id="{A6FCEF39-51FA-4939-8F1C-CBC00842AD07}"/>
              </a:ext>
            </a:extLst>
          </p:cNvPr>
          <p:cNvSpPr>
            <a:spLocks xmlns:a="http://schemas.openxmlformats.org/drawingml/2006/main" noGrp="1"/>
          </p:cNvSpPr>
          <p:nvPr/>
        </p:nvSpPr>
        <p:spPr>
          <a:xfrm xmlns:a="http://schemas.openxmlformats.org/drawingml/2006/main">
            <a:off x="8179125" y="2797586"/>
            <a:ext cx="93543" cy="109376"/>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6" name="Connector 85">
            <a:extLst xmlns:a="http://schemas.openxmlformats.org/drawingml/2006/main">
              <a:ext uri="{FF2B5EF4-FFF2-40B4-BE49-F238E27FC236}">
                <a16:creationId xmlns:a16="http://schemas.microsoft.com/office/drawing/2014/main" id="{D3E7A8DC-F6AE-4B62-AB24-7BFB21C1798D}"/>
              </a:ext>
            </a:extLst>
          </p:cNvPr>
          <p:cNvSpPr>
            <a:spLocks xmlns:a="http://schemas.openxmlformats.org/drawingml/2006/main" noGrp="1"/>
          </p:cNvSpPr>
          <p:nvPr/>
        </p:nvSpPr>
        <p:spPr>
          <a:xfrm xmlns:a="http://schemas.openxmlformats.org/drawingml/2006/main">
            <a:off x="8272668" y="2906962"/>
            <a:ext cx="93543" cy="116114"/>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7" name="Connector 86">
            <a:extLst xmlns:a="http://schemas.openxmlformats.org/drawingml/2006/main">
              <a:ext uri="{FF2B5EF4-FFF2-40B4-BE49-F238E27FC236}">
                <a16:creationId xmlns:a16="http://schemas.microsoft.com/office/drawing/2014/main" id="{AD9F580E-B12F-4890-B3DB-CD3D38BA5C02}"/>
              </a:ext>
            </a:extLst>
          </p:cNvPr>
          <p:cNvSpPr>
            <a:spLocks xmlns:a="http://schemas.openxmlformats.org/drawingml/2006/main" noGrp="1"/>
          </p:cNvSpPr>
          <p:nvPr/>
        </p:nvSpPr>
        <p:spPr>
          <a:xfrm xmlns:a="http://schemas.openxmlformats.org/drawingml/2006/main">
            <a:off x="8366211" y="3023076"/>
            <a:ext cx="93543" cy="121283"/>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8" name="Connector 87">
            <a:extLst xmlns:a="http://schemas.openxmlformats.org/drawingml/2006/main">
              <a:ext uri="{FF2B5EF4-FFF2-40B4-BE49-F238E27FC236}">
                <a16:creationId xmlns:a16="http://schemas.microsoft.com/office/drawing/2014/main" id="{E77E58BA-2142-4A76-8446-F75AFE2548E8}"/>
              </a:ext>
            </a:extLst>
          </p:cNvPr>
          <p:cNvSpPr>
            <a:spLocks xmlns:a="http://schemas.openxmlformats.org/drawingml/2006/main" noGrp="1"/>
          </p:cNvSpPr>
          <p:nvPr/>
        </p:nvSpPr>
        <p:spPr>
          <a:xfrm xmlns:a="http://schemas.openxmlformats.org/drawingml/2006/main">
            <a:off x="8459754" y="3144359"/>
            <a:ext cx="93543" cy="124816"/>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9" name="Connector 88">
            <a:extLst xmlns:a="http://schemas.openxmlformats.org/drawingml/2006/main">
              <a:ext uri="{FF2B5EF4-FFF2-40B4-BE49-F238E27FC236}">
                <a16:creationId xmlns:a16="http://schemas.microsoft.com/office/drawing/2014/main" id="{795CEC70-678C-4FDC-97E9-1468928A3819}"/>
              </a:ext>
            </a:extLst>
          </p:cNvPr>
          <p:cNvSpPr>
            <a:spLocks xmlns:a="http://schemas.openxmlformats.org/drawingml/2006/main" noGrp="1"/>
          </p:cNvSpPr>
          <p:nvPr/>
        </p:nvSpPr>
        <p:spPr>
          <a:xfrm xmlns:a="http://schemas.openxmlformats.org/drawingml/2006/main">
            <a:off x="8553297" y="3269175"/>
            <a:ext cx="93543" cy="126665"/>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0" name="Connector 89">
            <a:extLst xmlns:a="http://schemas.openxmlformats.org/drawingml/2006/main">
              <a:ext uri="{FF2B5EF4-FFF2-40B4-BE49-F238E27FC236}">
                <a16:creationId xmlns:a16="http://schemas.microsoft.com/office/drawing/2014/main" id="{54814E2A-DA64-4098-A24F-F0980BD78440}"/>
              </a:ext>
            </a:extLst>
          </p:cNvPr>
          <p:cNvSpPr>
            <a:spLocks xmlns:a="http://schemas.openxmlformats.org/drawingml/2006/main" noGrp="1"/>
          </p:cNvSpPr>
          <p:nvPr/>
        </p:nvSpPr>
        <p:spPr>
          <a:xfrm xmlns:a="http://schemas.openxmlformats.org/drawingml/2006/main">
            <a:off x="8646840" y="3395840"/>
            <a:ext cx="93543" cy="126804"/>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1" name="Connector 90">
            <a:extLst xmlns:a="http://schemas.openxmlformats.org/drawingml/2006/main">
              <a:ext uri="{FF2B5EF4-FFF2-40B4-BE49-F238E27FC236}">
                <a16:creationId xmlns:a16="http://schemas.microsoft.com/office/drawing/2014/main" id="{B221D9D6-8197-4F7A-986B-342C18B37CE8}"/>
              </a:ext>
            </a:extLst>
          </p:cNvPr>
          <p:cNvSpPr>
            <a:spLocks xmlns:a="http://schemas.openxmlformats.org/drawingml/2006/main" noGrp="1"/>
          </p:cNvSpPr>
          <p:nvPr/>
        </p:nvSpPr>
        <p:spPr>
          <a:xfrm xmlns:a="http://schemas.openxmlformats.org/drawingml/2006/main">
            <a:off x="8740383" y="3522644"/>
            <a:ext cx="93543" cy="125232"/>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2" name="Connector 91">
            <a:extLst xmlns:a="http://schemas.openxmlformats.org/drawingml/2006/main">
              <a:ext uri="{FF2B5EF4-FFF2-40B4-BE49-F238E27FC236}">
                <a16:creationId xmlns:a16="http://schemas.microsoft.com/office/drawing/2014/main" id="{7C3723D6-46B0-4B74-80EE-004806F04B4E}"/>
              </a:ext>
            </a:extLst>
          </p:cNvPr>
          <p:cNvSpPr>
            <a:spLocks xmlns:a="http://schemas.openxmlformats.org/drawingml/2006/main" noGrp="1"/>
          </p:cNvSpPr>
          <p:nvPr/>
        </p:nvSpPr>
        <p:spPr>
          <a:xfrm xmlns:a="http://schemas.openxmlformats.org/drawingml/2006/main">
            <a:off x="8833926" y="3647876"/>
            <a:ext cx="93544" cy="121969"/>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3" name="Connector 92">
            <a:extLst xmlns:a="http://schemas.openxmlformats.org/drawingml/2006/main">
              <a:ext uri="{FF2B5EF4-FFF2-40B4-BE49-F238E27FC236}">
                <a16:creationId xmlns:a16="http://schemas.microsoft.com/office/drawing/2014/main" id="{35C7EDE2-BB4C-42C0-9798-C6B80752E7B6}"/>
              </a:ext>
            </a:extLst>
          </p:cNvPr>
          <p:cNvSpPr>
            <a:spLocks xmlns:a="http://schemas.openxmlformats.org/drawingml/2006/main" noGrp="1"/>
          </p:cNvSpPr>
          <p:nvPr/>
        </p:nvSpPr>
        <p:spPr>
          <a:xfrm xmlns:a="http://schemas.openxmlformats.org/drawingml/2006/main">
            <a:off x="8927470" y="3769845"/>
            <a:ext cx="93543" cy="117060"/>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4" name="Connector 93">
            <a:extLst xmlns:a="http://schemas.openxmlformats.org/drawingml/2006/main">
              <a:ext uri="{FF2B5EF4-FFF2-40B4-BE49-F238E27FC236}">
                <a16:creationId xmlns:a16="http://schemas.microsoft.com/office/drawing/2014/main" id="{C23BFB5D-C46E-4698-8911-E21272442938}"/>
              </a:ext>
            </a:extLst>
          </p:cNvPr>
          <p:cNvSpPr>
            <a:spLocks xmlns:a="http://schemas.openxmlformats.org/drawingml/2006/main" noGrp="1"/>
          </p:cNvSpPr>
          <p:nvPr/>
        </p:nvSpPr>
        <p:spPr>
          <a:xfrm xmlns:a="http://schemas.openxmlformats.org/drawingml/2006/main">
            <a:off x="9021013" y="3886905"/>
            <a:ext cx="93543" cy="110572"/>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5" name="Connector 94">
            <a:extLst xmlns:a="http://schemas.openxmlformats.org/drawingml/2006/main">
              <a:ext uri="{FF2B5EF4-FFF2-40B4-BE49-F238E27FC236}">
                <a16:creationId xmlns:a16="http://schemas.microsoft.com/office/drawing/2014/main" id="{3EE3AA71-576E-4B7C-A629-20D8C3C7AD58}"/>
              </a:ext>
            </a:extLst>
          </p:cNvPr>
          <p:cNvSpPr>
            <a:spLocks xmlns:a="http://schemas.openxmlformats.org/drawingml/2006/main" noGrp="1"/>
          </p:cNvSpPr>
          <p:nvPr/>
        </p:nvSpPr>
        <p:spPr>
          <a:xfrm xmlns:a="http://schemas.openxmlformats.org/drawingml/2006/main">
            <a:off x="9114556" y="3997477"/>
            <a:ext cx="93543" cy="102590"/>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6" name="Connector 95">
            <a:extLst xmlns:a="http://schemas.openxmlformats.org/drawingml/2006/main">
              <a:ext uri="{FF2B5EF4-FFF2-40B4-BE49-F238E27FC236}">
                <a16:creationId xmlns:a16="http://schemas.microsoft.com/office/drawing/2014/main" id="{2492E6F1-2CC0-4A04-B084-F0CB221C027D}"/>
              </a:ext>
            </a:extLst>
          </p:cNvPr>
          <p:cNvSpPr>
            <a:spLocks xmlns:a="http://schemas.openxmlformats.org/drawingml/2006/main" noGrp="1"/>
          </p:cNvSpPr>
          <p:nvPr/>
        </p:nvSpPr>
        <p:spPr>
          <a:xfrm xmlns:a="http://schemas.openxmlformats.org/drawingml/2006/main">
            <a:off x="9208099" y="4100067"/>
            <a:ext cx="93543" cy="93226"/>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7" name="Connector 96">
            <a:extLst xmlns:a="http://schemas.openxmlformats.org/drawingml/2006/main">
              <a:ext uri="{FF2B5EF4-FFF2-40B4-BE49-F238E27FC236}">
                <a16:creationId xmlns:a16="http://schemas.microsoft.com/office/drawing/2014/main" id="{87E66172-3B32-47D8-AD00-39EC518F5CA5}"/>
              </a:ext>
            </a:extLst>
          </p:cNvPr>
          <p:cNvSpPr>
            <a:spLocks xmlns:a="http://schemas.openxmlformats.org/drawingml/2006/main" noGrp="1"/>
          </p:cNvSpPr>
          <p:nvPr/>
        </p:nvSpPr>
        <p:spPr>
          <a:xfrm xmlns:a="http://schemas.openxmlformats.org/drawingml/2006/main">
            <a:off x="9301642" y="4193293"/>
            <a:ext cx="93543" cy="82602"/>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8" name="Connector 97">
            <a:extLst xmlns:a="http://schemas.openxmlformats.org/drawingml/2006/main">
              <a:ext uri="{FF2B5EF4-FFF2-40B4-BE49-F238E27FC236}">
                <a16:creationId xmlns:a16="http://schemas.microsoft.com/office/drawing/2014/main" id="{603CF8FE-5ECF-451D-8E95-0AAB037EF9D3}"/>
              </a:ext>
            </a:extLst>
          </p:cNvPr>
          <p:cNvSpPr>
            <a:spLocks xmlns:a="http://schemas.openxmlformats.org/drawingml/2006/main" noGrp="1"/>
          </p:cNvSpPr>
          <p:nvPr/>
        </p:nvSpPr>
        <p:spPr>
          <a:xfrm xmlns:a="http://schemas.openxmlformats.org/drawingml/2006/main">
            <a:off x="9395185" y="4275895"/>
            <a:ext cx="93543" cy="70863"/>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9" name="Connector 98">
            <a:extLst xmlns:a="http://schemas.openxmlformats.org/drawingml/2006/main">
              <a:ext uri="{FF2B5EF4-FFF2-40B4-BE49-F238E27FC236}">
                <a16:creationId xmlns:a16="http://schemas.microsoft.com/office/drawing/2014/main" id="{EF282F72-8D21-42E0-9CA6-3659465ED8AE}"/>
              </a:ext>
            </a:extLst>
          </p:cNvPr>
          <p:cNvSpPr>
            <a:spLocks xmlns:a="http://schemas.openxmlformats.org/drawingml/2006/main" noGrp="1"/>
          </p:cNvSpPr>
          <p:nvPr/>
        </p:nvSpPr>
        <p:spPr>
          <a:xfrm xmlns:a="http://schemas.openxmlformats.org/drawingml/2006/main">
            <a:off x="9488728" y="4346758"/>
            <a:ext cx="93543" cy="58168"/>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0" name="Connector 99">
            <a:extLst xmlns:a="http://schemas.openxmlformats.org/drawingml/2006/main">
              <a:ext uri="{FF2B5EF4-FFF2-40B4-BE49-F238E27FC236}">
                <a16:creationId xmlns:a16="http://schemas.microsoft.com/office/drawing/2014/main" id="{4AD63853-F52A-4967-84A7-6FACC6B61E9E}"/>
              </a:ext>
            </a:extLst>
          </p:cNvPr>
          <p:cNvSpPr>
            <a:spLocks xmlns:a="http://schemas.openxmlformats.org/drawingml/2006/main" noGrp="1"/>
          </p:cNvSpPr>
          <p:nvPr/>
        </p:nvSpPr>
        <p:spPr>
          <a:xfrm xmlns:a="http://schemas.openxmlformats.org/drawingml/2006/main">
            <a:off x="9582271" y="4404926"/>
            <a:ext cx="93544" cy="44689"/>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1" name="Connector 100">
            <a:extLst xmlns:a="http://schemas.openxmlformats.org/drawingml/2006/main">
              <a:ext uri="{FF2B5EF4-FFF2-40B4-BE49-F238E27FC236}">
                <a16:creationId xmlns:a16="http://schemas.microsoft.com/office/drawing/2014/main" id="{0E777739-1654-42F4-BBBB-FF099DF4634E}"/>
              </a:ext>
            </a:extLst>
          </p:cNvPr>
          <p:cNvSpPr>
            <a:spLocks xmlns:a="http://schemas.openxmlformats.org/drawingml/2006/main" noGrp="1"/>
          </p:cNvSpPr>
          <p:nvPr/>
        </p:nvSpPr>
        <p:spPr>
          <a:xfrm xmlns:a="http://schemas.openxmlformats.org/drawingml/2006/main">
            <a:off x="9675815" y="4449615"/>
            <a:ext cx="93543" cy="30605"/>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2" name="Connector 101">
            <a:extLst xmlns:a="http://schemas.openxmlformats.org/drawingml/2006/main">
              <a:ext uri="{FF2B5EF4-FFF2-40B4-BE49-F238E27FC236}">
                <a16:creationId xmlns:a16="http://schemas.microsoft.com/office/drawing/2014/main" id="{ABF9DBB7-06E4-417D-9A6D-5AA390EE8F0D}"/>
              </a:ext>
            </a:extLst>
          </p:cNvPr>
          <p:cNvSpPr>
            <a:spLocks xmlns:a="http://schemas.openxmlformats.org/drawingml/2006/main" noGrp="1"/>
          </p:cNvSpPr>
          <p:nvPr/>
        </p:nvSpPr>
        <p:spPr>
          <a:xfrm xmlns:a="http://schemas.openxmlformats.org/drawingml/2006/main">
            <a:off x="9769358" y="4480220"/>
            <a:ext cx="93543" cy="16110"/>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3" name="Connector 102">
            <a:extLst xmlns:a="http://schemas.openxmlformats.org/drawingml/2006/main">
              <a:ext uri="{FF2B5EF4-FFF2-40B4-BE49-F238E27FC236}">
                <a16:creationId xmlns:a16="http://schemas.microsoft.com/office/drawing/2014/main" id="{53B1E1D3-C451-4BF2-A3D6-00D06E1C0FC6}"/>
              </a:ext>
            </a:extLst>
          </p:cNvPr>
          <p:cNvSpPr>
            <a:spLocks xmlns:a="http://schemas.openxmlformats.org/drawingml/2006/main" noGrp="1"/>
          </p:cNvSpPr>
          <p:nvPr/>
        </p:nvSpPr>
        <p:spPr>
          <a:xfrm xmlns:a="http://schemas.openxmlformats.org/drawingml/2006/main">
            <a:off x="9862901" y="4496330"/>
            <a:ext cx="93543" cy="1396"/>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4" name="Connector 103">
            <a:extLst xmlns:a="http://schemas.openxmlformats.org/drawingml/2006/main">
              <a:ext uri="{FF2B5EF4-FFF2-40B4-BE49-F238E27FC236}">
                <a16:creationId xmlns:a16="http://schemas.microsoft.com/office/drawing/2014/main" id="{7F104B7C-EF04-4C1A-B2B4-A5D93EA3AC1B}"/>
              </a:ext>
            </a:extLst>
          </p:cNvPr>
          <p:cNvSpPr>
            <a:spLocks xmlns:a="http://schemas.openxmlformats.org/drawingml/2006/main" noGrp="1"/>
          </p:cNvSpPr>
          <p:nvPr/>
        </p:nvSpPr>
        <p:spPr>
          <a:xfrm xmlns:a="http://schemas.openxmlformats.org/drawingml/2006/main" flipV="1">
            <a:off x="9956444" y="4484389"/>
            <a:ext cx="93543" cy="13337"/>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5" name="Connector 104">
            <a:extLst xmlns:a="http://schemas.openxmlformats.org/drawingml/2006/main">
              <a:ext uri="{FF2B5EF4-FFF2-40B4-BE49-F238E27FC236}">
                <a16:creationId xmlns:a16="http://schemas.microsoft.com/office/drawing/2014/main" id="{18329DFF-4AE8-4B7B-9486-20C480312918}"/>
              </a:ext>
            </a:extLst>
          </p:cNvPr>
          <p:cNvSpPr>
            <a:spLocks xmlns:a="http://schemas.openxmlformats.org/drawingml/2006/main" noGrp="1"/>
          </p:cNvSpPr>
          <p:nvPr/>
        </p:nvSpPr>
        <p:spPr>
          <a:xfrm xmlns:a="http://schemas.openxmlformats.org/drawingml/2006/main" flipV="1">
            <a:off x="10049987" y="4456501"/>
            <a:ext cx="93543" cy="27888"/>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6" name="Connector 105">
            <a:extLst xmlns:a="http://schemas.openxmlformats.org/drawingml/2006/main">
              <a:ext uri="{FF2B5EF4-FFF2-40B4-BE49-F238E27FC236}">
                <a16:creationId xmlns:a16="http://schemas.microsoft.com/office/drawing/2014/main" id="{5780313B-AFEE-49B6-BBB4-B41F55C88EEB}"/>
              </a:ext>
            </a:extLst>
          </p:cNvPr>
          <p:cNvSpPr>
            <a:spLocks xmlns:a="http://schemas.openxmlformats.org/drawingml/2006/main" noGrp="1"/>
          </p:cNvSpPr>
          <p:nvPr/>
        </p:nvSpPr>
        <p:spPr>
          <a:xfrm xmlns:a="http://schemas.openxmlformats.org/drawingml/2006/main" flipV="1">
            <a:off x="10143530" y="4414436"/>
            <a:ext cx="93543" cy="42065"/>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7" name="Connector 106">
            <a:extLst xmlns:a="http://schemas.openxmlformats.org/drawingml/2006/main">
              <a:ext uri="{FF2B5EF4-FFF2-40B4-BE49-F238E27FC236}">
                <a16:creationId xmlns:a16="http://schemas.microsoft.com/office/drawing/2014/main" id="{AD80D719-7271-41D9-A391-50738DA491C3}"/>
              </a:ext>
            </a:extLst>
          </p:cNvPr>
          <p:cNvSpPr>
            <a:spLocks xmlns:a="http://schemas.openxmlformats.org/drawingml/2006/main" noGrp="1"/>
          </p:cNvSpPr>
          <p:nvPr/>
        </p:nvSpPr>
        <p:spPr>
          <a:xfrm xmlns:a="http://schemas.openxmlformats.org/drawingml/2006/main" flipV="1">
            <a:off x="10237073" y="4358763"/>
            <a:ext cx="93543" cy="55673"/>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8" name="Connector 107">
            <a:extLst xmlns:a="http://schemas.openxmlformats.org/drawingml/2006/main">
              <a:ext uri="{FF2B5EF4-FFF2-40B4-BE49-F238E27FC236}">
                <a16:creationId xmlns:a16="http://schemas.microsoft.com/office/drawing/2014/main" id="{B39DE307-5DAE-4B62-9DA6-18926DC037CA}"/>
              </a:ext>
            </a:extLst>
          </p:cNvPr>
          <p:cNvSpPr>
            <a:spLocks xmlns:a="http://schemas.openxmlformats.org/drawingml/2006/main" noGrp="1"/>
          </p:cNvSpPr>
          <p:nvPr/>
        </p:nvSpPr>
        <p:spPr>
          <a:xfrm xmlns:a="http://schemas.openxmlformats.org/drawingml/2006/main" flipV="1">
            <a:off x="10330616" y="4290233"/>
            <a:ext cx="93544" cy="68530"/>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9" name="TextBox 108">
            <a:extLst xmlns:a="http://schemas.openxmlformats.org/drawingml/2006/main">
              <a:ext uri="{FF2B5EF4-FFF2-40B4-BE49-F238E27FC236}">
                <a16:creationId xmlns:a16="http://schemas.microsoft.com/office/drawing/2014/main" id="{96AF5F13-857F-490A-B88E-76BA476178E7}"/>
              </a:ext>
            </a:extLst>
          </p:cNvPr>
          <p:cNvSpPr>
            <a:spLocks xmlns:a="http://schemas.openxmlformats.org/drawingml/2006/main" noGrp="1"/>
          </p:cNvSpPr>
          <p:nvPr/>
        </p:nvSpPr>
        <p:spPr>
          <a:xfrm xmlns:a="http://schemas.openxmlformats.org/drawingml/2006/main">
            <a:off x="777240" y="5879592"/>
            <a:ext cx="10789920" cy="33528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请提出一个规则：怎样公平地选出一组采样时刻？</a:t>
            </a:r>
          </a:p>
        </p:txBody>
      </p:sp>
    </p:spTree>
    <p:extLst>
      <p:ext uri="{BB962C8B-B14F-4D97-AF65-F5344CB8AC3E}">
        <p14:creationId xmlns:p14="http://schemas.microsoft.com/office/powerpoint/2010/main" val="678504997"/>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26A5BE5A-D3A5-40DE-B698-78978871FF47}"/>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BEF60D04-7B66-46A7-B2B7-990CCD957CB2}"/>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F1EFFB1B-124E-4E04-B768-3957724AB74B}"/>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每隔相同时间，取一个幅度值</a:t>
            </a:r>
          </a:p>
        </p:txBody>
      </p:sp>
      <p:sp>
        <p:nvSpPr>
          <p:cNvPr id="5" name="Connector 4">
            <a:extLst xmlns:a="http://schemas.openxmlformats.org/drawingml/2006/main">
              <a:ext uri="{FF2B5EF4-FFF2-40B4-BE49-F238E27FC236}">
                <a16:creationId xmlns:a16="http://schemas.microsoft.com/office/drawing/2014/main" id="{99E51E75-D3C7-4789-876C-CABBE58BADA5}"/>
              </a:ext>
            </a:extLst>
          </p:cNvPr>
          <p:cNvSpPr>
            <a:spLocks xmlns:a="http://schemas.openxmlformats.org/drawingml/2006/main" noGrp="1"/>
          </p:cNvSpPr>
          <p:nvPr/>
        </p:nvSpPr>
        <p:spPr>
          <a:xfrm xmlns:a="http://schemas.openxmlformats.org/drawingml/2006/main">
            <a:off x="914400" y="3483864"/>
            <a:ext cx="10058400" cy="0"/>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 name="Connector 5">
            <a:extLst xmlns:a="http://schemas.openxmlformats.org/drawingml/2006/main">
              <a:ext uri="{FF2B5EF4-FFF2-40B4-BE49-F238E27FC236}">
                <a16:creationId xmlns:a16="http://schemas.microsoft.com/office/drawing/2014/main" id="{52691582-E6D8-459E-81E1-A2DDCEC3295A}"/>
              </a:ext>
            </a:extLst>
          </p:cNvPr>
          <p:cNvSpPr>
            <a:spLocks xmlns:a="http://schemas.openxmlformats.org/drawingml/2006/main" noGrp="1"/>
          </p:cNvSpPr>
          <p:nvPr/>
        </p:nvSpPr>
        <p:spPr>
          <a:xfrm xmlns:a="http://schemas.openxmlformats.org/drawingml/2006/main">
            <a:off x="1005840" y="1956816"/>
            <a:ext cx="0" cy="3063239"/>
          </a:xfrm>
          <a:prstGeom xmlns:a="http://schemas.openxmlformats.org/drawingml/2006/main" prst="line">
            <a:avLst/>
          </a:prstGeom>
          <a:ln xmlns:a="http://schemas.openxmlformats.org/drawingml/2006/main" w="1651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 name="TextBox 6">
            <a:extLst xmlns:a="http://schemas.openxmlformats.org/drawingml/2006/main">
              <a:ext uri="{FF2B5EF4-FFF2-40B4-BE49-F238E27FC236}">
                <a16:creationId xmlns:a16="http://schemas.microsoft.com/office/drawing/2014/main" id="{3CA88E7A-14BC-477D-A637-B6DBC4664841}"/>
              </a:ext>
            </a:extLst>
          </p:cNvPr>
          <p:cNvSpPr>
            <a:spLocks xmlns:a="http://schemas.openxmlformats.org/drawingml/2006/main" noGrp="1"/>
          </p:cNvSpPr>
          <p:nvPr/>
        </p:nvSpPr>
        <p:spPr>
          <a:xfrm xmlns:a="http://schemas.openxmlformats.org/drawingml/2006/main">
            <a:off x="1033271" y="1645920"/>
            <a:ext cx="1280160" cy="24384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1600" b="0">
                <a:solidFill>
                  <a:srgbClr val="808080"/>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1600" b="0">
                <a:solidFill>
                  <a:srgbClr val="808080"/>
                </a:solidFill>
                <a:latin typeface="Alibaba PuHuiTi 3.0 55 Regular"/>
                <a:ea typeface="Alibaba PuHuiTi 3.0 55 Regular"/>
                <a:cs typeface="Alibaba PuHuiTi 3.0 55 Regular"/>
              </a:defRPr>
            </a:pPr>
            <a:r>
              <a:rPr sz="1600" b="0">
                <a:solidFill>
                  <a:srgbClr val="808080"/>
                </a:solidFill>
                <a:latin typeface="Alibaba PuHuiTi 3.0 55 Regular"/>
                <a:ea typeface="Alibaba PuHuiTi 3.0 55 Regular"/>
                <a:cs typeface="Alibaba PuHuiTi 3.0 55 Regular"/>
              </a:rPr>
              <a:t>振幅</a:t>
            </a:r>
          </a:p>
        </p:txBody>
      </p:sp>
      <p:sp>
        <p:nvSpPr>
          <p:cNvPr id="8" name="TextBox 7">
            <a:extLst xmlns:a="http://schemas.openxmlformats.org/drawingml/2006/main">
              <a:ext uri="{FF2B5EF4-FFF2-40B4-BE49-F238E27FC236}">
                <a16:creationId xmlns:a16="http://schemas.microsoft.com/office/drawing/2014/main" id="{957A477B-118C-48E5-ADE8-B82BB835E522}"/>
              </a:ext>
            </a:extLst>
          </p:cNvPr>
          <p:cNvSpPr>
            <a:spLocks xmlns:a="http://schemas.openxmlformats.org/drawingml/2006/main" noGrp="1"/>
          </p:cNvSpPr>
          <p:nvPr/>
        </p:nvSpPr>
        <p:spPr>
          <a:xfrm xmlns:a="http://schemas.openxmlformats.org/drawingml/2006/main">
            <a:off x="10058400" y="3602736"/>
            <a:ext cx="822960" cy="24384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1600" b="0">
                <a:solidFill>
                  <a:srgbClr val="808080"/>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1600" b="0">
                <a:solidFill>
                  <a:srgbClr val="808080"/>
                </a:solidFill>
                <a:latin typeface="Alibaba PuHuiTi 3.0 55 Regular"/>
                <a:ea typeface="Alibaba PuHuiTi 3.0 55 Regular"/>
                <a:cs typeface="Alibaba PuHuiTi 3.0 55 Regular"/>
              </a:defRPr>
            </a:pPr>
            <a:r>
              <a:rPr sz="1600" b="0">
                <a:solidFill>
                  <a:srgbClr val="808080"/>
                </a:solidFill>
                <a:latin typeface="Alibaba PuHuiTi 3.0 55 Regular"/>
                <a:ea typeface="Alibaba PuHuiTi 3.0 55 Regular"/>
                <a:cs typeface="Alibaba PuHuiTi 3.0 55 Regular"/>
              </a:rPr>
              <a:t>时间</a:t>
            </a:r>
          </a:p>
        </p:txBody>
      </p:sp>
      <p:sp>
        <p:nvSpPr>
          <p:cNvPr id="9" name="Connector 8">
            <a:extLst xmlns:a="http://schemas.openxmlformats.org/drawingml/2006/main">
              <a:ext uri="{FF2B5EF4-FFF2-40B4-BE49-F238E27FC236}">
                <a16:creationId xmlns:a16="http://schemas.microsoft.com/office/drawing/2014/main" id="{7F8CF580-2133-49FF-9413-9EFB28E84B24}"/>
              </a:ext>
            </a:extLst>
          </p:cNvPr>
          <p:cNvSpPr>
            <a:spLocks xmlns:a="http://schemas.openxmlformats.org/drawingml/2006/main" noGrp="1"/>
          </p:cNvSpPr>
          <p:nvPr/>
        </p:nvSpPr>
        <p:spPr>
          <a:xfrm xmlns:a="http://schemas.openxmlformats.org/drawingml/2006/main" flipV="1">
            <a:off x="1069848" y="3279400"/>
            <a:ext cx="93543" cy="126739"/>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 name="Connector 9">
            <a:extLst xmlns:a="http://schemas.openxmlformats.org/drawingml/2006/main">
              <a:ext uri="{FF2B5EF4-FFF2-40B4-BE49-F238E27FC236}">
                <a16:creationId xmlns:a16="http://schemas.microsoft.com/office/drawing/2014/main" id="{A1977854-26AE-48FD-B0B1-462E3C7D45DC}"/>
              </a:ext>
            </a:extLst>
          </p:cNvPr>
          <p:cNvSpPr>
            <a:spLocks xmlns:a="http://schemas.openxmlformats.org/drawingml/2006/main" noGrp="1"/>
          </p:cNvSpPr>
          <p:nvPr/>
        </p:nvSpPr>
        <p:spPr>
          <a:xfrm xmlns:a="http://schemas.openxmlformats.org/drawingml/2006/main" flipV="1">
            <a:off x="1163391" y="3154370"/>
            <a:ext cx="93543" cy="125030"/>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1" name="Connector 10">
            <a:extLst xmlns:a="http://schemas.openxmlformats.org/drawingml/2006/main">
              <a:ext uri="{FF2B5EF4-FFF2-40B4-BE49-F238E27FC236}">
                <a16:creationId xmlns:a16="http://schemas.microsoft.com/office/drawing/2014/main" id="{588E8FBD-B192-4394-8247-75B91D66AE29}"/>
              </a:ext>
            </a:extLst>
          </p:cNvPr>
          <p:cNvSpPr>
            <a:spLocks xmlns:a="http://schemas.openxmlformats.org/drawingml/2006/main" noGrp="1"/>
          </p:cNvSpPr>
          <p:nvPr/>
        </p:nvSpPr>
        <p:spPr>
          <a:xfrm xmlns:a="http://schemas.openxmlformats.org/drawingml/2006/main" flipV="1">
            <a:off x="1256934" y="3032739"/>
            <a:ext cx="93543" cy="121631"/>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2" name="Connector 11">
            <a:extLst xmlns:a="http://schemas.openxmlformats.org/drawingml/2006/main">
              <a:ext uri="{FF2B5EF4-FFF2-40B4-BE49-F238E27FC236}">
                <a16:creationId xmlns:a16="http://schemas.microsoft.com/office/drawing/2014/main" id="{0F850087-4D92-4F22-8CD3-6D9C106F9FAB}"/>
              </a:ext>
            </a:extLst>
          </p:cNvPr>
          <p:cNvSpPr>
            <a:spLocks xmlns:a="http://schemas.openxmlformats.org/drawingml/2006/main" noGrp="1"/>
          </p:cNvSpPr>
          <p:nvPr/>
        </p:nvSpPr>
        <p:spPr>
          <a:xfrm xmlns:a="http://schemas.openxmlformats.org/drawingml/2006/main" flipV="1">
            <a:off x="1350477" y="2916147"/>
            <a:ext cx="93543" cy="116592"/>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3" name="Connector 12">
            <a:extLst xmlns:a="http://schemas.openxmlformats.org/drawingml/2006/main">
              <a:ext uri="{FF2B5EF4-FFF2-40B4-BE49-F238E27FC236}">
                <a16:creationId xmlns:a16="http://schemas.microsoft.com/office/drawing/2014/main" id="{61F20829-E5EB-4A34-BD40-4B1089E4A022}"/>
              </a:ext>
            </a:extLst>
          </p:cNvPr>
          <p:cNvSpPr>
            <a:spLocks xmlns:a="http://schemas.openxmlformats.org/drawingml/2006/main" noGrp="1"/>
          </p:cNvSpPr>
          <p:nvPr/>
        </p:nvSpPr>
        <p:spPr>
          <a:xfrm xmlns:a="http://schemas.openxmlformats.org/drawingml/2006/main" flipV="1">
            <a:off x="1444020" y="2806168"/>
            <a:ext cx="93543" cy="109979"/>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4" name="Connector 13">
            <a:extLst xmlns:a="http://schemas.openxmlformats.org/drawingml/2006/main">
              <a:ext uri="{FF2B5EF4-FFF2-40B4-BE49-F238E27FC236}">
                <a16:creationId xmlns:a16="http://schemas.microsoft.com/office/drawing/2014/main" id="{88A6A632-8AB0-4567-93D5-A9854F23DE90}"/>
              </a:ext>
            </a:extLst>
          </p:cNvPr>
          <p:cNvSpPr>
            <a:spLocks xmlns:a="http://schemas.openxmlformats.org/drawingml/2006/main" noGrp="1"/>
          </p:cNvSpPr>
          <p:nvPr/>
        </p:nvSpPr>
        <p:spPr>
          <a:xfrm xmlns:a="http://schemas.openxmlformats.org/drawingml/2006/main" flipV="1">
            <a:off x="1537563" y="2704286"/>
            <a:ext cx="93543" cy="101882"/>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5" name="Connector 14">
            <a:extLst xmlns:a="http://schemas.openxmlformats.org/drawingml/2006/main">
              <a:ext uri="{FF2B5EF4-FFF2-40B4-BE49-F238E27FC236}">
                <a16:creationId xmlns:a16="http://schemas.microsoft.com/office/drawing/2014/main" id="{1AD21E06-066C-467C-8D6C-AE97D050A2A1}"/>
              </a:ext>
            </a:extLst>
          </p:cNvPr>
          <p:cNvSpPr>
            <a:spLocks xmlns:a="http://schemas.openxmlformats.org/drawingml/2006/main" noGrp="1"/>
          </p:cNvSpPr>
          <p:nvPr/>
        </p:nvSpPr>
        <p:spPr>
          <a:xfrm xmlns:a="http://schemas.openxmlformats.org/drawingml/2006/main" flipV="1">
            <a:off x="1631106" y="2611877"/>
            <a:ext cx="93543" cy="92409"/>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6" name="Connector 15">
            <a:extLst xmlns:a="http://schemas.openxmlformats.org/drawingml/2006/main">
              <a:ext uri="{FF2B5EF4-FFF2-40B4-BE49-F238E27FC236}">
                <a16:creationId xmlns:a16="http://schemas.microsoft.com/office/drawing/2014/main" id="{AF605CF9-2763-4EEA-9DDF-7A83FECEE0EA}"/>
              </a:ext>
            </a:extLst>
          </p:cNvPr>
          <p:cNvSpPr>
            <a:spLocks xmlns:a="http://schemas.openxmlformats.org/drawingml/2006/main" noGrp="1"/>
          </p:cNvSpPr>
          <p:nvPr/>
        </p:nvSpPr>
        <p:spPr>
          <a:xfrm xmlns:a="http://schemas.openxmlformats.org/drawingml/2006/main" flipV="1">
            <a:off x="1724649" y="2530188"/>
            <a:ext cx="93543" cy="81689"/>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7" name="Connector 16">
            <a:extLst xmlns:a="http://schemas.openxmlformats.org/drawingml/2006/main">
              <a:ext uri="{FF2B5EF4-FFF2-40B4-BE49-F238E27FC236}">
                <a16:creationId xmlns:a16="http://schemas.microsoft.com/office/drawing/2014/main" id="{772CD8F9-6B2A-4820-A01E-31E2DF24B872}"/>
              </a:ext>
            </a:extLst>
          </p:cNvPr>
          <p:cNvSpPr>
            <a:spLocks xmlns:a="http://schemas.openxmlformats.org/drawingml/2006/main" noGrp="1"/>
          </p:cNvSpPr>
          <p:nvPr/>
        </p:nvSpPr>
        <p:spPr>
          <a:xfrm xmlns:a="http://schemas.openxmlformats.org/drawingml/2006/main" flipV="1">
            <a:off x="1818192" y="2460320"/>
            <a:ext cx="93544" cy="69868"/>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8" name="Connector 17">
            <a:extLst xmlns:a="http://schemas.openxmlformats.org/drawingml/2006/main">
              <a:ext uri="{FF2B5EF4-FFF2-40B4-BE49-F238E27FC236}">
                <a16:creationId xmlns:a16="http://schemas.microsoft.com/office/drawing/2014/main" id="{5E61E849-D853-4099-9B9F-F5A3D6BF8033}"/>
              </a:ext>
            </a:extLst>
          </p:cNvPr>
          <p:cNvSpPr>
            <a:spLocks xmlns:a="http://schemas.openxmlformats.org/drawingml/2006/main" noGrp="1"/>
          </p:cNvSpPr>
          <p:nvPr/>
        </p:nvSpPr>
        <p:spPr>
          <a:xfrm xmlns:a="http://schemas.openxmlformats.org/drawingml/2006/main" flipV="1">
            <a:off x="1911736" y="2403218"/>
            <a:ext cx="93543" cy="57102"/>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9" name="Connector 18">
            <a:extLst xmlns:a="http://schemas.openxmlformats.org/drawingml/2006/main">
              <a:ext uri="{FF2B5EF4-FFF2-40B4-BE49-F238E27FC236}">
                <a16:creationId xmlns:a16="http://schemas.microsoft.com/office/drawing/2014/main" id="{B4D4893A-94A2-462F-BA5D-3AE643FDAE76}"/>
              </a:ext>
            </a:extLst>
          </p:cNvPr>
          <p:cNvSpPr>
            <a:spLocks xmlns:a="http://schemas.openxmlformats.org/drawingml/2006/main" noGrp="1"/>
          </p:cNvSpPr>
          <p:nvPr/>
        </p:nvSpPr>
        <p:spPr>
          <a:xfrm xmlns:a="http://schemas.openxmlformats.org/drawingml/2006/main" flipV="1">
            <a:off x="2005279" y="2359651"/>
            <a:ext cx="93543" cy="43567"/>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0" name="Connector 19">
            <a:extLst xmlns:a="http://schemas.openxmlformats.org/drawingml/2006/main">
              <a:ext uri="{FF2B5EF4-FFF2-40B4-BE49-F238E27FC236}">
                <a16:creationId xmlns:a16="http://schemas.microsoft.com/office/drawing/2014/main" id="{4C639608-965E-4C14-847B-F7FCCDE18DEA}"/>
              </a:ext>
            </a:extLst>
          </p:cNvPr>
          <p:cNvSpPr>
            <a:spLocks xmlns:a="http://schemas.openxmlformats.org/drawingml/2006/main" noGrp="1"/>
          </p:cNvSpPr>
          <p:nvPr/>
        </p:nvSpPr>
        <p:spPr>
          <a:xfrm xmlns:a="http://schemas.openxmlformats.org/drawingml/2006/main" flipV="1">
            <a:off x="2098822" y="2330208"/>
            <a:ext cx="93543" cy="29443"/>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1" name="Connector 20">
            <a:extLst xmlns:a="http://schemas.openxmlformats.org/drawingml/2006/main">
              <a:ext uri="{FF2B5EF4-FFF2-40B4-BE49-F238E27FC236}">
                <a16:creationId xmlns:a16="http://schemas.microsoft.com/office/drawing/2014/main" id="{7200E2AD-A124-403E-B7BF-63167282491D}"/>
              </a:ext>
            </a:extLst>
          </p:cNvPr>
          <p:cNvSpPr>
            <a:spLocks xmlns:a="http://schemas.openxmlformats.org/drawingml/2006/main" noGrp="1"/>
          </p:cNvSpPr>
          <p:nvPr/>
        </p:nvSpPr>
        <p:spPr>
          <a:xfrm xmlns:a="http://schemas.openxmlformats.org/drawingml/2006/main" flipV="1">
            <a:off x="2192365" y="2315286"/>
            <a:ext cx="93543" cy="14922"/>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2" name="Connector 21">
            <a:extLst xmlns:a="http://schemas.openxmlformats.org/drawingml/2006/main">
              <a:ext uri="{FF2B5EF4-FFF2-40B4-BE49-F238E27FC236}">
                <a16:creationId xmlns:a16="http://schemas.microsoft.com/office/drawing/2014/main" id="{C00A7EFA-F56A-457D-9A02-2CA136D08EB1}"/>
              </a:ext>
            </a:extLst>
          </p:cNvPr>
          <p:cNvSpPr>
            <a:spLocks xmlns:a="http://schemas.openxmlformats.org/drawingml/2006/main" noGrp="1"/>
          </p:cNvSpPr>
          <p:nvPr/>
        </p:nvSpPr>
        <p:spPr>
          <a:xfrm xmlns:a="http://schemas.openxmlformats.org/drawingml/2006/main" flipV="1">
            <a:off x="2285908" y="2315087"/>
            <a:ext cx="93543" cy="199"/>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3" name="Connector 22">
            <a:extLst xmlns:a="http://schemas.openxmlformats.org/drawingml/2006/main">
              <a:ext uri="{FF2B5EF4-FFF2-40B4-BE49-F238E27FC236}">
                <a16:creationId xmlns:a16="http://schemas.microsoft.com/office/drawing/2014/main" id="{4015E8A5-4086-4882-8CF2-76B1C6F888B5}"/>
              </a:ext>
            </a:extLst>
          </p:cNvPr>
          <p:cNvSpPr>
            <a:spLocks xmlns:a="http://schemas.openxmlformats.org/drawingml/2006/main" noGrp="1"/>
          </p:cNvSpPr>
          <p:nvPr/>
        </p:nvSpPr>
        <p:spPr>
          <a:xfrm xmlns:a="http://schemas.openxmlformats.org/drawingml/2006/main">
            <a:off x="2379451" y="2315087"/>
            <a:ext cx="93543" cy="14526"/>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4" name="Connector 23">
            <a:extLst xmlns:a="http://schemas.openxmlformats.org/drawingml/2006/main">
              <a:ext uri="{FF2B5EF4-FFF2-40B4-BE49-F238E27FC236}">
                <a16:creationId xmlns:a16="http://schemas.microsoft.com/office/drawing/2014/main" id="{44E910DC-5B91-4657-B672-42ECD9308848}"/>
              </a:ext>
            </a:extLst>
          </p:cNvPr>
          <p:cNvSpPr>
            <a:spLocks xmlns:a="http://schemas.openxmlformats.org/drawingml/2006/main" noGrp="1"/>
          </p:cNvSpPr>
          <p:nvPr/>
        </p:nvSpPr>
        <p:spPr>
          <a:xfrm xmlns:a="http://schemas.openxmlformats.org/drawingml/2006/main">
            <a:off x="2472994" y="2329613"/>
            <a:ext cx="93543" cy="29054"/>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5" name="Connector 24">
            <a:extLst xmlns:a="http://schemas.openxmlformats.org/drawingml/2006/main">
              <a:ext uri="{FF2B5EF4-FFF2-40B4-BE49-F238E27FC236}">
                <a16:creationId xmlns:a16="http://schemas.microsoft.com/office/drawing/2014/main" id="{B616DBDC-2B58-4CC8-BF08-CBDCA6CF64A7}"/>
              </a:ext>
            </a:extLst>
          </p:cNvPr>
          <p:cNvSpPr>
            <a:spLocks xmlns:a="http://schemas.openxmlformats.org/drawingml/2006/main" noGrp="1"/>
          </p:cNvSpPr>
          <p:nvPr/>
        </p:nvSpPr>
        <p:spPr>
          <a:xfrm xmlns:a="http://schemas.openxmlformats.org/drawingml/2006/main">
            <a:off x="2566537" y="2358667"/>
            <a:ext cx="93544" cy="43192"/>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6" name="Connector 25">
            <a:extLst xmlns:a="http://schemas.openxmlformats.org/drawingml/2006/main">
              <a:ext uri="{FF2B5EF4-FFF2-40B4-BE49-F238E27FC236}">
                <a16:creationId xmlns:a16="http://schemas.microsoft.com/office/drawing/2014/main" id="{2E55F3CF-120B-4352-B152-096809543DC6}"/>
              </a:ext>
            </a:extLst>
          </p:cNvPr>
          <p:cNvSpPr>
            <a:spLocks xmlns:a="http://schemas.openxmlformats.org/drawingml/2006/main" noGrp="1"/>
          </p:cNvSpPr>
          <p:nvPr/>
        </p:nvSpPr>
        <p:spPr>
          <a:xfrm xmlns:a="http://schemas.openxmlformats.org/drawingml/2006/main">
            <a:off x="2660081" y="2401859"/>
            <a:ext cx="93543" cy="56746"/>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7" name="Connector 26">
            <a:extLst xmlns:a="http://schemas.openxmlformats.org/drawingml/2006/main">
              <a:ext uri="{FF2B5EF4-FFF2-40B4-BE49-F238E27FC236}">
                <a16:creationId xmlns:a16="http://schemas.microsoft.com/office/drawing/2014/main" id="{7332955C-F486-4F34-A267-7009627D8B55}"/>
              </a:ext>
            </a:extLst>
          </p:cNvPr>
          <p:cNvSpPr>
            <a:spLocks xmlns:a="http://schemas.openxmlformats.org/drawingml/2006/main" noGrp="1"/>
          </p:cNvSpPr>
          <p:nvPr/>
        </p:nvSpPr>
        <p:spPr>
          <a:xfrm xmlns:a="http://schemas.openxmlformats.org/drawingml/2006/main">
            <a:off x="2753624" y="2458605"/>
            <a:ext cx="93543" cy="69534"/>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8" name="Connector 27">
            <a:extLst xmlns:a="http://schemas.openxmlformats.org/drawingml/2006/main">
              <a:ext uri="{FF2B5EF4-FFF2-40B4-BE49-F238E27FC236}">
                <a16:creationId xmlns:a16="http://schemas.microsoft.com/office/drawing/2014/main" id="{78700895-DE65-455D-A504-6B7A6D8D5AAE}"/>
              </a:ext>
            </a:extLst>
          </p:cNvPr>
          <p:cNvSpPr>
            <a:spLocks xmlns:a="http://schemas.openxmlformats.org/drawingml/2006/main" noGrp="1"/>
          </p:cNvSpPr>
          <p:nvPr/>
        </p:nvSpPr>
        <p:spPr>
          <a:xfrm xmlns:a="http://schemas.openxmlformats.org/drawingml/2006/main">
            <a:off x="2847167" y="2528139"/>
            <a:ext cx="93543" cy="81384"/>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9" name="Connector 28">
            <a:extLst xmlns:a="http://schemas.openxmlformats.org/drawingml/2006/main">
              <a:ext uri="{FF2B5EF4-FFF2-40B4-BE49-F238E27FC236}">
                <a16:creationId xmlns:a16="http://schemas.microsoft.com/office/drawing/2014/main" id="{C2CC5AF2-3C41-495F-9F83-8203829645A1}"/>
              </a:ext>
            </a:extLst>
          </p:cNvPr>
          <p:cNvSpPr>
            <a:spLocks xmlns:a="http://schemas.openxmlformats.org/drawingml/2006/main" noGrp="1"/>
          </p:cNvSpPr>
          <p:nvPr/>
        </p:nvSpPr>
        <p:spPr>
          <a:xfrm xmlns:a="http://schemas.openxmlformats.org/drawingml/2006/main">
            <a:off x="2940710" y="2609523"/>
            <a:ext cx="93543" cy="92135"/>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0" name="Connector 29">
            <a:extLst xmlns:a="http://schemas.openxmlformats.org/drawingml/2006/main">
              <a:ext uri="{FF2B5EF4-FFF2-40B4-BE49-F238E27FC236}">
                <a16:creationId xmlns:a16="http://schemas.microsoft.com/office/drawing/2014/main" id="{0B2BE139-74A8-4AE5-BEDB-B793CA718633}"/>
              </a:ext>
            </a:extLst>
          </p:cNvPr>
          <p:cNvSpPr>
            <a:spLocks xmlns:a="http://schemas.openxmlformats.org/drawingml/2006/main" noGrp="1"/>
          </p:cNvSpPr>
          <p:nvPr/>
        </p:nvSpPr>
        <p:spPr>
          <a:xfrm xmlns:a="http://schemas.openxmlformats.org/drawingml/2006/main">
            <a:off x="3034253" y="2701658"/>
            <a:ext cx="93543" cy="101643"/>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1" name="Connector 30">
            <a:extLst xmlns:a="http://schemas.openxmlformats.org/drawingml/2006/main">
              <a:ext uri="{FF2B5EF4-FFF2-40B4-BE49-F238E27FC236}">
                <a16:creationId xmlns:a16="http://schemas.microsoft.com/office/drawing/2014/main" id="{C0BA1412-4E2F-4028-8903-0600EEF9726E}"/>
              </a:ext>
            </a:extLst>
          </p:cNvPr>
          <p:cNvSpPr>
            <a:spLocks xmlns:a="http://schemas.openxmlformats.org/drawingml/2006/main" noGrp="1"/>
          </p:cNvSpPr>
          <p:nvPr/>
        </p:nvSpPr>
        <p:spPr>
          <a:xfrm xmlns:a="http://schemas.openxmlformats.org/drawingml/2006/main">
            <a:off x="3127796" y="2803301"/>
            <a:ext cx="93543" cy="109779"/>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2" name="Connector 31">
            <a:extLst xmlns:a="http://schemas.openxmlformats.org/drawingml/2006/main">
              <a:ext uri="{FF2B5EF4-FFF2-40B4-BE49-F238E27FC236}">
                <a16:creationId xmlns:a16="http://schemas.microsoft.com/office/drawing/2014/main" id="{F6728393-82CE-406B-953A-0D51C2DD4812}"/>
              </a:ext>
            </a:extLst>
          </p:cNvPr>
          <p:cNvSpPr>
            <a:spLocks xmlns:a="http://schemas.openxmlformats.org/drawingml/2006/main" noGrp="1"/>
          </p:cNvSpPr>
          <p:nvPr/>
        </p:nvSpPr>
        <p:spPr>
          <a:xfrm xmlns:a="http://schemas.openxmlformats.org/drawingml/2006/main">
            <a:off x="3221339" y="2913080"/>
            <a:ext cx="93543" cy="116434"/>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3" name="Connector 32">
            <a:extLst xmlns:a="http://schemas.openxmlformats.org/drawingml/2006/main">
              <a:ext uri="{FF2B5EF4-FFF2-40B4-BE49-F238E27FC236}">
                <a16:creationId xmlns:a16="http://schemas.microsoft.com/office/drawing/2014/main" id="{6C42266B-687A-4E3F-AE0E-6C2A197D396C}"/>
              </a:ext>
            </a:extLst>
          </p:cNvPr>
          <p:cNvSpPr>
            <a:spLocks xmlns:a="http://schemas.openxmlformats.org/drawingml/2006/main" noGrp="1"/>
          </p:cNvSpPr>
          <p:nvPr/>
        </p:nvSpPr>
        <p:spPr>
          <a:xfrm xmlns:a="http://schemas.openxmlformats.org/drawingml/2006/main">
            <a:off x="3314882" y="3029514"/>
            <a:ext cx="93544" cy="121517"/>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4" name="Connector 33">
            <a:extLst xmlns:a="http://schemas.openxmlformats.org/drawingml/2006/main">
              <a:ext uri="{FF2B5EF4-FFF2-40B4-BE49-F238E27FC236}">
                <a16:creationId xmlns:a16="http://schemas.microsoft.com/office/drawing/2014/main" id="{AB2A7B43-12DB-4F56-B112-EEA935D278D6}"/>
              </a:ext>
            </a:extLst>
          </p:cNvPr>
          <p:cNvSpPr>
            <a:spLocks xmlns:a="http://schemas.openxmlformats.org/drawingml/2006/main" noGrp="1"/>
          </p:cNvSpPr>
          <p:nvPr/>
        </p:nvSpPr>
        <p:spPr>
          <a:xfrm xmlns:a="http://schemas.openxmlformats.org/drawingml/2006/main">
            <a:off x="3408426" y="3151031"/>
            <a:ext cx="93543" cy="124959"/>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5" name="Connector 34">
            <a:extLst xmlns:a="http://schemas.openxmlformats.org/drawingml/2006/main">
              <a:ext uri="{FF2B5EF4-FFF2-40B4-BE49-F238E27FC236}">
                <a16:creationId xmlns:a16="http://schemas.microsoft.com/office/drawing/2014/main" id="{D6E77577-CCB2-40EE-ADB4-E01636AD4D02}"/>
              </a:ext>
            </a:extLst>
          </p:cNvPr>
          <p:cNvSpPr>
            <a:spLocks xmlns:a="http://schemas.openxmlformats.org/drawingml/2006/main" noGrp="1"/>
          </p:cNvSpPr>
          <p:nvPr/>
        </p:nvSpPr>
        <p:spPr>
          <a:xfrm xmlns:a="http://schemas.openxmlformats.org/drawingml/2006/main">
            <a:off x="3501969" y="3275990"/>
            <a:ext cx="93543" cy="126716"/>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6" name="Connector 35">
            <a:extLst xmlns:a="http://schemas.openxmlformats.org/drawingml/2006/main">
              <a:ext uri="{FF2B5EF4-FFF2-40B4-BE49-F238E27FC236}">
                <a16:creationId xmlns:a16="http://schemas.microsoft.com/office/drawing/2014/main" id="{981AB875-06FD-4D94-9846-0295C033E538}"/>
              </a:ext>
            </a:extLst>
          </p:cNvPr>
          <p:cNvSpPr>
            <a:spLocks xmlns:a="http://schemas.openxmlformats.org/drawingml/2006/main" noGrp="1"/>
          </p:cNvSpPr>
          <p:nvPr/>
        </p:nvSpPr>
        <p:spPr>
          <a:xfrm xmlns:a="http://schemas.openxmlformats.org/drawingml/2006/main">
            <a:off x="3595512" y="3402706"/>
            <a:ext cx="93543" cy="126763"/>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7" name="Connector 36">
            <a:extLst xmlns:a="http://schemas.openxmlformats.org/drawingml/2006/main">
              <a:ext uri="{FF2B5EF4-FFF2-40B4-BE49-F238E27FC236}">
                <a16:creationId xmlns:a16="http://schemas.microsoft.com/office/drawing/2014/main" id="{B651E330-5B9F-4CB9-A5BF-D4088A2CFA41}"/>
              </a:ext>
            </a:extLst>
          </p:cNvPr>
          <p:cNvSpPr>
            <a:spLocks xmlns:a="http://schemas.openxmlformats.org/drawingml/2006/main" noGrp="1"/>
          </p:cNvSpPr>
          <p:nvPr/>
        </p:nvSpPr>
        <p:spPr>
          <a:xfrm xmlns:a="http://schemas.openxmlformats.org/drawingml/2006/main">
            <a:off x="3689055" y="3529469"/>
            <a:ext cx="93543" cy="125098"/>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8" name="Connector 37">
            <a:extLst xmlns:a="http://schemas.openxmlformats.org/drawingml/2006/main">
              <a:ext uri="{FF2B5EF4-FFF2-40B4-BE49-F238E27FC236}">
                <a16:creationId xmlns:a16="http://schemas.microsoft.com/office/drawing/2014/main" id="{0387D04F-126A-48D1-8050-25E60BE10340}"/>
              </a:ext>
            </a:extLst>
          </p:cNvPr>
          <p:cNvSpPr>
            <a:spLocks xmlns:a="http://schemas.openxmlformats.org/drawingml/2006/main" noGrp="1"/>
          </p:cNvSpPr>
          <p:nvPr/>
        </p:nvSpPr>
        <p:spPr>
          <a:xfrm xmlns:a="http://schemas.openxmlformats.org/drawingml/2006/main">
            <a:off x="3782598" y="3654567"/>
            <a:ext cx="93543" cy="121745"/>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9" name="Connector 38">
            <a:extLst xmlns:a="http://schemas.openxmlformats.org/drawingml/2006/main">
              <a:ext uri="{FF2B5EF4-FFF2-40B4-BE49-F238E27FC236}">
                <a16:creationId xmlns:a16="http://schemas.microsoft.com/office/drawing/2014/main" id="{4A3961B2-85E0-4428-86F5-05DAF4465514}"/>
              </a:ext>
            </a:extLst>
          </p:cNvPr>
          <p:cNvSpPr>
            <a:spLocks xmlns:a="http://schemas.openxmlformats.org/drawingml/2006/main" noGrp="1"/>
          </p:cNvSpPr>
          <p:nvPr/>
        </p:nvSpPr>
        <p:spPr>
          <a:xfrm xmlns:a="http://schemas.openxmlformats.org/drawingml/2006/main">
            <a:off x="3876141" y="3776312"/>
            <a:ext cx="93543" cy="116749"/>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0" name="Connector 39">
            <a:extLst xmlns:a="http://schemas.openxmlformats.org/drawingml/2006/main">
              <a:ext uri="{FF2B5EF4-FFF2-40B4-BE49-F238E27FC236}">
                <a16:creationId xmlns:a16="http://schemas.microsoft.com/office/drawing/2014/main" id="{9B33061C-9B35-41E7-A3AB-EA32611F4535}"/>
              </a:ext>
            </a:extLst>
          </p:cNvPr>
          <p:cNvSpPr>
            <a:spLocks xmlns:a="http://schemas.openxmlformats.org/drawingml/2006/main" noGrp="1"/>
          </p:cNvSpPr>
          <p:nvPr/>
        </p:nvSpPr>
        <p:spPr>
          <a:xfrm xmlns:a="http://schemas.openxmlformats.org/drawingml/2006/main">
            <a:off x="3969684" y="3893061"/>
            <a:ext cx="93543" cy="110178"/>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1" name="Connector 40">
            <a:extLst xmlns:a="http://schemas.openxmlformats.org/drawingml/2006/main">
              <a:ext uri="{FF2B5EF4-FFF2-40B4-BE49-F238E27FC236}">
                <a16:creationId xmlns:a16="http://schemas.microsoft.com/office/drawing/2014/main" id="{AEC62957-0EF2-45F5-892A-3A11093C31A2}"/>
              </a:ext>
            </a:extLst>
          </p:cNvPr>
          <p:cNvSpPr>
            <a:spLocks xmlns:a="http://schemas.openxmlformats.org/drawingml/2006/main" noGrp="1"/>
          </p:cNvSpPr>
          <p:nvPr/>
        </p:nvSpPr>
        <p:spPr>
          <a:xfrm xmlns:a="http://schemas.openxmlformats.org/drawingml/2006/main">
            <a:off x="4063227" y="4003239"/>
            <a:ext cx="93543" cy="102119"/>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2" name="Connector 41">
            <a:extLst xmlns:a="http://schemas.openxmlformats.org/drawingml/2006/main">
              <a:ext uri="{FF2B5EF4-FFF2-40B4-BE49-F238E27FC236}">
                <a16:creationId xmlns:a16="http://schemas.microsoft.com/office/drawing/2014/main" id="{A4CF74AA-E359-4D54-AB2A-097CAEC200A5}"/>
              </a:ext>
            </a:extLst>
          </p:cNvPr>
          <p:cNvSpPr>
            <a:spLocks xmlns:a="http://schemas.openxmlformats.org/drawingml/2006/main" noGrp="1"/>
          </p:cNvSpPr>
          <p:nvPr/>
        </p:nvSpPr>
        <p:spPr>
          <a:xfrm xmlns:a="http://schemas.openxmlformats.org/drawingml/2006/main">
            <a:off x="4156770" y="4105358"/>
            <a:ext cx="93544" cy="92682"/>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3" name="Connector 42">
            <a:extLst xmlns:a="http://schemas.openxmlformats.org/drawingml/2006/main">
              <a:ext uri="{FF2B5EF4-FFF2-40B4-BE49-F238E27FC236}">
                <a16:creationId xmlns:a16="http://schemas.microsoft.com/office/drawing/2014/main" id="{5D25EB30-B8E5-4254-A017-D3D03DA85311}"/>
              </a:ext>
            </a:extLst>
          </p:cNvPr>
          <p:cNvSpPr>
            <a:spLocks xmlns:a="http://schemas.openxmlformats.org/drawingml/2006/main" noGrp="1"/>
          </p:cNvSpPr>
          <p:nvPr/>
        </p:nvSpPr>
        <p:spPr>
          <a:xfrm xmlns:a="http://schemas.openxmlformats.org/drawingml/2006/main">
            <a:off x="4250314" y="4198040"/>
            <a:ext cx="93543" cy="81994"/>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4" name="Connector 43">
            <a:extLst xmlns:a="http://schemas.openxmlformats.org/drawingml/2006/main">
              <a:ext uri="{FF2B5EF4-FFF2-40B4-BE49-F238E27FC236}">
                <a16:creationId xmlns:a16="http://schemas.microsoft.com/office/drawing/2014/main" id="{001123FC-614A-4573-A0CC-76817BF71A50}"/>
              </a:ext>
            </a:extLst>
          </p:cNvPr>
          <p:cNvSpPr>
            <a:spLocks xmlns:a="http://schemas.openxmlformats.org/drawingml/2006/main" noGrp="1"/>
          </p:cNvSpPr>
          <p:nvPr/>
        </p:nvSpPr>
        <p:spPr>
          <a:xfrm xmlns:a="http://schemas.openxmlformats.org/drawingml/2006/main">
            <a:off x="4343857" y="4280034"/>
            <a:ext cx="93543" cy="70201"/>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5" name="Connector 44">
            <a:extLst xmlns:a="http://schemas.openxmlformats.org/drawingml/2006/main">
              <a:ext uri="{FF2B5EF4-FFF2-40B4-BE49-F238E27FC236}">
                <a16:creationId xmlns:a16="http://schemas.microsoft.com/office/drawing/2014/main" id="{3C03A9B3-C5D4-4D1D-9364-D2E0DEAC5CDF}"/>
              </a:ext>
            </a:extLst>
          </p:cNvPr>
          <p:cNvSpPr>
            <a:spLocks xmlns:a="http://schemas.openxmlformats.org/drawingml/2006/main" noGrp="1"/>
          </p:cNvSpPr>
          <p:nvPr/>
        </p:nvSpPr>
        <p:spPr>
          <a:xfrm xmlns:a="http://schemas.openxmlformats.org/drawingml/2006/main">
            <a:off x="4437400" y="4350235"/>
            <a:ext cx="93543" cy="57458"/>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6" name="Connector 45">
            <a:extLst xmlns:a="http://schemas.openxmlformats.org/drawingml/2006/main">
              <a:ext uri="{FF2B5EF4-FFF2-40B4-BE49-F238E27FC236}">
                <a16:creationId xmlns:a16="http://schemas.microsoft.com/office/drawing/2014/main" id="{7522A940-12D7-4E60-ACD6-F3498A8FF719}"/>
              </a:ext>
            </a:extLst>
          </p:cNvPr>
          <p:cNvSpPr>
            <a:spLocks xmlns:a="http://schemas.openxmlformats.org/drawingml/2006/main" noGrp="1"/>
          </p:cNvSpPr>
          <p:nvPr/>
        </p:nvSpPr>
        <p:spPr>
          <a:xfrm xmlns:a="http://schemas.openxmlformats.org/drawingml/2006/main">
            <a:off x="4530943" y="4407693"/>
            <a:ext cx="93543" cy="43941"/>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7" name="Connector 46">
            <a:extLst xmlns:a="http://schemas.openxmlformats.org/drawingml/2006/main">
              <a:ext uri="{FF2B5EF4-FFF2-40B4-BE49-F238E27FC236}">
                <a16:creationId xmlns:a16="http://schemas.microsoft.com/office/drawing/2014/main" id="{DDDD8FB2-5085-4A62-9269-2B842879769C}"/>
              </a:ext>
            </a:extLst>
          </p:cNvPr>
          <p:cNvSpPr>
            <a:spLocks xmlns:a="http://schemas.openxmlformats.org/drawingml/2006/main" noGrp="1"/>
          </p:cNvSpPr>
          <p:nvPr/>
        </p:nvSpPr>
        <p:spPr>
          <a:xfrm xmlns:a="http://schemas.openxmlformats.org/drawingml/2006/main">
            <a:off x="4624486" y="4451634"/>
            <a:ext cx="93543" cy="29831"/>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8" name="Connector 47">
            <a:extLst xmlns:a="http://schemas.openxmlformats.org/drawingml/2006/main">
              <a:ext uri="{FF2B5EF4-FFF2-40B4-BE49-F238E27FC236}">
                <a16:creationId xmlns:a16="http://schemas.microsoft.com/office/drawing/2014/main" id="{02A5D64B-D066-4FD7-BA52-1B15E1FF036C}"/>
              </a:ext>
            </a:extLst>
          </p:cNvPr>
          <p:cNvSpPr>
            <a:spLocks xmlns:a="http://schemas.openxmlformats.org/drawingml/2006/main" noGrp="1"/>
          </p:cNvSpPr>
          <p:nvPr/>
        </p:nvSpPr>
        <p:spPr>
          <a:xfrm xmlns:a="http://schemas.openxmlformats.org/drawingml/2006/main">
            <a:off x="4718029" y="4481465"/>
            <a:ext cx="93543" cy="15318"/>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9" name="Connector 48">
            <a:extLst xmlns:a="http://schemas.openxmlformats.org/drawingml/2006/main">
              <a:ext uri="{FF2B5EF4-FFF2-40B4-BE49-F238E27FC236}">
                <a16:creationId xmlns:a16="http://schemas.microsoft.com/office/drawing/2014/main" id="{210F2EC0-332F-464D-828D-C7A5148FB89E}"/>
              </a:ext>
            </a:extLst>
          </p:cNvPr>
          <p:cNvSpPr>
            <a:spLocks xmlns:a="http://schemas.openxmlformats.org/drawingml/2006/main" noGrp="1"/>
          </p:cNvSpPr>
          <p:nvPr/>
        </p:nvSpPr>
        <p:spPr>
          <a:xfrm xmlns:a="http://schemas.openxmlformats.org/drawingml/2006/main">
            <a:off x="4811572" y="4496783"/>
            <a:ext cx="93543" cy="598"/>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0" name="Connector 49">
            <a:extLst xmlns:a="http://schemas.openxmlformats.org/drawingml/2006/main">
              <a:ext uri="{FF2B5EF4-FFF2-40B4-BE49-F238E27FC236}">
                <a16:creationId xmlns:a16="http://schemas.microsoft.com/office/drawing/2014/main" id="{A6C98150-388E-450B-95A5-326F894AB55D}"/>
              </a:ext>
            </a:extLst>
          </p:cNvPr>
          <p:cNvSpPr>
            <a:spLocks xmlns:a="http://schemas.openxmlformats.org/drawingml/2006/main" noGrp="1"/>
          </p:cNvSpPr>
          <p:nvPr/>
        </p:nvSpPr>
        <p:spPr>
          <a:xfrm xmlns:a="http://schemas.openxmlformats.org/drawingml/2006/main" flipV="1">
            <a:off x="4905115" y="4483251"/>
            <a:ext cx="93544" cy="14130"/>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1" name="Connector 50">
            <a:extLst xmlns:a="http://schemas.openxmlformats.org/drawingml/2006/main">
              <a:ext uri="{FF2B5EF4-FFF2-40B4-BE49-F238E27FC236}">
                <a16:creationId xmlns:a16="http://schemas.microsoft.com/office/drawing/2014/main" id="{AF0A8C55-76B2-4E70-8A58-6D4C4DEAD211}"/>
              </a:ext>
            </a:extLst>
          </p:cNvPr>
          <p:cNvSpPr>
            <a:spLocks xmlns:a="http://schemas.openxmlformats.org/drawingml/2006/main" noGrp="1"/>
          </p:cNvSpPr>
          <p:nvPr/>
        </p:nvSpPr>
        <p:spPr>
          <a:xfrm xmlns:a="http://schemas.openxmlformats.org/drawingml/2006/main" flipV="1">
            <a:off x="4998659" y="4454585"/>
            <a:ext cx="93543" cy="28666"/>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2" name="Connector 51">
            <a:extLst xmlns:a="http://schemas.openxmlformats.org/drawingml/2006/main">
              <a:ext uri="{FF2B5EF4-FFF2-40B4-BE49-F238E27FC236}">
                <a16:creationId xmlns:a16="http://schemas.microsoft.com/office/drawing/2014/main" id="{0D22B39D-C326-4B2B-AE10-9AE89C95E9D6}"/>
              </a:ext>
            </a:extLst>
          </p:cNvPr>
          <p:cNvSpPr>
            <a:spLocks xmlns:a="http://schemas.openxmlformats.org/drawingml/2006/main" noGrp="1"/>
          </p:cNvSpPr>
          <p:nvPr/>
        </p:nvSpPr>
        <p:spPr>
          <a:xfrm xmlns:a="http://schemas.openxmlformats.org/drawingml/2006/main" flipV="1">
            <a:off x="5092202" y="4411768"/>
            <a:ext cx="93543" cy="42817"/>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3" name="Connector 52">
            <a:extLst xmlns:a="http://schemas.openxmlformats.org/drawingml/2006/main">
              <a:ext uri="{FF2B5EF4-FFF2-40B4-BE49-F238E27FC236}">
                <a16:creationId xmlns:a16="http://schemas.microsoft.com/office/drawing/2014/main" id="{DF57E3B1-8C36-4C95-B019-641A1ADBD5D6}"/>
              </a:ext>
            </a:extLst>
          </p:cNvPr>
          <p:cNvSpPr>
            <a:spLocks xmlns:a="http://schemas.openxmlformats.org/drawingml/2006/main" noGrp="1"/>
          </p:cNvSpPr>
          <p:nvPr/>
        </p:nvSpPr>
        <p:spPr>
          <a:xfrm xmlns:a="http://schemas.openxmlformats.org/drawingml/2006/main" flipV="1">
            <a:off x="5185745" y="4355380"/>
            <a:ext cx="93543" cy="56388"/>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4" name="Connector 53">
            <a:extLst xmlns:a="http://schemas.openxmlformats.org/drawingml/2006/main">
              <a:ext uri="{FF2B5EF4-FFF2-40B4-BE49-F238E27FC236}">
                <a16:creationId xmlns:a16="http://schemas.microsoft.com/office/drawing/2014/main" id="{56175A01-D5D9-4388-BA10-14B6788C7762}"/>
              </a:ext>
            </a:extLst>
          </p:cNvPr>
          <p:cNvSpPr>
            <a:spLocks xmlns:a="http://schemas.openxmlformats.org/drawingml/2006/main" noGrp="1"/>
          </p:cNvSpPr>
          <p:nvPr/>
        </p:nvSpPr>
        <p:spPr>
          <a:xfrm xmlns:a="http://schemas.openxmlformats.org/drawingml/2006/main" flipV="1">
            <a:off x="5279288" y="4286180"/>
            <a:ext cx="93543" cy="69200"/>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5" name="Connector 54">
            <a:extLst xmlns:a="http://schemas.openxmlformats.org/drawingml/2006/main">
              <a:ext uri="{FF2B5EF4-FFF2-40B4-BE49-F238E27FC236}">
                <a16:creationId xmlns:a16="http://schemas.microsoft.com/office/drawing/2014/main" id="{612E3460-554F-427B-8DF5-C0FA58B36E1F}"/>
              </a:ext>
            </a:extLst>
          </p:cNvPr>
          <p:cNvSpPr>
            <a:spLocks xmlns:a="http://schemas.openxmlformats.org/drawingml/2006/main" noGrp="1"/>
          </p:cNvSpPr>
          <p:nvPr/>
        </p:nvSpPr>
        <p:spPr>
          <a:xfrm xmlns:a="http://schemas.openxmlformats.org/drawingml/2006/main" flipV="1">
            <a:off x="5372831" y="4205102"/>
            <a:ext cx="93543" cy="81078"/>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6" name="Connector 55">
            <a:extLst xmlns:a="http://schemas.openxmlformats.org/drawingml/2006/main">
              <a:ext uri="{FF2B5EF4-FFF2-40B4-BE49-F238E27FC236}">
                <a16:creationId xmlns:a16="http://schemas.microsoft.com/office/drawing/2014/main" id="{B3597B4B-09F6-44C7-AAB3-E4780759B1CE}"/>
              </a:ext>
            </a:extLst>
          </p:cNvPr>
          <p:cNvSpPr>
            <a:spLocks xmlns:a="http://schemas.openxmlformats.org/drawingml/2006/main" noGrp="1"/>
          </p:cNvSpPr>
          <p:nvPr/>
        </p:nvSpPr>
        <p:spPr>
          <a:xfrm xmlns:a="http://schemas.openxmlformats.org/drawingml/2006/main" flipV="1">
            <a:off x="5466374" y="4113242"/>
            <a:ext cx="93543" cy="91860"/>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7" name="Connector 56">
            <a:extLst xmlns:a="http://schemas.openxmlformats.org/drawingml/2006/main">
              <a:ext uri="{FF2B5EF4-FFF2-40B4-BE49-F238E27FC236}">
                <a16:creationId xmlns:a16="http://schemas.microsoft.com/office/drawing/2014/main" id="{CD450CF1-8E3C-407A-8F15-57CE7A1883FD}"/>
              </a:ext>
            </a:extLst>
          </p:cNvPr>
          <p:cNvSpPr>
            <a:spLocks xmlns:a="http://schemas.openxmlformats.org/drawingml/2006/main" noGrp="1"/>
          </p:cNvSpPr>
          <p:nvPr/>
        </p:nvSpPr>
        <p:spPr>
          <a:xfrm xmlns:a="http://schemas.openxmlformats.org/drawingml/2006/main" flipV="1">
            <a:off x="5559917" y="4011838"/>
            <a:ext cx="93543" cy="101404"/>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8" name="Connector 57">
            <a:extLst xmlns:a="http://schemas.openxmlformats.org/drawingml/2006/main">
              <a:ext uri="{FF2B5EF4-FFF2-40B4-BE49-F238E27FC236}">
                <a16:creationId xmlns:a16="http://schemas.microsoft.com/office/drawing/2014/main" id="{B7E52724-4ED9-47F2-8D95-966311BA5ECB}"/>
              </a:ext>
            </a:extLst>
          </p:cNvPr>
          <p:cNvSpPr>
            <a:spLocks xmlns:a="http://schemas.openxmlformats.org/drawingml/2006/main" noGrp="1"/>
          </p:cNvSpPr>
          <p:nvPr/>
        </p:nvSpPr>
        <p:spPr>
          <a:xfrm xmlns:a="http://schemas.openxmlformats.org/drawingml/2006/main" flipV="1">
            <a:off x="5653460" y="3902260"/>
            <a:ext cx="93544" cy="109578"/>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9" name="Connector 58">
            <a:extLst xmlns:a="http://schemas.openxmlformats.org/drawingml/2006/main">
              <a:ext uri="{FF2B5EF4-FFF2-40B4-BE49-F238E27FC236}">
                <a16:creationId xmlns:a16="http://schemas.microsoft.com/office/drawing/2014/main" id="{C57DDE6D-735D-438D-A188-A8D2B82856E9}"/>
              </a:ext>
            </a:extLst>
          </p:cNvPr>
          <p:cNvSpPr>
            <a:spLocks xmlns:a="http://schemas.openxmlformats.org/drawingml/2006/main" noGrp="1"/>
          </p:cNvSpPr>
          <p:nvPr/>
        </p:nvSpPr>
        <p:spPr>
          <a:xfrm xmlns:a="http://schemas.openxmlformats.org/drawingml/2006/main" flipV="1">
            <a:off x="5747004" y="3785986"/>
            <a:ext cx="93543" cy="116274"/>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0" name="Connector 59">
            <a:extLst xmlns:a="http://schemas.openxmlformats.org/drawingml/2006/main">
              <a:ext uri="{FF2B5EF4-FFF2-40B4-BE49-F238E27FC236}">
                <a16:creationId xmlns:a16="http://schemas.microsoft.com/office/drawing/2014/main" id="{A06128C1-B7DA-4748-8A3F-1B5C25B0FABF}"/>
              </a:ext>
            </a:extLst>
          </p:cNvPr>
          <p:cNvSpPr>
            <a:spLocks xmlns:a="http://schemas.openxmlformats.org/drawingml/2006/main" noGrp="1"/>
          </p:cNvSpPr>
          <p:nvPr/>
        </p:nvSpPr>
        <p:spPr>
          <a:xfrm xmlns:a="http://schemas.openxmlformats.org/drawingml/2006/main" flipV="1">
            <a:off x="5840547" y="3664585"/>
            <a:ext cx="93543" cy="121401"/>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1" name="Connector 60">
            <a:extLst xmlns:a="http://schemas.openxmlformats.org/drawingml/2006/main">
              <a:ext uri="{FF2B5EF4-FFF2-40B4-BE49-F238E27FC236}">
                <a16:creationId xmlns:a16="http://schemas.microsoft.com/office/drawing/2014/main" id="{75BD82ED-3FF9-4550-8F23-AAC0F2401071}"/>
              </a:ext>
            </a:extLst>
          </p:cNvPr>
          <p:cNvSpPr>
            <a:spLocks xmlns:a="http://schemas.openxmlformats.org/drawingml/2006/main" noGrp="1"/>
          </p:cNvSpPr>
          <p:nvPr/>
        </p:nvSpPr>
        <p:spPr>
          <a:xfrm xmlns:a="http://schemas.openxmlformats.org/drawingml/2006/main" flipV="1">
            <a:off x="5934090" y="3539697"/>
            <a:ext cx="93543" cy="124888"/>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2" name="Connector 61">
            <a:extLst xmlns:a="http://schemas.openxmlformats.org/drawingml/2006/main">
              <a:ext uri="{FF2B5EF4-FFF2-40B4-BE49-F238E27FC236}">
                <a16:creationId xmlns:a16="http://schemas.microsoft.com/office/drawing/2014/main" id="{54A40599-1C8A-46FB-BC63-9362815DF810}"/>
              </a:ext>
            </a:extLst>
          </p:cNvPr>
          <p:cNvSpPr>
            <a:spLocks xmlns:a="http://schemas.openxmlformats.org/drawingml/2006/main" noGrp="1"/>
          </p:cNvSpPr>
          <p:nvPr/>
        </p:nvSpPr>
        <p:spPr>
          <a:xfrm xmlns:a="http://schemas.openxmlformats.org/drawingml/2006/main" flipV="1">
            <a:off x="6027633" y="3413006"/>
            <a:ext cx="93543" cy="126691"/>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3" name="Connector 62">
            <a:extLst xmlns:a="http://schemas.openxmlformats.org/drawingml/2006/main">
              <a:ext uri="{FF2B5EF4-FFF2-40B4-BE49-F238E27FC236}">
                <a16:creationId xmlns:a16="http://schemas.microsoft.com/office/drawing/2014/main" id="{33549292-9318-4AFC-A1CA-9228FA0F0BED}"/>
              </a:ext>
            </a:extLst>
          </p:cNvPr>
          <p:cNvSpPr>
            <a:spLocks xmlns:a="http://schemas.openxmlformats.org/drawingml/2006/main" noGrp="1"/>
          </p:cNvSpPr>
          <p:nvPr/>
        </p:nvSpPr>
        <p:spPr>
          <a:xfrm xmlns:a="http://schemas.openxmlformats.org/drawingml/2006/main" flipV="1">
            <a:off x="6121176" y="3286222"/>
            <a:ext cx="93543" cy="126784"/>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4" name="Connector 63">
            <a:extLst xmlns:a="http://schemas.openxmlformats.org/drawingml/2006/main">
              <a:ext uri="{FF2B5EF4-FFF2-40B4-BE49-F238E27FC236}">
                <a16:creationId xmlns:a16="http://schemas.microsoft.com/office/drawing/2014/main" id="{BFFFF4A4-EC16-4CF0-A2F9-DF1B2CFFB7E8}"/>
              </a:ext>
            </a:extLst>
          </p:cNvPr>
          <p:cNvSpPr>
            <a:spLocks xmlns:a="http://schemas.openxmlformats.org/drawingml/2006/main" noGrp="1"/>
          </p:cNvSpPr>
          <p:nvPr/>
        </p:nvSpPr>
        <p:spPr>
          <a:xfrm xmlns:a="http://schemas.openxmlformats.org/drawingml/2006/main" flipV="1">
            <a:off x="6214719" y="3161057"/>
            <a:ext cx="93543" cy="125165"/>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5" name="Connector 64">
            <a:extLst xmlns:a="http://schemas.openxmlformats.org/drawingml/2006/main">
              <a:ext uri="{FF2B5EF4-FFF2-40B4-BE49-F238E27FC236}">
                <a16:creationId xmlns:a16="http://schemas.microsoft.com/office/drawing/2014/main" id="{2EB792B6-55D8-4304-AC55-CB67E3F7DC98}"/>
              </a:ext>
            </a:extLst>
          </p:cNvPr>
          <p:cNvSpPr>
            <a:spLocks xmlns:a="http://schemas.openxmlformats.org/drawingml/2006/main" noGrp="1"/>
          </p:cNvSpPr>
          <p:nvPr/>
        </p:nvSpPr>
        <p:spPr>
          <a:xfrm xmlns:a="http://schemas.openxmlformats.org/drawingml/2006/main" flipV="1">
            <a:off x="6308262" y="3039199"/>
            <a:ext cx="93543" cy="121858"/>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6" name="Connector 65">
            <a:extLst xmlns:a="http://schemas.openxmlformats.org/drawingml/2006/main">
              <a:ext uri="{FF2B5EF4-FFF2-40B4-BE49-F238E27FC236}">
                <a16:creationId xmlns:a16="http://schemas.microsoft.com/office/drawing/2014/main" id="{18EA3F9F-FFDD-4E55-B979-7BAB68E76585}"/>
              </a:ext>
            </a:extLst>
          </p:cNvPr>
          <p:cNvSpPr>
            <a:spLocks xmlns:a="http://schemas.openxmlformats.org/drawingml/2006/main" noGrp="1"/>
          </p:cNvSpPr>
          <p:nvPr/>
        </p:nvSpPr>
        <p:spPr>
          <a:xfrm xmlns:a="http://schemas.openxmlformats.org/drawingml/2006/main" flipV="1">
            <a:off x="6401805" y="2922294"/>
            <a:ext cx="93543" cy="116905"/>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7" name="Connector 66">
            <a:extLst xmlns:a="http://schemas.openxmlformats.org/drawingml/2006/main">
              <a:ext uri="{FF2B5EF4-FFF2-40B4-BE49-F238E27FC236}">
                <a16:creationId xmlns:a16="http://schemas.microsoft.com/office/drawing/2014/main" id="{D24EAA99-B43C-4652-9A4A-D0B63958DBFC}"/>
              </a:ext>
            </a:extLst>
          </p:cNvPr>
          <p:cNvSpPr>
            <a:spLocks xmlns:a="http://schemas.openxmlformats.org/drawingml/2006/main" noGrp="1"/>
          </p:cNvSpPr>
          <p:nvPr/>
        </p:nvSpPr>
        <p:spPr>
          <a:xfrm xmlns:a="http://schemas.openxmlformats.org/drawingml/2006/main" flipV="1">
            <a:off x="6495348" y="2811918"/>
            <a:ext cx="93544" cy="110376"/>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8" name="Connector 67">
            <a:extLst xmlns:a="http://schemas.openxmlformats.org/drawingml/2006/main">
              <a:ext uri="{FF2B5EF4-FFF2-40B4-BE49-F238E27FC236}">
                <a16:creationId xmlns:a16="http://schemas.microsoft.com/office/drawing/2014/main" id="{C7B377AE-5224-41EF-93DF-5EEB0DFBB95D}"/>
              </a:ext>
            </a:extLst>
          </p:cNvPr>
          <p:cNvSpPr>
            <a:spLocks xmlns:a="http://schemas.openxmlformats.org/drawingml/2006/main" noGrp="1"/>
          </p:cNvSpPr>
          <p:nvPr/>
        </p:nvSpPr>
        <p:spPr>
          <a:xfrm xmlns:a="http://schemas.openxmlformats.org/drawingml/2006/main" flipV="1">
            <a:off x="6588892" y="2709563"/>
            <a:ext cx="93543" cy="102355"/>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9" name="Connector 68">
            <a:extLst xmlns:a="http://schemas.openxmlformats.org/drawingml/2006/main">
              <a:ext uri="{FF2B5EF4-FFF2-40B4-BE49-F238E27FC236}">
                <a16:creationId xmlns:a16="http://schemas.microsoft.com/office/drawing/2014/main" id="{DB91F321-5F4E-4362-B28B-CADC0420D4A1}"/>
              </a:ext>
            </a:extLst>
          </p:cNvPr>
          <p:cNvSpPr>
            <a:spLocks xmlns:a="http://schemas.openxmlformats.org/drawingml/2006/main" noGrp="1"/>
          </p:cNvSpPr>
          <p:nvPr/>
        </p:nvSpPr>
        <p:spPr>
          <a:xfrm xmlns:a="http://schemas.openxmlformats.org/drawingml/2006/main" flipV="1">
            <a:off x="6682435" y="2616609"/>
            <a:ext cx="93543" cy="92954"/>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0" name="Connector 69">
            <a:extLst xmlns:a="http://schemas.openxmlformats.org/drawingml/2006/main">
              <a:ext uri="{FF2B5EF4-FFF2-40B4-BE49-F238E27FC236}">
                <a16:creationId xmlns:a16="http://schemas.microsoft.com/office/drawing/2014/main" id="{0E04DA00-E0D3-4C06-B721-4F7747903C26}"/>
              </a:ext>
            </a:extLst>
          </p:cNvPr>
          <p:cNvSpPr>
            <a:spLocks xmlns:a="http://schemas.openxmlformats.org/drawingml/2006/main" noGrp="1"/>
          </p:cNvSpPr>
          <p:nvPr/>
        </p:nvSpPr>
        <p:spPr>
          <a:xfrm xmlns:a="http://schemas.openxmlformats.org/drawingml/2006/main" flipV="1">
            <a:off x="6775978" y="2534310"/>
            <a:ext cx="93543" cy="82299"/>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1" name="Connector 70">
            <a:extLst xmlns:a="http://schemas.openxmlformats.org/drawingml/2006/main">
              <a:ext uri="{FF2B5EF4-FFF2-40B4-BE49-F238E27FC236}">
                <a16:creationId xmlns:a16="http://schemas.microsoft.com/office/drawing/2014/main" id="{4288781A-3AC0-4B4A-9F0F-120A4A452105}"/>
              </a:ext>
            </a:extLst>
          </p:cNvPr>
          <p:cNvSpPr>
            <a:spLocks xmlns:a="http://schemas.openxmlformats.org/drawingml/2006/main" noGrp="1"/>
          </p:cNvSpPr>
          <p:nvPr/>
        </p:nvSpPr>
        <p:spPr>
          <a:xfrm xmlns:a="http://schemas.openxmlformats.org/drawingml/2006/main" flipV="1">
            <a:off x="6869521" y="2463778"/>
            <a:ext cx="93543" cy="70532"/>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2" name="Connector 71">
            <a:extLst xmlns:a="http://schemas.openxmlformats.org/drawingml/2006/main">
              <a:ext uri="{FF2B5EF4-FFF2-40B4-BE49-F238E27FC236}">
                <a16:creationId xmlns:a16="http://schemas.microsoft.com/office/drawing/2014/main" id="{C9D71A47-8D3E-4285-B57E-201A738995B1}"/>
              </a:ext>
            </a:extLst>
          </p:cNvPr>
          <p:cNvSpPr>
            <a:spLocks xmlns:a="http://schemas.openxmlformats.org/drawingml/2006/main" noGrp="1"/>
          </p:cNvSpPr>
          <p:nvPr/>
        </p:nvSpPr>
        <p:spPr>
          <a:xfrm xmlns:a="http://schemas.openxmlformats.org/drawingml/2006/main" flipV="1">
            <a:off x="6963064" y="2405964"/>
            <a:ext cx="93543" cy="57814"/>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3" name="Connector 72">
            <a:extLst xmlns:a="http://schemas.openxmlformats.org/drawingml/2006/main">
              <a:ext uri="{FF2B5EF4-FFF2-40B4-BE49-F238E27FC236}">
                <a16:creationId xmlns:a16="http://schemas.microsoft.com/office/drawing/2014/main" id="{FC7D1668-90CE-4636-9B89-293EE552C0BF}"/>
              </a:ext>
            </a:extLst>
          </p:cNvPr>
          <p:cNvSpPr>
            <a:spLocks xmlns:a="http://schemas.openxmlformats.org/drawingml/2006/main" noGrp="1"/>
          </p:cNvSpPr>
          <p:nvPr/>
        </p:nvSpPr>
        <p:spPr>
          <a:xfrm xmlns:a="http://schemas.openxmlformats.org/drawingml/2006/main" flipV="1">
            <a:off x="7056607" y="2361649"/>
            <a:ext cx="93543" cy="44315"/>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4" name="Connector 73">
            <a:extLst xmlns:a="http://schemas.openxmlformats.org/drawingml/2006/main">
              <a:ext uri="{FF2B5EF4-FFF2-40B4-BE49-F238E27FC236}">
                <a16:creationId xmlns:a16="http://schemas.microsoft.com/office/drawing/2014/main" id="{8FB8B972-B8F8-4491-A91A-715C73C36FD3}"/>
              </a:ext>
            </a:extLst>
          </p:cNvPr>
          <p:cNvSpPr>
            <a:spLocks xmlns:a="http://schemas.openxmlformats.org/drawingml/2006/main" noGrp="1"/>
          </p:cNvSpPr>
          <p:nvPr/>
        </p:nvSpPr>
        <p:spPr>
          <a:xfrm xmlns:a="http://schemas.openxmlformats.org/drawingml/2006/main" flipV="1">
            <a:off x="7150150" y="2331431"/>
            <a:ext cx="93543" cy="30218"/>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5" name="Connector 74">
            <a:extLst xmlns:a="http://schemas.openxmlformats.org/drawingml/2006/main">
              <a:ext uri="{FF2B5EF4-FFF2-40B4-BE49-F238E27FC236}">
                <a16:creationId xmlns:a16="http://schemas.microsoft.com/office/drawing/2014/main" id="{74B6B3AA-171B-4A44-8A07-362D811000FB}"/>
              </a:ext>
            </a:extLst>
          </p:cNvPr>
          <p:cNvSpPr>
            <a:spLocks xmlns:a="http://schemas.openxmlformats.org/drawingml/2006/main" noGrp="1"/>
          </p:cNvSpPr>
          <p:nvPr/>
        </p:nvSpPr>
        <p:spPr>
          <a:xfrm xmlns:a="http://schemas.openxmlformats.org/drawingml/2006/main" flipV="1">
            <a:off x="7243693" y="2315717"/>
            <a:ext cx="93544" cy="15714"/>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6" name="Connector 75">
            <a:extLst xmlns:a="http://schemas.openxmlformats.org/drawingml/2006/main">
              <a:ext uri="{FF2B5EF4-FFF2-40B4-BE49-F238E27FC236}">
                <a16:creationId xmlns:a16="http://schemas.microsoft.com/office/drawing/2014/main" id="{D9429AEF-3D21-4562-B6FE-3F7637CB3C56}"/>
              </a:ext>
            </a:extLst>
          </p:cNvPr>
          <p:cNvSpPr>
            <a:spLocks xmlns:a="http://schemas.openxmlformats.org/drawingml/2006/main" noGrp="1"/>
          </p:cNvSpPr>
          <p:nvPr/>
        </p:nvSpPr>
        <p:spPr>
          <a:xfrm xmlns:a="http://schemas.openxmlformats.org/drawingml/2006/main" flipV="1">
            <a:off x="7337237" y="2314720"/>
            <a:ext cx="93543" cy="997"/>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7" name="Connector 76">
            <a:extLst xmlns:a="http://schemas.openxmlformats.org/drawingml/2006/main">
              <a:ext uri="{FF2B5EF4-FFF2-40B4-BE49-F238E27FC236}">
                <a16:creationId xmlns:a16="http://schemas.microsoft.com/office/drawing/2014/main" id="{5F61EF12-0F1F-48BE-8409-7F4857EF0374}"/>
              </a:ext>
            </a:extLst>
          </p:cNvPr>
          <p:cNvSpPr>
            <a:spLocks xmlns:a="http://schemas.openxmlformats.org/drawingml/2006/main" noGrp="1"/>
          </p:cNvSpPr>
          <p:nvPr/>
        </p:nvSpPr>
        <p:spPr>
          <a:xfrm xmlns:a="http://schemas.openxmlformats.org/drawingml/2006/main">
            <a:off x="7430780" y="2314720"/>
            <a:ext cx="93543" cy="13733"/>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8" name="Connector 77">
            <a:extLst xmlns:a="http://schemas.openxmlformats.org/drawingml/2006/main">
              <a:ext uri="{FF2B5EF4-FFF2-40B4-BE49-F238E27FC236}">
                <a16:creationId xmlns:a16="http://schemas.microsoft.com/office/drawing/2014/main" id="{3470F1A4-2C4F-4A27-9257-5FBBBBD2B41B}"/>
              </a:ext>
            </a:extLst>
          </p:cNvPr>
          <p:cNvSpPr>
            <a:spLocks xmlns:a="http://schemas.openxmlformats.org/drawingml/2006/main" noGrp="1"/>
          </p:cNvSpPr>
          <p:nvPr/>
        </p:nvSpPr>
        <p:spPr>
          <a:xfrm xmlns:a="http://schemas.openxmlformats.org/drawingml/2006/main">
            <a:off x="7524323" y="2328453"/>
            <a:ext cx="93543" cy="28278"/>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9" name="Connector 78">
            <a:extLst xmlns:a="http://schemas.openxmlformats.org/drawingml/2006/main">
              <a:ext uri="{FF2B5EF4-FFF2-40B4-BE49-F238E27FC236}">
                <a16:creationId xmlns:a16="http://schemas.microsoft.com/office/drawing/2014/main" id="{53F8353C-072D-4364-AB31-244BD80CA783}"/>
              </a:ext>
            </a:extLst>
          </p:cNvPr>
          <p:cNvSpPr>
            <a:spLocks xmlns:a="http://schemas.openxmlformats.org/drawingml/2006/main" noGrp="1"/>
          </p:cNvSpPr>
          <p:nvPr/>
        </p:nvSpPr>
        <p:spPr>
          <a:xfrm xmlns:a="http://schemas.openxmlformats.org/drawingml/2006/main">
            <a:off x="7617866" y="2356731"/>
            <a:ext cx="93543" cy="42441"/>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0" name="Connector 79">
            <a:extLst xmlns:a="http://schemas.openxmlformats.org/drawingml/2006/main">
              <a:ext uri="{FF2B5EF4-FFF2-40B4-BE49-F238E27FC236}">
                <a16:creationId xmlns:a16="http://schemas.microsoft.com/office/drawing/2014/main" id="{14AE902D-676C-4702-8AF8-21FBCB9B08A6}"/>
              </a:ext>
            </a:extLst>
          </p:cNvPr>
          <p:cNvSpPr>
            <a:spLocks xmlns:a="http://schemas.openxmlformats.org/drawingml/2006/main" noGrp="1"/>
          </p:cNvSpPr>
          <p:nvPr/>
        </p:nvSpPr>
        <p:spPr>
          <a:xfrm xmlns:a="http://schemas.openxmlformats.org/drawingml/2006/main">
            <a:off x="7711409" y="2399172"/>
            <a:ext cx="93543" cy="56031"/>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1" name="Connector 80">
            <a:extLst xmlns:a="http://schemas.openxmlformats.org/drawingml/2006/main">
              <a:ext uri="{FF2B5EF4-FFF2-40B4-BE49-F238E27FC236}">
                <a16:creationId xmlns:a16="http://schemas.microsoft.com/office/drawing/2014/main" id="{19223A9A-6812-4960-A68F-3CB444A1B960}"/>
              </a:ext>
            </a:extLst>
          </p:cNvPr>
          <p:cNvSpPr>
            <a:spLocks xmlns:a="http://schemas.openxmlformats.org/drawingml/2006/main" noGrp="1"/>
          </p:cNvSpPr>
          <p:nvPr/>
        </p:nvSpPr>
        <p:spPr>
          <a:xfrm xmlns:a="http://schemas.openxmlformats.org/drawingml/2006/main">
            <a:off x="7804952" y="2455203"/>
            <a:ext cx="93543" cy="68865"/>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2" name="Connector 81">
            <a:extLst xmlns:a="http://schemas.openxmlformats.org/drawingml/2006/main">
              <a:ext uri="{FF2B5EF4-FFF2-40B4-BE49-F238E27FC236}">
                <a16:creationId xmlns:a16="http://schemas.microsoft.com/office/drawing/2014/main" id="{00CC0324-D836-425E-973F-2844FBA748AD}"/>
              </a:ext>
            </a:extLst>
          </p:cNvPr>
          <p:cNvSpPr>
            <a:spLocks xmlns:a="http://schemas.openxmlformats.org/drawingml/2006/main" noGrp="1"/>
          </p:cNvSpPr>
          <p:nvPr/>
        </p:nvSpPr>
        <p:spPr>
          <a:xfrm xmlns:a="http://schemas.openxmlformats.org/drawingml/2006/main">
            <a:off x="7898495" y="2524068"/>
            <a:ext cx="93543" cy="80770"/>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3" name="Connector 82">
            <a:extLst xmlns:a="http://schemas.openxmlformats.org/drawingml/2006/main">
              <a:ext uri="{FF2B5EF4-FFF2-40B4-BE49-F238E27FC236}">
                <a16:creationId xmlns:a16="http://schemas.microsoft.com/office/drawing/2014/main" id="{C2F4F1D9-A28A-40E2-A268-6F74C849F8F4}"/>
              </a:ext>
            </a:extLst>
          </p:cNvPr>
          <p:cNvSpPr>
            <a:spLocks xmlns:a="http://schemas.openxmlformats.org/drawingml/2006/main" noGrp="1"/>
          </p:cNvSpPr>
          <p:nvPr/>
        </p:nvSpPr>
        <p:spPr>
          <a:xfrm xmlns:a="http://schemas.openxmlformats.org/drawingml/2006/main">
            <a:off x="7992038" y="2604838"/>
            <a:ext cx="93544" cy="91585"/>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4" name="Connector 83">
            <a:extLst xmlns:a="http://schemas.openxmlformats.org/drawingml/2006/main">
              <a:ext uri="{FF2B5EF4-FFF2-40B4-BE49-F238E27FC236}">
                <a16:creationId xmlns:a16="http://schemas.microsoft.com/office/drawing/2014/main" id="{D6A26FD6-1DFA-46F0-A414-B1CC68B87917}"/>
              </a:ext>
            </a:extLst>
          </p:cNvPr>
          <p:cNvSpPr>
            <a:spLocks xmlns:a="http://schemas.openxmlformats.org/drawingml/2006/main" noGrp="1"/>
          </p:cNvSpPr>
          <p:nvPr/>
        </p:nvSpPr>
        <p:spPr>
          <a:xfrm xmlns:a="http://schemas.openxmlformats.org/drawingml/2006/main">
            <a:off x="8085582" y="2696423"/>
            <a:ext cx="93543" cy="101163"/>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5" name="Connector 84">
            <a:extLst xmlns:a="http://schemas.openxmlformats.org/drawingml/2006/main">
              <a:ext uri="{FF2B5EF4-FFF2-40B4-BE49-F238E27FC236}">
                <a16:creationId xmlns:a16="http://schemas.microsoft.com/office/drawing/2014/main" id="{9713FE0F-B23B-416D-AD2B-F4668B998594}"/>
              </a:ext>
            </a:extLst>
          </p:cNvPr>
          <p:cNvSpPr>
            <a:spLocks xmlns:a="http://schemas.openxmlformats.org/drawingml/2006/main" noGrp="1"/>
          </p:cNvSpPr>
          <p:nvPr/>
        </p:nvSpPr>
        <p:spPr>
          <a:xfrm xmlns:a="http://schemas.openxmlformats.org/drawingml/2006/main">
            <a:off x="8179125" y="2797586"/>
            <a:ext cx="93543" cy="109376"/>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6" name="Connector 85">
            <a:extLst xmlns:a="http://schemas.openxmlformats.org/drawingml/2006/main">
              <a:ext uri="{FF2B5EF4-FFF2-40B4-BE49-F238E27FC236}">
                <a16:creationId xmlns:a16="http://schemas.microsoft.com/office/drawing/2014/main" id="{FABB505A-69AB-411B-A68F-C28A2EE4E021}"/>
              </a:ext>
            </a:extLst>
          </p:cNvPr>
          <p:cNvSpPr>
            <a:spLocks xmlns:a="http://schemas.openxmlformats.org/drawingml/2006/main" noGrp="1"/>
          </p:cNvSpPr>
          <p:nvPr/>
        </p:nvSpPr>
        <p:spPr>
          <a:xfrm xmlns:a="http://schemas.openxmlformats.org/drawingml/2006/main">
            <a:off x="8272668" y="2906962"/>
            <a:ext cx="93543" cy="116114"/>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7" name="Connector 86">
            <a:extLst xmlns:a="http://schemas.openxmlformats.org/drawingml/2006/main">
              <a:ext uri="{FF2B5EF4-FFF2-40B4-BE49-F238E27FC236}">
                <a16:creationId xmlns:a16="http://schemas.microsoft.com/office/drawing/2014/main" id="{EDA8D3EA-260D-46FB-B098-EADA81256F85}"/>
              </a:ext>
            </a:extLst>
          </p:cNvPr>
          <p:cNvSpPr>
            <a:spLocks xmlns:a="http://schemas.openxmlformats.org/drawingml/2006/main" noGrp="1"/>
          </p:cNvSpPr>
          <p:nvPr/>
        </p:nvSpPr>
        <p:spPr>
          <a:xfrm xmlns:a="http://schemas.openxmlformats.org/drawingml/2006/main">
            <a:off x="8366211" y="3023076"/>
            <a:ext cx="93543" cy="121283"/>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8" name="Connector 87">
            <a:extLst xmlns:a="http://schemas.openxmlformats.org/drawingml/2006/main">
              <a:ext uri="{FF2B5EF4-FFF2-40B4-BE49-F238E27FC236}">
                <a16:creationId xmlns:a16="http://schemas.microsoft.com/office/drawing/2014/main" id="{EC036828-76E6-4022-8AE7-03489B958379}"/>
              </a:ext>
            </a:extLst>
          </p:cNvPr>
          <p:cNvSpPr>
            <a:spLocks xmlns:a="http://schemas.openxmlformats.org/drawingml/2006/main" noGrp="1"/>
          </p:cNvSpPr>
          <p:nvPr/>
        </p:nvSpPr>
        <p:spPr>
          <a:xfrm xmlns:a="http://schemas.openxmlformats.org/drawingml/2006/main">
            <a:off x="8459754" y="3144359"/>
            <a:ext cx="93543" cy="124816"/>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9" name="Connector 88">
            <a:extLst xmlns:a="http://schemas.openxmlformats.org/drawingml/2006/main">
              <a:ext uri="{FF2B5EF4-FFF2-40B4-BE49-F238E27FC236}">
                <a16:creationId xmlns:a16="http://schemas.microsoft.com/office/drawing/2014/main" id="{61D82C3D-2BAB-4576-A6CB-1AEE285ECA84}"/>
              </a:ext>
            </a:extLst>
          </p:cNvPr>
          <p:cNvSpPr>
            <a:spLocks xmlns:a="http://schemas.openxmlformats.org/drawingml/2006/main" noGrp="1"/>
          </p:cNvSpPr>
          <p:nvPr/>
        </p:nvSpPr>
        <p:spPr>
          <a:xfrm xmlns:a="http://schemas.openxmlformats.org/drawingml/2006/main">
            <a:off x="8553297" y="3269175"/>
            <a:ext cx="93543" cy="126665"/>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0" name="Connector 89">
            <a:extLst xmlns:a="http://schemas.openxmlformats.org/drawingml/2006/main">
              <a:ext uri="{FF2B5EF4-FFF2-40B4-BE49-F238E27FC236}">
                <a16:creationId xmlns:a16="http://schemas.microsoft.com/office/drawing/2014/main" id="{DC6525B9-8BF3-42C7-8A48-04AABF61A082}"/>
              </a:ext>
            </a:extLst>
          </p:cNvPr>
          <p:cNvSpPr>
            <a:spLocks xmlns:a="http://schemas.openxmlformats.org/drawingml/2006/main" noGrp="1"/>
          </p:cNvSpPr>
          <p:nvPr/>
        </p:nvSpPr>
        <p:spPr>
          <a:xfrm xmlns:a="http://schemas.openxmlformats.org/drawingml/2006/main">
            <a:off x="8646840" y="3395840"/>
            <a:ext cx="93543" cy="126804"/>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1" name="Connector 90">
            <a:extLst xmlns:a="http://schemas.openxmlformats.org/drawingml/2006/main">
              <a:ext uri="{FF2B5EF4-FFF2-40B4-BE49-F238E27FC236}">
                <a16:creationId xmlns:a16="http://schemas.microsoft.com/office/drawing/2014/main" id="{A60BD5D5-54E8-4FC5-BA43-B69FAF894600}"/>
              </a:ext>
            </a:extLst>
          </p:cNvPr>
          <p:cNvSpPr>
            <a:spLocks xmlns:a="http://schemas.openxmlformats.org/drawingml/2006/main" noGrp="1"/>
          </p:cNvSpPr>
          <p:nvPr/>
        </p:nvSpPr>
        <p:spPr>
          <a:xfrm xmlns:a="http://schemas.openxmlformats.org/drawingml/2006/main">
            <a:off x="8740383" y="3522644"/>
            <a:ext cx="93543" cy="125232"/>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2" name="Connector 91">
            <a:extLst xmlns:a="http://schemas.openxmlformats.org/drawingml/2006/main">
              <a:ext uri="{FF2B5EF4-FFF2-40B4-BE49-F238E27FC236}">
                <a16:creationId xmlns:a16="http://schemas.microsoft.com/office/drawing/2014/main" id="{BC7F1389-E1B6-4530-82A3-E8FC7C724566}"/>
              </a:ext>
            </a:extLst>
          </p:cNvPr>
          <p:cNvSpPr>
            <a:spLocks xmlns:a="http://schemas.openxmlformats.org/drawingml/2006/main" noGrp="1"/>
          </p:cNvSpPr>
          <p:nvPr/>
        </p:nvSpPr>
        <p:spPr>
          <a:xfrm xmlns:a="http://schemas.openxmlformats.org/drawingml/2006/main">
            <a:off x="8833926" y="3647876"/>
            <a:ext cx="93544" cy="121969"/>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3" name="Connector 92">
            <a:extLst xmlns:a="http://schemas.openxmlformats.org/drawingml/2006/main">
              <a:ext uri="{FF2B5EF4-FFF2-40B4-BE49-F238E27FC236}">
                <a16:creationId xmlns:a16="http://schemas.microsoft.com/office/drawing/2014/main" id="{0378AC41-8F27-4A2E-94B8-86AE158480E6}"/>
              </a:ext>
            </a:extLst>
          </p:cNvPr>
          <p:cNvSpPr>
            <a:spLocks xmlns:a="http://schemas.openxmlformats.org/drawingml/2006/main" noGrp="1"/>
          </p:cNvSpPr>
          <p:nvPr/>
        </p:nvSpPr>
        <p:spPr>
          <a:xfrm xmlns:a="http://schemas.openxmlformats.org/drawingml/2006/main">
            <a:off x="8927470" y="3769845"/>
            <a:ext cx="93543" cy="117060"/>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4" name="Connector 93">
            <a:extLst xmlns:a="http://schemas.openxmlformats.org/drawingml/2006/main">
              <a:ext uri="{FF2B5EF4-FFF2-40B4-BE49-F238E27FC236}">
                <a16:creationId xmlns:a16="http://schemas.microsoft.com/office/drawing/2014/main" id="{8A24C044-770B-44C1-9687-003EF4F41F9F}"/>
              </a:ext>
            </a:extLst>
          </p:cNvPr>
          <p:cNvSpPr>
            <a:spLocks xmlns:a="http://schemas.openxmlformats.org/drawingml/2006/main" noGrp="1"/>
          </p:cNvSpPr>
          <p:nvPr/>
        </p:nvSpPr>
        <p:spPr>
          <a:xfrm xmlns:a="http://schemas.openxmlformats.org/drawingml/2006/main">
            <a:off x="9021013" y="3886905"/>
            <a:ext cx="93543" cy="110572"/>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5" name="Connector 94">
            <a:extLst xmlns:a="http://schemas.openxmlformats.org/drawingml/2006/main">
              <a:ext uri="{FF2B5EF4-FFF2-40B4-BE49-F238E27FC236}">
                <a16:creationId xmlns:a16="http://schemas.microsoft.com/office/drawing/2014/main" id="{73C32349-AFED-4407-B54D-46A7937A164A}"/>
              </a:ext>
            </a:extLst>
          </p:cNvPr>
          <p:cNvSpPr>
            <a:spLocks xmlns:a="http://schemas.openxmlformats.org/drawingml/2006/main" noGrp="1"/>
          </p:cNvSpPr>
          <p:nvPr/>
        </p:nvSpPr>
        <p:spPr>
          <a:xfrm xmlns:a="http://schemas.openxmlformats.org/drawingml/2006/main">
            <a:off x="9114556" y="3997477"/>
            <a:ext cx="93543" cy="102590"/>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6" name="Connector 95">
            <a:extLst xmlns:a="http://schemas.openxmlformats.org/drawingml/2006/main">
              <a:ext uri="{FF2B5EF4-FFF2-40B4-BE49-F238E27FC236}">
                <a16:creationId xmlns:a16="http://schemas.microsoft.com/office/drawing/2014/main" id="{3CE87D33-E7FF-4315-AAEA-8FD6946F9BF2}"/>
              </a:ext>
            </a:extLst>
          </p:cNvPr>
          <p:cNvSpPr>
            <a:spLocks xmlns:a="http://schemas.openxmlformats.org/drawingml/2006/main" noGrp="1"/>
          </p:cNvSpPr>
          <p:nvPr/>
        </p:nvSpPr>
        <p:spPr>
          <a:xfrm xmlns:a="http://schemas.openxmlformats.org/drawingml/2006/main">
            <a:off x="9208099" y="4100067"/>
            <a:ext cx="93543" cy="93226"/>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7" name="Connector 96">
            <a:extLst xmlns:a="http://schemas.openxmlformats.org/drawingml/2006/main">
              <a:ext uri="{FF2B5EF4-FFF2-40B4-BE49-F238E27FC236}">
                <a16:creationId xmlns:a16="http://schemas.microsoft.com/office/drawing/2014/main" id="{65B9410C-8ACC-4C40-8116-AE8C02209252}"/>
              </a:ext>
            </a:extLst>
          </p:cNvPr>
          <p:cNvSpPr>
            <a:spLocks xmlns:a="http://schemas.openxmlformats.org/drawingml/2006/main" noGrp="1"/>
          </p:cNvSpPr>
          <p:nvPr/>
        </p:nvSpPr>
        <p:spPr>
          <a:xfrm xmlns:a="http://schemas.openxmlformats.org/drawingml/2006/main">
            <a:off x="9301642" y="4193293"/>
            <a:ext cx="93543" cy="82602"/>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8" name="Connector 97">
            <a:extLst xmlns:a="http://schemas.openxmlformats.org/drawingml/2006/main">
              <a:ext uri="{FF2B5EF4-FFF2-40B4-BE49-F238E27FC236}">
                <a16:creationId xmlns:a16="http://schemas.microsoft.com/office/drawing/2014/main" id="{A201A309-D782-4560-B66F-A8CADF4F3B50}"/>
              </a:ext>
            </a:extLst>
          </p:cNvPr>
          <p:cNvSpPr>
            <a:spLocks xmlns:a="http://schemas.openxmlformats.org/drawingml/2006/main" noGrp="1"/>
          </p:cNvSpPr>
          <p:nvPr/>
        </p:nvSpPr>
        <p:spPr>
          <a:xfrm xmlns:a="http://schemas.openxmlformats.org/drawingml/2006/main">
            <a:off x="9395185" y="4275895"/>
            <a:ext cx="93543" cy="70863"/>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9" name="Connector 98">
            <a:extLst xmlns:a="http://schemas.openxmlformats.org/drawingml/2006/main">
              <a:ext uri="{FF2B5EF4-FFF2-40B4-BE49-F238E27FC236}">
                <a16:creationId xmlns:a16="http://schemas.microsoft.com/office/drawing/2014/main" id="{29C14A15-21EF-4BF2-8EA9-2B0DDB88E592}"/>
              </a:ext>
            </a:extLst>
          </p:cNvPr>
          <p:cNvSpPr>
            <a:spLocks xmlns:a="http://schemas.openxmlformats.org/drawingml/2006/main" noGrp="1"/>
          </p:cNvSpPr>
          <p:nvPr/>
        </p:nvSpPr>
        <p:spPr>
          <a:xfrm xmlns:a="http://schemas.openxmlformats.org/drawingml/2006/main">
            <a:off x="9488728" y="4346758"/>
            <a:ext cx="93543" cy="58168"/>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0" name="Connector 99">
            <a:extLst xmlns:a="http://schemas.openxmlformats.org/drawingml/2006/main">
              <a:ext uri="{FF2B5EF4-FFF2-40B4-BE49-F238E27FC236}">
                <a16:creationId xmlns:a16="http://schemas.microsoft.com/office/drawing/2014/main" id="{4706810A-2289-489F-B84C-9424CEB9943C}"/>
              </a:ext>
            </a:extLst>
          </p:cNvPr>
          <p:cNvSpPr>
            <a:spLocks xmlns:a="http://schemas.openxmlformats.org/drawingml/2006/main" noGrp="1"/>
          </p:cNvSpPr>
          <p:nvPr/>
        </p:nvSpPr>
        <p:spPr>
          <a:xfrm xmlns:a="http://schemas.openxmlformats.org/drawingml/2006/main">
            <a:off x="9582271" y="4404926"/>
            <a:ext cx="93544" cy="44689"/>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1" name="Connector 100">
            <a:extLst xmlns:a="http://schemas.openxmlformats.org/drawingml/2006/main">
              <a:ext uri="{FF2B5EF4-FFF2-40B4-BE49-F238E27FC236}">
                <a16:creationId xmlns:a16="http://schemas.microsoft.com/office/drawing/2014/main" id="{AA6FB917-28F3-4312-8A3F-EBA5A1E01F61}"/>
              </a:ext>
            </a:extLst>
          </p:cNvPr>
          <p:cNvSpPr>
            <a:spLocks xmlns:a="http://schemas.openxmlformats.org/drawingml/2006/main" noGrp="1"/>
          </p:cNvSpPr>
          <p:nvPr/>
        </p:nvSpPr>
        <p:spPr>
          <a:xfrm xmlns:a="http://schemas.openxmlformats.org/drawingml/2006/main">
            <a:off x="9675815" y="4449615"/>
            <a:ext cx="93543" cy="30605"/>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2" name="Connector 101">
            <a:extLst xmlns:a="http://schemas.openxmlformats.org/drawingml/2006/main">
              <a:ext uri="{FF2B5EF4-FFF2-40B4-BE49-F238E27FC236}">
                <a16:creationId xmlns:a16="http://schemas.microsoft.com/office/drawing/2014/main" id="{B38DD42F-A9C8-4696-96B5-96E089F50BA6}"/>
              </a:ext>
            </a:extLst>
          </p:cNvPr>
          <p:cNvSpPr>
            <a:spLocks xmlns:a="http://schemas.openxmlformats.org/drawingml/2006/main" noGrp="1"/>
          </p:cNvSpPr>
          <p:nvPr/>
        </p:nvSpPr>
        <p:spPr>
          <a:xfrm xmlns:a="http://schemas.openxmlformats.org/drawingml/2006/main">
            <a:off x="9769358" y="4480220"/>
            <a:ext cx="93543" cy="16110"/>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3" name="Connector 102">
            <a:extLst xmlns:a="http://schemas.openxmlformats.org/drawingml/2006/main">
              <a:ext uri="{FF2B5EF4-FFF2-40B4-BE49-F238E27FC236}">
                <a16:creationId xmlns:a16="http://schemas.microsoft.com/office/drawing/2014/main" id="{8FB1FE1E-6D72-4119-AE06-B77C809BB358}"/>
              </a:ext>
            </a:extLst>
          </p:cNvPr>
          <p:cNvSpPr>
            <a:spLocks xmlns:a="http://schemas.openxmlformats.org/drawingml/2006/main" noGrp="1"/>
          </p:cNvSpPr>
          <p:nvPr/>
        </p:nvSpPr>
        <p:spPr>
          <a:xfrm xmlns:a="http://schemas.openxmlformats.org/drawingml/2006/main">
            <a:off x="9862901" y="4496330"/>
            <a:ext cx="93543" cy="1396"/>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4" name="Connector 103">
            <a:extLst xmlns:a="http://schemas.openxmlformats.org/drawingml/2006/main">
              <a:ext uri="{FF2B5EF4-FFF2-40B4-BE49-F238E27FC236}">
                <a16:creationId xmlns:a16="http://schemas.microsoft.com/office/drawing/2014/main" id="{35A0B7AF-19E2-4AB8-A206-DF3CACF6F07E}"/>
              </a:ext>
            </a:extLst>
          </p:cNvPr>
          <p:cNvSpPr>
            <a:spLocks xmlns:a="http://schemas.openxmlformats.org/drawingml/2006/main" noGrp="1"/>
          </p:cNvSpPr>
          <p:nvPr/>
        </p:nvSpPr>
        <p:spPr>
          <a:xfrm xmlns:a="http://schemas.openxmlformats.org/drawingml/2006/main" flipV="1">
            <a:off x="9956444" y="4484389"/>
            <a:ext cx="93543" cy="13337"/>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5" name="Connector 104">
            <a:extLst xmlns:a="http://schemas.openxmlformats.org/drawingml/2006/main">
              <a:ext uri="{FF2B5EF4-FFF2-40B4-BE49-F238E27FC236}">
                <a16:creationId xmlns:a16="http://schemas.microsoft.com/office/drawing/2014/main" id="{B630414A-33AF-40DB-B1C0-337268084801}"/>
              </a:ext>
            </a:extLst>
          </p:cNvPr>
          <p:cNvSpPr>
            <a:spLocks xmlns:a="http://schemas.openxmlformats.org/drawingml/2006/main" noGrp="1"/>
          </p:cNvSpPr>
          <p:nvPr/>
        </p:nvSpPr>
        <p:spPr>
          <a:xfrm xmlns:a="http://schemas.openxmlformats.org/drawingml/2006/main" flipV="1">
            <a:off x="10049987" y="4456501"/>
            <a:ext cx="93543" cy="27888"/>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6" name="Connector 105">
            <a:extLst xmlns:a="http://schemas.openxmlformats.org/drawingml/2006/main">
              <a:ext uri="{FF2B5EF4-FFF2-40B4-BE49-F238E27FC236}">
                <a16:creationId xmlns:a16="http://schemas.microsoft.com/office/drawing/2014/main" id="{F0A545B8-FA76-463A-BE7E-2E50E6324216}"/>
              </a:ext>
            </a:extLst>
          </p:cNvPr>
          <p:cNvSpPr>
            <a:spLocks xmlns:a="http://schemas.openxmlformats.org/drawingml/2006/main" noGrp="1"/>
          </p:cNvSpPr>
          <p:nvPr/>
        </p:nvSpPr>
        <p:spPr>
          <a:xfrm xmlns:a="http://schemas.openxmlformats.org/drawingml/2006/main" flipV="1">
            <a:off x="10143530" y="4414436"/>
            <a:ext cx="93543" cy="42065"/>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7" name="Connector 106">
            <a:extLst xmlns:a="http://schemas.openxmlformats.org/drawingml/2006/main">
              <a:ext uri="{FF2B5EF4-FFF2-40B4-BE49-F238E27FC236}">
                <a16:creationId xmlns:a16="http://schemas.microsoft.com/office/drawing/2014/main" id="{789F6E15-0122-4A57-BB34-04313F1BAE03}"/>
              </a:ext>
            </a:extLst>
          </p:cNvPr>
          <p:cNvSpPr>
            <a:spLocks xmlns:a="http://schemas.openxmlformats.org/drawingml/2006/main" noGrp="1"/>
          </p:cNvSpPr>
          <p:nvPr/>
        </p:nvSpPr>
        <p:spPr>
          <a:xfrm xmlns:a="http://schemas.openxmlformats.org/drawingml/2006/main" flipV="1">
            <a:off x="10237073" y="4358763"/>
            <a:ext cx="93543" cy="55673"/>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8" name="Connector 107">
            <a:extLst xmlns:a="http://schemas.openxmlformats.org/drawingml/2006/main">
              <a:ext uri="{FF2B5EF4-FFF2-40B4-BE49-F238E27FC236}">
                <a16:creationId xmlns:a16="http://schemas.microsoft.com/office/drawing/2014/main" id="{EE0BF661-A8DA-42EF-B9FB-3BA01F1C2311}"/>
              </a:ext>
            </a:extLst>
          </p:cNvPr>
          <p:cNvSpPr>
            <a:spLocks xmlns:a="http://schemas.openxmlformats.org/drawingml/2006/main" noGrp="1"/>
          </p:cNvSpPr>
          <p:nvPr/>
        </p:nvSpPr>
        <p:spPr>
          <a:xfrm xmlns:a="http://schemas.openxmlformats.org/drawingml/2006/main" flipV="1">
            <a:off x="10330616" y="4290233"/>
            <a:ext cx="93544" cy="68530"/>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9" name="Connector 108">
            <a:extLst xmlns:a="http://schemas.openxmlformats.org/drawingml/2006/main">
              <a:ext uri="{FF2B5EF4-FFF2-40B4-BE49-F238E27FC236}">
                <a16:creationId xmlns:a16="http://schemas.microsoft.com/office/drawing/2014/main" id="{86C33069-DBCD-4F17-A923-F125147507E1}"/>
              </a:ext>
            </a:extLst>
          </p:cNvPr>
          <p:cNvSpPr>
            <a:spLocks xmlns:a="http://schemas.openxmlformats.org/drawingml/2006/main" noGrp="1"/>
          </p:cNvSpPr>
          <p:nvPr/>
        </p:nvSpPr>
        <p:spPr>
          <a:xfrm xmlns:a="http://schemas.openxmlformats.org/drawingml/2006/main">
            <a:off x="1069848" y="1956815"/>
            <a:ext cx="0" cy="2916937"/>
          </a:xfrm>
          <a:prstGeom xmlns:a="http://schemas.openxmlformats.org/drawingml/2006/main" prst="line">
            <a:avLst/>
          </a:prstGeom>
          <a:ln xmlns:a="http://schemas.openxmlformats.org/drawingml/2006/main" w="12700">
            <a:solidFill>
              <a:srgbClr val="E2E2E7"/>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10" name="Oval 109">
            <a:extLst xmlns:a="http://schemas.openxmlformats.org/drawingml/2006/main">
              <a:ext uri="{FF2B5EF4-FFF2-40B4-BE49-F238E27FC236}">
                <a16:creationId xmlns:a16="http://schemas.microsoft.com/office/drawing/2014/main" id="{0C50F695-A36A-4D3E-AD01-15065B5FE015}"/>
              </a:ext>
            </a:extLst>
          </p:cNvPr>
          <p:cNvSpPr>
            <a:spLocks xmlns:a="http://schemas.openxmlformats.org/drawingml/2006/main" noGrp="1"/>
          </p:cNvSpPr>
          <p:nvPr/>
        </p:nvSpPr>
        <p:spPr>
          <a:xfrm xmlns:a="http://schemas.openxmlformats.org/drawingml/2006/main">
            <a:off x="1008583" y="3344875"/>
            <a:ext cx="122529" cy="122529"/>
          </a:xfrm>
          <a:prstGeom xmlns:a="http://schemas.openxmlformats.org/drawingml/2006/main" prst="ellipse">
            <a:avLst/>
          </a:prstGeom>
          <a:solidFill xmlns:a="http://schemas.openxmlformats.org/drawingml/2006/main">
            <a:srgbClr val="00B0F0"/>
          </a:solidFill>
          <a:ln xmlns:a="http://schemas.openxmlformats.org/drawingml/2006/main" w="127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11" name="Connector 110">
            <a:extLst xmlns:a="http://schemas.openxmlformats.org/drawingml/2006/main">
              <a:ext uri="{FF2B5EF4-FFF2-40B4-BE49-F238E27FC236}">
                <a16:creationId xmlns:a16="http://schemas.microsoft.com/office/drawing/2014/main" id="{488B0890-E6AB-4D2B-8802-E4EEAEB44292}"/>
              </a:ext>
            </a:extLst>
          </p:cNvPr>
          <p:cNvSpPr>
            <a:spLocks xmlns:a="http://schemas.openxmlformats.org/drawingml/2006/main" noGrp="1"/>
          </p:cNvSpPr>
          <p:nvPr/>
        </p:nvSpPr>
        <p:spPr>
          <a:xfrm xmlns:a="http://schemas.openxmlformats.org/drawingml/2006/main">
            <a:off x="1849374" y="1956815"/>
            <a:ext cx="0" cy="2916937"/>
          </a:xfrm>
          <a:prstGeom xmlns:a="http://schemas.openxmlformats.org/drawingml/2006/main" prst="line">
            <a:avLst/>
          </a:prstGeom>
          <a:ln xmlns:a="http://schemas.openxmlformats.org/drawingml/2006/main" w="12700">
            <a:solidFill>
              <a:srgbClr val="E2E2E7"/>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12" name="Oval 111">
            <a:extLst xmlns:a="http://schemas.openxmlformats.org/drawingml/2006/main">
              <a:ext uri="{FF2B5EF4-FFF2-40B4-BE49-F238E27FC236}">
                <a16:creationId xmlns:a16="http://schemas.microsoft.com/office/drawing/2014/main" id="{B7AAB716-91CF-4ADA-A4E4-6DBD1C653390}"/>
              </a:ext>
            </a:extLst>
          </p:cNvPr>
          <p:cNvSpPr>
            <a:spLocks xmlns:a="http://schemas.openxmlformats.org/drawingml/2006/main" noGrp="1"/>
          </p:cNvSpPr>
          <p:nvPr/>
        </p:nvSpPr>
        <p:spPr>
          <a:xfrm xmlns:a="http://schemas.openxmlformats.org/drawingml/2006/main">
            <a:off x="1788109" y="2444270"/>
            <a:ext cx="122529" cy="122529"/>
          </a:xfrm>
          <a:prstGeom xmlns:a="http://schemas.openxmlformats.org/drawingml/2006/main" prst="ellipse">
            <a:avLst/>
          </a:prstGeom>
          <a:solidFill xmlns:a="http://schemas.openxmlformats.org/drawingml/2006/main">
            <a:srgbClr val="00B0F0"/>
          </a:solidFill>
          <a:ln xmlns:a="http://schemas.openxmlformats.org/drawingml/2006/main" w="127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13" name="Connector 112">
            <a:extLst xmlns:a="http://schemas.openxmlformats.org/drawingml/2006/main">
              <a:ext uri="{FF2B5EF4-FFF2-40B4-BE49-F238E27FC236}">
                <a16:creationId xmlns:a16="http://schemas.microsoft.com/office/drawing/2014/main" id="{B3CF9AF4-EA0E-4BF6-87D2-70CC4A8E0F99}"/>
              </a:ext>
            </a:extLst>
          </p:cNvPr>
          <p:cNvSpPr>
            <a:spLocks xmlns:a="http://schemas.openxmlformats.org/drawingml/2006/main" noGrp="1"/>
          </p:cNvSpPr>
          <p:nvPr/>
        </p:nvSpPr>
        <p:spPr>
          <a:xfrm xmlns:a="http://schemas.openxmlformats.org/drawingml/2006/main">
            <a:off x="2628900" y="1956815"/>
            <a:ext cx="0" cy="2916937"/>
          </a:xfrm>
          <a:prstGeom xmlns:a="http://schemas.openxmlformats.org/drawingml/2006/main" prst="line">
            <a:avLst/>
          </a:prstGeom>
          <a:ln xmlns:a="http://schemas.openxmlformats.org/drawingml/2006/main" w="12700">
            <a:solidFill>
              <a:srgbClr val="E2E2E7"/>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14" name="Oval 113">
            <a:extLst xmlns:a="http://schemas.openxmlformats.org/drawingml/2006/main">
              <a:ext uri="{FF2B5EF4-FFF2-40B4-BE49-F238E27FC236}">
                <a16:creationId xmlns:a16="http://schemas.microsoft.com/office/drawing/2014/main" id="{5E30C716-CF29-4E6C-A564-A2C713EC46A6}"/>
              </a:ext>
            </a:extLst>
          </p:cNvPr>
          <p:cNvSpPr>
            <a:spLocks xmlns:a="http://schemas.openxmlformats.org/drawingml/2006/main" noGrp="1"/>
          </p:cNvSpPr>
          <p:nvPr/>
        </p:nvSpPr>
        <p:spPr>
          <a:xfrm xmlns:a="http://schemas.openxmlformats.org/drawingml/2006/main">
            <a:off x="2567635" y="2324659"/>
            <a:ext cx="122529" cy="122529"/>
          </a:xfrm>
          <a:prstGeom xmlns:a="http://schemas.openxmlformats.org/drawingml/2006/main" prst="ellipse">
            <a:avLst/>
          </a:prstGeom>
          <a:solidFill xmlns:a="http://schemas.openxmlformats.org/drawingml/2006/main">
            <a:srgbClr val="00B0F0"/>
          </a:solidFill>
          <a:ln xmlns:a="http://schemas.openxmlformats.org/drawingml/2006/main" w="127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15" name="Connector 114">
            <a:extLst xmlns:a="http://schemas.openxmlformats.org/drawingml/2006/main">
              <a:ext uri="{FF2B5EF4-FFF2-40B4-BE49-F238E27FC236}">
                <a16:creationId xmlns:a16="http://schemas.microsoft.com/office/drawing/2014/main" id="{00D0DA8D-3A3F-42E0-9AB7-9082A254F9B2}"/>
              </a:ext>
            </a:extLst>
          </p:cNvPr>
          <p:cNvSpPr>
            <a:spLocks xmlns:a="http://schemas.openxmlformats.org/drawingml/2006/main" noGrp="1"/>
          </p:cNvSpPr>
          <p:nvPr/>
        </p:nvSpPr>
        <p:spPr>
          <a:xfrm xmlns:a="http://schemas.openxmlformats.org/drawingml/2006/main">
            <a:off x="3408426" y="1956815"/>
            <a:ext cx="0" cy="2916937"/>
          </a:xfrm>
          <a:prstGeom xmlns:a="http://schemas.openxmlformats.org/drawingml/2006/main" prst="line">
            <a:avLst/>
          </a:prstGeom>
          <a:ln xmlns:a="http://schemas.openxmlformats.org/drawingml/2006/main" w="12700">
            <a:solidFill>
              <a:srgbClr val="E2E2E7"/>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16" name="Oval 115">
            <a:extLst xmlns:a="http://schemas.openxmlformats.org/drawingml/2006/main">
              <a:ext uri="{FF2B5EF4-FFF2-40B4-BE49-F238E27FC236}">
                <a16:creationId xmlns:a16="http://schemas.microsoft.com/office/drawing/2014/main" id="{3ACBD89F-6433-44DC-BA27-FDB912608352}"/>
              </a:ext>
            </a:extLst>
          </p:cNvPr>
          <p:cNvSpPr>
            <a:spLocks xmlns:a="http://schemas.openxmlformats.org/drawingml/2006/main" noGrp="1"/>
          </p:cNvSpPr>
          <p:nvPr/>
        </p:nvSpPr>
        <p:spPr>
          <a:xfrm xmlns:a="http://schemas.openxmlformats.org/drawingml/2006/main">
            <a:off x="3347161" y="3089766"/>
            <a:ext cx="122529" cy="122529"/>
          </a:xfrm>
          <a:prstGeom xmlns:a="http://schemas.openxmlformats.org/drawingml/2006/main" prst="ellipse">
            <a:avLst/>
          </a:prstGeom>
          <a:solidFill xmlns:a="http://schemas.openxmlformats.org/drawingml/2006/main">
            <a:srgbClr val="00B0F0"/>
          </a:solidFill>
          <a:ln xmlns:a="http://schemas.openxmlformats.org/drawingml/2006/main" w="127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17" name="Connector 116">
            <a:extLst xmlns:a="http://schemas.openxmlformats.org/drawingml/2006/main">
              <a:ext uri="{FF2B5EF4-FFF2-40B4-BE49-F238E27FC236}">
                <a16:creationId xmlns:a16="http://schemas.microsoft.com/office/drawing/2014/main" id="{FBEF84E7-7E1A-481A-839B-B6D7D720F22C}"/>
              </a:ext>
            </a:extLst>
          </p:cNvPr>
          <p:cNvSpPr>
            <a:spLocks xmlns:a="http://schemas.openxmlformats.org/drawingml/2006/main" noGrp="1"/>
          </p:cNvSpPr>
          <p:nvPr/>
        </p:nvSpPr>
        <p:spPr>
          <a:xfrm xmlns:a="http://schemas.openxmlformats.org/drawingml/2006/main">
            <a:off x="4187952" y="1956815"/>
            <a:ext cx="0" cy="2916937"/>
          </a:xfrm>
          <a:prstGeom xmlns:a="http://schemas.openxmlformats.org/drawingml/2006/main" prst="line">
            <a:avLst/>
          </a:prstGeom>
          <a:ln xmlns:a="http://schemas.openxmlformats.org/drawingml/2006/main" w="12700">
            <a:solidFill>
              <a:srgbClr val="E2E2E7"/>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18" name="Oval 117">
            <a:extLst xmlns:a="http://schemas.openxmlformats.org/drawingml/2006/main">
              <a:ext uri="{FF2B5EF4-FFF2-40B4-BE49-F238E27FC236}">
                <a16:creationId xmlns:a16="http://schemas.microsoft.com/office/drawing/2014/main" id="{5EBC1DB9-BE1C-4E93-BCED-B1DF68390602}"/>
              </a:ext>
            </a:extLst>
          </p:cNvPr>
          <p:cNvSpPr>
            <a:spLocks xmlns:a="http://schemas.openxmlformats.org/drawingml/2006/main" noGrp="1"/>
          </p:cNvSpPr>
          <p:nvPr/>
        </p:nvSpPr>
        <p:spPr>
          <a:xfrm xmlns:a="http://schemas.openxmlformats.org/drawingml/2006/main">
            <a:off x="4126687" y="4076100"/>
            <a:ext cx="122529" cy="122529"/>
          </a:xfrm>
          <a:prstGeom xmlns:a="http://schemas.openxmlformats.org/drawingml/2006/main" prst="ellipse">
            <a:avLst/>
          </a:prstGeom>
          <a:solidFill xmlns:a="http://schemas.openxmlformats.org/drawingml/2006/main">
            <a:srgbClr val="00B0F0"/>
          </a:solidFill>
          <a:ln xmlns:a="http://schemas.openxmlformats.org/drawingml/2006/main" w="127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19" name="Connector 118">
            <a:extLst xmlns:a="http://schemas.openxmlformats.org/drawingml/2006/main">
              <a:ext uri="{FF2B5EF4-FFF2-40B4-BE49-F238E27FC236}">
                <a16:creationId xmlns:a16="http://schemas.microsoft.com/office/drawing/2014/main" id="{190DD52B-9A40-4765-B970-171CBFCA1125}"/>
              </a:ext>
            </a:extLst>
          </p:cNvPr>
          <p:cNvSpPr>
            <a:spLocks xmlns:a="http://schemas.openxmlformats.org/drawingml/2006/main" noGrp="1"/>
          </p:cNvSpPr>
          <p:nvPr/>
        </p:nvSpPr>
        <p:spPr>
          <a:xfrm xmlns:a="http://schemas.openxmlformats.org/drawingml/2006/main">
            <a:off x="4967478" y="1956815"/>
            <a:ext cx="0" cy="2916937"/>
          </a:xfrm>
          <a:prstGeom xmlns:a="http://schemas.openxmlformats.org/drawingml/2006/main" prst="line">
            <a:avLst/>
          </a:prstGeom>
          <a:ln xmlns:a="http://schemas.openxmlformats.org/drawingml/2006/main" w="12700">
            <a:solidFill>
              <a:srgbClr val="E2E2E7"/>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20" name="Oval 119">
            <a:extLst xmlns:a="http://schemas.openxmlformats.org/drawingml/2006/main">
              <a:ext uri="{FF2B5EF4-FFF2-40B4-BE49-F238E27FC236}">
                <a16:creationId xmlns:a16="http://schemas.microsoft.com/office/drawing/2014/main" id="{7D378103-AC57-4101-A7A8-00AA3902B7BD}"/>
              </a:ext>
            </a:extLst>
          </p:cNvPr>
          <p:cNvSpPr>
            <a:spLocks xmlns:a="http://schemas.openxmlformats.org/drawingml/2006/main" noGrp="1"/>
          </p:cNvSpPr>
          <p:nvPr/>
        </p:nvSpPr>
        <p:spPr>
          <a:xfrm xmlns:a="http://schemas.openxmlformats.org/drawingml/2006/main">
            <a:off x="4906213" y="4428325"/>
            <a:ext cx="122529" cy="122529"/>
          </a:xfrm>
          <a:prstGeom xmlns:a="http://schemas.openxmlformats.org/drawingml/2006/main" prst="ellipse">
            <a:avLst/>
          </a:prstGeom>
          <a:solidFill xmlns:a="http://schemas.openxmlformats.org/drawingml/2006/main">
            <a:srgbClr val="00B0F0"/>
          </a:solidFill>
          <a:ln xmlns:a="http://schemas.openxmlformats.org/drawingml/2006/main" w="127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21" name="Connector 120">
            <a:extLst xmlns:a="http://schemas.openxmlformats.org/drawingml/2006/main">
              <a:ext uri="{FF2B5EF4-FFF2-40B4-BE49-F238E27FC236}">
                <a16:creationId xmlns:a16="http://schemas.microsoft.com/office/drawing/2014/main" id="{D1AC30C5-DBD5-45AA-A829-A9EC0768CC65}"/>
              </a:ext>
            </a:extLst>
          </p:cNvPr>
          <p:cNvSpPr>
            <a:spLocks xmlns:a="http://schemas.openxmlformats.org/drawingml/2006/main" noGrp="1"/>
          </p:cNvSpPr>
          <p:nvPr/>
        </p:nvSpPr>
        <p:spPr>
          <a:xfrm xmlns:a="http://schemas.openxmlformats.org/drawingml/2006/main">
            <a:off x="5747004" y="1956815"/>
            <a:ext cx="0" cy="2916937"/>
          </a:xfrm>
          <a:prstGeom xmlns:a="http://schemas.openxmlformats.org/drawingml/2006/main" prst="line">
            <a:avLst/>
          </a:prstGeom>
          <a:ln xmlns:a="http://schemas.openxmlformats.org/drawingml/2006/main" w="12700">
            <a:solidFill>
              <a:srgbClr val="E2E2E7"/>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22" name="Oval 121">
            <a:extLst xmlns:a="http://schemas.openxmlformats.org/drawingml/2006/main">
              <a:ext uri="{FF2B5EF4-FFF2-40B4-BE49-F238E27FC236}">
                <a16:creationId xmlns:a16="http://schemas.microsoft.com/office/drawing/2014/main" id="{9D57EAE5-226C-4AB1-B69A-6E0049132403}"/>
              </a:ext>
            </a:extLst>
          </p:cNvPr>
          <p:cNvSpPr>
            <a:spLocks xmlns:a="http://schemas.openxmlformats.org/drawingml/2006/main" noGrp="1"/>
          </p:cNvSpPr>
          <p:nvPr/>
        </p:nvSpPr>
        <p:spPr>
          <a:xfrm xmlns:a="http://schemas.openxmlformats.org/drawingml/2006/main">
            <a:off x="5685739" y="3840995"/>
            <a:ext cx="122529" cy="122529"/>
          </a:xfrm>
          <a:prstGeom xmlns:a="http://schemas.openxmlformats.org/drawingml/2006/main" prst="ellipse">
            <a:avLst/>
          </a:prstGeom>
          <a:solidFill xmlns:a="http://schemas.openxmlformats.org/drawingml/2006/main">
            <a:srgbClr val="00B0F0"/>
          </a:solidFill>
          <a:ln xmlns:a="http://schemas.openxmlformats.org/drawingml/2006/main" w="127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23" name="Connector 122">
            <a:extLst xmlns:a="http://schemas.openxmlformats.org/drawingml/2006/main">
              <a:ext uri="{FF2B5EF4-FFF2-40B4-BE49-F238E27FC236}">
                <a16:creationId xmlns:a16="http://schemas.microsoft.com/office/drawing/2014/main" id="{1E5803B4-8769-452E-9480-CA84FEC05362}"/>
              </a:ext>
            </a:extLst>
          </p:cNvPr>
          <p:cNvSpPr>
            <a:spLocks xmlns:a="http://schemas.openxmlformats.org/drawingml/2006/main" noGrp="1"/>
          </p:cNvSpPr>
          <p:nvPr/>
        </p:nvSpPr>
        <p:spPr>
          <a:xfrm xmlns:a="http://schemas.openxmlformats.org/drawingml/2006/main">
            <a:off x="6526530" y="1956815"/>
            <a:ext cx="0" cy="2916937"/>
          </a:xfrm>
          <a:prstGeom xmlns:a="http://schemas.openxmlformats.org/drawingml/2006/main" prst="line">
            <a:avLst/>
          </a:prstGeom>
          <a:ln xmlns:a="http://schemas.openxmlformats.org/drawingml/2006/main" w="12700">
            <a:solidFill>
              <a:srgbClr val="E2E2E7"/>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24" name="Oval 123">
            <a:extLst xmlns:a="http://schemas.openxmlformats.org/drawingml/2006/main">
              <a:ext uri="{FF2B5EF4-FFF2-40B4-BE49-F238E27FC236}">
                <a16:creationId xmlns:a16="http://schemas.microsoft.com/office/drawing/2014/main" id="{8B98AC29-BC64-4517-851A-C208D4BC6354}"/>
              </a:ext>
            </a:extLst>
          </p:cNvPr>
          <p:cNvSpPr>
            <a:spLocks xmlns:a="http://schemas.openxmlformats.org/drawingml/2006/main" noGrp="1"/>
          </p:cNvSpPr>
          <p:nvPr/>
        </p:nvSpPr>
        <p:spPr>
          <a:xfrm xmlns:a="http://schemas.openxmlformats.org/drawingml/2006/main">
            <a:off x="6465265" y="2823436"/>
            <a:ext cx="122529" cy="122529"/>
          </a:xfrm>
          <a:prstGeom xmlns:a="http://schemas.openxmlformats.org/drawingml/2006/main" prst="ellipse">
            <a:avLst/>
          </a:prstGeom>
          <a:solidFill xmlns:a="http://schemas.openxmlformats.org/drawingml/2006/main">
            <a:srgbClr val="00B0F0"/>
          </a:solidFill>
          <a:ln xmlns:a="http://schemas.openxmlformats.org/drawingml/2006/main" w="127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25" name="Connector 124">
            <a:extLst xmlns:a="http://schemas.openxmlformats.org/drawingml/2006/main">
              <a:ext uri="{FF2B5EF4-FFF2-40B4-BE49-F238E27FC236}">
                <a16:creationId xmlns:a16="http://schemas.microsoft.com/office/drawing/2014/main" id="{7346AE70-5051-428B-8CF8-4E18DDBA2282}"/>
              </a:ext>
            </a:extLst>
          </p:cNvPr>
          <p:cNvSpPr>
            <a:spLocks xmlns:a="http://schemas.openxmlformats.org/drawingml/2006/main" noGrp="1"/>
          </p:cNvSpPr>
          <p:nvPr/>
        </p:nvSpPr>
        <p:spPr>
          <a:xfrm xmlns:a="http://schemas.openxmlformats.org/drawingml/2006/main">
            <a:off x="7306056" y="1956815"/>
            <a:ext cx="0" cy="2916937"/>
          </a:xfrm>
          <a:prstGeom xmlns:a="http://schemas.openxmlformats.org/drawingml/2006/main" prst="line">
            <a:avLst/>
          </a:prstGeom>
          <a:ln xmlns:a="http://schemas.openxmlformats.org/drawingml/2006/main" w="12700">
            <a:solidFill>
              <a:srgbClr val="E2E2E7"/>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26" name="Oval 125">
            <a:extLst xmlns:a="http://schemas.openxmlformats.org/drawingml/2006/main">
              <a:ext uri="{FF2B5EF4-FFF2-40B4-BE49-F238E27FC236}">
                <a16:creationId xmlns:a16="http://schemas.microsoft.com/office/drawing/2014/main" id="{3B831310-8861-4C64-B508-92451AF99740}"/>
              </a:ext>
            </a:extLst>
          </p:cNvPr>
          <p:cNvSpPr>
            <a:spLocks xmlns:a="http://schemas.openxmlformats.org/drawingml/2006/main" noGrp="1"/>
          </p:cNvSpPr>
          <p:nvPr/>
        </p:nvSpPr>
        <p:spPr>
          <a:xfrm xmlns:a="http://schemas.openxmlformats.org/drawingml/2006/main">
            <a:off x="7244791" y="2258062"/>
            <a:ext cx="122529" cy="122529"/>
          </a:xfrm>
          <a:prstGeom xmlns:a="http://schemas.openxmlformats.org/drawingml/2006/main" prst="ellipse">
            <a:avLst/>
          </a:prstGeom>
          <a:solidFill xmlns:a="http://schemas.openxmlformats.org/drawingml/2006/main">
            <a:srgbClr val="00B0F0"/>
          </a:solidFill>
          <a:ln xmlns:a="http://schemas.openxmlformats.org/drawingml/2006/main" w="127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27" name="Connector 126">
            <a:extLst xmlns:a="http://schemas.openxmlformats.org/drawingml/2006/main">
              <a:ext uri="{FF2B5EF4-FFF2-40B4-BE49-F238E27FC236}">
                <a16:creationId xmlns:a16="http://schemas.microsoft.com/office/drawing/2014/main" id="{9D259140-FDC5-419B-B863-7D48E3C0FBE2}"/>
              </a:ext>
            </a:extLst>
          </p:cNvPr>
          <p:cNvSpPr>
            <a:spLocks xmlns:a="http://schemas.openxmlformats.org/drawingml/2006/main" noGrp="1"/>
          </p:cNvSpPr>
          <p:nvPr/>
        </p:nvSpPr>
        <p:spPr>
          <a:xfrm xmlns:a="http://schemas.openxmlformats.org/drawingml/2006/main">
            <a:off x="8085582" y="1956815"/>
            <a:ext cx="0" cy="2916937"/>
          </a:xfrm>
          <a:prstGeom xmlns:a="http://schemas.openxmlformats.org/drawingml/2006/main" prst="line">
            <a:avLst/>
          </a:prstGeom>
          <a:ln xmlns:a="http://schemas.openxmlformats.org/drawingml/2006/main" w="12700">
            <a:solidFill>
              <a:srgbClr val="E2E2E7"/>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28" name="Oval 127">
            <a:extLst xmlns:a="http://schemas.openxmlformats.org/drawingml/2006/main">
              <a:ext uri="{FF2B5EF4-FFF2-40B4-BE49-F238E27FC236}">
                <a16:creationId xmlns:a16="http://schemas.microsoft.com/office/drawing/2014/main" id="{31F78A17-C0DC-4508-B4DA-62B4D98A33FB}"/>
              </a:ext>
            </a:extLst>
          </p:cNvPr>
          <p:cNvSpPr>
            <a:spLocks xmlns:a="http://schemas.openxmlformats.org/drawingml/2006/main" noGrp="1"/>
          </p:cNvSpPr>
          <p:nvPr/>
        </p:nvSpPr>
        <p:spPr>
          <a:xfrm xmlns:a="http://schemas.openxmlformats.org/drawingml/2006/main">
            <a:off x="8024317" y="2635158"/>
            <a:ext cx="122529" cy="122529"/>
          </a:xfrm>
          <a:prstGeom xmlns:a="http://schemas.openxmlformats.org/drawingml/2006/main" prst="ellipse">
            <a:avLst/>
          </a:prstGeom>
          <a:solidFill xmlns:a="http://schemas.openxmlformats.org/drawingml/2006/main">
            <a:srgbClr val="00B0F0"/>
          </a:solidFill>
          <a:ln xmlns:a="http://schemas.openxmlformats.org/drawingml/2006/main" w="127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29" name="Connector 128">
            <a:extLst xmlns:a="http://schemas.openxmlformats.org/drawingml/2006/main">
              <a:ext uri="{FF2B5EF4-FFF2-40B4-BE49-F238E27FC236}">
                <a16:creationId xmlns:a16="http://schemas.microsoft.com/office/drawing/2014/main" id="{1377F064-DAC0-4C5A-9908-27BCC501C6C2}"/>
              </a:ext>
            </a:extLst>
          </p:cNvPr>
          <p:cNvSpPr>
            <a:spLocks xmlns:a="http://schemas.openxmlformats.org/drawingml/2006/main" noGrp="1"/>
          </p:cNvSpPr>
          <p:nvPr/>
        </p:nvSpPr>
        <p:spPr>
          <a:xfrm xmlns:a="http://schemas.openxmlformats.org/drawingml/2006/main">
            <a:off x="8865108" y="1956815"/>
            <a:ext cx="0" cy="2916937"/>
          </a:xfrm>
          <a:prstGeom xmlns:a="http://schemas.openxmlformats.org/drawingml/2006/main" prst="line">
            <a:avLst/>
          </a:prstGeom>
          <a:ln xmlns:a="http://schemas.openxmlformats.org/drawingml/2006/main" w="12700">
            <a:solidFill>
              <a:srgbClr val="E2E2E7"/>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30" name="Oval 129">
            <a:extLst xmlns:a="http://schemas.openxmlformats.org/drawingml/2006/main">
              <a:ext uri="{FF2B5EF4-FFF2-40B4-BE49-F238E27FC236}">
                <a16:creationId xmlns:a16="http://schemas.microsoft.com/office/drawing/2014/main" id="{4F73D9D3-397C-483B-9CEB-FBFAFB72132B}"/>
              </a:ext>
            </a:extLst>
          </p:cNvPr>
          <p:cNvSpPr>
            <a:spLocks xmlns:a="http://schemas.openxmlformats.org/drawingml/2006/main" noGrp="1"/>
          </p:cNvSpPr>
          <p:nvPr/>
        </p:nvSpPr>
        <p:spPr>
          <a:xfrm xmlns:a="http://schemas.openxmlformats.org/drawingml/2006/main">
            <a:off x="8803843" y="3627712"/>
            <a:ext cx="122529" cy="122529"/>
          </a:xfrm>
          <a:prstGeom xmlns:a="http://schemas.openxmlformats.org/drawingml/2006/main" prst="ellipse">
            <a:avLst/>
          </a:prstGeom>
          <a:solidFill xmlns:a="http://schemas.openxmlformats.org/drawingml/2006/main">
            <a:srgbClr val="00B0F0"/>
          </a:solidFill>
          <a:ln xmlns:a="http://schemas.openxmlformats.org/drawingml/2006/main" w="127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31" name="Connector 130">
            <a:extLst xmlns:a="http://schemas.openxmlformats.org/drawingml/2006/main">
              <a:ext uri="{FF2B5EF4-FFF2-40B4-BE49-F238E27FC236}">
                <a16:creationId xmlns:a16="http://schemas.microsoft.com/office/drawing/2014/main" id="{79DF922B-3114-431E-B596-A44C8A27C0E2}"/>
              </a:ext>
            </a:extLst>
          </p:cNvPr>
          <p:cNvSpPr>
            <a:spLocks xmlns:a="http://schemas.openxmlformats.org/drawingml/2006/main" noGrp="1"/>
          </p:cNvSpPr>
          <p:nvPr/>
        </p:nvSpPr>
        <p:spPr>
          <a:xfrm xmlns:a="http://schemas.openxmlformats.org/drawingml/2006/main">
            <a:off x="9644634" y="1956815"/>
            <a:ext cx="0" cy="2916937"/>
          </a:xfrm>
          <a:prstGeom xmlns:a="http://schemas.openxmlformats.org/drawingml/2006/main" prst="line">
            <a:avLst/>
          </a:prstGeom>
          <a:ln xmlns:a="http://schemas.openxmlformats.org/drawingml/2006/main" w="12700">
            <a:solidFill>
              <a:srgbClr val="E2E2E7"/>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32" name="Oval 131">
            <a:extLst xmlns:a="http://schemas.openxmlformats.org/drawingml/2006/main">
              <a:ext uri="{FF2B5EF4-FFF2-40B4-BE49-F238E27FC236}">
                <a16:creationId xmlns:a16="http://schemas.microsoft.com/office/drawing/2014/main" id="{6E8E9EDA-930A-4BE3-ABB0-B046FB8A26B5}"/>
              </a:ext>
            </a:extLst>
          </p:cNvPr>
          <p:cNvSpPr>
            <a:spLocks xmlns:a="http://schemas.openxmlformats.org/drawingml/2006/main" noGrp="1"/>
          </p:cNvSpPr>
          <p:nvPr/>
        </p:nvSpPr>
        <p:spPr>
          <a:xfrm xmlns:a="http://schemas.openxmlformats.org/drawingml/2006/main">
            <a:off x="9583369" y="4374993"/>
            <a:ext cx="122529" cy="122529"/>
          </a:xfrm>
          <a:prstGeom xmlns:a="http://schemas.openxmlformats.org/drawingml/2006/main" prst="ellipse">
            <a:avLst/>
          </a:prstGeom>
          <a:solidFill xmlns:a="http://schemas.openxmlformats.org/drawingml/2006/main">
            <a:srgbClr val="00B0F0"/>
          </a:solidFill>
          <a:ln xmlns:a="http://schemas.openxmlformats.org/drawingml/2006/main" w="127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33" name="TextBox 132">
            <a:extLst xmlns:a="http://schemas.openxmlformats.org/drawingml/2006/main">
              <a:ext uri="{FF2B5EF4-FFF2-40B4-BE49-F238E27FC236}">
                <a16:creationId xmlns:a16="http://schemas.microsoft.com/office/drawing/2014/main" id="{3E5FEEB1-790A-411A-BB68-A889C3B976F8}"/>
              </a:ext>
            </a:extLst>
          </p:cNvPr>
          <p:cNvSpPr>
            <a:spLocks xmlns:a="http://schemas.openxmlformats.org/drawingml/2006/main" noGrp="1"/>
          </p:cNvSpPr>
          <p:nvPr/>
        </p:nvSpPr>
        <p:spPr>
          <a:xfrm xmlns:a="http://schemas.openxmlformats.org/drawingml/2006/main">
            <a:off x="777240" y="5879592"/>
            <a:ext cx="10789920" cy="33528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采样：在固定时刻取样，让时间上的记录变得离散。</a:t>
            </a:r>
          </a:p>
        </p:txBody>
      </p:sp>
    </p:spTree>
    <p:extLst>
      <p:ext uri="{BB962C8B-B14F-4D97-AF65-F5344CB8AC3E}">
        <p14:creationId xmlns:p14="http://schemas.microsoft.com/office/powerpoint/2010/main" val="833924644"/>
      </p:ext>
    </p:extLst>
  </p:cSld>
</p:sld>
</file>

<file path=ppt/slides/slide12.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0F80D8BA-0DD6-42CF-917D-708750A9FA77}"/>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9BCEF498-6C37-4AEF-A80B-48B277BAB7FF}"/>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C0334E70-4B50-4B47-A422-43D750F8E12A}"/>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Aft>
                <a:spcPts val="3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演示B：放大后，能看见采样点吗？</a:t>
            </a:r>
          </a:p>
        </p:txBody>
      </p:sp>
      <p:sp>
        <p:nvSpPr>
          <p:cNvPr id="5" name="TextBox 4">
            <a:extLst xmlns:a="http://schemas.openxmlformats.org/drawingml/2006/main">
              <a:ext uri="{FF2B5EF4-FFF2-40B4-BE49-F238E27FC236}">
                <a16:creationId xmlns:a16="http://schemas.microsoft.com/office/drawing/2014/main" id="{12464418-4A40-486C-9115-4914109D1405}"/>
              </a:ext>
            </a:extLst>
          </p:cNvPr>
          <p:cNvSpPr>
            <a:spLocks xmlns:a="http://schemas.openxmlformats.org/drawingml/2006/main" noGrp="1"/>
          </p:cNvSpPr>
          <p:nvPr/>
        </p:nvSpPr>
        <p:spPr>
          <a:xfrm xmlns:a="http://schemas.openxmlformats.org/drawingml/2006/main">
            <a:off x="804672" y="1499616"/>
            <a:ext cx="1042416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400" b="1">
                <a:solidFill>
                  <a:srgbClr val="8C64E1"/>
                </a:solidFill>
                <a:latin typeface="Alibaba PuHuiTi 3.0 115 Black"/>
                <a:ea typeface="Alibaba PuHuiTi 3.0 115 Black"/>
                <a:cs typeface="Alibaba PuHuiTi 3.0 115 Black"/>
              </a:defRPr>
            </a:defPPr>
          </a:lstStyle>
          <a:p xmlns:a="http://schemas.openxmlformats.org/drawingml/2006/main">
            <a:pPr algn="l">
              <a:spcAft>
                <a:spcPts val="300"/>
              </a:spcAft>
              <a:buNone/>
              <a:defRPr sz="2400" b="1">
                <a:solidFill>
                  <a:srgbClr val="8C64E1"/>
                </a:solidFill>
                <a:latin typeface="Alibaba PuHuiTi 3.0 115 Black"/>
                <a:ea typeface="Alibaba PuHuiTi 3.0 115 Black"/>
                <a:cs typeface="Alibaba PuHuiTi 3.0 115 Black"/>
              </a:defRPr>
            </a:pPr>
            <a:r>
              <a:rPr sz="2400" b="1">
                <a:solidFill>
                  <a:srgbClr val="8C64E1"/>
                </a:solidFill>
                <a:latin typeface="Alibaba PuHuiTi 3.0 115 Black"/>
                <a:ea typeface="Alibaba PuHuiTi 3.0 115 Black"/>
                <a:cs typeface="Alibaba PuHuiTi 3.0 115 Black"/>
              </a:rPr>
              <a:t>同一段录音：左边看整体，右边看极短的一段。</a:t>
            </a:r>
          </a:p>
        </p:txBody>
      </p:sp>
      <p:sp>
        <p:nvSpPr>
          <p:cNvPr id="6" name="TextBox 5">
            <a:extLst xmlns:a="http://schemas.openxmlformats.org/drawingml/2006/main">
              <a:ext uri="{FF2B5EF4-FFF2-40B4-BE49-F238E27FC236}">
                <a16:creationId xmlns:a16="http://schemas.microsoft.com/office/drawing/2014/main" id="{04A9446D-2BFC-4939-818D-3F0597CC57CD}"/>
              </a:ext>
            </a:extLst>
          </p:cNvPr>
          <p:cNvSpPr>
            <a:spLocks xmlns:a="http://schemas.openxmlformats.org/drawingml/2006/main" noGrp="1"/>
          </p:cNvSpPr>
          <p:nvPr/>
        </p:nvSpPr>
        <p:spPr>
          <a:xfrm xmlns:a="http://schemas.openxmlformats.org/drawingml/2006/main">
            <a:off x="841248" y="2194560"/>
            <a:ext cx="493776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400" b="1">
                <a:solidFill>
                  <a:srgbClr val="262626"/>
                </a:solidFill>
                <a:latin typeface="Alibaba PuHuiTi 3.0 115 Black"/>
                <a:ea typeface="Alibaba PuHuiTi 3.0 115 Black"/>
                <a:cs typeface="Alibaba PuHuiTi 3.0 115 Black"/>
              </a:defRPr>
            </a:defPPr>
          </a:lstStyle>
          <a:p xmlns:a="http://schemas.openxmlformats.org/drawingml/2006/main">
            <a:pPr algn="l">
              <a:spcAft>
                <a:spcPts val="300"/>
              </a:spcAft>
              <a:buNone/>
              <a:defRPr sz="2400" b="1">
                <a:solidFill>
                  <a:srgbClr val="262626"/>
                </a:solidFill>
                <a:latin typeface="Alibaba PuHuiTi 3.0 115 Black"/>
                <a:ea typeface="Alibaba PuHuiTi 3.0 115 Black"/>
                <a:cs typeface="Alibaba PuHuiTi 3.0 115 Black"/>
              </a:defRPr>
            </a:pPr>
            <a:r>
              <a:rPr sz="2400" b="1">
                <a:solidFill>
                  <a:srgbClr val="262626"/>
                </a:solidFill>
                <a:latin typeface="Alibaba PuHuiTi 3.0 115 Black"/>
                <a:ea typeface="Alibaba PuHuiTi 3.0 115 Black"/>
                <a:cs typeface="Alibaba PuHuiTi 3.0 115 Black"/>
              </a:rPr>
              <a:t>整段波形</a:t>
            </a:r>
          </a:p>
        </p:txBody>
      </p:sp>
      <p:sp>
        <p:nvSpPr>
          <p:cNvPr id="7" name="TextBox 6">
            <a:extLst xmlns:a="http://schemas.openxmlformats.org/drawingml/2006/main">
              <a:ext uri="{FF2B5EF4-FFF2-40B4-BE49-F238E27FC236}">
                <a16:creationId xmlns:a16="http://schemas.microsoft.com/office/drawing/2014/main" id="{BAC152A4-0156-435B-AD2B-583D0340F14A}"/>
              </a:ext>
            </a:extLst>
          </p:cNvPr>
          <p:cNvSpPr>
            <a:spLocks xmlns:a="http://schemas.openxmlformats.org/drawingml/2006/main" noGrp="1"/>
          </p:cNvSpPr>
          <p:nvPr/>
        </p:nvSpPr>
        <p:spPr>
          <a:xfrm xmlns:a="http://schemas.openxmlformats.org/drawingml/2006/main">
            <a:off x="6446520" y="2194560"/>
            <a:ext cx="512064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400" b="1">
                <a:solidFill>
                  <a:srgbClr val="262626"/>
                </a:solidFill>
                <a:latin typeface="Alibaba PuHuiTi 3.0 115 Black"/>
                <a:ea typeface="Alibaba PuHuiTi 3.0 115 Black"/>
                <a:cs typeface="Alibaba PuHuiTi 3.0 115 Black"/>
              </a:defRPr>
            </a:defPPr>
          </a:lstStyle>
          <a:p xmlns:a="http://schemas.openxmlformats.org/drawingml/2006/main">
            <a:pPr algn="l">
              <a:spcAft>
                <a:spcPts val="300"/>
              </a:spcAft>
              <a:buNone/>
              <a:defRPr sz="2400" b="1">
                <a:solidFill>
                  <a:srgbClr val="262626"/>
                </a:solidFill>
                <a:latin typeface="Alibaba PuHuiTi 3.0 115 Black"/>
                <a:ea typeface="Alibaba PuHuiTi 3.0 115 Black"/>
                <a:cs typeface="Alibaba PuHuiTi 3.0 115 Black"/>
              </a:defRPr>
            </a:pPr>
            <a:r>
              <a:rPr sz="2400" b="1">
                <a:solidFill>
                  <a:srgbClr val="262626"/>
                </a:solidFill>
                <a:latin typeface="Alibaba PuHuiTi 3.0 115 Black"/>
                <a:ea typeface="Alibaba PuHuiTi 3.0 115 Black"/>
                <a:cs typeface="Alibaba PuHuiTi 3.0 115 Black"/>
              </a:rPr>
              <a:t>局部放大：真实样本点</a:t>
            </a:r>
          </a:p>
        </p:txBody>
      </p:sp>
      <p:sp>
        <p:nvSpPr>
          <p:cNvPr id="8" name="Connector 7">
            <a:extLst xmlns:a="http://schemas.openxmlformats.org/drawingml/2006/main">
              <a:ext uri="{FF2B5EF4-FFF2-40B4-BE49-F238E27FC236}">
                <a16:creationId xmlns:a16="http://schemas.microsoft.com/office/drawing/2014/main" id="{8DB39EC5-E34F-45D0-B063-BB1227086F92}"/>
              </a:ext>
            </a:extLst>
          </p:cNvPr>
          <p:cNvSpPr>
            <a:spLocks xmlns:a="http://schemas.openxmlformats.org/drawingml/2006/main" noGrp="1"/>
          </p:cNvSpPr>
          <p:nvPr/>
        </p:nvSpPr>
        <p:spPr>
          <a:xfrm xmlns:a="http://schemas.openxmlformats.org/drawingml/2006/main">
            <a:off x="804672" y="3794760"/>
            <a:ext cx="5029200" cy="0"/>
          </a:xfrm>
          <a:prstGeom xmlns:a="http://schemas.openxmlformats.org/drawingml/2006/main" prst="line">
            <a:avLst/>
          </a:prstGeom>
          <a:ln xmlns:a="http://schemas.openxmlformats.org/drawingml/2006/main" w="1778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 name="Connector 8">
            <a:extLst xmlns:a="http://schemas.openxmlformats.org/drawingml/2006/main">
              <a:ext uri="{FF2B5EF4-FFF2-40B4-BE49-F238E27FC236}">
                <a16:creationId xmlns:a16="http://schemas.microsoft.com/office/drawing/2014/main" id="{7487D78D-C963-4A15-B97D-596BAC20EB0E}"/>
              </a:ext>
            </a:extLst>
          </p:cNvPr>
          <p:cNvSpPr>
            <a:spLocks xmlns:a="http://schemas.openxmlformats.org/drawingml/2006/main" noGrp="1"/>
          </p:cNvSpPr>
          <p:nvPr/>
        </p:nvSpPr>
        <p:spPr>
          <a:xfrm xmlns:a="http://schemas.openxmlformats.org/drawingml/2006/main">
            <a:off x="850392" y="2889504"/>
            <a:ext cx="0" cy="1856232"/>
          </a:xfrm>
          <a:prstGeom xmlns:a="http://schemas.openxmlformats.org/drawingml/2006/main" prst="line">
            <a:avLst/>
          </a:prstGeom>
          <a:ln xmlns:a="http://schemas.openxmlformats.org/drawingml/2006/main" w="1397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2" name="Connector 11">
            <a:extLst xmlns:a="http://schemas.openxmlformats.org/drawingml/2006/main">
              <a:ext uri="{FF2B5EF4-FFF2-40B4-BE49-F238E27FC236}">
                <a16:creationId xmlns:a16="http://schemas.microsoft.com/office/drawing/2014/main" id="{DD6B0AA4-A43D-4B02-A23A-8DABB18D362F}"/>
              </a:ext>
            </a:extLst>
          </p:cNvPr>
          <p:cNvSpPr>
            <a:spLocks xmlns:a="http://schemas.openxmlformats.org/drawingml/2006/main" noGrp="1"/>
          </p:cNvSpPr>
          <p:nvPr/>
        </p:nvSpPr>
        <p:spPr>
          <a:xfrm xmlns:a="http://schemas.openxmlformats.org/drawingml/2006/main" flipV="1">
            <a:off x="923544" y="3597279"/>
            <a:ext cx="46634" cy="82817"/>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3" name="Connector 12">
            <a:extLst xmlns:a="http://schemas.openxmlformats.org/drawingml/2006/main">
              <a:ext uri="{FF2B5EF4-FFF2-40B4-BE49-F238E27FC236}">
                <a16:creationId xmlns:a16="http://schemas.microsoft.com/office/drawing/2014/main" id="{59341B68-647D-4A3F-A123-BE2EDA299763}"/>
              </a:ext>
            </a:extLst>
          </p:cNvPr>
          <p:cNvSpPr>
            <a:spLocks xmlns:a="http://schemas.openxmlformats.org/drawingml/2006/main" noGrp="1"/>
          </p:cNvSpPr>
          <p:nvPr/>
        </p:nvSpPr>
        <p:spPr>
          <a:xfrm xmlns:a="http://schemas.openxmlformats.org/drawingml/2006/main" flipV="1">
            <a:off x="970178" y="3517577"/>
            <a:ext cx="46634" cy="79702"/>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4" name="Connector 13">
            <a:extLst xmlns:a="http://schemas.openxmlformats.org/drawingml/2006/main">
              <a:ext uri="{FF2B5EF4-FFF2-40B4-BE49-F238E27FC236}">
                <a16:creationId xmlns:a16="http://schemas.microsoft.com/office/drawing/2014/main" id="{00949B14-8E93-4F17-9B99-11BD61E9DF25}"/>
              </a:ext>
            </a:extLst>
          </p:cNvPr>
          <p:cNvSpPr>
            <a:spLocks xmlns:a="http://schemas.openxmlformats.org/drawingml/2006/main" noGrp="1"/>
          </p:cNvSpPr>
          <p:nvPr/>
        </p:nvSpPr>
        <p:spPr>
          <a:xfrm xmlns:a="http://schemas.openxmlformats.org/drawingml/2006/main" flipV="1">
            <a:off x="1016812" y="3442247"/>
            <a:ext cx="46635" cy="75330"/>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5" name="Connector 14">
            <a:extLst xmlns:a="http://schemas.openxmlformats.org/drawingml/2006/main">
              <a:ext uri="{FF2B5EF4-FFF2-40B4-BE49-F238E27FC236}">
                <a16:creationId xmlns:a16="http://schemas.microsoft.com/office/drawing/2014/main" id="{69BE5482-E7CA-491E-BE17-199A811451AC}"/>
              </a:ext>
            </a:extLst>
          </p:cNvPr>
          <p:cNvSpPr>
            <a:spLocks xmlns:a="http://schemas.openxmlformats.org/drawingml/2006/main" noGrp="1"/>
          </p:cNvSpPr>
          <p:nvPr/>
        </p:nvSpPr>
        <p:spPr>
          <a:xfrm xmlns:a="http://schemas.openxmlformats.org/drawingml/2006/main" flipV="1">
            <a:off x="1063447" y="3372475"/>
            <a:ext cx="46634" cy="69772"/>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6" name="Connector 15">
            <a:extLst xmlns:a="http://schemas.openxmlformats.org/drawingml/2006/main">
              <a:ext uri="{FF2B5EF4-FFF2-40B4-BE49-F238E27FC236}">
                <a16:creationId xmlns:a16="http://schemas.microsoft.com/office/drawing/2014/main" id="{301A3C77-BEF2-4C7B-B5D8-E92AE8A1A226}"/>
              </a:ext>
            </a:extLst>
          </p:cNvPr>
          <p:cNvSpPr>
            <a:spLocks xmlns:a="http://schemas.openxmlformats.org/drawingml/2006/main" noGrp="1"/>
          </p:cNvSpPr>
          <p:nvPr/>
        </p:nvSpPr>
        <p:spPr>
          <a:xfrm xmlns:a="http://schemas.openxmlformats.org/drawingml/2006/main" flipV="1">
            <a:off x="1110081" y="3309364"/>
            <a:ext cx="46635" cy="63111"/>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7" name="Connector 16">
            <a:extLst xmlns:a="http://schemas.openxmlformats.org/drawingml/2006/main">
              <a:ext uri="{FF2B5EF4-FFF2-40B4-BE49-F238E27FC236}">
                <a16:creationId xmlns:a16="http://schemas.microsoft.com/office/drawing/2014/main" id="{00BEDE64-05E0-418C-9BF3-E370C356963C}"/>
              </a:ext>
            </a:extLst>
          </p:cNvPr>
          <p:cNvSpPr>
            <a:spLocks xmlns:a="http://schemas.openxmlformats.org/drawingml/2006/main" noGrp="1"/>
          </p:cNvSpPr>
          <p:nvPr/>
        </p:nvSpPr>
        <p:spPr>
          <a:xfrm xmlns:a="http://schemas.openxmlformats.org/drawingml/2006/main" flipV="1">
            <a:off x="1156716" y="3253907"/>
            <a:ext cx="46634" cy="55457"/>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8" name="Connector 17">
            <a:extLst xmlns:a="http://schemas.openxmlformats.org/drawingml/2006/main">
              <a:ext uri="{FF2B5EF4-FFF2-40B4-BE49-F238E27FC236}">
                <a16:creationId xmlns:a16="http://schemas.microsoft.com/office/drawing/2014/main" id="{9B29C11A-89AD-46C1-92D5-5FFCA8214058}"/>
              </a:ext>
            </a:extLst>
          </p:cNvPr>
          <p:cNvSpPr>
            <a:spLocks xmlns:a="http://schemas.openxmlformats.org/drawingml/2006/main" noGrp="1"/>
          </p:cNvSpPr>
          <p:nvPr/>
        </p:nvSpPr>
        <p:spPr>
          <a:xfrm xmlns:a="http://schemas.openxmlformats.org/drawingml/2006/main" flipV="1">
            <a:off x="1203350" y="3206980"/>
            <a:ext cx="46634" cy="46927"/>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9" name="Connector 18">
            <a:extLst xmlns:a="http://schemas.openxmlformats.org/drawingml/2006/main">
              <a:ext uri="{FF2B5EF4-FFF2-40B4-BE49-F238E27FC236}">
                <a16:creationId xmlns:a16="http://schemas.microsoft.com/office/drawing/2014/main" id="{73281B87-8937-430F-8D34-D1F2C1EFF337}"/>
              </a:ext>
            </a:extLst>
          </p:cNvPr>
          <p:cNvSpPr>
            <a:spLocks xmlns:a="http://schemas.openxmlformats.org/drawingml/2006/main" noGrp="1"/>
          </p:cNvSpPr>
          <p:nvPr/>
        </p:nvSpPr>
        <p:spPr>
          <a:xfrm xmlns:a="http://schemas.openxmlformats.org/drawingml/2006/main" flipV="1">
            <a:off x="1249984" y="3169323"/>
            <a:ext cx="46635" cy="37657"/>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0" name="Connector 19">
            <a:extLst xmlns:a="http://schemas.openxmlformats.org/drawingml/2006/main">
              <a:ext uri="{FF2B5EF4-FFF2-40B4-BE49-F238E27FC236}">
                <a16:creationId xmlns:a16="http://schemas.microsoft.com/office/drawing/2014/main" id="{4474EB46-A81B-4036-A966-13009FBD5AE0}"/>
              </a:ext>
            </a:extLst>
          </p:cNvPr>
          <p:cNvSpPr>
            <a:spLocks xmlns:a="http://schemas.openxmlformats.org/drawingml/2006/main" noGrp="1"/>
          </p:cNvSpPr>
          <p:nvPr/>
        </p:nvSpPr>
        <p:spPr>
          <a:xfrm xmlns:a="http://schemas.openxmlformats.org/drawingml/2006/main" flipV="1">
            <a:off x="1296619" y="3141529"/>
            <a:ext cx="46634" cy="27794"/>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1" name="Connector 20">
            <a:extLst xmlns:a="http://schemas.openxmlformats.org/drawingml/2006/main">
              <a:ext uri="{FF2B5EF4-FFF2-40B4-BE49-F238E27FC236}">
                <a16:creationId xmlns:a16="http://schemas.microsoft.com/office/drawing/2014/main" id="{9DACF00B-C482-4CDE-B938-F53E2701DD4D}"/>
              </a:ext>
            </a:extLst>
          </p:cNvPr>
          <p:cNvSpPr>
            <a:spLocks xmlns:a="http://schemas.openxmlformats.org/drawingml/2006/main" noGrp="1"/>
          </p:cNvSpPr>
          <p:nvPr/>
        </p:nvSpPr>
        <p:spPr>
          <a:xfrm xmlns:a="http://schemas.openxmlformats.org/drawingml/2006/main" flipV="1">
            <a:off x="1343253" y="3124037"/>
            <a:ext cx="46635" cy="17492"/>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2" name="Connector 21">
            <a:extLst xmlns:a="http://schemas.openxmlformats.org/drawingml/2006/main">
              <a:ext uri="{FF2B5EF4-FFF2-40B4-BE49-F238E27FC236}">
                <a16:creationId xmlns:a16="http://schemas.microsoft.com/office/drawing/2014/main" id="{A2CDBEEB-E0AD-42FA-A36E-FE644D0EB231}"/>
              </a:ext>
            </a:extLst>
          </p:cNvPr>
          <p:cNvSpPr>
            <a:spLocks xmlns:a="http://schemas.openxmlformats.org/drawingml/2006/main" noGrp="1"/>
          </p:cNvSpPr>
          <p:nvPr/>
        </p:nvSpPr>
        <p:spPr>
          <a:xfrm xmlns:a="http://schemas.openxmlformats.org/drawingml/2006/main" flipV="1">
            <a:off x="1389888" y="3117122"/>
            <a:ext cx="46634" cy="6915"/>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3" name="Connector 22">
            <a:extLst xmlns:a="http://schemas.openxmlformats.org/drawingml/2006/main">
              <a:ext uri="{FF2B5EF4-FFF2-40B4-BE49-F238E27FC236}">
                <a16:creationId xmlns:a16="http://schemas.microsoft.com/office/drawing/2014/main" id="{10607271-1E07-44EB-A26D-9D1C9EC75DC9}"/>
              </a:ext>
            </a:extLst>
          </p:cNvPr>
          <p:cNvSpPr>
            <a:spLocks xmlns:a="http://schemas.openxmlformats.org/drawingml/2006/main" noGrp="1"/>
          </p:cNvSpPr>
          <p:nvPr/>
        </p:nvSpPr>
        <p:spPr>
          <a:xfrm xmlns:a="http://schemas.openxmlformats.org/drawingml/2006/main">
            <a:off x="1436522" y="3117122"/>
            <a:ext cx="46634" cy="3772"/>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4" name="Connector 23">
            <a:extLst xmlns:a="http://schemas.openxmlformats.org/drawingml/2006/main">
              <a:ext uri="{FF2B5EF4-FFF2-40B4-BE49-F238E27FC236}">
                <a16:creationId xmlns:a16="http://schemas.microsoft.com/office/drawing/2014/main" id="{ADCF9B9E-D98C-47CC-8F3C-D8258CF49BFB}"/>
              </a:ext>
            </a:extLst>
          </p:cNvPr>
          <p:cNvSpPr>
            <a:spLocks xmlns:a="http://schemas.openxmlformats.org/drawingml/2006/main" noGrp="1"/>
          </p:cNvSpPr>
          <p:nvPr/>
        </p:nvSpPr>
        <p:spPr>
          <a:xfrm xmlns:a="http://schemas.openxmlformats.org/drawingml/2006/main">
            <a:off x="1483156" y="3120894"/>
            <a:ext cx="46635" cy="14400"/>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5" name="Connector 24">
            <a:extLst xmlns:a="http://schemas.openxmlformats.org/drawingml/2006/main">
              <a:ext uri="{FF2B5EF4-FFF2-40B4-BE49-F238E27FC236}">
                <a16:creationId xmlns:a16="http://schemas.microsoft.com/office/drawing/2014/main" id="{FC342B41-DEB3-461A-AB7D-C2D3AD09EC69}"/>
              </a:ext>
            </a:extLst>
          </p:cNvPr>
          <p:cNvSpPr>
            <a:spLocks xmlns:a="http://schemas.openxmlformats.org/drawingml/2006/main" noGrp="1"/>
          </p:cNvSpPr>
          <p:nvPr/>
        </p:nvSpPr>
        <p:spPr>
          <a:xfrm xmlns:a="http://schemas.openxmlformats.org/drawingml/2006/main">
            <a:off x="1529791" y="3135294"/>
            <a:ext cx="46634" cy="24800"/>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6" name="Connector 25">
            <a:extLst xmlns:a="http://schemas.openxmlformats.org/drawingml/2006/main">
              <a:ext uri="{FF2B5EF4-FFF2-40B4-BE49-F238E27FC236}">
                <a16:creationId xmlns:a16="http://schemas.microsoft.com/office/drawing/2014/main" id="{69C94ADA-7070-4AEB-8F2B-2BE6DC527C80}"/>
              </a:ext>
            </a:extLst>
          </p:cNvPr>
          <p:cNvSpPr>
            <a:spLocks xmlns:a="http://schemas.openxmlformats.org/drawingml/2006/main" noGrp="1"/>
          </p:cNvSpPr>
          <p:nvPr/>
        </p:nvSpPr>
        <p:spPr>
          <a:xfrm xmlns:a="http://schemas.openxmlformats.org/drawingml/2006/main">
            <a:off x="1576425" y="3160094"/>
            <a:ext cx="46635" cy="34809"/>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7" name="Connector 26">
            <a:extLst xmlns:a="http://schemas.openxmlformats.org/drawingml/2006/main">
              <a:ext uri="{FF2B5EF4-FFF2-40B4-BE49-F238E27FC236}">
                <a16:creationId xmlns:a16="http://schemas.microsoft.com/office/drawing/2014/main" id="{D849AEE8-BE68-4C5F-B2F9-BF33C881D3A2}"/>
              </a:ext>
            </a:extLst>
          </p:cNvPr>
          <p:cNvSpPr>
            <a:spLocks xmlns:a="http://schemas.openxmlformats.org/drawingml/2006/main" noGrp="1"/>
          </p:cNvSpPr>
          <p:nvPr/>
        </p:nvSpPr>
        <p:spPr>
          <a:xfrm xmlns:a="http://schemas.openxmlformats.org/drawingml/2006/main">
            <a:off x="1623060" y="3194903"/>
            <a:ext cx="46634" cy="44269"/>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8" name="Connector 27">
            <a:extLst xmlns:a="http://schemas.openxmlformats.org/drawingml/2006/main">
              <a:ext uri="{FF2B5EF4-FFF2-40B4-BE49-F238E27FC236}">
                <a16:creationId xmlns:a16="http://schemas.microsoft.com/office/drawing/2014/main" id="{E1BAFEAE-E47F-438C-B51E-401C6F85A3C9}"/>
              </a:ext>
            </a:extLst>
          </p:cNvPr>
          <p:cNvSpPr>
            <a:spLocks xmlns:a="http://schemas.openxmlformats.org/drawingml/2006/main" noGrp="1"/>
          </p:cNvSpPr>
          <p:nvPr/>
        </p:nvSpPr>
        <p:spPr>
          <a:xfrm xmlns:a="http://schemas.openxmlformats.org/drawingml/2006/main">
            <a:off x="1669694" y="3239172"/>
            <a:ext cx="46634" cy="53031"/>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9" name="Connector 28">
            <a:extLst xmlns:a="http://schemas.openxmlformats.org/drawingml/2006/main">
              <a:ext uri="{FF2B5EF4-FFF2-40B4-BE49-F238E27FC236}">
                <a16:creationId xmlns:a16="http://schemas.microsoft.com/office/drawing/2014/main" id="{8B8415F9-0DE7-4D53-AAD8-7E8A737DF1F9}"/>
              </a:ext>
            </a:extLst>
          </p:cNvPr>
          <p:cNvSpPr>
            <a:spLocks xmlns:a="http://schemas.openxmlformats.org/drawingml/2006/main" noGrp="1"/>
          </p:cNvSpPr>
          <p:nvPr/>
        </p:nvSpPr>
        <p:spPr>
          <a:xfrm xmlns:a="http://schemas.openxmlformats.org/drawingml/2006/main">
            <a:off x="1716328" y="3292203"/>
            <a:ext cx="46635" cy="60956"/>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0" name="Connector 29">
            <a:extLst xmlns:a="http://schemas.openxmlformats.org/drawingml/2006/main">
              <a:ext uri="{FF2B5EF4-FFF2-40B4-BE49-F238E27FC236}">
                <a16:creationId xmlns:a16="http://schemas.microsoft.com/office/drawing/2014/main" id="{1CAEE8CF-C061-4CED-8E58-4C2AA6A0C9AD}"/>
              </a:ext>
            </a:extLst>
          </p:cNvPr>
          <p:cNvSpPr>
            <a:spLocks xmlns:a="http://schemas.openxmlformats.org/drawingml/2006/main" noGrp="1"/>
          </p:cNvSpPr>
          <p:nvPr/>
        </p:nvSpPr>
        <p:spPr>
          <a:xfrm xmlns:a="http://schemas.openxmlformats.org/drawingml/2006/main">
            <a:off x="1762963" y="3353159"/>
            <a:ext cx="46634" cy="67921"/>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1" name="Connector 30">
            <a:extLst xmlns:a="http://schemas.openxmlformats.org/drawingml/2006/main">
              <a:ext uri="{FF2B5EF4-FFF2-40B4-BE49-F238E27FC236}">
                <a16:creationId xmlns:a16="http://schemas.microsoft.com/office/drawing/2014/main" id="{794269B7-4284-434A-AE00-EECF9B82E44F}"/>
              </a:ext>
            </a:extLst>
          </p:cNvPr>
          <p:cNvSpPr>
            <a:spLocks xmlns:a="http://schemas.openxmlformats.org/drawingml/2006/main" noGrp="1"/>
          </p:cNvSpPr>
          <p:nvPr/>
        </p:nvSpPr>
        <p:spPr>
          <a:xfrm xmlns:a="http://schemas.openxmlformats.org/drawingml/2006/main">
            <a:off x="1809597" y="3421080"/>
            <a:ext cx="46635" cy="73814"/>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2" name="Connector 31">
            <a:extLst xmlns:a="http://schemas.openxmlformats.org/drawingml/2006/main">
              <a:ext uri="{FF2B5EF4-FFF2-40B4-BE49-F238E27FC236}">
                <a16:creationId xmlns:a16="http://schemas.microsoft.com/office/drawing/2014/main" id="{C4AC3CD1-C77F-442B-8252-4E6299289E93}"/>
              </a:ext>
            </a:extLst>
          </p:cNvPr>
          <p:cNvSpPr>
            <a:spLocks xmlns:a="http://schemas.openxmlformats.org/drawingml/2006/main" noGrp="1"/>
          </p:cNvSpPr>
          <p:nvPr/>
        </p:nvSpPr>
        <p:spPr>
          <a:xfrm xmlns:a="http://schemas.openxmlformats.org/drawingml/2006/main">
            <a:off x="1856232" y="3494894"/>
            <a:ext cx="46634" cy="78543"/>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3" name="Connector 32">
            <a:extLst xmlns:a="http://schemas.openxmlformats.org/drawingml/2006/main">
              <a:ext uri="{FF2B5EF4-FFF2-40B4-BE49-F238E27FC236}">
                <a16:creationId xmlns:a16="http://schemas.microsoft.com/office/drawing/2014/main" id="{DA16D5D8-D16A-42F3-B6E8-916B4B237538}"/>
              </a:ext>
            </a:extLst>
          </p:cNvPr>
          <p:cNvSpPr>
            <a:spLocks xmlns:a="http://schemas.openxmlformats.org/drawingml/2006/main" noGrp="1"/>
          </p:cNvSpPr>
          <p:nvPr/>
        </p:nvSpPr>
        <p:spPr>
          <a:xfrm xmlns:a="http://schemas.openxmlformats.org/drawingml/2006/main">
            <a:off x="1902866" y="3573437"/>
            <a:ext cx="46634" cy="82033"/>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4" name="Connector 33">
            <a:extLst xmlns:a="http://schemas.openxmlformats.org/drawingml/2006/main">
              <a:ext uri="{FF2B5EF4-FFF2-40B4-BE49-F238E27FC236}">
                <a16:creationId xmlns:a16="http://schemas.microsoft.com/office/drawing/2014/main" id="{B629F633-3726-4689-B15D-16F25F089C19}"/>
              </a:ext>
            </a:extLst>
          </p:cNvPr>
          <p:cNvSpPr>
            <a:spLocks xmlns:a="http://schemas.openxmlformats.org/drawingml/2006/main" noGrp="1"/>
          </p:cNvSpPr>
          <p:nvPr/>
        </p:nvSpPr>
        <p:spPr>
          <a:xfrm xmlns:a="http://schemas.openxmlformats.org/drawingml/2006/main">
            <a:off x="1949500" y="3655470"/>
            <a:ext cx="46635" cy="84230"/>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5" name="Connector 34">
            <a:extLst xmlns:a="http://schemas.openxmlformats.org/drawingml/2006/main">
              <a:ext uri="{FF2B5EF4-FFF2-40B4-BE49-F238E27FC236}">
                <a16:creationId xmlns:a16="http://schemas.microsoft.com/office/drawing/2014/main" id="{63907CA9-AA0D-4B87-8D30-BBA7B419611E}"/>
              </a:ext>
            </a:extLst>
          </p:cNvPr>
          <p:cNvSpPr>
            <a:spLocks xmlns:a="http://schemas.openxmlformats.org/drawingml/2006/main" noGrp="1"/>
          </p:cNvSpPr>
          <p:nvPr/>
        </p:nvSpPr>
        <p:spPr>
          <a:xfrm xmlns:a="http://schemas.openxmlformats.org/drawingml/2006/main">
            <a:off x="1996135" y="3739700"/>
            <a:ext cx="46634" cy="85099"/>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6" name="Connector 35">
            <a:extLst xmlns:a="http://schemas.openxmlformats.org/drawingml/2006/main">
              <a:ext uri="{FF2B5EF4-FFF2-40B4-BE49-F238E27FC236}">
                <a16:creationId xmlns:a16="http://schemas.microsoft.com/office/drawing/2014/main" id="{8F8D314F-CB5E-47FA-9D22-593B5E6D2AA8}"/>
              </a:ext>
            </a:extLst>
          </p:cNvPr>
          <p:cNvSpPr>
            <a:spLocks xmlns:a="http://schemas.openxmlformats.org/drawingml/2006/main" noGrp="1"/>
          </p:cNvSpPr>
          <p:nvPr/>
        </p:nvSpPr>
        <p:spPr>
          <a:xfrm xmlns:a="http://schemas.openxmlformats.org/drawingml/2006/main">
            <a:off x="2042769" y="3824799"/>
            <a:ext cx="46635" cy="84624"/>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7" name="Connector 36">
            <a:extLst xmlns:a="http://schemas.openxmlformats.org/drawingml/2006/main">
              <a:ext uri="{FF2B5EF4-FFF2-40B4-BE49-F238E27FC236}">
                <a16:creationId xmlns:a16="http://schemas.microsoft.com/office/drawing/2014/main" id="{C0F282CF-163D-4ED1-A604-9B908CEEAD83}"/>
              </a:ext>
            </a:extLst>
          </p:cNvPr>
          <p:cNvSpPr>
            <a:spLocks xmlns:a="http://schemas.openxmlformats.org/drawingml/2006/main" noGrp="1"/>
          </p:cNvSpPr>
          <p:nvPr/>
        </p:nvSpPr>
        <p:spPr>
          <a:xfrm xmlns:a="http://schemas.openxmlformats.org/drawingml/2006/main">
            <a:off x="2089404" y="3909423"/>
            <a:ext cx="46634" cy="82817"/>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8" name="Connector 37">
            <a:extLst xmlns:a="http://schemas.openxmlformats.org/drawingml/2006/main">
              <a:ext uri="{FF2B5EF4-FFF2-40B4-BE49-F238E27FC236}">
                <a16:creationId xmlns:a16="http://schemas.microsoft.com/office/drawing/2014/main" id="{2152CEBF-6755-460F-9859-0BC2FFA5B811}"/>
              </a:ext>
            </a:extLst>
          </p:cNvPr>
          <p:cNvSpPr>
            <a:spLocks xmlns:a="http://schemas.openxmlformats.org/drawingml/2006/main" noGrp="1"/>
          </p:cNvSpPr>
          <p:nvPr/>
        </p:nvSpPr>
        <p:spPr>
          <a:xfrm xmlns:a="http://schemas.openxmlformats.org/drawingml/2006/main">
            <a:off x="2136038" y="3992240"/>
            <a:ext cx="46634" cy="79702"/>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9" name="Connector 38">
            <a:extLst xmlns:a="http://schemas.openxmlformats.org/drawingml/2006/main">
              <a:ext uri="{FF2B5EF4-FFF2-40B4-BE49-F238E27FC236}">
                <a16:creationId xmlns:a16="http://schemas.microsoft.com/office/drawing/2014/main" id="{5BA94150-2EDA-465D-A004-605976F8A214}"/>
              </a:ext>
            </a:extLst>
          </p:cNvPr>
          <p:cNvSpPr>
            <a:spLocks xmlns:a="http://schemas.openxmlformats.org/drawingml/2006/main" noGrp="1"/>
          </p:cNvSpPr>
          <p:nvPr/>
        </p:nvSpPr>
        <p:spPr>
          <a:xfrm xmlns:a="http://schemas.openxmlformats.org/drawingml/2006/main">
            <a:off x="2182672" y="4071942"/>
            <a:ext cx="46635" cy="75330"/>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0" name="Connector 39">
            <a:extLst xmlns:a="http://schemas.openxmlformats.org/drawingml/2006/main">
              <a:ext uri="{FF2B5EF4-FFF2-40B4-BE49-F238E27FC236}">
                <a16:creationId xmlns:a16="http://schemas.microsoft.com/office/drawing/2014/main" id="{487C7FE9-E73C-447D-9B12-E140A9DF0E63}"/>
              </a:ext>
            </a:extLst>
          </p:cNvPr>
          <p:cNvSpPr>
            <a:spLocks xmlns:a="http://schemas.openxmlformats.org/drawingml/2006/main" noGrp="1"/>
          </p:cNvSpPr>
          <p:nvPr/>
        </p:nvSpPr>
        <p:spPr>
          <a:xfrm xmlns:a="http://schemas.openxmlformats.org/drawingml/2006/main">
            <a:off x="2229307" y="4147272"/>
            <a:ext cx="46634" cy="69772"/>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1" name="Connector 40">
            <a:extLst xmlns:a="http://schemas.openxmlformats.org/drawingml/2006/main">
              <a:ext uri="{FF2B5EF4-FFF2-40B4-BE49-F238E27FC236}">
                <a16:creationId xmlns:a16="http://schemas.microsoft.com/office/drawing/2014/main" id="{FE3096BB-7777-45DE-8E6D-36E3820B60FA}"/>
              </a:ext>
            </a:extLst>
          </p:cNvPr>
          <p:cNvSpPr>
            <a:spLocks xmlns:a="http://schemas.openxmlformats.org/drawingml/2006/main" noGrp="1"/>
          </p:cNvSpPr>
          <p:nvPr/>
        </p:nvSpPr>
        <p:spPr>
          <a:xfrm xmlns:a="http://schemas.openxmlformats.org/drawingml/2006/main">
            <a:off x="2275941" y="4217044"/>
            <a:ext cx="46635" cy="63111"/>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2" name="Connector 41">
            <a:extLst xmlns:a="http://schemas.openxmlformats.org/drawingml/2006/main">
              <a:ext uri="{FF2B5EF4-FFF2-40B4-BE49-F238E27FC236}">
                <a16:creationId xmlns:a16="http://schemas.microsoft.com/office/drawing/2014/main" id="{FFF953E4-7913-447E-8E88-A8A60A20728C}"/>
              </a:ext>
            </a:extLst>
          </p:cNvPr>
          <p:cNvSpPr>
            <a:spLocks xmlns:a="http://schemas.openxmlformats.org/drawingml/2006/main" noGrp="1"/>
          </p:cNvSpPr>
          <p:nvPr/>
        </p:nvSpPr>
        <p:spPr>
          <a:xfrm xmlns:a="http://schemas.openxmlformats.org/drawingml/2006/main">
            <a:off x="2322576" y="4280155"/>
            <a:ext cx="46634" cy="55457"/>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3" name="Connector 42">
            <a:extLst xmlns:a="http://schemas.openxmlformats.org/drawingml/2006/main">
              <a:ext uri="{FF2B5EF4-FFF2-40B4-BE49-F238E27FC236}">
                <a16:creationId xmlns:a16="http://schemas.microsoft.com/office/drawing/2014/main" id="{C1EB02C4-8945-4BE1-82DD-8B4DF3CAA8C7}"/>
              </a:ext>
            </a:extLst>
          </p:cNvPr>
          <p:cNvSpPr>
            <a:spLocks xmlns:a="http://schemas.openxmlformats.org/drawingml/2006/main" noGrp="1"/>
          </p:cNvSpPr>
          <p:nvPr/>
        </p:nvSpPr>
        <p:spPr>
          <a:xfrm xmlns:a="http://schemas.openxmlformats.org/drawingml/2006/main">
            <a:off x="2369210" y="4335612"/>
            <a:ext cx="46634" cy="46927"/>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4" name="Connector 43">
            <a:extLst xmlns:a="http://schemas.openxmlformats.org/drawingml/2006/main">
              <a:ext uri="{FF2B5EF4-FFF2-40B4-BE49-F238E27FC236}">
                <a16:creationId xmlns:a16="http://schemas.microsoft.com/office/drawing/2014/main" id="{30CB4663-2A44-4F58-B140-2D0AA2F5F51D}"/>
              </a:ext>
            </a:extLst>
          </p:cNvPr>
          <p:cNvSpPr>
            <a:spLocks xmlns:a="http://schemas.openxmlformats.org/drawingml/2006/main" noGrp="1"/>
          </p:cNvSpPr>
          <p:nvPr/>
        </p:nvSpPr>
        <p:spPr>
          <a:xfrm xmlns:a="http://schemas.openxmlformats.org/drawingml/2006/main">
            <a:off x="2415844" y="4382539"/>
            <a:ext cx="46635" cy="37657"/>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5" name="Connector 44">
            <a:extLst xmlns:a="http://schemas.openxmlformats.org/drawingml/2006/main">
              <a:ext uri="{FF2B5EF4-FFF2-40B4-BE49-F238E27FC236}">
                <a16:creationId xmlns:a16="http://schemas.microsoft.com/office/drawing/2014/main" id="{CA2C07D9-4302-4FE6-92D6-2C7968DF3546}"/>
              </a:ext>
            </a:extLst>
          </p:cNvPr>
          <p:cNvSpPr>
            <a:spLocks xmlns:a="http://schemas.openxmlformats.org/drawingml/2006/main" noGrp="1"/>
          </p:cNvSpPr>
          <p:nvPr/>
        </p:nvSpPr>
        <p:spPr>
          <a:xfrm xmlns:a="http://schemas.openxmlformats.org/drawingml/2006/main">
            <a:off x="2462479" y="4420196"/>
            <a:ext cx="46634" cy="27794"/>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6" name="Connector 45">
            <a:extLst xmlns:a="http://schemas.openxmlformats.org/drawingml/2006/main">
              <a:ext uri="{FF2B5EF4-FFF2-40B4-BE49-F238E27FC236}">
                <a16:creationId xmlns:a16="http://schemas.microsoft.com/office/drawing/2014/main" id="{F542925C-93D1-4837-9756-0EC0AADFE660}"/>
              </a:ext>
            </a:extLst>
          </p:cNvPr>
          <p:cNvSpPr>
            <a:spLocks xmlns:a="http://schemas.openxmlformats.org/drawingml/2006/main" noGrp="1"/>
          </p:cNvSpPr>
          <p:nvPr/>
        </p:nvSpPr>
        <p:spPr>
          <a:xfrm xmlns:a="http://schemas.openxmlformats.org/drawingml/2006/main">
            <a:off x="2509113" y="4447990"/>
            <a:ext cx="46635" cy="17492"/>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7" name="Connector 46">
            <a:extLst xmlns:a="http://schemas.openxmlformats.org/drawingml/2006/main">
              <a:ext uri="{FF2B5EF4-FFF2-40B4-BE49-F238E27FC236}">
                <a16:creationId xmlns:a16="http://schemas.microsoft.com/office/drawing/2014/main" id="{FF21C8D0-1BB2-4DFF-9D15-BA654CA2EB61}"/>
              </a:ext>
            </a:extLst>
          </p:cNvPr>
          <p:cNvSpPr>
            <a:spLocks xmlns:a="http://schemas.openxmlformats.org/drawingml/2006/main" noGrp="1"/>
          </p:cNvSpPr>
          <p:nvPr/>
        </p:nvSpPr>
        <p:spPr>
          <a:xfrm xmlns:a="http://schemas.openxmlformats.org/drawingml/2006/main">
            <a:off x="2555748" y="4465482"/>
            <a:ext cx="46634" cy="6915"/>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8" name="Connector 47">
            <a:extLst xmlns:a="http://schemas.openxmlformats.org/drawingml/2006/main">
              <a:ext uri="{FF2B5EF4-FFF2-40B4-BE49-F238E27FC236}">
                <a16:creationId xmlns:a16="http://schemas.microsoft.com/office/drawing/2014/main" id="{DC7531AC-8AC2-40BC-9011-3129F7AE09FD}"/>
              </a:ext>
            </a:extLst>
          </p:cNvPr>
          <p:cNvSpPr>
            <a:spLocks xmlns:a="http://schemas.openxmlformats.org/drawingml/2006/main" noGrp="1"/>
          </p:cNvSpPr>
          <p:nvPr/>
        </p:nvSpPr>
        <p:spPr>
          <a:xfrm xmlns:a="http://schemas.openxmlformats.org/drawingml/2006/main" flipV="1">
            <a:off x="2602382" y="4468625"/>
            <a:ext cx="46634" cy="3772"/>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9" name="Connector 48">
            <a:extLst xmlns:a="http://schemas.openxmlformats.org/drawingml/2006/main">
              <a:ext uri="{FF2B5EF4-FFF2-40B4-BE49-F238E27FC236}">
                <a16:creationId xmlns:a16="http://schemas.microsoft.com/office/drawing/2014/main" id="{F62B4447-9FDB-4DA8-B059-3182E8A898F4}"/>
              </a:ext>
            </a:extLst>
          </p:cNvPr>
          <p:cNvSpPr>
            <a:spLocks xmlns:a="http://schemas.openxmlformats.org/drawingml/2006/main" noGrp="1"/>
          </p:cNvSpPr>
          <p:nvPr/>
        </p:nvSpPr>
        <p:spPr>
          <a:xfrm xmlns:a="http://schemas.openxmlformats.org/drawingml/2006/main" flipV="1">
            <a:off x="2649016" y="4454225"/>
            <a:ext cx="46635" cy="14400"/>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0" name="Connector 49">
            <a:extLst xmlns:a="http://schemas.openxmlformats.org/drawingml/2006/main">
              <a:ext uri="{FF2B5EF4-FFF2-40B4-BE49-F238E27FC236}">
                <a16:creationId xmlns:a16="http://schemas.microsoft.com/office/drawing/2014/main" id="{3D92A1FC-B67D-4A5B-A9C9-720DA477D36E}"/>
              </a:ext>
            </a:extLst>
          </p:cNvPr>
          <p:cNvSpPr>
            <a:spLocks xmlns:a="http://schemas.openxmlformats.org/drawingml/2006/main" noGrp="1"/>
          </p:cNvSpPr>
          <p:nvPr/>
        </p:nvSpPr>
        <p:spPr>
          <a:xfrm xmlns:a="http://schemas.openxmlformats.org/drawingml/2006/main" flipV="1">
            <a:off x="2695651" y="4429425"/>
            <a:ext cx="46634" cy="24800"/>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1" name="Connector 50">
            <a:extLst xmlns:a="http://schemas.openxmlformats.org/drawingml/2006/main">
              <a:ext uri="{FF2B5EF4-FFF2-40B4-BE49-F238E27FC236}">
                <a16:creationId xmlns:a16="http://schemas.microsoft.com/office/drawing/2014/main" id="{988959F7-39D0-4ED8-A35B-19B6AEC53052}"/>
              </a:ext>
            </a:extLst>
          </p:cNvPr>
          <p:cNvSpPr>
            <a:spLocks xmlns:a="http://schemas.openxmlformats.org/drawingml/2006/main" noGrp="1"/>
          </p:cNvSpPr>
          <p:nvPr/>
        </p:nvSpPr>
        <p:spPr>
          <a:xfrm xmlns:a="http://schemas.openxmlformats.org/drawingml/2006/main" flipV="1">
            <a:off x="2742285" y="4394616"/>
            <a:ext cx="46635" cy="34809"/>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2" name="Connector 51">
            <a:extLst xmlns:a="http://schemas.openxmlformats.org/drawingml/2006/main">
              <a:ext uri="{FF2B5EF4-FFF2-40B4-BE49-F238E27FC236}">
                <a16:creationId xmlns:a16="http://schemas.microsoft.com/office/drawing/2014/main" id="{48B14BE2-8E81-4DD7-B295-44314DE87C5B}"/>
              </a:ext>
            </a:extLst>
          </p:cNvPr>
          <p:cNvSpPr>
            <a:spLocks xmlns:a="http://schemas.openxmlformats.org/drawingml/2006/main" noGrp="1"/>
          </p:cNvSpPr>
          <p:nvPr/>
        </p:nvSpPr>
        <p:spPr>
          <a:xfrm xmlns:a="http://schemas.openxmlformats.org/drawingml/2006/main" flipV="1">
            <a:off x="2788920" y="4350347"/>
            <a:ext cx="46634" cy="44269"/>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3" name="Connector 52">
            <a:extLst xmlns:a="http://schemas.openxmlformats.org/drawingml/2006/main">
              <a:ext uri="{FF2B5EF4-FFF2-40B4-BE49-F238E27FC236}">
                <a16:creationId xmlns:a16="http://schemas.microsoft.com/office/drawing/2014/main" id="{FA06E789-66C7-4DD6-8F48-B6E7A9A64688}"/>
              </a:ext>
            </a:extLst>
          </p:cNvPr>
          <p:cNvSpPr>
            <a:spLocks xmlns:a="http://schemas.openxmlformats.org/drawingml/2006/main" noGrp="1"/>
          </p:cNvSpPr>
          <p:nvPr/>
        </p:nvSpPr>
        <p:spPr>
          <a:xfrm xmlns:a="http://schemas.openxmlformats.org/drawingml/2006/main" flipV="1">
            <a:off x="2835554" y="4297316"/>
            <a:ext cx="46634" cy="53031"/>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4" name="Connector 53">
            <a:extLst xmlns:a="http://schemas.openxmlformats.org/drawingml/2006/main">
              <a:ext uri="{FF2B5EF4-FFF2-40B4-BE49-F238E27FC236}">
                <a16:creationId xmlns:a16="http://schemas.microsoft.com/office/drawing/2014/main" id="{F73A8A53-F05D-4D1F-B82F-39FEE2B8CE95}"/>
              </a:ext>
            </a:extLst>
          </p:cNvPr>
          <p:cNvSpPr>
            <a:spLocks xmlns:a="http://schemas.openxmlformats.org/drawingml/2006/main" noGrp="1"/>
          </p:cNvSpPr>
          <p:nvPr/>
        </p:nvSpPr>
        <p:spPr>
          <a:xfrm xmlns:a="http://schemas.openxmlformats.org/drawingml/2006/main" flipV="1">
            <a:off x="2882188" y="4236360"/>
            <a:ext cx="46635" cy="60956"/>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5" name="Connector 54">
            <a:extLst xmlns:a="http://schemas.openxmlformats.org/drawingml/2006/main">
              <a:ext uri="{FF2B5EF4-FFF2-40B4-BE49-F238E27FC236}">
                <a16:creationId xmlns:a16="http://schemas.microsoft.com/office/drawing/2014/main" id="{645AFF46-F0D0-4F6B-9DED-420E7702457C}"/>
              </a:ext>
            </a:extLst>
          </p:cNvPr>
          <p:cNvSpPr>
            <a:spLocks xmlns:a="http://schemas.openxmlformats.org/drawingml/2006/main" noGrp="1"/>
          </p:cNvSpPr>
          <p:nvPr/>
        </p:nvSpPr>
        <p:spPr>
          <a:xfrm xmlns:a="http://schemas.openxmlformats.org/drawingml/2006/main" flipV="1">
            <a:off x="2928823" y="4168439"/>
            <a:ext cx="46634" cy="67921"/>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6" name="Connector 55">
            <a:extLst xmlns:a="http://schemas.openxmlformats.org/drawingml/2006/main">
              <a:ext uri="{FF2B5EF4-FFF2-40B4-BE49-F238E27FC236}">
                <a16:creationId xmlns:a16="http://schemas.microsoft.com/office/drawing/2014/main" id="{8BC1DA55-2040-4B71-9558-F030BA271951}"/>
              </a:ext>
            </a:extLst>
          </p:cNvPr>
          <p:cNvSpPr>
            <a:spLocks xmlns:a="http://schemas.openxmlformats.org/drawingml/2006/main" noGrp="1"/>
          </p:cNvSpPr>
          <p:nvPr/>
        </p:nvSpPr>
        <p:spPr>
          <a:xfrm xmlns:a="http://schemas.openxmlformats.org/drawingml/2006/main" flipV="1">
            <a:off x="2975457" y="4094625"/>
            <a:ext cx="46634" cy="73814"/>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7" name="Connector 56">
            <a:extLst xmlns:a="http://schemas.openxmlformats.org/drawingml/2006/main">
              <a:ext uri="{FF2B5EF4-FFF2-40B4-BE49-F238E27FC236}">
                <a16:creationId xmlns:a16="http://schemas.microsoft.com/office/drawing/2014/main" id="{11A5FD36-7CF5-4C95-A066-DD042E66C4C0}"/>
              </a:ext>
            </a:extLst>
          </p:cNvPr>
          <p:cNvSpPr>
            <a:spLocks xmlns:a="http://schemas.openxmlformats.org/drawingml/2006/main" noGrp="1"/>
          </p:cNvSpPr>
          <p:nvPr/>
        </p:nvSpPr>
        <p:spPr>
          <a:xfrm xmlns:a="http://schemas.openxmlformats.org/drawingml/2006/main" flipV="1">
            <a:off x="3022091" y="4016082"/>
            <a:ext cx="46635" cy="78543"/>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8" name="Connector 57">
            <a:extLst xmlns:a="http://schemas.openxmlformats.org/drawingml/2006/main">
              <a:ext uri="{FF2B5EF4-FFF2-40B4-BE49-F238E27FC236}">
                <a16:creationId xmlns:a16="http://schemas.microsoft.com/office/drawing/2014/main" id="{4323A357-8C28-45BD-9416-7DF02386E9C5}"/>
              </a:ext>
            </a:extLst>
          </p:cNvPr>
          <p:cNvSpPr>
            <a:spLocks xmlns:a="http://schemas.openxmlformats.org/drawingml/2006/main" noGrp="1"/>
          </p:cNvSpPr>
          <p:nvPr/>
        </p:nvSpPr>
        <p:spPr>
          <a:xfrm xmlns:a="http://schemas.openxmlformats.org/drawingml/2006/main" flipV="1">
            <a:off x="3068726" y="3934049"/>
            <a:ext cx="46634" cy="82033"/>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9" name="Connector 58">
            <a:extLst xmlns:a="http://schemas.openxmlformats.org/drawingml/2006/main">
              <a:ext uri="{FF2B5EF4-FFF2-40B4-BE49-F238E27FC236}">
                <a16:creationId xmlns:a16="http://schemas.microsoft.com/office/drawing/2014/main" id="{702B6599-17BA-47BF-A11E-846FCA7F3CB0}"/>
              </a:ext>
            </a:extLst>
          </p:cNvPr>
          <p:cNvSpPr>
            <a:spLocks xmlns:a="http://schemas.openxmlformats.org/drawingml/2006/main" noGrp="1"/>
          </p:cNvSpPr>
          <p:nvPr/>
        </p:nvSpPr>
        <p:spPr>
          <a:xfrm xmlns:a="http://schemas.openxmlformats.org/drawingml/2006/main" flipV="1">
            <a:off x="3115360" y="3849819"/>
            <a:ext cx="46635" cy="84230"/>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0" name="Connector 59">
            <a:extLst xmlns:a="http://schemas.openxmlformats.org/drawingml/2006/main">
              <a:ext uri="{FF2B5EF4-FFF2-40B4-BE49-F238E27FC236}">
                <a16:creationId xmlns:a16="http://schemas.microsoft.com/office/drawing/2014/main" id="{0E1CBD8D-BAD2-4BD1-8304-7EFDF2629841}"/>
              </a:ext>
            </a:extLst>
          </p:cNvPr>
          <p:cNvSpPr>
            <a:spLocks xmlns:a="http://schemas.openxmlformats.org/drawingml/2006/main" noGrp="1"/>
          </p:cNvSpPr>
          <p:nvPr/>
        </p:nvSpPr>
        <p:spPr>
          <a:xfrm xmlns:a="http://schemas.openxmlformats.org/drawingml/2006/main" flipV="1">
            <a:off x="3161995" y="3764720"/>
            <a:ext cx="46634" cy="85099"/>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1" name="Connector 60">
            <a:extLst xmlns:a="http://schemas.openxmlformats.org/drawingml/2006/main">
              <a:ext uri="{FF2B5EF4-FFF2-40B4-BE49-F238E27FC236}">
                <a16:creationId xmlns:a16="http://schemas.microsoft.com/office/drawing/2014/main" id="{4A990466-601E-40DF-A689-FE263BB31104}"/>
              </a:ext>
            </a:extLst>
          </p:cNvPr>
          <p:cNvSpPr>
            <a:spLocks xmlns:a="http://schemas.openxmlformats.org/drawingml/2006/main" noGrp="1"/>
          </p:cNvSpPr>
          <p:nvPr/>
        </p:nvSpPr>
        <p:spPr>
          <a:xfrm xmlns:a="http://schemas.openxmlformats.org/drawingml/2006/main" flipV="1">
            <a:off x="3208629" y="3680096"/>
            <a:ext cx="46634" cy="84624"/>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2" name="Connector 61">
            <a:extLst xmlns:a="http://schemas.openxmlformats.org/drawingml/2006/main">
              <a:ext uri="{FF2B5EF4-FFF2-40B4-BE49-F238E27FC236}">
                <a16:creationId xmlns:a16="http://schemas.microsoft.com/office/drawing/2014/main" id="{D15EE446-6F2A-409C-A5F6-456C0FB97E61}"/>
              </a:ext>
            </a:extLst>
          </p:cNvPr>
          <p:cNvSpPr>
            <a:spLocks xmlns:a="http://schemas.openxmlformats.org/drawingml/2006/main" noGrp="1"/>
          </p:cNvSpPr>
          <p:nvPr/>
        </p:nvSpPr>
        <p:spPr>
          <a:xfrm xmlns:a="http://schemas.openxmlformats.org/drawingml/2006/main" flipV="1">
            <a:off x="3255263" y="3597279"/>
            <a:ext cx="46635" cy="82817"/>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3" name="Connector 62">
            <a:extLst xmlns:a="http://schemas.openxmlformats.org/drawingml/2006/main">
              <a:ext uri="{FF2B5EF4-FFF2-40B4-BE49-F238E27FC236}">
                <a16:creationId xmlns:a16="http://schemas.microsoft.com/office/drawing/2014/main" id="{2448B1B8-829E-460B-9644-2DD2A1150EC7}"/>
              </a:ext>
            </a:extLst>
          </p:cNvPr>
          <p:cNvSpPr>
            <a:spLocks xmlns:a="http://schemas.openxmlformats.org/drawingml/2006/main" noGrp="1"/>
          </p:cNvSpPr>
          <p:nvPr/>
        </p:nvSpPr>
        <p:spPr>
          <a:xfrm xmlns:a="http://schemas.openxmlformats.org/drawingml/2006/main" flipV="1">
            <a:off x="3301898" y="3517577"/>
            <a:ext cx="46634" cy="79702"/>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4" name="Connector 63">
            <a:extLst xmlns:a="http://schemas.openxmlformats.org/drawingml/2006/main">
              <a:ext uri="{FF2B5EF4-FFF2-40B4-BE49-F238E27FC236}">
                <a16:creationId xmlns:a16="http://schemas.microsoft.com/office/drawing/2014/main" id="{6303FFB5-732D-4E20-9B6E-34C836CEAF1D}"/>
              </a:ext>
            </a:extLst>
          </p:cNvPr>
          <p:cNvSpPr>
            <a:spLocks xmlns:a="http://schemas.openxmlformats.org/drawingml/2006/main" noGrp="1"/>
          </p:cNvSpPr>
          <p:nvPr/>
        </p:nvSpPr>
        <p:spPr>
          <a:xfrm xmlns:a="http://schemas.openxmlformats.org/drawingml/2006/main" flipV="1">
            <a:off x="3348532" y="3442247"/>
            <a:ext cx="46635" cy="75330"/>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5" name="Connector 64">
            <a:extLst xmlns:a="http://schemas.openxmlformats.org/drawingml/2006/main">
              <a:ext uri="{FF2B5EF4-FFF2-40B4-BE49-F238E27FC236}">
                <a16:creationId xmlns:a16="http://schemas.microsoft.com/office/drawing/2014/main" id="{2F8A813C-7537-4C6D-AF6A-0BBC10807B0F}"/>
              </a:ext>
            </a:extLst>
          </p:cNvPr>
          <p:cNvSpPr>
            <a:spLocks xmlns:a="http://schemas.openxmlformats.org/drawingml/2006/main" noGrp="1"/>
          </p:cNvSpPr>
          <p:nvPr/>
        </p:nvSpPr>
        <p:spPr>
          <a:xfrm xmlns:a="http://schemas.openxmlformats.org/drawingml/2006/main" flipV="1">
            <a:off x="3395167" y="3372475"/>
            <a:ext cx="46634" cy="69772"/>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6" name="Connector 65">
            <a:extLst xmlns:a="http://schemas.openxmlformats.org/drawingml/2006/main">
              <a:ext uri="{FF2B5EF4-FFF2-40B4-BE49-F238E27FC236}">
                <a16:creationId xmlns:a16="http://schemas.microsoft.com/office/drawing/2014/main" id="{8A21F48E-11E6-4FB9-8EFC-40F2C702DEF3}"/>
              </a:ext>
            </a:extLst>
          </p:cNvPr>
          <p:cNvSpPr>
            <a:spLocks xmlns:a="http://schemas.openxmlformats.org/drawingml/2006/main" noGrp="1"/>
          </p:cNvSpPr>
          <p:nvPr/>
        </p:nvSpPr>
        <p:spPr>
          <a:xfrm xmlns:a="http://schemas.openxmlformats.org/drawingml/2006/main" flipV="1">
            <a:off x="3441801" y="3309364"/>
            <a:ext cx="46635" cy="63111"/>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7" name="Connector 66">
            <a:extLst xmlns:a="http://schemas.openxmlformats.org/drawingml/2006/main">
              <a:ext uri="{FF2B5EF4-FFF2-40B4-BE49-F238E27FC236}">
                <a16:creationId xmlns:a16="http://schemas.microsoft.com/office/drawing/2014/main" id="{CC0595C0-05B2-4241-BA6F-3A84844E7DD3}"/>
              </a:ext>
            </a:extLst>
          </p:cNvPr>
          <p:cNvSpPr>
            <a:spLocks xmlns:a="http://schemas.openxmlformats.org/drawingml/2006/main" noGrp="1"/>
          </p:cNvSpPr>
          <p:nvPr/>
        </p:nvSpPr>
        <p:spPr>
          <a:xfrm xmlns:a="http://schemas.openxmlformats.org/drawingml/2006/main" flipV="1">
            <a:off x="3488436" y="3253907"/>
            <a:ext cx="46634" cy="55457"/>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8" name="Connector 67">
            <a:extLst xmlns:a="http://schemas.openxmlformats.org/drawingml/2006/main">
              <a:ext uri="{FF2B5EF4-FFF2-40B4-BE49-F238E27FC236}">
                <a16:creationId xmlns:a16="http://schemas.microsoft.com/office/drawing/2014/main" id="{6D666CA6-2940-434D-9426-98E6EC7AEDEC}"/>
              </a:ext>
            </a:extLst>
          </p:cNvPr>
          <p:cNvSpPr>
            <a:spLocks xmlns:a="http://schemas.openxmlformats.org/drawingml/2006/main" noGrp="1"/>
          </p:cNvSpPr>
          <p:nvPr/>
        </p:nvSpPr>
        <p:spPr>
          <a:xfrm xmlns:a="http://schemas.openxmlformats.org/drawingml/2006/main" flipV="1">
            <a:off x="3535070" y="3206980"/>
            <a:ext cx="46634" cy="46927"/>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9" name="Connector 68">
            <a:extLst xmlns:a="http://schemas.openxmlformats.org/drawingml/2006/main">
              <a:ext uri="{FF2B5EF4-FFF2-40B4-BE49-F238E27FC236}">
                <a16:creationId xmlns:a16="http://schemas.microsoft.com/office/drawing/2014/main" id="{3D78AB4D-F258-4BB9-8E60-AEBA09BFB915}"/>
              </a:ext>
            </a:extLst>
          </p:cNvPr>
          <p:cNvSpPr>
            <a:spLocks xmlns:a="http://schemas.openxmlformats.org/drawingml/2006/main" noGrp="1"/>
          </p:cNvSpPr>
          <p:nvPr/>
        </p:nvSpPr>
        <p:spPr>
          <a:xfrm xmlns:a="http://schemas.openxmlformats.org/drawingml/2006/main" flipV="1">
            <a:off x="3581704" y="3169323"/>
            <a:ext cx="46635" cy="37657"/>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0" name="Connector 69">
            <a:extLst xmlns:a="http://schemas.openxmlformats.org/drawingml/2006/main">
              <a:ext uri="{FF2B5EF4-FFF2-40B4-BE49-F238E27FC236}">
                <a16:creationId xmlns:a16="http://schemas.microsoft.com/office/drawing/2014/main" id="{2270E3E0-BDDD-4E54-8272-2B7BFF8D5F4B}"/>
              </a:ext>
            </a:extLst>
          </p:cNvPr>
          <p:cNvSpPr>
            <a:spLocks xmlns:a="http://schemas.openxmlformats.org/drawingml/2006/main" noGrp="1"/>
          </p:cNvSpPr>
          <p:nvPr/>
        </p:nvSpPr>
        <p:spPr>
          <a:xfrm xmlns:a="http://schemas.openxmlformats.org/drawingml/2006/main" flipV="1">
            <a:off x="3628339" y="3141529"/>
            <a:ext cx="46634" cy="27794"/>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1" name="Connector 70">
            <a:extLst xmlns:a="http://schemas.openxmlformats.org/drawingml/2006/main">
              <a:ext uri="{FF2B5EF4-FFF2-40B4-BE49-F238E27FC236}">
                <a16:creationId xmlns:a16="http://schemas.microsoft.com/office/drawing/2014/main" id="{E1FD99A0-4DA4-4FC6-9170-98A318F7F2A7}"/>
              </a:ext>
            </a:extLst>
          </p:cNvPr>
          <p:cNvSpPr>
            <a:spLocks xmlns:a="http://schemas.openxmlformats.org/drawingml/2006/main" noGrp="1"/>
          </p:cNvSpPr>
          <p:nvPr/>
        </p:nvSpPr>
        <p:spPr>
          <a:xfrm xmlns:a="http://schemas.openxmlformats.org/drawingml/2006/main" flipV="1">
            <a:off x="3674973" y="3124037"/>
            <a:ext cx="46634" cy="17492"/>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2" name="Connector 71">
            <a:extLst xmlns:a="http://schemas.openxmlformats.org/drawingml/2006/main">
              <a:ext uri="{FF2B5EF4-FFF2-40B4-BE49-F238E27FC236}">
                <a16:creationId xmlns:a16="http://schemas.microsoft.com/office/drawing/2014/main" id="{F83CB90B-7CEC-4C3C-BC83-144C71BD9955}"/>
              </a:ext>
            </a:extLst>
          </p:cNvPr>
          <p:cNvSpPr>
            <a:spLocks xmlns:a="http://schemas.openxmlformats.org/drawingml/2006/main" noGrp="1"/>
          </p:cNvSpPr>
          <p:nvPr/>
        </p:nvSpPr>
        <p:spPr>
          <a:xfrm xmlns:a="http://schemas.openxmlformats.org/drawingml/2006/main" flipV="1">
            <a:off x="3721607" y="3117122"/>
            <a:ext cx="46635" cy="6915"/>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3" name="Connector 72">
            <a:extLst xmlns:a="http://schemas.openxmlformats.org/drawingml/2006/main">
              <a:ext uri="{FF2B5EF4-FFF2-40B4-BE49-F238E27FC236}">
                <a16:creationId xmlns:a16="http://schemas.microsoft.com/office/drawing/2014/main" id="{AC008529-D613-44FA-A508-1EA42D8555FB}"/>
              </a:ext>
            </a:extLst>
          </p:cNvPr>
          <p:cNvSpPr>
            <a:spLocks xmlns:a="http://schemas.openxmlformats.org/drawingml/2006/main" noGrp="1"/>
          </p:cNvSpPr>
          <p:nvPr/>
        </p:nvSpPr>
        <p:spPr>
          <a:xfrm xmlns:a="http://schemas.openxmlformats.org/drawingml/2006/main">
            <a:off x="3768242" y="3117122"/>
            <a:ext cx="46634" cy="3772"/>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4" name="Connector 73">
            <a:extLst xmlns:a="http://schemas.openxmlformats.org/drawingml/2006/main">
              <a:ext uri="{FF2B5EF4-FFF2-40B4-BE49-F238E27FC236}">
                <a16:creationId xmlns:a16="http://schemas.microsoft.com/office/drawing/2014/main" id="{650B20F7-F148-4F2D-B9D6-E5E94F9500EE}"/>
              </a:ext>
            </a:extLst>
          </p:cNvPr>
          <p:cNvSpPr>
            <a:spLocks xmlns:a="http://schemas.openxmlformats.org/drawingml/2006/main" noGrp="1"/>
          </p:cNvSpPr>
          <p:nvPr/>
        </p:nvSpPr>
        <p:spPr>
          <a:xfrm xmlns:a="http://schemas.openxmlformats.org/drawingml/2006/main">
            <a:off x="3814876" y="3120894"/>
            <a:ext cx="46635" cy="14400"/>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5" name="Connector 74">
            <a:extLst xmlns:a="http://schemas.openxmlformats.org/drawingml/2006/main">
              <a:ext uri="{FF2B5EF4-FFF2-40B4-BE49-F238E27FC236}">
                <a16:creationId xmlns:a16="http://schemas.microsoft.com/office/drawing/2014/main" id="{AABA3ACF-4E57-4A54-9C74-50CD4BCC1ADF}"/>
              </a:ext>
            </a:extLst>
          </p:cNvPr>
          <p:cNvSpPr>
            <a:spLocks xmlns:a="http://schemas.openxmlformats.org/drawingml/2006/main" noGrp="1"/>
          </p:cNvSpPr>
          <p:nvPr/>
        </p:nvSpPr>
        <p:spPr>
          <a:xfrm xmlns:a="http://schemas.openxmlformats.org/drawingml/2006/main">
            <a:off x="3861511" y="3135294"/>
            <a:ext cx="46634" cy="24800"/>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6" name="Connector 75">
            <a:extLst xmlns:a="http://schemas.openxmlformats.org/drawingml/2006/main">
              <a:ext uri="{FF2B5EF4-FFF2-40B4-BE49-F238E27FC236}">
                <a16:creationId xmlns:a16="http://schemas.microsoft.com/office/drawing/2014/main" id="{60433845-212A-4D87-8621-902D30A6B5C9}"/>
              </a:ext>
            </a:extLst>
          </p:cNvPr>
          <p:cNvSpPr>
            <a:spLocks xmlns:a="http://schemas.openxmlformats.org/drawingml/2006/main" noGrp="1"/>
          </p:cNvSpPr>
          <p:nvPr/>
        </p:nvSpPr>
        <p:spPr>
          <a:xfrm xmlns:a="http://schemas.openxmlformats.org/drawingml/2006/main">
            <a:off x="3908145" y="3160094"/>
            <a:ext cx="46635" cy="34809"/>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7" name="Connector 76">
            <a:extLst xmlns:a="http://schemas.openxmlformats.org/drawingml/2006/main">
              <a:ext uri="{FF2B5EF4-FFF2-40B4-BE49-F238E27FC236}">
                <a16:creationId xmlns:a16="http://schemas.microsoft.com/office/drawing/2014/main" id="{A4CB04EB-12AF-4214-8E32-FCB3F8CC27B2}"/>
              </a:ext>
            </a:extLst>
          </p:cNvPr>
          <p:cNvSpPr>
            <a:spLocks xmlns:a="http://schemas.openxmlformats.org/drawingml/2006/main" noGrp="1"/>
          </p:cNvSpPr>
          <p:nvPr/>
        </p:nvSpPr>
        <p:spPr>
          <a:xfrm xmlns:a="http://schemas.openxmlformats.org/drawingml/2006/main">
            <a:off x="3954780" y="3194903"/>
            <a:ext cx="46634" cy="44269"/>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8" name="Connector 77">
            <a:extLst xmlns:a="http://schemas.openxmlformats.org/drawingml/2006/main">
              <a:ext uri="{FF2B5EF4-FFF2-40B4-BE49-F238E27FC236}">
                <a16:creationId xmlns:a16="http://schemas.microsoft.com/office/drawing/2014/main" id="{DB8F5557-E62E-44CF-8EBA-E44B9255EEC3}"/>
              </a:ext>
            </a:extLst>
          </p:cNvPr>
          <p:cNvSpPr>
            <a:spLocks xmlns:a="http://schemas.openxmlformats.org/drawingml/2006/main" noGrp="1"/>
          </p:cNvSpPr>
          <p:nvPr/>
        </p:nvSpPr>
        <p:spPr>
          <a:xfrm xmlns:a="http://schemas.openxmlformats.org/drawingml/2006/main">
            <a:off x="4001414" y="3239172"/>
            <a:ext cx="46634" cy="53031"/>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9" name="Connector 78">
            <a:extLst xmlns:a="http://schemas.openxmlformats.org/drawingml/2006/main">
              <a:ext uri="{FF2B5EF4-FFF2-40B4-BE49-F238E27FC236}">
                <a16:creationId xmlns:a16="http://schemas.microsoft.com/office/drawing/2014/main" id="{7B767E1D-1886-4A27-B708-F7D247272B84}"/>
              </a:ext>
            </a:extLst>
          </p:cNvPr>
          <p:cNvSpPr>
            <a:spLocks xmlns:a="http://schemas.openxmlformats.org/drawingml/2006/main" noGrp="1"/>
          </p:cNvSpPr>
          <p:nvPr/>
        </p:nvSpPr>
        <p:spPr>
          <a:xfrm xmlns:a="http://schemas.openxmlformats.org/drawingml/2006/main">
            <a:off x="4048048" y="3292203"/>
            <a:ext cx="46635" cy="60956"/>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0" name="Connector 79">
            <a:extLst xmlns:a="http://schemas.openxmlformats.org/drawingml/2006/main">
              <a:ext uri="{FF2B5EF4-FFF2-40B4-BE49-F238E27FC236}">
                <a16:creationId xmlns:a16="http://schemas.microsoft.com/office/drawing/2014/main" id="{774D5008-13E1-4E51-9EC3-A13DE9B5F6A3}"/>
              </a:ext>
            </a:extLst>
          </p:cNvPr>
          <p:cNvSpPr>
            <a:spLocks xmlns:a="http://schemas.openxmlformats.org/drawingml/2006/main" noGrp="1"/>
          </p:cNvSpPr>
          <p:nvPr/>
        </p:nvSpPr>
        <p:spPr>
          <a:xfrm xmlns:a="http://schemas.openxmlformats.org/drawingml/2006/main">
            <a:off x="4094683" y="3353159"/>
            <a:ext cx="46634" cy="67921"/>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1" name="Connector 80">
            <a:extLst xmlns:a="http://schemas.openxmlformats.org/drawingml/2006/main">
              <a:ext uri="{FF2B5EF4-FFF2-40B4-BE49-F238E27FC236}">
                <a16:creationId xmlns:a16="http://schemas.microsoft.com/office/drawing/2014/main" id="{48BAEAD5-68E5-45EF-8BF1-357F59CE8477}"/>
              </a:ext>
            </a:extLst>
          </p:cNvPr>
          <p:cNvSpPr>
            <a:spLocks xmlns:a="http://schemas.openxmlformats.org/drawingml/2006/main" noGrp="1"/>
          </p:cNvSpPr>
          <p:nvPr/>
        </p:nvSpPr>
        <p:spPr>
          <a:xfrm xmlns:a="http://schemas.openxmlformats.org/drawingml/2006/main">
            <a:off x="4141317" y="3421080"/>
            <a:ext cx="46634" cy="73814"/>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2" name="Connector 81">
            <a:extLst xmlns:a="http://schemas.openxmlformats.org/drawingml/2006/main">
              <a:ext uri="{FF2B5EF4-FFF2-40B4-BE49-F238E27FC236}">
                <a16:creationId xmlns:a16="http://schemas.microsoft.com/office/drawing/2014/main" id="{40ED9C1B-EF5E-41A7-9792-77571E9F42FB}"/>
              </a:ext>
            </a:extLst>
          </p:cNvPr>
          <p:cNvSpPr>
            <a:spLocks xmlns:a="http://schemas.openxmlformats.org/drawingml/2006/main" noGrp="1"/>
          </p:cNvSpPr>
          <p:nvPr/>
        </p:nvSpPr>
        <p:spPr>
          <a:xfrm xmlns:a="http://schemas.openxmlformats.org/drawingml/2006/main">
            <a:off x="4187951" y="3494894"/>
            <a:ext cx="46635" cy="78543"/>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3" name="Connector 82">
            <a:extLst xmlns:a="http://schemas.openxmlformats.org/drawingml/2006/main">
              <a:ext uri="{FF2B5EF4-FFF2-40B4-BE49-F238E27FC236}">
                <a16:creationId xmlns:a16="http://schemas.microsoft.com/office/drawing/2014/main" id="{D4E6BBE2-E231-4512-BF0D-E8FBED4C49EE}"/>
              </a:ext>
            </a:extLst>
          </p:cNvPr>
          <p:cNvSpPr>
            <a:spLocks xmlns:a="http://schemas.openxmlformats.org/drawingml/2006/main" noGrp="1"/>
          </p:cNvSpPr>
          <p:nvPr/>
        </p:nvSpPr>
        <p:spPr>
          <a:xfrm xmlns:a="http://schemas.openxmlformats.org/drawingml/2006/main">
            <a:off x="4234586" y="3573437"/>
            <a:ext cx="46634" cy="82033"/>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4" name="Connector 83">
            <a:extLst xmlns:a="http://schemas.openxmlformats.org/drawingml/2006/main">
              <a:ext uri="{FF2B5EF4-FFF2-40B4-BE49-F238E27FC236}">
                <a16:creationId xmlns:a16="http://schemas.microsoft.com/office/drawing/2014/main" id="{CE978608-DF7B-45F4-86CF-A4E96034D4C6}"/>
              </a:ext>
            </a:extLst>
          </p:cNvPr>
          <p:cNvSpPr>
            <a:spLocks xmlns:a="http://schemas.openxmlformats.org/drawingml/2006/main" noGrp="1"/>
          </p:cNvSpPr>
          <p:nvPr/>
        </p:nvSpPr>
        <p:spPr>
          <a:xfrm xmlns:a="http://schemas.openxmlformats.org/drawingml/2006/main">
            <a:off x="4281220" y="3655470"/>
            <a:ext cx="46635" cy="84230"/>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5" name="Connector 84">
            <a:extLst xmlns:a="http://schemas.openxmlformats.org/drawingml/2006/main">
              <a:ext uri="{FF2B5EF4-FFF2-40B4-BE49-F238E27FC236}">
                <a16:creationId xmlns:a16="http://schemas.microsoft.com/office/drawing/2014/main" id="{59AE975B-73ED-4420-B505-8968C4D961A5}"/>
              </a:ext>
            </a:extLst>
          </p:cNvPr>
          <p:cNvSpPr>
            <a:spLocks xmlns:a="http://schemas.openxmlformats.org/drawingml/2006/main" noGrp="1"/>
          </p:cNvSpPr>
          <p:nvPr/>
        </p:nvSpPr>
        <p:spPr>
          <a:xfrm xmlns:a="http://schemas.openxmlformats.org/drawingml/2006/main">
            <a:off x="4327855" y="3739700"/>
            <a:ext cx="46634" cy="85099"/>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6" name="Connector 85">
            <a:extLst xmlns:a="http://schemas.openxmlformats.org/drawingml/2006/main">
              <a:ext uri="{FF2B5EF4-FFF2-40B4-BE49-F238E27FC236}">
                <a16:creationId xmlns:a16="http://schemas.microsoft.com/office/drawing/2014/main" id="{192FA127-F2E9-45EA-AEE1-3DF86AEB4747}"/>
              </a:ext>
            </a:extLst>
          </p:cNvPr>
          <p:cNvSpPr>
            <a:spLocks xmlns:a="http://schemas.openxmlformats.org/drawingml/2006/main" noGrp="1"/>
          </p:cNvSpPr>
          <p:nvPr/>
        </p:nvSpPr>
        <p:spPr>
          <a:xfrm xmlns:a="http://schemas.openxmlformats.org/drawingml/2006/main">
            <a:off x="4374489" y="3824799"/>
            <a:ext cx="46635" cy="84624"/>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7" name="Connector 86">
            <a:extLst xmlns:a="http://schemas.openxmlformats.org/drawingml/2006/main">
              <a:ext uri="{FF2B5EF4-FFF2-40B4-BE49-F238E27FC236}">
                <a16:creationId xmlns:a16="http://schemas.microsoft.com/office/drawing/2014/main" id="{ADAA0FAF-7AE3-4D7B-8279-07D0A94B12D0}"/>
              </a:ext>
            </a:extLst>
          </p:cNvPr>
          <p:cNvSpPr>
            <a:spLocks xmlns:a="http://schemas.openxmlformats.org/drawingml/2006/main" noGrp="1"/>
          </p:cNvSpPr>
          <p:nvPr/>
        </p:nvSpPr>
        <p:spPr>
          <a:xfrm xmlns:a="http://schemas.openxmlformats.org/drawingml/2006/main">
            <a:off x="4421124" y="3909423"/>
            <a:ext cx="46634" cy="82817"/>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8" name="Connector 87">
            <a:extLst xmlns:a="http://schemas.openxmlformats.org/drawingml/2006/main">
              <a:ext uri="{FF2B5EF4-FFF2-40B4-BE49-F238E27FC236}">
                <a16:creationId xmlns:a16="http://schemas.microsoft.com/office/drawing/2014/main" id="{7FD16BAF-B880-4FD8-8555-FE2F50E98568}"/>
              </a:ext>
            </a:extLst>
          </p:cNvPr>
          <p:cNvSpPr>
            <a:spLocks xmlns:a="http://schemas.openxmlformats.org/drawingml/2006/main" noGrp="1"/>
          </p:cNvSpPr>
          <p:nvPr/>
        </p:nvSpPr>
        <p:spPr>
          <a:xfrm xmlns:a="http://schemas.openxmlformats.org/drawingml/2006/main">
            <a:off x="4467758" y="3992240"/>
            <a:ext cx="46634" cy="79702"/>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9" name="Connector 88">
            <a:extLst xmlns:a="http://schemas.openxmlformats.org/drawingml/2006/main">
              <a:ext uri="{FF2B5EF4-FFF2-40B4-BE49-F238E27FC236}">
                <a16:creationId xmlns:a16="http://schemas.microsoft.com/office/drawing/2014/main" id="{E696D058-26EB-422E-9AF9-545C445D9E8C}"/>
              </a:ext>
            </a:extLst>
          </p:cNvPr>
          <p:cNvSpPr>
            <a:spLocks xmlns:a="http://schemas.openxmlformats.org/drawingml/2006/main" noGrp="1"/>
          </p:cNvSpPr>
          <p:nvPr/>
        </p:nvSpPr>
        <p:spPr>
          <a:xfrm xmlns:a="http://schemas.openxmlformats.org/drawingml/2006/main">
            <a:off x="4514392" y="4071942"/>
            <a:ext cx="46635" cy="75330"/>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0" name="Connector 89">
            <a:extLst xmlns:a="http://schemas.openxmlformats.org/drawingml/2006/main">
              <a:ext uri="{FF2B5EF4-FFF2-40B4-BE49-F238E27FC236}">
                <a16:creationId xmlns:a16="http://schemas.microsoft.com/office/drawing/2014/main" id="{B8985B43-9CA8-4A43-9A3F-73435E811C1E}"/>
              </a:ext>
            </a:extLst>
          </p:cNvPr>
          <p:cNvSpPr>
            <a:spLocks xmlns:a="http://schemas.openxmlformats.org/drawingml/2006/main" noGrp="1"/>
          </p:cNvSpPr>
          <p:nvPr/>
        </p:nvSpPr>
        <p:spPr>
          <a:xfrm xmlns:a="http://schemas.openxmlformats.org/drawingml/2006/main">
            <a:off x="4561027" y="4147272"/>
            <a:ext cx="46634" cy="69772"/>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1" name="Connector 90">
            <a:extLst xmlns:a="http://schemas.openxmlformats.org/drawingml/2006/main">
              <a:ext uri="{FF2B5EF4-FFF2-40B4-BE49-F238E27FC236}">
                <a16:creationId xmlns:a16="http://schemas.microsoft.com/office/drawing/2014/main" id="{CA5C618C-8D1E-4143-A0D3-0A2288E144B4}"/>
              </a:ext>
            </a:extLst>
          </p:cNvPr>
          <p:cNvSpPr>
            <a:spLocks xmlns:a="http://schemas.openxmlformats.org/drawingml/2006/main" noGrp="1"/>
          </p:cNvSpPr>
          <p:nvPr/>
        </p:nvSpPr>
        <p:spPr>
          <a:xfrm xmlns:a="http://schemas.openxmlformats.org/drawingml/2006/main">
            <a:off x="4607661" y="4217044"/>
            <a:ext cx="46635" cy="63111"/>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2" name="Connector 91">
            <a:extLst xmlns:a="http://schemas.openxmlformats.org/drawingml/2006/main">
              <a:ext uri="{FF2B5EF4-FFF2-40B4-BE49-F238E27FC236}">
                <a16:creationId xmlns:a16="http://schemas.microsoft.com/office/drawing/2014/main" id="{DA96E2BB-A3CC-4EE7-AC01-66098B7316B9}"/>
              </a:ext>
            </a:extLst>
          </p:cNvPr>
          <p:cNvSpPr>
            <a:spLocks xmlns:a="http://schemas.openxmlformats.org/drawingml/2006/main" noGrp="1"/>
          </p:cNvSpPr>
          <p:nvPr/>
        </p:nvSpPr>
        <p:spPr>
          <a:xfrm xmlns:a="http://schemas.openxmlformats.org/drawingml/2006/main">
            <a:off x="4654296" y="4280155"/>
            <a:ext cx="46634" cy="55457"/>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3" name="Connector 92">
            <a:extLst xmlns:a="http://schemas.openxmlformats.org/drawingml/2006/main">
              <a:ext uri="{FF2B5EF4-FFF2-40B4-BE49-F238E27FC236}">
                <a16:creationId xmlns:a16="http://schemas.microsoft.com/office/drawing/2014/main" id="{51CFB502-053F-4EDC-A6D6-2F98031E3EE4}"/>
              </a:ext>
            </a:extLst>
          </p:cNvPr>
          <p:cNvSpPr>
            <a:spLocks xmlns:a="http://schemas.openxmlformats.org/drawingml/2006/main" noGrp="1"/>
          </p:cNvSpPr>
          <p:nvPr/>
        </p:nvSpPr>
        <p:spPr>
          <a:xfrm xmlns:a="http://schemas.openxmlformats.org/drawingml/2006/main">
            <a:off x="4700930" y="4335612"/>
            <a:ext cx="46634" cy="46927"/>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4" name="Connector 93">
            <a:extLst xmlns:a="http://schemas.openxmlformats.org/drawingml/2006/main">
              <a:ext uri="{FF2B5EF4-FFF2-40B4-BE49-F238E27FC236}">
                <a16:creationId xmlns:a16="http://schemas.microsoft.com/office/drawing/2014/main" id="{E49F2BF0-FAE3-4D71-BA21-90F35A6DD63F}"/>
              </a:ext>
            </a:extLst>
          </p:cNvPr>
          <p:cNvSpPr>
            <a:spLocks xmlns:a="http://schemas.openxmlformats.org/drawingml/2006/main" noGrp="1"/>
          </p:cNvSpPr>
          <p:nvPr/>
        </p:nvSpPr>
        <p:spPr>
          <a:xfrm xmlns:a="http://schemas.openxmlformats.org/drawingml/2006/main">
            <a:off x="4747564" y="4382539"/>
            <a:ext cx="46635" cy="37657"/>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5" name="Connector 94">
            <a:extLst xmlns:a="http://schemas.openxmlformats.org/drawingml/2006/main">
              <a:ext uri="{FF2B5EF4-FFF2-40B4-BE49-F238E27FC236}">
                <a16:creationId xmlns:a16="http://schemas.microsoft.com/office/drawing/2014/main" id="{D54A9187-2FC8-47EA-B10C-654C989D71F8}"/>
              </a:ext>
            </a:extLst>
          </p:cNvPr>
          <p:cNvSpPr>
            <a:spLocks xmlns:a="http://schemas.openxmlformats.org/drawingml/2006/main" noGrp="1"/>
          </p:cNvSpPr>
          <p:nvPr/>
        </p:nvSpPr>
        <p:spPr>
          <a:xfrm xmlns:a="http://schemas.openxmlformats.org/drawingml/2006/main">
            <a:off x="4794199" y="4420196"/>
            <a:ext cx="46634" cy="27794"/>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6" name="Connector 95">
            <a:extLst xmlns:a="http://schemas.openxmlformats.org/drawingml/2006/main">
              <a:ext uri="{FF2B5EF4-FFF2-40B4-BE49-F238E27FC236}">
                <a16:creationId xmlns:a16="http://schemas.microsoft.com/office/drawing/2014/main" id="{BE628574-BCD9-4E2E-8CFC-0727FE465AA2}"/>
              </a:ext>
            </a:extLst>
          </p:cNvPr>
          <p:cNvSpPr>
            <a:spLocks xmlns:a="http://schemas.openxmlformats.org/drawingml/2006/main" noGrp="1"/>
          </p:cNvSpPr>
          <p:nvPr/>
        </p:nvSpPr>
        <p:spPr>
          <a:xfrm xmlns:a="http://schemas.openxmlformats.org/drawingml/2006/main">
            <a:off x="4840833" y="4447990"/>
            <a:ext cx="46635" cy="17492"/>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7" name="Connector 96">
            <a:extLst xmlns:a="http://schemas.openxmlformats.org/drawingml/2006/main">
              <a:ext uri="{FF2B5EF4-FFF2-40B4-BE49-F238E27FC236}">
                <a16:creationId xmlns:a16="http://schemas.microsoft.com/office/drawing/2014/main" id="{EBD57A38-7815-4F3B-877D-050E09E36013}"/>
              </a:ext>
            </a:extLst>
          </p:cNvPr>
          <p:cNvSpPr>
            <a:spLocks xmlns:a="http://schemas.openxmlformats.org/drawingml/2006/main" noGrp="1"/>
          </p:cNvSpPr>
          <p:nvPr/>
        </p:nvSpPr>
        <p:spPr>
          <a:xfrm xmlns:a="http://schemas.openxmlformats.org/drawingml/2006/main">
            <a:off x="4887468" y="4465482"/>
            <a:ext cx="46634" cy="6915"/>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8" name="Connector 97">
            <a:extLst xmlns:a="http://schemas.openxmlformats.org/drawingml/2006/main">
              <a:ext uri="{FF2B5EF4-FFF2-40B4-BE49-F238E27FC236}">
                <a16:creationId xmlns:a16="http://schemas.microsoft.com/office/drawing/2014/main" id="{05C10021-717C-4545-A72F-4FF8812AB375}"/>
              </a:ext>
            </a:extLst>
          </p:cNvPr>
          <p:cNvSpPr>
            <a:spLocks xmlns:a="http://schemas.openxmlformats.org/drawingml/2006/main" noGrp="1"/>
          </p:cNvSpPr>
          <p:nvPr/>
        </p:nvSpPr>
        <p:spPr>
          <a:xfrm xmlns:a="http://schemas.openxmlformats.org/drawingml/2006/main" flipV="1">
            <a:off x="4934102" y="4468625"/>
            <a:ext cx="46634" cy="3772"/>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9" name="Connector 98">
            <a:extLst xmlns:a="http://schemas.openxmlformats.org/drawingml/2006/main">
              <a:ext uri="{FF2B5EF4-FFF2-40B4-BE49-F238E27FC236}">
                <a16:creationId xmlns:a16="http://schemas.microsoft.com/office/drawing/2014/main" id="{1FCEB968-45DF-4F33-A311-5C43244BB2DD}"/>
              </a:ext>
            </a:extLst>
          </p:cNvPr>
          <p:cNvSpPr>
            <a:spLocks xmlns:a="http://schemas.openxmlformats.org/drawingml/2006/main" noGrp="1"/>
          </p:cNvSpPr>
          <p:nvPr/>
        </p:nvSpPr>
        <p:spPr>
          <a:xfrm xmlns:a="http://schemas.openxmlformats.org/drawingml/2006/main" flipV="1">
            <a:off x="4980736" y="4454225"/>
            <a:ext cx="46635" cy="14400"/>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0" name="Connector 99">
            <a:extLst xmlns:a="http://schemas.openxmlformats.org/drawingml/2006/main">
              <a:ext uri="{FF2B5EF4-FFF2-40B4-BE49-F238E27FC236}">
                <a16:creationId xmlns:a16="http://schemas.microsoft.com/office/drawing/2014/main" id="{A463E01B-E984-4B01-8F2D-EAB39A43AD46}"/>
              </a:ext>
            </a:extLst>
          </p:cNvPr>
          <p:cNvSpPr>
            <a:spLocks xmlns:a="http://schemas.openxmlformats.org/drawingml/2006/main" noGrp="1"/>
          </p:cNvSpPr>
          <p:nvPr/>
        </p:nvSpPr>
        <p:spPr>
          <a:xfrm xmlns:a="http://schemas.openxmlformats.org/drawingml/2006/main" flipV="1">
            <a:off x="5027371" y="4429425"/>
            <a:ext cx="46634" cy="24800"/>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1" name="Connector 100">
            <a:extLst xmlns:a="http://schemas.openxmlformats.org/drawingml/2006/main">
              <a:ext uri="{FF2B5EF4-FFF2-40B4-BE49-F238E27FC236}">
                <a16:creationId xmlns:a16="http://schemas.microsoft.com/office/drawing/2014/main" id="{A8289B99-1AD6-4487-9E54-A2322417FB59}"/>
              </a:ext>
            </a:extLst>
          </p:cNvPr>
          <p:cNvSpPr>
            <a:spLocks xmlns:a="http://schemas.openxmlformats.org/drawingml/2006/main" noGrp="1"/>
          </p:cNvSpPr>
          <p:nvPr/>
        </p:nvSpPr>
        <p:spPr>
          <a:xfrm xmlns:a="http://schemas.openxmlformats.org/drawingml/2006/main" flipV="1">
            <a:off x="5074005" y="4394616"/>
            <a:ext cx="46635" cy="34809"/>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2" name="Connector 101">
            <a:extLst xmlns:a="http://schemas.openxmlformats.org/drawingml/2006/main">
              <a:ext uri="{FF2B5EF4-FFF2-40B4-BE49-F238E27FC236}">
                <a16:creationId xmlns:a16="http://schemas.microsoft.com/office/drawing/2014/main" id="{3BC740BE-5029-4607-AF32-B69133521F1F}"/>
              </a:ext>
            </a:extLst>
          </p:cNvPr>
          <p:cNvSpPr>
            <a:spLocks xmlns:a="http://schemas.openxmlformats.org/drawingml/2006/main" noGrp="1"/>
          </p:cNvSpPr>
          <p:nvPr/>
        </p:nvSpPr>
        <p:spPr>
          <a:xfrm xmlns:a="http://schemas.openxmlformats.org/drawingml/2006/main" flipV="1">
            <a:off x="5120640" y="4350347"/>
            <a:ext cx="46634" cy="44269"/>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3" name="Connector 102">
            <a:extLst xmlns:a="http://schemas.openxmlformats.org/drawingml/2006/main">
              <a:ext uri="{FF2B5EF4-FFF2-40B4-BE49-F238E27FC236}">
                <a16:creationId xmlns:a16="http://schemas.microsoft.com/office/drawing/2014/main" id="{C73A5878-D29A-4F9B-8094-284E3E529DEC}"/>
              </a:ext>
            </a:extLst>
          </p:cNvPr>
          <p:cNvSpPr>
            <a:spLocks xmlns:a="http://schemas.openxmlformats.org/drawingml/2006/main" noGrp="1"/>
          </p:cNvSpPr>
          <p:nvPr/>
        </p:nvSpPr>
        <p:spPr>
          <a:xfrm xmlns:a="http://schemas.openxmlformats.org/drawingml/2006/main" flipV="1">
            <a:off x="5167274" y="4297316"/>
            <a:ext cx="46634" cy="53031"/>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4" name="Connector 103">
            <a:extLst xmlns:a="http://schemas.openxmlformats.org/drawingml/2006/main">
              <a:ext uri="{FF2B5EF4-FFF2-40B4-BE49-F238E27FC236}">
                <a16:creationId xmlns:a16="http://schemas.microsoft.com/office/drawing/2014/main" id="{CC35F2DF-F20B-4EBF-AFF7-5938DBB0CAC6}"/>
              </a:ext>
            </a:extLst>
          </p:cNvPr>
          <p:cNvSpPr>
            <a:spLocks xmlns:a="http://schemas.openxmlformats.org/drawingml/2006/main" noGrp="1"/>
          </p:cNvSpPr>
          <p:nvPr/>
        </p:nvSpPr>
        <p:spPr>
          <a:xfrm xmlns:a="http://schemas.openxmlformats.org/drawingml/2006/main" flipV="1">
            <a:off x="5213908" y="4236360"/>
            <a:ext cx="46635" cy="60956"/>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5" name="Connector 104">
            <a:extLst xmlns:a="http://schemas.openxmlformats.org/drawingml/2006/main">
              <a:ext uri="{FF2B5EF4-FFF2-40B4-BE49-F238E27FC236}">
                <a16:creationId xmlns:a16="http://schemas.microsoft.com/office/drawing/2014/main" id="{A54625A1-DF1D-49B4-A093-6CBA77A82C06}"/>
              </a:ext>
            </a:extLst>
          </p:cNvPr>
          <p:cNvSpPr>
            <a:spLocks xmlns:a="http://schemas.openxmlformats.org/drawingml/2006/main" noGrp="1"/>
          </p:cNvSpPr>
          <p:nvPr/>
        </p:nvSpPr>
        <p:spPr>
          <a:xfrm xmlns:a="http://schemas.openxmlformats.org/drawingml/2006/main" flipV="1">
            <a:off x="5260543" y="4168439"/>
            <a:ext cx="46634" cy="67921"/>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6" name="Connector 105">
            <a:extLst xmlns:a="http://schemas.openxmlformats.org/drawingml/2006/main">
              <a:ext uri="{FF2B5EF4-FFF2-40B4-BE49-F238E27FC236}">
                <a16:creationId xmlns:a16="http://schemas.microsoft.com/office/drawing/2014/main" id="{9AB77B56-6FE8-492D-A3B6-82E029BDAD5D}"/>
              </a:ext>
            </a:extLst>
          </p:cNvPr>
          <p:cNvSpPr>
            <a:spLocks xmlns:a="http://schemas.openxmlformats.org/drawingml/2006/main" noGrp="1"/>
          </p:cNvSpPr>
          <p:nvPr/>
        </p:nvSpPr>
        <p:spPr>
          <a:xfrm xmlns:a="http://schemas.openxmlformats.org/drawingml/2006/main" flipV="1">
            <a:off x="5307177" y="4094625"/>
            <a:ext cx="46635" cy="73814"/>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7" name="Connector 106">
            <a:extLst xmlns:a="http://schemas.openxmlformats.org/drawingml/2006/main">
              <a:ext uri="{FF2B5EF4-FFF2-40B4-BE49-F238E27FC236}">
                <a16:creationId xmlns:a16="http://schemas.microsoft.com/office/drawing/2014/main" id="{3DEEE476-C7ED-4D8E-AEEE-FF0AB2F5BC7C}"/>
              </a:ext>
            </a:extLst>
          </p:cNvPr>
          <p:cNvSpPr>
            <a:spLocks xmlns:a="http://schemas.openxmlformats.org/drawingml/2006/main" noGrp="1"/>
          </p:cNvSpPr>
          <p:nvPr/>
        </p:nvSpPr>
        <p:spPr>
          <a:xfrm xmlns:a="http://schemas.openxmlformats.org/drawingml/2006/main" flipV="1">
            <a:off x="5353812" y="4016082"/>
            <a:ext cx="46634" cy="78543"/>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8" name="Connector 107">
            <a:extLst xmlns:a="http://schemas.openxmlformats.org/drawingml/2006/main">
              <a:ext uri="{FF2B5EF4-FFF2-40B4-BE49-F238E27FC236}">
                <a16:creationId xmlns:a16="http://schemas.microsoft.com/office/drawing/2014/main" id="{8ABBD39B-890D-49EC-BDA2-0E7020BB17D0}"/>
              </a:ext>
            </a:extLst>
          </p:cNvPr>
          <p:cNvSpPr>
            <a:spLocks xmlns:a="http://schemas.openxmlformats.org/drawingml/2006/main" noGrp="1"/>
          </p:cNvSpPr>
          <p:nvPr/>
        </p:nvSpPr>
        <p:spPr>
          <a:xfrm xmlns:a="http://schemas.openxmlformats.org/drawingml/2006/main" flipV="1">
            <a:off x="5400446" y="3934049"/>
            <a:ext cx="46634" cy="82033"/>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9" name="Connector 108">
            <a:extLst xmlns:a="http://schemas.openxmlformats.org/drawingml/2006/main">
              <a:ext uri="{FF2B5EF4-FFF2-40B4-BE49-F238E27FC236}">
                <a16:creationId xmlns:a16="http://schemas.microsoft.com/office/drawing/2014/main" id="{EF308FDD-CF6E-4DEC-BE74-F8AAD613A62A}"/>
              </a:ext>
            </a:extLst>
          </p:cNvPr>
          <p:cNvSpPr>
            <a:spLocks xmlns:a="http://schemas.openxmlformats.org/drawingml/2006/main" noGrp="1"/>
          </p:cNvSpPr>
          <p:nvPr/>
        </p:nvSpPr>
        <p:spPr>
          <a:xfrm xmlns:a="http://schemas.openxmlformats.org/drawingml/2006/main" flipV="1">
            <a:off x="5447080" y="3849819"/>
            <a:ext cx="46635" cy="84230"/>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10" name="Connector 109">
            <a:extLst xmlns:a="http://schemas.openxmlformats.org/drawingml/2006/main">
              <a:ext uri="{FF2B5EF4-FFF2-40B4-BE49-F238E27FC236}">
                <a16:creationId xmlns:a16="http://schemas.microsoft.com/office/drawing/2014/main" id="{F5CDA139-C478-4467-89EC-35000EACDCA8}"/>
              </a:ext>
            </a:extLst>
          </p:cNvPr>
          <p:cNvSpPr>
            <a:spLocks xmlns:a="http://schemas.openxmlformats.org/drawingml/2006/main" noGrp="1"/>
          </p:cNvSpPr>
          <p:nvPr/>
        </p:nvSpPr>
        <p:spPr>
          <a:xfrm xmlns:a="http://schemas.openxmlformats.org/drawingml/2006/main" flipV="1">
            <a:off x="5493715" y="3764720"/>
            <a:ext cx="46634" cy="85099"/>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11" name="Connector 110">
            <a:extLst xmlns:a="http://schemas.openxmlformats.org/drawingml/2006/main">
              <a:ext uri="{FF2B5EF4-FFF2-40B4-BE49-F238E27FC236}">
                <a16:creationId xmlns:a16="http://schemas.microsoft.com/office/drawing/2014/main" id="{61660B30-42AE-4833-803B-531A817AECEB}"/>
              </a:ext>
            </a:extLst>
          </p:cNvPr>
          <p:cNvSpPr>
            <a:spLocks xmlns:a="http://schemas.openxmlformats.org/drawingml/2006/main" noGrp="1"/>
          </p:cNvSpPr>
          <p:nvPr/>
        </p:nvSpPr>
        <p:spPr>
          <a:xfrm xmlns:a="http://schemas.openxmlformats.org/drawingml/2006/main" flipV="1">
            <a:off x="5540349" y="3680096"/>
            <a:ext cx="46634" cy="84624"/>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12" name="Connector 111">
            <a:extLst xmlns:a="http://schemas.openxmlformats.org/drawingml/2006/main">
              <a:ext uri="{FF2B5EF4-FFF2-40B4-BE49-F238E27FC236}">
                <a16:creationId xmlns:a16="http://schemas.microsoft.com/office/drawing/2014/main" id="{14D69227-E206-400A-A3D8-1A7752803A09}"/>
              </a:ext>
            </a:extLst>
          </p:cNvPr>
          <p:cNvSpPr>
            <a:spLocks xmlns:a="http://schemas.openxmlformats.org/drawingml/2006/main" noGrp="1"/>
          </p:cNvSpPr>
          <p:nvPr/>
        </p:nvSpPr>
        <p:spPr>
          <a:xfrm xmlns:a="http://schemas.openxmlformats.org/drawingml/2006/main">
            <a:off x="6446520" y="3794760"/>
            <a:ext cx="4892039" cy="0"/>
          </a:xfrm>
          <a:prstGeom xmlns:a="http://schemas.openxmlformats.org/drawingml/2006/main" prst="line">
            <a:avLst/>
          </a:prstGeom>
          <a:ln xmlns:a="http://schemas.openxmlformats.org/drawingml/2006/main" w="1778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13" name="Connector 112">
            <a:extLst xmlns:a="http://schemas.openxmlformats.org/drawingml/2006/main">
              <a:ext uri="{FF2B5EF4-FFF2-40B4-BE49-F238E27FC236}">
                <a16:creationId xmlns:a16="http://schemas.microsoft.com/office/drawing/2014/main" id="{BC80EEAD-5B51-4977-8AE1-FF97EC128D7D}"/>
              </a:ext>
            </a:extLst>
          </p:cNvPr>
          <p:cNvSpPr>
            <a:spLocks xmlns:a="http://schemas.openxmlformats.org/drawingml/2006/main" noGrp="1"/>
          </p:cNvSpPr>
          <p:nvPr/>
        </p:nvSpPr>
        <p:spPr>
          <a:xfrm xmlns:a="http://schemas.openxmlformats.org/drawingml/2006/main">
            <a:off x="6492240" y="2889504"/>
            <a:ext cx="0" cy="1856232"/>
          </a:xfrm>
          <a:prstGeom xmlns:a="http://schemas.openxmlformats.org/drawingml/2006/main" prst="line">
            <a:avLst/>
          </a:prstGeom>
          <a:ln xmlns:a="http://schemas.openxmlformats.org/drawingml/2006/main" w="1397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16" name="Connector 115">
            <a:extLst xmlns:a="http://schemas.openxmlformats.org/drawingml/2006/main">
              <a:ext uri="{FF2B5EF4-FFF2-40B4-BE49-F238E27FC236}">
                <a16:creationId xmlns:a16="http://schemas.microsoft.com/office/drawing/2014/main" id="{65ECB0F6-2BEE-422F-9BEF-799ED5488743}"/>
              </a:ext>
            </a:extLst>
          </p:cNvPr>
          <p:cNvSpPr>
            <a:spLocks xmlns:a="http://schemas.openxmlformats.org/drawingml/2006/main" noGrp="1"/>
          </p:cNvSpPr>
          <p:nvPr/>
        </p:nvSpPr>
        <p:spPr>
          <a:xfrm xmlns:a="http://schemas.openxmlformats.org/drawingml/2006/main" flipV="1">
            <a:off x="6565392" y="3621856"/>
            <a:ext cx="45262" cy="58240"/>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17" name="Connector 116">
            <a:extLst xmlns:a="http://schemas.openxmlformats.org/drawingml/2006/main">
              <a:ext uri="{FF2B5EF4-FFF2-40B4-BE49-F238E27FC236}">
                <a16:creationId xmlns:a16="http://schemas.microsoft.com/office/drawing/2014/main" id="{E88664EE-0527-43D8-A0D5-4F88B83A5916}"/>
              </a:ext>
            </a:extLst>
          </p:cNvPr>
          <p:cNvSpPr>
            <a:spLocks xmlns:a="http://schemas.openxmlformats.org/drawingml/2006/main" noGrp="1"/>
          </p:cNvSpPr>
          <p:nvPr/>
        </p:nvSpPr>
        <p:spPr>
          <a:xfrm xmlns:a="http://schemas.openxmlformats.org/drawingml/2006/main" flipV="1">
            <a:off x="6610654" y="3564953"/>
            <a:ext cx="45263" cy="56903"/>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18" name="Connector 117">
            <a:extLst xmlns:a="http://schemas.openxmlformats.org/drawingml/2006/main">
              <a:ext uri="{FF2B5EF4-FFF2-40B4-BE49-F238E27FC236}">
                <a16:creationId xmlns:a16="http://schemas.microsoft.com/office/drawing/2014/main" id="{FCE9C519-9C11-4D19-8DD1-CE8B5BA524C7}"/>
              </a:ext>
            </a:extLst>
          </p:cNvPr>
          <p:cNvSpPr>
            <a:spLocks xmlns:a="http://schemas.openxmlformats.org/drawingml/2006/main" noGrp="1"/>
          </p:cNvSpPr>
          <p:nvPr/>
        </p:nvSpPr>
        <p:spPr>
          <a:xfrm xmlns:a="http://schemas.openxmlformats.org/drawingml/2006/main" flipV="1">
            <a:off x="6655917" y="3509827"/>
            <a:ext cx="45263" cy="55126"/>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19" name="Connector 118">
            <a:extLst xmlns:a="http://schemas.openxmlformats.org/drawingml/2006/main">
              <a:ext uri="{FF2B5EF4-FFF2-40B4-BE49-F238E27FC236}">
                <a16:creationId xmlns:a16="http://schemas.microsoft.com/office/drawing/2014/main" id="{F4258EEA-C3D9-4979-97B8-A37B303BAEF9}"/>
              </a:ext>
            </a:extLst>
          </p:cNvPr>
          <p:cNvSpPr>
            <a:spLocks xmlns:a="http://schemas.openxmlformats.org/drawingml/2006/main" noGrp="1"/>
          </p:cNvSpPr>
          <p:nvPr/>
        </p:nvSpPr>
        <p:spPr>
          <a:xfrm xmlns:a="http://schemas.openxmlformats.org/drawingml/2006/main" flipV="1">
            <a:off x="6701180" y="3456905"/>
            <a:ext cx="45263" cy="52922"/>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20" name="Connector 119">
            <a:extLst xmlns:a="http://schemas.openxmlformats.org/drawingml/2006/main">
              <a:ext uri="{FF2B5EF4-FFF2-40B4-BE49-F238E27FC236}">
                <a16:creationId xmlns:a16="http://schemas.microsoft.com/office/drawing/2014/main" id="{92888528-9F40-4388-9057-85EFC99BF240}"/>
              </a:ext>
            </a:extLst>
          </p:cNvPr>
          <p:cNvSpPr>
            <a:spLocks xmlns:a="http://schemas.openxmlformats.org/drawingml/2006/main" noGrp="1"/>
          </p:cNvSpPr>
          <p:nvPr/>
        </p:nvSpPr>
        <p:spPr>
          <a:xfrm xmlns:a="http://schemas.openxmlformats.org/drawingml/2006/main" flipV="1">
            <a:off x="6746443" y="3406595"/>
            <a:ext cx="45262" cy="50310"/>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21" name="Connector 120">
            <a:extLst xmlns:a="http://schemas.openxmlformats.org/drawingml/2006/main">
              <a:ext uri="{FF2B5EF4-FFF2-40B4-BE49-F238E27FC236}">
                <a16:creationId xmlns:a16="http://schemas.microsoft.com/office/drawing/2014/main" id="{098238D9-E8A1-4947-918A-1A22CCD5F3C5}"/>
              </a:ext>
            </a:extLst>
          </p:cNvPr>
          <p:cNvSpPr>
            <a:spLocks xmlns:a="http://schemas.openxmlformats.org/drawingml/2006/main" noGrp="1"/>
          </p:cNvSpPr>
          <p:nvPr/>
        </p:nvSpPr>
        <p:spPr>
          <a:xfrm xmlns:a="http://schemas.openxmlformats.org/drawingml/2006/main" flipV="1">
            <a:off x="6791705" y="3359287"/>
            <a:ext cx="45263" cy="47308"/>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22" name="Connector 121">
            <a:extLst xmlns:a="http://schemas.openxmlformats.org/drawingml/2006/main">
              <a:ext uri="{FF2B5EF4-FFF2-40B4-BE49-F238E27FC236}">
                <a16:creationId xmlns:a16="http://schemas.microsoft.com/office/drawing/2014/main" id="{EAF824B9-CA74-494A-BA94-0D28AB71B044}"/>
              </a:ext>
            </a:extLst>
          </p:cNvPr>
          <p:cNvSpPr>
            <a:spLocks xmlns:a="http://schemas.openxmlformats.org/drawingml/2006/main" noGrp="1"/>
          </p:cNvSpPr>
          <p:nvPr/>
        </p:nvSpPr>
        <p:spPr>
          <a:xfrm xmlns:a="http://schemas.openxmlformats.org/drawingml/2006/main" flipV="1">
            <a:off x="6836968" y="3315346"/>
            <a:ext cx="45263" cy="43941"/>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23" name="Connector 122">
            <a:extLst xmlns:a="http://schemas.openxmlformats.org/drawingml/2006/main">
              <a:ext uri="{FF2B5EF4-FFF2-40B4-BE49-F238E27FC236}">
                <a16:creationId xmlns:a16="http://schemas.microsoft.com/office/drawing/2014/main" id="{5B8ACDF1-11BE-445D-BDF2-36009A86B267}"/>
              </a:ext>
            </a:extLst>
          </p:cNvPr>
          <p:cNvSpPr>
            <a:spLocks xmlns:a="http://schemas.openxmlformats.org/drawingml/2006/main" noGrp="1"/>
          </p:cNvSpPr>
          <p:nvPr/>
        </p:nvSpPr>
        <p:spPr>
          <a:xfrm xmlns:a="http://schemas.openxmlformats.org/drawingml/2006/main" flipV="1">
            <a:off x="6882231" y="3275112"/>
            <a:ext cx="45263" cy="40234"/>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24" name="Connector 123">
            <a:extLst xmlns:a="http://schemas.openxmlformats.org/drawingml/2006/main">
              <a:ext uri="{FF2B5EF4-FFF2-40B4-BE49-F238E27FC236}">
                <a16:creationId xmlns:a16="http://schemas.microsoft.com/office/drawing/2014/main" id="{4C292FEE-A49D-4F0E-B648-448D57FD0B0B}"/>
              </a:ext>
            </a:extLst>
          </p:cNvPr>
          <p:cNvSpPr>
            <a:spLocks xmlns:a="http://schemas.openxmlformats.org/drawingml/2006/main" noGrp="1"/>
          </p:cNvSpPr>
          <p:nvPr/>
        </p:nvSpPr>
        <p:spPr>
          <a:xfrm xmlns:a="http://schemas.openxmlformats.org/drawingml/2006/main" flipV="1">
            <a:off x="6927494" y="3238897"/>
            <a:ext cx="45263" cy="36215"/>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25" name="Connector 124">
            <a:extLst xmlns:a="http://schemas.openxmlformats.org/drawingml/2006/main">
              <a:ext uri="{FF2B5EF4-FFF2-40B4-BE49-F238E27FC236}">
                <a16:creationId xmlns:a16="http://schemas.microsoft.com/office/drawing/2014/main" id="{FF404B16-D46F-47F9-847F-235750268DD2}"/>
              </a:ext>
            </a:extLst>
          </p:cNvPr>
          <p:cNvSpPr>
            <a:spLocks xmlns:a="http://schemas.openxmlformats.org/drawingml/2006/main" noGrp="1"/>
          </p:cNvSpPr>
          <p:nvPr/>
        </p:nvSpPr>
        <p:spPr>
          <a:xfrm xmlns:a="http://schemas.openxmlformats.org/drawingml/2006/main" flipV="1">
            <a:off x="6972757" y="3206980"/>
            <a:ext cx="45263" cy="31917"/>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26" name="Connector 125">
            <a:extLst xmlns:a="http://schemas.openxmlformats.org/drawingml/2006/main">
              <a:ext uri="{FF2B5EF4-FFF2-40B4-BE49-F238E27FC236}">
                <a16:creationId xmlns:a16="http://schemas.microsoft.com/office/drawing/2014/main" id="{B9C7E7C1-5ADD-44C9-BCFA-9F1440B4E638}"/>
              </a:ext>
            </a:extLst>
          </p:cNvPr>
          <p:cNvSpPr>
            <a:spLocks xmlns:a="http://schemas.openxmlformats.org/drawingml/2006/main" noGrp="1"/>
          </p:cNvSpPr>
          <p:nvPr/>
        </p:nvSpPr>
        <p:spPr>
          <a:xfrm xmlns:a="http://schemas.openxmlformats.org/drawingml/2006/main" flipV="1">
            <a:off x="7018020" y="3179608"/>
            <a:ext cx="45262" cy="27372"/>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27" name="Connector 126">
            <a:extLst xmlns:a="http://schemas.openxmlformats.org/drawingml/2006/main">
              <a:ext uri="{FF2B5EF4-FFF2-40B4-BE49-F238E27FC236}">
                <a16:creationId xmlns:a16="http://schemas.microsoft.com/office/drawing/2014/main" id="{A051EBD5-1688-45B0-BF42-D71DAEB49001}"/>
              </a:ext>
            </a:extLst>
          </p:cNvPr>
          <p:cNvSpPr>
            <a:spLocks xmlns:a="http://schemas.openxmlformats.org/drawingml/2006/main" noGrp="1"/>
          </p:cNvSpPr>
          <p:nvPr/>
        </p:nvSpPr>
        <p:spPr>
          <a:xfrm xmlns:a="http://schemas.openxmlformats.org/drawingml/2006/main" flipV="1">
            <a:off x="7063282" y="3156993"/>
            <a:ext cx="45263" cy="22615"/>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28" name="Connector 127">
            <a:extLst xmlns:a="http://schemas.openxmlformats.org/drawingml/2006/main">
              <a:ext uri="{FF2B5EF4-FFF2-40B4-BE49-F238E27FC236}">
                <a16:creationId xmlns:a16="http://schemas.microsoft.com/office/drawing/2014/main" id="{EE8B054D-2968-4C61-8CB6-A417AD61C58A}"/>
              </a:ext>
            </a:extLst>
          </p:cNvPr>
          <p:cNvSpPr>
            <a:spLocks xmlns:a="http://schemas.openxmlformats.org/drawingml/2006/main" noGrp="1"/>
          </p:cNvSpPr>
          <p:nvPr/>
        </p:nvSpPr>
        <p:spPr>
          <a:xfrm xmlns:a="http://schemas.openxmlformats.org/drawingml/2006/main" flipV="1">
            <a:off x="7108545" y="3139310"/>
            <a:ext cx="45263" cy="17683"/>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29" name="Connector 128">
            <a:extLst xmlns:a="http://schemas.openxmlformats.org/drawingml/2006/main">
              <a:ext uri="{FF2B5EF4-FFF2-40B4-BE49-F238E27FC236}">
                <a16:creationId xmlns:a16="http://schemas.microsoft.com/office/drawing/2014/main" id="{50271C3B-9A82-4BE3-8602-BD93A105ED4A}"/>
              </a:ext>
            </a:extLst>
          </p:cNvPr>
          <p:cNvSpPr>
            <a:spLocks xmlns:a="http://schemas.openxmlformats.org/drawingml/2006/main" noGrp="1"/>
          </p:cNvSpPr>
          <p:nvPr/>
        </p:nvSpPr>
        <p:spPr>
          <a:xfrm xmlns:a="http://schemas.openxmlformats.org/drawingml/2006/main" flipV="1">
            <a:off x="7153808" y="3126695"/>
            <a:ext cx="45263" cy="12615"/>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30" name="Connector 129">
            <a:extLst xmlns:a="http://schemas.openxmlformats.org/drawingml/2006/main">
              <a:ext uri="{FF2B5EF4-FFF2-40B4-BE49-F238E27FC236}">
                <a16:creationId xmlns:a16="http://schemas.microsoft.com/office/drawing/2014/main" id="{087CCCED-8F10-42F1-8D36-B680E8EE7AC0}"/>
              </a:ext>
            </a:extLst>
          </p:cNvPr>
          <p:cNvSpPr>
            <a:spLocks xmlns:a="http://schemas.openxmlformats.org/drawingml/2006/main" noGrp="1"/>
          </p:cNvSpPr>
          <p:nvPr/>
        </p:nvSpPr>
        <p:spPr>
          <a:xfrm xmlns:a="http://schemas.openxmlformats.org/drawingml/2006/main" flipV="1">
            <a:off x="7199071" y="3119246"/>
            <a:ext cx="45262" cy="7449"/>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31" name="Connector 130">
            <a:extLst xmlns:a="http://schemas.openxmlformats.org/drawingml/2006/main">
              <a:ext uri="{FF2B5EF4-FFF2-40B4-BE49-F238E27FC236}">
                <a16:creationId xmlns:a16="http://schemas.microsoft.com/office/drawing/2014/main" id="{B8130F93-54FF-4AA8-9D59-A2BA5CA85DB9}"/>
              </a:ext>
            </a:extLst>
          </p:cNvPr>
          <p:cNvSpPr>
            <a:spLocks xmlns:a="http://schemas.openxmlformats.org/drawingml/2006/main" noGrp="1"/>
          </p:cNvSpPr>
          <p:nvPr/>
        </p:nvSpPr>
        <p:spPr>
          <a:xfrm xmlns:a="http://schemas.openxmlformats.org/drawingml/2006/main" flipV="1">
            <a:off x="7244333" y="3117021"/>
            <a:ext cx="45263" cy="2225"/>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32" name="Connector 131">
            <a:extLst xmlns:a="http://schemas.openxmlformats.org/drawingml/2006/main">
              <a:ext uri="{FF2B5EF4-FFF2-40B4-BE49-F238E27FC236}">
                <a16:creationId xmlns:a16="http://schemas.microsoft.com/office/drawing/2014/main" id="{D4C23F65-1D44-43A8-A9EB-13C68945F92E}"/>
              </a:ext>
            </a:extLst>
          </p:cNvPr>
          <p:cNvSpPr>
            <a:spLocks xmlns:a="http://schemas.openxmlformats.org/drawingml/2006/main" noGrp="1"/>
          </p:cNvSpPr>
          <p:nvPr/>
        </p:nvSpPr>
        <p:spPr>
          <a:xfrm xmlns:a="http://schemas.openxmlformats.org/drawingml/2006/main">
            <a:off x="7289596" y="3117021"/>
            <a:ext cx="45263" cy="3016"/>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33" name="Connector 132">
            <a:extLst xmlns:a="http://schemas.openxmlformats.org/drawingml/2006/main">
              <a:ext uri="{FF2B5EF4-FFF2-40B4-BE49-F238E27FC236}">
                <a16:creationId xmlns:a16="http://schemas.microsoft.com/office/drawing/2014/main" id="{669F1B38-86C8-411D-BEAB-F33C23A34888}"/>
              </a:ext>
            </a:extLst>
          </p:cNvPr>
          <p:cNvSpPr>
            <a:spLocks xmlns:a="http://schemas.openxmlformats.org/drawingml/2006/main" noGrp="1"/>
          </p:cNvSpPr>
          <p:nvPr/>
        </p:nvSpPr>
        <p:spPr>
          <a:xfrm xmlns:a="http://schemas.openxmlformats.org/drawingml/2006/main">
            <a:off x="7334859" y="3120037"/>
            <a:ext cx="45263" cy="8233"/>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34" name="Connector 133">
            <a:extLst xmlns:a="http://schemas.openxmlformats.org/drawingml/2006/main">
              <a:ext uri="{FF2B5EF4-FFF2-40B4-BE49-F238E27FC236}">
                <a16:creationId xmlns:a16="http://schemas.microsoft.com/office/drawing/2014/main" id="{A0CE826E-9A1F-40DA-A7C0-9F6D2F65D21B}"/>
              </a:ext>
            </a:extLst>
          </p:cNvPr>
          <p:cNvSpPr>
            <a:spLocks xmlns:a="http://schemas.openxmlformats.org/drawingml/2006/main" noGrp="1"/>
          </p:cNvSpPr>
          <p:nvPr/>
        </p:nvSpPr>
        <p:spPr>
          <a:xfrm xmlns:a="http://schemas.openxmlformats.org/drawingml/2006/main">
            <a:off x="7380122" y="3128270"/>
            <a:ext cx="45263" cy="13387"/>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35" name="Connector 134">
            <a:extLst xmlns:a="http://schemas.openxmlformats.org/drawingml/2006/main">
              <a:ext uri="{FF2B5EF4-FFF2-40B4-BE49-F238E27FC236}">
                <a16:creationId xmlns:a16="http://schemas.microsoft.com/office/drawing/2014/main" id="{F285477D-1BAE-4A88-9782-C1B4BA857C6C}"/>
              </a:ext>
            </a:extLst>
          </p:cNvPr>
          <p:cNvSpPr>
            <a:spLocks xmlns:a="http://schemas.openxmlformats.org/drawingml/2006/main" noGrp="1"/>
          </p:cNvSpPr>
          <p:nvPr/>
        </p:nvSpPr>
        <p:spPr>
          <a:xfrm xmlns:a="http://schemas.openxmlformats.org/drawingml/2006/main">
            <a:off x="7425385" y="3141657"/>
            <a:ext cx="45263" cy="18437"/>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36" name="Connector 135">
            <a:extLst xmlns:a="http://schemas.openxmlformats.org/drawingml/2006/main">
              <a:ext uri="{FF2B5EF4-FFF2-40B4-BE49-F238E27FC236}">
                <a16:creationId xmlns:a16="http://schemas.microsoft.com/office/drawing/2014/main" id="{8EC108CC-A4CB-484B-996A-8BA6B4007E25}"/>
              </a:ext>
            </a:extLst>
          </p:cNvPr>
          <p:cNvSpPr>
            <a:spLocks xmlns:a="http://schemas.openxmlformats.org/drawingml/2006/main" noGrp="1"/>
          </p:cNvSpPr>
          <p:nvPr/>
        </p:nvSpPr>
        <p:spPr>
          <a:xfrm xmlns:a="http://schemas.openxmlformats.org/drawingml/2006/main">
            <a:off x="7470648" y="3160094"/>
            <a:ext cx="45262" cy="23345"/>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37" name="Connector 136">
            <a:extLst xmlns:a="http://schemas.openxmlformats.org/drawingml/2006/main">
              <a:ext uri="{FF2B5EF4-FFF2-40B4-BE49-F238E27FC236}">
                <a16:creationId xmlns:a16="http://schemas.microsoft.com/office/drawing/2014/main" id="{8362E108-F998-4B67-8565-DC3A1E621D06}"/>
              </a:ext>
            </a:extLst>
          </p:cNvPr>
          <p:cNvSpPr>
            <a:spLocks xmlns:a="http://schemas.openxmlformats.org/drawingml/2006/main" noGrp="1"/>
          </p:cNvSpPr>
          <p:nvPr/>
        </p:nvSpPr>
        <p:spPr>
          <a:xfrm xmlns:a="http://schemas.openxmlformats.org/drawingml/2006/main">
            <a:off x="7515910" y="3183439"/>
            <a:ext cx="45263" cy="28072"/>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38" name="Connector 137">
            <a:extLst xmlns:a="http://schemas.openxmlformats.org/drawingml/2006/main">
              <a:ext uri="{FF2B5EF4-FFF2-40B4-BE49-F238E27FC236}">
                <a16:creationId xmlns:a16="http://schemas.microsoft.com/office/drawing/2014/main" id="{F0073614-8019-421A-8DC5-7773D746CF2B}"/>
              </a:ext>
            </a:extLst>
          </p:cNvPr>
          <p:cNvSpPr>
            <a:spLocks xmlns:a="http://schemas.openxmlformats.org/drawingml/2006/main" noGrp="1"/>
          </p:cNvSpPr>
          <p:nvPr/>
        </p:nvSpPr>
        <p:spPr>
          <a:xfrm xmlns:a="http://schemas.openxmlformats.org/drawingml/2006/main">
            <a:off x="7561173" y="3211511"/>
            <a:ext cx="45263" cy="32582"/>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39" name="Connector 138">
            <a:extLst xmlns:a="http://schemas.openxmlformats.org/drawingml/2006/main">
              <a:ext uri="{FF2B5EF4-FFF2-40B4-BE49-F238E27FC236}">
                <a16:creationId xmlns:a16="http://schemas.microsoft.com/office/drawing/2014/main" id="{609928DE-96CE-487A-AD93-FF0BB6D4FAD2}"/>
              </a:ext>
            </a:extLst>
          </p:cNvPr>
          <p:cNvSpPr>
            <a:spLocks xmlns:a="http://schemas.openxmlformats.org/drawingml/2006/main" noGrp="1"/>
          </p:cNvSpPr>
          <p:nvPr/>
        </p:nvSpPr>
        <p:spPr>
          <a:xfrm xmlns:a="http://schemas.openxmlformats.org/drawingml/2006/main">
            <a:off x="7606436" y="3244093"/>
            <a:ext cx="45263" cy="36841"/>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40" name="Connector 139">
            <a:extLst xmlns:a="http://schemas.openxmlformats.org/drawingml/2006/main">
              <a:ext uri="{FF2B5EF4-FFF2-40B4-BE49-F238E27FC236}">
                <a16:creationId xmlns:a16="http://schemas.microsoft.com/office/drawing/2014/main" id="{389FBFB7-C5A1-484F-AE6E-DC5848A1F4B0}"/>
              </a:ext>
            </a:extLst>
          </p:cNvPr>
          <p:cNvSpPr>
            <a:spLocks xmlns:a="http://schemas.openxmlformats.org/drawingml/2006/main" noGrp="1"/>
          </p:cNvSpPr>
          <p:nvPr/>
        </p:nvSpPr>
        <p:spPr>
          <a:xfrm xmlns:a="http://schemas.openxmlformats.org/drawingml/2006/main">
            <a:off x="7651699" y="3280934"/>
            <a:ext cx="45263" cy="40813"/>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41" name="Connector 140">
            <a:extLst xmlns:a="http://schemas.openxmlformats.org/drawingml/2006/main">
              <a:ext uri="{FF2B5EF4-FFF2-40B4-BE49-F238E27FC236}">
                <a16:creationId xmlns:a16="http://schemas.microsoft.com/office/drawing/2014/main" id="{56002F90-8485-467D-ACDE-DAAA05A4CAF6}"/>
              </a:ext>
            </a:extLst>
          </p:cNvPr>
          <p:cNvSpPr>
            <a:spLocks xmlns:a="http://schemas.openxmlformats.org/drawingml/2006/main" noGrp="1"/>
          </p:cNvSpPr>
          <p:nvPr/>
        </p:nvSpPr>
        <p:spPr>
          <a:xfrm xmlns:a="http://schemas.openxmlformats.org/drawingml/2006/main">
            <a:off x="7696962" y="3321747"/>
            <a:ext cx="45262" cy="44472"/>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42" name="Connector 141">
            <a:extLst xmlns:a="http://schemas.openxmlformats.org/drawingml/2006/main">
              <a:ext uri="{FF2B5EF4-FFF2-40B4-BE49-F238E27FC236}">
                <a16:creationId xmlns:a16="http://schemas.microsoft.com/office/drawing/2014/main" id="{AD5931AB-9480-4434-9285-B7A416961CFB}"/>
              </a:ext>
            </a:extLst>
          </p:cNvPr>
          <p:cNvSpPr>
            <a:spLocks xmlns:a="http://schemas.openxmlformats.org/drawingml/2006/main" noGrp="1"/>
          </p:cNvSpPr>
          <p:nvPr/>
        </p:nvSpPr>
        <p:spPr>
          <a:xfrm xmlns:a="http://schemas.openxmlformats.org/drawingml/2006/main">
            <a:off x="7742224" y="3366219"/>
            <a:ext cx="45263" cy="47785"/>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43" name="Connector 142">
            <a:extLst xmlns:a="http://schemas.openxmlformats.org/drawingml/2006/main">
              <a:ext uri="{FF2B5EF4-FFF2-40B4-BE49-F238E27FC236}">
                <a16:creationId xmlns:a16="http://schemas.microsoft.com/office/drawing/2014/main" id="{5963FF52-27FC-4805-9E75-7F844EC820F5}"/>
              </a:ext>
            </a:extLst>
          </p:cNvPr>
          <p:cNvSpPr>
            <a:spLocks xmlns:a="http://schemas.openxmlformats.org/drawingml/2006/main" noGrp="1"/>
          </p:cNvSpPr>
          <p:nvPr/>
        </p:nvSpPr>
        <p:spPr>
          <a:xfrm xmlns:a="http://schemas.openxmlformats.org/drawingml/2006/main">
            <a:off x="7787487" y="3414004"/>
            <a:ext cx="45263" cy="50730"/>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44" name="Connector 143">
            <a:extLst xmlns:a="http://schemas.openxmlformats.org/drawingml/2006/main">
              <a:ext uri="{FF2B5EF4-FFF2-40B4-BE49-F238E27FC236}">
                <a16:creationId xmlns:a16="http://schemas.microsoft.com/office/drawing/2014/main" id="{171F5910-0EBA-406D-AAEB-D984EEC8D304}"/>
              </a:ext>
            </a:extLst>
          </p:cNvPr>
          <p:cNvSpPr>
            <a:spLocks xmlns:a="http://schemas.openxmlformats.org/drawingml/2006/main" noGrp="1"/>
          </p:cNvSpPr>
          <p:nvPr/>
        </p:nvSpPr>
        <p:spPr>
          <a:xfrm xmlns:a="http://schemas.openxmlformats.org/drawingml/2006/main">
            <a:off x="7832750" y="3464734"/>
            <a:ext cx="45263" cy="53281"/>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45" name="Connector 144">
            <a:extLst xmlns:a="http://schemas.openxmlformats.org/drawingml/2006/main">
              <a:ext uri="{FF2B5EF4-FFF2-40B4-BE49-F238E27FC236}">
                <a16:creationId xmlns:a16="http://schemas.microsoft.com/office/drawing/2014/main" id="{AA16AB96-0032-43F6-B013-8F34B1DC3249}"/>
              </a:ext>
            </a:extLst>
          </p:cNvPr>
          <p:cNvSpPr>
            <a:spLocks xmlns:a="http://schemas.openxmlformats.org/drawingml/2006/main" noGrp="1"/>
          </p:cNvSpPr>
          <p:nvPr/>
        </p:nvSpPr>
        <p:spPr>
          <a:xfrm xmlns:a="http://schemas.openxmlformats.org/drawingml/2006/main">
            <a:off x="7878013" y="3518015"/>
            <a:ext cx="45262" cy="55422"/>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46" name="Connector 145">
            <a:extLst xmlns:a="http://schemas.openxmlformats.org/drawingml/2006/main">
              <a:ext uri="{FF2B5EF4-FFF2-40B4-BE49-F238E27FC236}">
                <a16:creationId xmlns:a16="http://schemas.microsoft.com/office/drawing/2014/main" id="{1686A49C-2401-45C1-9E55-0C1E7FD0CFB0}"/>
              </a:ext>
            </a:extLst>
          </p:cNvPr>
          <p:cNvSpPr>
            <a:spLocks xmlns:a="http://schemas.openxmlformats.org/drawingml/2006/main" noGrp="1"/>
          </p:cNvSpPr>
          <p:nvPr/>
        </p:nvSpPr>
        <p:spPr>
          <a:xfrm xmlns:a="http://schemas.openxmlformats.org/drawingml/2006/main">
            <a:off x="7923275" y="3573437"/>
            <a:ext cx="45263" cy="57133"/>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47" name="Connector 146">
            <a:extLst xmlns:a="http://schemas.openxmlformats.org/drawingml/2006/main">
              <a:ext uri="{FF2B5EF4-FFF2-40B4-BE49-F238E27FC236}">
                <a16:creationId xmlns:a16="http://schemas.microsoft.com/office/drawing/2014/main" id="{598F5E2A-81B7-4700-B4B9-AF3BCBE3F40F}"/>
              </a:ext>
            </a:extLst>
          </p:cNvPr>
          <p:cNvSpPr>
            <a:spLocks xmlns:a="http://schemas.openxmlformats.org/drawingml/2006/main" noGrp="1"/>
          </p:cNvSpPr>
          <p:nvPr/>
        </p:nvSpPr>
        <p:spPr>
          <a:xfrm xmlns:a="http://schemas.openxmlformats.org/drawingml/2006/main">
            <a:off x="7968538" y="3630570"/>
            <a:ext cx="45263" cy="58403"/>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48" name="Connector 147">
            <a:extLst xmlns:a="http://schemas.openxmlformats.org/drawingml/2006/main">
              <a:ext uri="{FF2B5EF4-FFF2-40B4-BE49-F238E27FC236}">
                <a16:creationId xmlns:a16="http://schemas.microsoft.com/office/drawing/2014/main" id="{A4762550-867F-487D-99CD-8D90CEBA1546}"/>
              </a:ext>
            </a:extLst>
          </p:cNvPr>
          <p:cNvSpPr>
            <a:spLocks xmlns:a="http://schemas.openxmlformats.org/drawingml/2006/main" noGrp="1"/>
          </p:cNvSpPr>
          <p:nvPr/>
        </p:nvSpPr>
        <p:spPr>
          <a:xfrm xmlns:a="http://schemas.openxmlformats.org/drawingml/2006/main">
            <a:off x="8013801" y="3688973"/>
            <a:ext cx="45263" cy="59220"/>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49" name="Connector 148">
            <a:extLst xmlns:a="http://schemas.openxmlformats.org/drawingml/2006/main">
              <a:ext uri="{FF2B5EF4-FFF2-40B4-BE49-F238E27FC236}">
                <a16:creationId xmlns:a16="http://schemas.microsoft.com/office/drawing/2014/main" id="{A2618DA4-890E-47E5-ABBC-D4DFBB9969BE}"/>
              </a:ext>
            </a:extLst>
          </p:cNvPr>
          <p:cNvSpPr>
            <a:spLocks xmlns:a="http://schemas.openxmlformats.org/drawingml/2006/main" noGrp="1"/>
          </p:cNvSpPr>
          <p:nvPr/>
        </p:nvSpPr>
        <p:spPr>
          <a:xfrm xmlns:a="http://schemas.openxmlformats.org/drawingml/2006/main">
            <a:off x="8059064" y="3748193"/>
            <a:ext cx="45263" cy="59581"/>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50" name="Connector 149">
            <a:extLst xmlns:a="http://schemas.openxmlformats.org/drawingml/2006/main">
              <a:ext uri="{FF2B5EF4-FFF2-40B4-BE49-F238E27FC236}">
                <a16:creationId xmlns:a16="http://schemas.microsoft.com/office/drawing/2014/main" id="{9F4EB909-AB3C-43FA-8E34-EE2DEE1631B7}"/>
              </a:ext>
            </a:extLst>
          </p:cNvPr>
          <p:cNvSpPr>
            <a:spLocks xmlns:a="http://schemas.openxmlformats.org/drawingml/2006/main" noGrp="1"/>
          </p:cNvSpPr>
          <p:nvPr/>
        </p:nvSpPr>
        <p:spPr>
          <a:xfrm xmlns:a="http://schemas.openxmlformats.org/drawingml/2006/main">
            <a:off x="8104327" y="3807774"/>
            <a:ext cx="45263" cy="59480"/>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51" name="Connector 150">
            <a:extLst xmlns:a="http://schemas.openxmlformats.org/drawingml/2006/main">
              <a:ext uri="{FF2B5EF4-FFF2-40B4-BE49-F238E27FC236}">
                <a16:creationId xmlns:a16="http://schemas.microsoft.com/office/drawing/2014/main" id="{620C4459-FB21-41ED-8CF7-0FDAE1BC72B1}"/>
              </a:ext>
            </a:extLst>
          </p:cNvPr>
          <p:cNvSpPr>
            <a:spLocks xmlns:a="http://schemas.openxmlformats.org/drawingml/2006/main" noGrp="1"/>
          </p:cNvSpPr>
          <p:nvPr/>
        </p:nvSpPr>
        <p:spPr>
          <a:xfrm xmlns:a="http://schemas.openxmlformats.org/drawingml/2006/main">
            <a:off x="8149590" y="3867254"/>
            <a:ext cx="45262" cy="58920"/>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52" name="Connector 151">
            <a:extLst xmlns:a="http://schemas.openxmlformats.org/drawingml/2006/main">
              <a:ext uri="{FF2B5EF4-FFF2-40B4-BE49-F238E27FC236}">
                <a16:creationId xmlns:a16="http://schemas.microsoft.com/office/drawing/2014/main" id="{6604EA99-607D-4069-A4EE-CCE956738B76}"/>
              </a:ext>
            </a:extLst>
          </p:cNvPr>
          <p:cNvSpPr>
            <a:spLocks xmlns:a="http://schemas.openxmlformats.org/drawingml/2006/main" noGrp="1"/>
          </p:cNvSpPr>
          <p:nvPr/>
        </p:nvSpPr>
        <p:spPr>
          <a:xfrm xmlns:a="http://schemas.openxmlformats.org/drawingml/2006/main">
            <a:off x="8194852" y="3926174"/>
            <a:ext cx="45263" cy="57903"/>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53" name="Connector 152">
            <a:extLst xmlns:a="http://schemas.openxmlformats.org/drawingml/2006/main">
              <a:ext uri="{FF2B5EF4-FFF2-40B4-BE49-F238E27FC236}">
                <a16:creationId xmlns:a16="http://schemas.microsoft.com/office/drawing/2014/main" id="{370B22CD-B90E-417C-8C71-33A795953C3F}"/>
              </a:ext>
            </a:extLst>
          </p:cNvPr>
          <p:cNvSpPr>
            <a:spLocks xmlns:a="http://schemas.openxmlformats.org/drawingml/2006/main" noGrp="1"/>
          </p:cNvSpPr>
          <p:nvPr/>
        </p:nvSpPr>
        <p:spPr>
          <a:xfrm xmlns:a="http://schemas.openxmlformats.org/drawingml/2006/main">
            <a:off x="8240115" y="3984077"/>
            <a:ext cx="45263" cy="56439"/>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54" name="Connector 153">
            <a:extLst xmlns:a="http://schemas.openxmlformats.org/drawingml/2006/main">
              <a:ext uri="{FF2B5EF4-FFF2-40B4-BE49-F238E27FC236}">
                <a16:creationId xmlns:a16="http://schemas.microsoft.com/office/drawing/2014/main" id="{6FE6E5EA-0E76-43D7-8705-06E4355925A0}"/>
              </a:ext>
            </a:extLst>
          </p:cNvPr>
          <p:cNvSpPr>
            <a:spLocks xmlns:a="http://schemas.openxmlformats.org/drawingml/2006/main" noGrp="1"/>
          </p:cNvSpPr>
          <p:nvPr/>
        </p:nvSpPr>
        <p:spPr>
          <a:xfrm xmlns:a="http://schemas.openxmlformats.org/drawingml/2006/main">
            <a:off x="8285378" y="4040516"/>
            <a:ext cx="45263" cy="54539"/>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55" name="Connector 154">
            <a:extLst xmlns:a="http://schemas.openxmlformats.org/drawingml/2006/main">
              <a:ext uri="{FF2B5EF4-FFF2-40B4-BE49-F238E27FC236}">
                <a16:creationId xmlns:a16="http://schemas.microsoft.com/office/drawing/2014/main" id="{FFCFAFD1-2A0E-41E8-ACAB-73137FEEB5A5}"/>
              </a:ext>
            </a:extLst>
          </p:cNvPr>
          <p:cNvSpPr>
            <a:spLocks xmlns:a="http://schemas.openxmlformats.org/drawingml/2006/main" noGrp="1"/>
          </p:cNvSpPr>
          <p:nvPr/>
        </p:nvSpPr>
        <p:spPr>
          <a:xfrm xmlns:a="http://schemas.openxmlformats.org/drawingml/2006/main">
            <a:off x="8330641" y="4095055"/>
            <a:ext cx="45263" cy="52217"/>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56" name="Connector 155">
            <a:extLst xmlns:a="http://schemas.openxmlformats.org/drawingml/2006/main">
              <a:ext uri="{FF2B5EF4-FFF2-40B4-BE49-F238E27FC236}">
                <a16:creationId xmlns:a16="http://schemas.microsoft.com/office/drawing/2014/main" id="{637B5339-BCDC-4589-B600-7436E7185D64}"/>
              </a:ext>
            </a:extLst>
          </p:cNvPr>
          <p:cNvSpPr>
            <a:spLocks xmlns:a="http://schemas.openxmlformats.org/drawingml/2006/main" noGrp="1"/>
          </p:cNvSpPr>
          <p:nvPr/>
        </p:nvSpPr>
        <p:spPr>
          <a:xfrm xmlns:a="http://schemas.openxmlformats.org/drawingml/2006/main">
            <a:off x="8375904" y="4147272"/>
            <a:ext cx="45262" cy="49491"/>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57" name="Connector 156">
            <a:extLst xmlns:a="http://schemas.openxmlformats.org/drawingml/2006/main">
              <a:ext uri="{FF2B5EF4-FFF2-40B4-BE49-F238E27FC236}">
                <a16:creationId xmlns:a16="http://schemas.microsoft.com/office/drawing/2014/main" id="{D19E7C7B-CAB6-46BB-A427-9E2CD4082D1F}"/>
              </a:ext>
            </a:extLst>
          </p:cNvPr>
          <p:cNvSpPr>
            <a:spLocks xmlns:a="http://schemas.openxmlformats.org/drawingml/2006/main" noGrp="1"/>
          </p:cNvSpPr>
          <p:nvPr/>
        </p:nvSpPr>
        <p:spPr>
          <a:xfrm xmlns:a="http://schemas.openxmlformats.org/drawingml/2006/main">
            <a:off x="8421166" y="4196763"/>
            <a:ext cx="45263" cy="46383"/>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58" name="Connector 157">
            <a:extLst xmlns:a="http://schemas.openxmlformats.org/drawingml/2006/main">
              <a:ext uri="{FF2B5EF4-FFF2-40B4-BE49-F238E27FC236}">
                <a16:creationId xmlns:a16="http://schemas.microsoft.com/office/drawing/2014/main" id="{A4939C6A-319D-4534-8BDD-E5193DB24C50}"/>
              </a:ext>
            </a:extLst>
          </p:cNvPr>
          <p:cNvSpPr>
            <a:spLocks xmlns:a="http://schemas.openxmlformats.org/drawingml/2006/main" noGrp="1"/>
          </p:cNvSpPr>
          <p:nvPr/>
        </p:nvSpPr>
        <p:spPr>
          <a:xfrm xmlns:a="http://schemas.openxmlformats.org/drawingml/2006/main">
            <a:off x="8466429" y="4243146"/>
            <a:ext cx="45263" cy="42915"/>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59" name="Connector 158">
            <a:extLst xmlns:a="http://schemas.openxmlformats.org/drawingml/2006/main">
              <a:ext uri="{FF2B5EF4-FFF2-40B4-BE49-F238E27FC236}">
                <a16:creationId xmlns:a16="http://schemas.microsoft.com/office/drawing/2014/main" id="{07D408B5-6190-44C5-A036-0C4A603F3497}"/>
              </a:ext>
            </a:extLst>
          </p:cNvPr>
          <p:cNvSpPr>
            <a:spLocks xmlns:a="http://schemas.openxmlformats.org/drawingml/2006/main" noGrp="1"/>
          </p:cNvSpPr>
          <p:nvPr/>
        </p:nvSpPr>
        <p:spPr>
          <a:xfrm xmlns:a="http://schemas.openxmlformats.org/drawingml/2006/main">
            <a:off x="8511692" y="4286061"/>
            <a:ext cx="45263" cy="39116"/>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60" name="Connector 159">
            <a:extLst xmlns:a="http://schemas.openxmlformats.org/drawingml/2006/main">
              <a:ext uri="{FF2B5EF4-FFF2-40B4-BE49-F238E27FC236}">
                <a16:creationId xmlns:a16="http://schemas.microsoft.com/office/drawing/2014/main" id="{E25E2A62-F151-411C-8978-3F7A149E3429}"/>
              </a:ext>
            </a:extLst>
          </p:cNvPr>
          <p:cNvSpPr>
            <a:spLocks xmlns:a="http://schemas.openxmlformats.org/drawingml/2006/main" noGrp="1"/>
          </p:cNvSpPr>
          <p:nvPr/>
        </p:nvSpPr>
        <p:spPr>
          <a:xfrm xmlns:a="http://schemas.openxmlformats.org/drawingml/2006/main">
            <a:off x="8556955" y="4325177"/>
            <a:ext cx="45262" cy="35014"/>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61" name="Connector 160">
            <a:extLst xmlns:a="http://schemas.openxmlformats.org/drawingml/2006/main">
              <a:ext uri="{FF2B5EF4-FFF2-40B4-BE49-F238E27FC236}">
                <a16:creationId xmlns:a16="http://schemas.microsoft.com/office/drawing/2014/main" id="{D57837CE-9F41-4930-BDDF-8F46DC9E3BEE}"/>
              </a:ext>
            </a:extLst>
          </p:cNvPr>
          <p:cNvSpPr>
            <a:spLocks xmlns:a="http://schemas.openxmlformats.org/drawingml/2006/main" noGrp="1"/>
          </p:cNvSpPr>
          <p:nvPr/>
        </p:nvSpPr>
        <p:spPr>
          <a:xfrm xmlns:a="http://schemas.openxmlformats.org/drawingml/2006/main">
            <a:off x="8602217" y="4360191"/>
            <a:ext cx="45263" cy="30642"/>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62" name="Connector 161">
            <a:extLst xmlns:a="http://schemas.openxmlformats.org/drawingml/2006/main">
              <a:ext uri="{FF2B5EF4-FFF2-40B4-BE49-F238E27FC236}">
                <a16:creationId xmlns:a16="http://schemas.microsoft.com/office/drawing/2014/main" id="{656F323C-BD36-4F6A-ADA0-3F345EE8D821}"/>
              </a:ext>
            </a:extLst>
          </p:cNvPr>
          <p:cNvSpPr>
            <a:spLocks xmlns:a="http://schemas.openxmlformats.org/drawingml/2006/main" noGrp="1"/>
          </p:cNvSpPr>
          <p:nvPr/>
        </p:nvSpPr>
        <p:spPr>
          <a:xfrm xmlns:a="http://schemas.openxmlformats.org/drawingml/2006/main">
            <a:off x="8647480" y="4390833"/>
            <a:ext cx="45263" cy="26033"/>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63" name="Connector 162">
            <a:extLst xmlns:a="http://schemas.openxmlformats.org/drawingml/2006/main">
              <a:ext uri="{FF2B5EF4-FFF2-40B4-BE49-F238E27FC236}">
                <a16:creationId xmlns:a16="http://schemas.microsoft.com/office/drawing/2014/main" id="{FA033539-A030-42BA-9D31-3E8D72C7DBED}"/>
              </a:ext>
            </a:extLst>
          </p:cNvPr>
          <p:cNvSpPr>
            <a:spLocks xmlns:a="http://schemas.openxmlformats.org/drawingml/2006/main" noGrp="1"/>
          </p:cNvSpPr>
          <p:nvPr/>
        </p:nvSpPr>
        <p:spPr>
          <a:xfrm xmlns:a="http://schemas.openxmlformats.org/drawingml/2006/main">
            <a:off x="8692743" y="4416866"/>
            <a:ext cx="45263" cy="21222"/>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64" name="Connector 163">
            <a:extLst xmlns:a="http://schemas.openxmlformats.org/drawingml/2006/main">
              <a:ext uri="{FF2B5EF4-FFF2-40B4-BE49-F238E27FC236}">
                <a16:creationId xmlns:a16="http://schemas.microsoft.com/office/drawing/2014/main" id="{1FB2C844-320A-452C-A263-F1C1B7013AC9}"/>
              </a:ext>
            </a:extLst>
          </p:cNvPr>
          <p:cNvSpPr>
            <a:spLocks xmlns:a="http://schemas.openxmlformats.org/drawingml/2006/main" noGrp="1"/>
          </p:cNvSpPr>
          <p:nvPr/>
        </p:nvSpPr>
        <p:spPr>
          <a:xfrm xmlns:a="http://schemas.openxmlformats.org/drawingml/2006/main">
            <a:off x="8738006" y="4438088"/>
            <a:ext cx="45263" cy="16247"/>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65" name="Connector 164">
            <a:extLst xmlns:a="http://schemas.openxmlformats.org/drawingml/2006/main">
              <a:ext uri="{FF2B5EF4-FFF2-40B4-BE49-F238E27FC236}">
                <a16:creationId xmlns:a16="http://schemas.microsoft.com/office/drawing/2014/main" id="{428881A2-C0CF-4353-91EE-527FC59C81CC}"/>
              </a:ext>
            </a:extLst>
          </p:cNvPr>
          <p:cNvSpPr>
            <a:spLocks xmlns:a="http://schemas.openxmlformats.org/drawingml/2006/main" noGrp="1"/>
          </p:cNvSpPr>
          <p:nvPr/>
        </p:nvSpPr>
        <p:spPr>
          <a:xfrm xmlns:a="http://schemas.openxmlformats.org/drawingml/2006/main">
            <a:off x="8783269" y="4454335"/>
            <a:ext cx="45263" cy="11147"/>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66" name="Connector 165">
            <a:extLst xmlns:a="http://schemas.openxmlformats.org/drawingml/2006/main">
              <a:ext uri="{FF2B5EF4-FFF2-40B4-BE49-F238E27FC236}">
                <a16:creationId xmlns:a16="http://schemas.microsoft.com/office/drawing/2014/main" id="{D7037814-6D9F-4054-A6CB-C7F85909490C}"/>
              </a:ext>
            </a:extLst>
          </p:cNvPr>
          <p:cNvSpPr>
            <a:spLocks xmlns:a="http://schemas.openxmlformats.org/drawingml/2006/main" noGrp="1"/>
          </p:cNvSpPr>
          <p:nvPr/>
        </p:nvSpPr>
        <p:spPr>
          <a:xfrm xmlns:a="http://schemas.openxmlformats.org/drawingml/2006/main">
            <a:off x="8828532" y="4465482"/>
            <a:ext cx="45262" cy="5961"/>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67" name="Connector 166">
            <a:extLst xmlns:a="http://schemas.openxmlformats.org/drawingml/2006/main">
              <a:ext uri="{FF2B5EF4-FFF2-40B4-BE49-F238E27FC236}">
                <a16:creationId xmlns:a16="http://schemas.microsoft.com/office/drawing/2014/main" id="{4B1B9043-8AFF-47B5-8FEE-0B341D5157E3}"/>
              </a:ext>
            </a:extLst>
          </p:cNvPr>
          <p:cNvSpPr>
            <a:spLocks xmlns:a="http://schemas.openxmlformats.org/drawingml/2006/main" noGrp="1"/>
          </p:cNvSpPr>
          <p:nvPr/>
        </p:nvSpPr>
        <p:spPr>
          <a:xfrm xmlns:a="http://schemas.openxmlformats.org/drawingml/2006/main">
            <a:off x="8873794" y="4471443"/>
            <a:ext cx="45263" cy="728"/>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68" name="Connector 167">
            <a:extLst xmlns:a="http://schemas.openxmlformats.org/drawingml/2006/main">
              <a:ext uri="{FF2B5EF4-FFF2-40B4-BE49-F238E27FC236}">
                <a16:creationId xmlns:a16="http://schemas.microsoft.com/office/drawing/2014/main" id="{2E6D5FDE-42F1-4AA7-98DD-BD2DE91CAA55}"/>
              </a:ext>
            </a:extLst>
          </p:cNvPr>
          <p:cNvSpPr>
            <a:spLocks xmlns:a="http://schemas.openxmlformats.org/drawingml/2006/main" noGrp="1"/>
          </p:cNvSpPr>
          <p:nvPr/>
        </p:nvSpPr>
        <p:spPr>
          <a:xfrm xmlns:a="http://schemas.openxmlformats.org/drawingml/2006/main" flipV="1">
            <a:off x="8919057" y="4467660"/>
            <a:ext cx="45263" cy="4511"/>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69" name="Connector 168">
            <a:extLst xmlns:a="http://schemas.openxmlformats.org/drawingml/2006/main">
              <a:ext uri="{FF2B5EF4-FFF2-40B4-BE49-F238E27FC236}">
                <a16:creationId xmlns:a16="http://schemas.microsoft.com/office/drawing/2014/main" id="{8876C76A-4C99-4BCD-8A84-7920A7AED9CE}"/>
              </a:ext>
            </a:extLst>
          </p:cNvPr>
          <p:cNvSpPr>
            <a:spLocks xmlns:a="http://schemas.openxmlformats.org/drawingml/2006/main" noGrp="1"/>
          </p:cNvSpPr>
          <p:nvPr/>
        </p:nvSpPr>
        <p:spPr>
          <a:xfrm xmlns:a="http://schemas.openxmlformats.org/drawingml/2006/main" flipV="1">
            <a:off x="8964320" y="4457946"/>
            <a:ext cx="45263" cy="9714"/>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70" name="Connector 169">
            <a:extLst xmlns:a="http://schemas.openxmlformats.org/drawingml/2006/main">
              <a:ext uri="{FF2B5EF4-FFF2-40B4-BE49-F238E27FC236}">
                <a16:creationId xmlns:a16="http://schemas.microsoft.com/office/drawing/2014/main" id="{08FD7590-871D-426C-9D84-F70E11D890A3}"/>
              </a:ext>
            </a:extLst>
          </p:cNvPr>
          <p:cNvSpPr>
            <a:spLocks xmlns:a="http://schemas.openxmlformats.org/drawingml/2006/main" noGrp="1"/>
          </p:cNvSpPr>
          <p:nvPr/>
        </p:nvSpPr>
        <p:spPr>
          <a:xfrm xmlns:a="http://schemas.openxmlformats.org/drawingml/2006/main" flipV="1">
            <a:off x="9009583" y="4443104"/>
            <a:ext cx="45263" cy="14842"/>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71" name="Connector 170">
            <a:extLst xmlns:a="http://schemas.openxmlformats.org/drawingml/2006/main">
              <a:ext uri="{FF2B5EF4-FFF2-40B4-BE49-F238E27FC236}">
                <a16:creationId xmlns:a16="http://schemas.microsoft.com/office/drawing/2014/main" id="{62815470-64AB-44A1-9AA6-E22589ECD6E6}"/>
              </a:ext>
            </a:extLst>
          </p:cNvPr>
          <p:cNvSpPr>
            <a:spLocks xmlns:a="http://schemas.openxmlformats.org/drawingml/2006/main" noGrp="1"/>
          </p:cNvSpPr>
          <p:nvPr/>
        </p:nvSpPr>
        <p:spPr>
          <a:xfrm xmlns:a="http://schemas.openxmlformats.org/drawingml/2006/main" flipV="1">
            <a:off x="9054846" y="4423249"/>
            <a:ext cx="45262" cy="19855"/>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72" name="Connector 171">
            <a:extLst xmlns:a="http://schemas.openxmlformats.org/drawingml/2006/main">
              <a:ext uri="{FF2B5EF4-FFF2-40B4-BE49-F238E27FC236}">
                <a16:creationId xmlns:a16="http://schemas.microsoft.com/office/drawing/2014/main" id="{39DC9C9F-48F3-4AB4-8304-2BAEC1D5FFFE}"/>
              </a:ext>
            </a:extLst>
          </p:cNvPr>
          <p:cNvSpPr>
            <a:spLocks xmlns:a="http://schemas.openxmlformats.org/drawingml/2006/main" noGrp="1"/>
          </p:cNvSpPr>
          <p:nvPr/>
        </p:nvSpPr>
        <p:spPr>
          <a:xfrm xmlns:a="http://schemas.openxmlformats.org/drawingml/2006/main" flipV="1">
            <a:off x="9100108" y="4398533"/>
            <a:ext cx="45263" cy="24716"/>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73" name="Connector 172">
            <a:extLst xmlns:a="http://schemas.openxmlformats.org/drawingml/2006/main">
              <a:ext uri="{FF2B5EF4-FFF2-40B4-BE49-F238E27FC236}">
                <a16:creationId xmlns:a16="http://schemas.microsoft.com/office/drawing/2014/main" id="{A27E3146-5985-4201-958F-42FB93A89B3C}"/>
              </a:ext>
            </a:extLst>
          </p:cNvPr>
          <p:cNvSpPr>
            <a:spLocks xmlns:a="http://schemas.openxmlformats.org/drawingml/2006/main" noGrp="1"/>
          </p:cNvSpPr>
          <p:nvPr/>
        </p:nvSpPr>
        <p:spPr>
          <a:xfrm xmlns:a="http://schemas.openxmlformats.org/drawingml/2006/main" flipV="1">
            <a:off x="9145371" y="4369149"/>
            <a:ext cx="45263" cy="29384"/>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74" name="Connector 173">
            <a:extLst xmlns:a="http://schemas.openxmlformats.org/drawingml/2006/main">
              <a:ext uri="{FF2B5EF4-FFF2-40B4-BE49-F238E27FC236}">
                <a16:creationId xmlns:a16="http://schemas.microsoft.com/office/drawing/2014/main" id="{3E48CC86-4957-4DFA-93E7-8F5D4F5039D0}"/>
              </a:ext>
            </a:extLst>
          </p:cNvPr>
          <p:cNvSpPr>
            <a:spLocks xmlns:a="http://schemas.openxmlformats.org/drawingml/2006/main" noGrp="1"/>
          </p:cNvSpPr>
          <p:nvPr/>
        </p:nvSpPr>
        <p:spPr>
          <a:xfrm xmlns:a="http://schemas.openxmlformats.org/drawingml/2006/main" flipV="1">
            <a:off x="9190634" y="4335323"/>
            <a:ext cx="45263" cy="33826"/>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75" name="Connector 174">
            <a:extLst xmlns:a="http://schemas.openxmlformats.org/drawingml/2006/main">
              <a:ext uri="{FF2B5EF4-FFF2-40B4-BE49-F238E27FC236}">
                <a16:creationId xmlns:a16="http://schemas.microsoft.com/office/drawing/2014/main" id="{CEA4DEDB-9072-4330-AF8C-5635AE586E6C}"/>
              </a:ext>
            </a:extLst>
          </p:cNvPr>
          <p:cNvSpPr>
            <a:spLocks xmlns:a="http://schemas.openxmlformats.org/drawingml/2006/main" noGrp="1"/>
          </p:cNvSpPr>
          <p:nvPr/>
        </p:nvSpPr>
        <p:spPr>
          <a:xfrm xmlns:a="http://schemas.openxmlformats.org/drawingml/2006/main" flipV="1">
            <a:off x="9235897" y="4297316"/>
            <a:ext cx="45262" cy="38007"/>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76" name="Connector 175">
            <a:extLst xmlns:a="http://schemas.openxmlformats.org/drawingml/2006/main">
              <a:ext uri="{FF2B5EF4-FFF2-40B4-BE49-F238E27FC236}">
                <a16:creationId xmlns:a16="http://schemas.microsoft.com/office/drawing/2014/main" id="{9E39A186-891D-489A-B706-10EEED3D2B97}"/>
              </a:ext>
            </a:extLst>
          </p:cNvPr>
          <p:cNvSpPr>
            <a:spLocks xmlns:a="http://schemas.openxmlformats.org/drawingml/2006/main" noGrp="1"/>
          </p:cNvSpPr>
          <p:nvPr/>
        </p:nvSpPr>
        <p:spPr>
          <a:xfrm xmlns:a="http://schemas.openxmlformats.org/drawingml/2006/main" flipV="1">
            <a:off x="9281159" y="4255424"/>
            <a:ext cx="45263" cy="41892"/>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77" name="Connector 176">
            <a:extLst xmlns:a="http://schemas.openxmlformats.org/drawingml/2006/main">
              <a:ext uri="{FF2B5EF4-FFF2-40B4-BE49-F238E27FC236}">
                <a16:creationId xmlns:a16="http://schemas.microsoft.com/office/drawing/2014/main" id="{60E58932-4AE4-4BFE-B4E6-E54D8E0B6CD7}"/>
              </a:ext>
            </a:extLst>
          </p:cNvPr>
          <p:cNvSpPr>
            <a:spLocks xmlns:a="http://schemas.openxmlformats.org/drawingml/2006/main" noGrp="1"/>
          </p:cNvSpPr>
          <p:nvPr/>
        </p:nvSpPr>
        <p:spPr>
          <a:xfrm xmlns:a="http://schemas.openxmlformats.org/drawingml/2006/main" flipV="1">
            <a:off x="9326422" y="4209970"/>
            <a:ext cx="45263" cy="45454"/>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78" name="Connector 177">
            <a:extLst xmlns:a="http://schemas.openxmlformats.org/drawingml/2006/main">
              <a:ext uri="{FF2B5EF4-FFF2-40B4-BE49-F238E27FC236}">
                <a16:creationId xmlns:a16="http://schemas.microsoft.com/office/drawing/2014/main" id="{CAB3DF8B-9159-4FBB-AC55-5909275F0B6B}"/>
              </a:ext>
            </a:extLst>
          </p:cNvPr>
          <p:cNvSpPr>
            <a:spLocks xmlns:a="http://schemas.openxmlformats.org/drawingml/2006/main" noGrp="1"/>
          </p:cNvSpPr>
          <p:nvPr/>
        </p:nvSpPr>
        <p:spPr>
          <a:xfrm xmlns:a="http://schemas.openxmlformats.org/drawingml/2006/main" flipV="1">
            <a:off x="9371685" y="4161304"/>
            <a:ext cx="45263" cy="48666"/>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79" name="Connector 178">
            <a:extLst xmlns:a="http://schemas.openxmlformats.org/drawingml/2006/main">
              <a:ext uri="{FF2B5EF4-FFF2-40B4-BE49-F238E27FC236}">
                <a16:creationId xmlns:a16="http://schemas.microsoft.com/office/drawing/2014/main" id="{6D1A9600-38E7-4106-9DFD-5586D7C4B88A}"/>
              </a:ext>
            </a:extLst>
          </p:cNvPr>
          <p:cNvSpPr>
            <a:spLocks xmlns:a="http://schemas.openxmlformats.org/drawingml/2006/main" noGrp="1"/>
          </p:cNvSpPr>
          <p:nvPr/>
        </p:nvSpPr>
        <p:spPr>
          <a:xfrm xmlns:a="http://schemas.openxmlformats.org/drawingml/2006/main" flipV="1">
            <a:off x="9416948" y="4109805"/>
            <a:ext cx="45263" cy="51499"/>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80" name="Connector 179">
            <a:extLst xmlns:a="http://schemas.openxmlformats.org/drawingml/2006/main">
              <a:ext uri="{FF2B5EF4-FFF2-40B4-BE49-F238E27FC236}">
                <a16:creationId xmlns:a16="http://schemas.microsoft.com/office/drawing/2014/main" id="{6AD29E7E-C420-470B-9468-2820C1F1C9EC}"/>
              </a:ext>
            </a:extLst>
          </p:cNvPr>
          <p:cNvSpPr>
            <a:spLocks xmlns:a="http://schemas.openxmlformats.org/drawingml/2006/main" noGrp="1"/>
          </p:cNvSpPr>
          <p:nvPr/>
        </p:nvSpPr>
        <p:spPr>
          <a:xfrm xmlns:a="http://schemas.openxmlformats.org/drawingml/2006/main" flipV="1">
            <a:off x="9462211" y="4055869"/>
            <a:ext cx="45263" cy="53936"/>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81" name="Connector 180">
            <a:extLst xmlns:a="http://schemas.openxmlformats.org/drawingml/2006/main">
              <a:ext uri="{FF2B5EF4-FFF2-40B4-BE49-F238E27FC236}">
                <a16:creationId xmlns:a16="http://schemas.microsoft.com/office/drawing/2014/main" id="{44776A5B-A2C9-4EE5-910D-0F6D8ADFF832}"/>
              </a:ext>
            </a:extLst>
          </p:cNvPr>
          <p:cNvSpPr>
            <a:spLocks xmlns:a="http://schemas.openxmlformats.org/drawingml/2006/main" noGrp="1"/>
          </p:cNvSpPr>
          <p:nvPr/>
        </p:nvSpPr>
        <p:spPr>
          <a:xfrm xmlns:a="http://schemas.openxmlformats.org/drawingml/2006/main" flipV="1">
            <a:off x="9507474" y="3999914"/>
            <a:ext cx="45262" cy="55955"/>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82" name="Connector 181">
            <a:extLst xmlns:a="http://schemas.openxmlformats.org/drawingml/2006/main">
              <a:ext uri="{FF2B5EF4-FFF2-40B4-BE49-F238E27FC236}">
                <a16:creationId xmlns:a16="http://schemas.microsoft.com/office/drawing/2014/main" id="{FD7BC6F0-2513-46B2-BEC5-42F2006A3DC3}"/>
              </a:ext>
            </a:extLst>
          </p:cNvPr>
          <p:cNvSpPr>
            <a:spLocks xmlns:a="http://schemas.openxmlformats.org/drawingml/2006/main" noGrp="1"/>
          </p:cNvSpPr>
          <p:nvPr/>
        </p:nvSpPr>
        <p:spPr>
          <a:xfrm xmlns:a="http://schemas.openxmlformats.org/drawingml/2006/main" flipV="1">
            <a:off x="9552736" y="3942373"/>
            <a:ext cx="45263" cy="57541"/>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83" name="Connector 182">
            <a:extLst xmlns:a="http://schemas.openxmlformats.org/drawingml/2006/main">
              <a:ext uri="{FF2B5EF4-FFF2-40B4-BE49-F238E27FC236}">
                <a16:creationId xmlns:a16="http://schemas.microsoft.com/office/drawing/2014/main" id="{45CA036C-0005-46CE-8A55-D59D7326B3F5}"/>
              </a:ext>
            </a:extLst>
          </p:cNvPr>
          <p:cNvSpPr>
            <a:spLocks xmlns:a="http://schemas.openxmlformats.org/drawingml/2006/main" noGrp="1"/>
          </p:cNvSpPr>
          <p:nvPr/>
        </p:nvSpPr>
        <p:spPr>
          <a:xfrm xmlns:a="http://schemas.openxmlformats.org/drawingml/2006/main" flipV="1">
            <a:off x="9597999" y="3883690"/>
            <a:ext cx="45263" cy="58683"/>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84" name="Connector 183">
            <a:extLst xmlns:a="http://schemas.openxmlformats.org/drawingml/2006/main">
              <a:ext uri="{FF2B5EF4-FFF2-40B4-BE49-F238E27FC236}">
                <a16:creationId xmlns:a16="http://schemas.microsoft.com/office/drawing/2014/main" id="{99056751-047F-4C4D-9372-6D6D22D3C117}"/>
              </a:ext>
            </a:extLst>
          </p:cNvPr>
          <p:cNvSpPr>
            <a:spLocks xmlns:a="http://schemas.openxmlformats.org/drawingml/2006/main" noGrp="1"/>
          </p:cNvSpPr>
          <p:nvPr/>
        </p:nvSpPr>
        <p:spPr>
          <a:xfrm xmlns:a="http://schemas.openxmlformats.org/drawingml/2006/main" flipV="1">
            <a:off x="9643262" y="3824319"/>
            <a:ext cx="45263" cy="59371"/>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85" name="Connector 184">
            <a:extLst xmlns:a="http://schemas.openxmlformats.org/drawingml/2006/main">
              <a:ext uri="{FF2B5EF4-FFF2-40B4-BE49-F238E27FC236}">
                <a16:creationId xmlns:a16="http://schemas.microsoft.com/office/drawing/2014/main" id="{BCDD852A-7533-47B9-8D1F-C7B35EF71270}"/>
              </a:ext>
            </a:extLst>
          </p:cNvPr>
          <p:cNvSpPr>
            <a:spLocks xmlns:a="http://schemas.openxmlformats.org/drawingml/2006/main" noGrp="1"/>
          </p:cNvSpPr>
          <p:nvPr/>
        </p:nvSpPr>
        <p:spPr>
          <a:xfrm xmlns:a="http://schemas.openxmlformats.org/drawingml/2006/main" flipV="1">
            <a:off x="9688525" y="3764720"/>
            <a:ext cx="45263" cy="59599"/>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86" name="Connector 185">
            <a:extLst xmlns:a="http://schemas.openxmlformats.org/drawingml/2006/main">
              <a:ext uri="{FF2B5EF4-FFF2-40B4-BE49-F238E27FC236}">
                <a16:creationId xmlns:a16="http://schemas.microsoft.com/office/drawing/2014/main" id="{50441417-E79C-4348-AA9B-755071FE0C34}"/>
              </a:ext>
            </a:extLst>
          </p:cNvPr>
          <p:cNvSpPr>
            <a:spLocks xmlns:a="http://schemas.openxmlformats.org/drawingml/2006/main" noGrp="1"/>
          </p:cNvSpPr>
          <p:nvPr/>
        </p:nvSpPr>
        <p:spPr>
          <a:xfrm xmlns:a="http://schemas.openxmlformats.org/drawingml/2006/main" flipV="1">
            <a:off x="9733788" y="3705353"/>
            <a:ext cx="45262" cy="59367"/>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87" name="Connector 186">
            <a:extLst xmlns:a="http://schemas.openxmlformats.org/drawingml/2006/main">
              <a:ext uri="{FF2B5EF4-FFF2-40B4-BE49-F238E27FC236}">
                <a16:creationId xmlns:a16="http://schemas.microsoft.com/office/drawing/2014/main" id="{C2DCCBFF-F8C0-4693-A421-4823B9E85ECA}"/>
              </a:ext>
            </a:extLst>
          </p:cNvPr>
          <p:cNvSpPr>
            <a:spLocks xmlns:a="http://schemas.openxmlformats.org/drawingml/2006/main" noGrp="1"/>
          </p:cNvSpPr>
          <p:nvPr/>
        </p:nvSpPr>
        <p:spPr>
          <a:xfrm xmlns:a="http://schemas.openxmlformats.org/drawingml/2006/main" flipV="1">
            <a:off x="9779050" y="3646678"/>
            <a:ext cx="45263" cy="58675"/>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88" name="Connector 187">
            <a:extLst xmlns:a="http://schemas.openxmlformats.org/drawingml/2006/main">
              <a:ext uri="{FF2B5EF4-FFF2-40B4-BE49-F238E27FC236}">
                <a16:creationId xmlns:a16="http://schemas.microsoft.com/office/drawing/2014/main" id="{1728B860-8778-453D-8B4A-17C8CB8B2C2C}"/>
              </a:ext>
            </a:extLst>
          </p:cNvPr>
          <p:cNvSpPr>
            <a:spLocks xmlns:a="http://schemas.openxmlformats.org/drawingml/2006/main" noGrp="1"/>
          </p:cNvSpPr>
          <p:nvPr/>
        </p:nvSpPr>
        <p:spPr>
          <a:xfrm xmlns:a="http://schemas.openxmlformats.org/drawingml/2006/main" flipV="1">
            <a:off x="9824313" y="3589148"/>
            <a:ext cx="45263" cy="57530"/>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89" name="Connector 188">
            <a:extLst xmlns:a="http://schemas.openxmlformats.org/drawingml/2006/main">
              <a:ext uri="{FF2B5EF4-FFF2-40B4-BE49-F238E27FC236}">
                <a16:creationId xmlns:a16="http://schemas.microsoft.com/office/drawing/2014/main" id="{7B991150-AE45-402F-B5CE-92B7F6A47338}"/>
              </a:ext>
            </a:extLst>
          </p:cNvPr>
          <p:cNvSpPr>
            <a:spLocks xmlns:a="http://schemas.openxmlformats.org/drawingml/2006/main" noGrp="1"/>
          </p:cNvSpPr>
          <p:nvPr/>
        </p:nvSpPr>
        <p:spPr>
          <a:xfrm xmlns:a="http://schemas.openxmlformats.org/drawingml/2006/main" flipV="1">
            <a:off x="9869576" y="3533207"/>
            <a:ext cx="45263" cy="55941"/>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90" name="Connector 189">
            <a:extLst xmlns:a="http://schemas.openxmlformats.org/drawingml/2006/main">
              <a:ext uri="{FF2B5EF4-FFF2-40B4-BE49-F238E27FC236}">
                <a16:creationId xmlns:a16="http://schemas.microsoft.com/office/drawing/2014/main" id="{D2596731-8AD3-4B83-9E31-1B865A508E83}"/>
              </a:ext>
            </a:extLst>
          </p:cNvPr>
          <p:cNvSpPr>
            <a:spLocks xmlns:a="http://schemas.openxmlformats.org/drawingml/2006/main" noGrp="1"/>
          </p:cNvSpPr>
          <p:nvPr/>
        </p:nvSpPr>
        <p:spPr>
          <a:xfrm xmlns:a="http://schemas.openxmlformats.org/drawingml/2006/main" flipV="1">
            <a:off x="9914839" y="3479289"/>
            <a:ext cx="45262" cy="53918"/>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91" name="Connector 190">
            <a:extLst xmlns:a="http://schemas.openxmlformats.org/drawingml/2006/main">
              <a:ext uri="{FF2B5EF4-FFF2-40B4-BE49-F238E27FC236}">
                <a16:creationId xmlns:a16="http://schemas.microsoft.com/office/drawing/2014/main" id="{1EDCE218-B8DC-4EB6-8200-8ABA34BEE196}"/>
              </a:ext>
            </a:extLst>
          </p:cNvPr>
          <p:cNvSpPr>
            <a:spLocks xmlns:a="http://schemas.openxmlformats.org/drawingml/2006/main" noGrp="1"/>
          </p:cNvSpPr>
          <p:nvPr/>
        </p:nvSpPr>
        <p:spPr>
          <a:xfrm xmlns:a="http://schemas.openxmlformats.org/drawingml/2006/main" flipV="1">
            <a:off x="9960101" y="3427811"/>
            <a:ext cx="45263" cy="51478"/>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92" name="Connector 191">
            <a:extLst xmlns:a="http://schemas.openxmlformats.org/drawingml/2006/main">
              <a:ext uri="{FF2B5EF4-FFF2-40B4-BE49-F238E27FC236}">
                <a16:creationId xmlns:a16="http://schemas.microsoft.com/office/drawing/2014/main" id="{E6204568-FAAD-4F32-BAE0-7F82A261134E}"/>
              </a:ext>
            </a:extLst>
          </p:cNvPr>
          <p:cNvSpPr>
            <a:spLocks xmlns:a="http://schemas.openxmlformats.org/drawingml/2006/main" noGrp="1"/>
          </p:cNvSpPr>
          <p:nvPr/>
        </p:nvSpPr>
        <p:spPr>
          <a:xfrm xmlns:a="http://schemas.openxmlformats.org/drawingml/2006/main" flipV="1">
            <a:off x="10005364" y="3379170"/>
            <a:ext cx="45263" cy="48641"/>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93" name="Connector 192">
            <a:extLst xmlns:a="http://schemas.openxmlformats.org/drawingml/2006/main">
              <a:ext uri="{FF2B5EF4-FFF2-40B4-BE49-F238E27FC236}">
                <a16:creationId xmlns:a16="http://schemas.microsoft.com/office/drawing/2014/main" id="{591E0088-C0F3-44BC-988B-197EA54E98C1}"/>
              </a:ext>
            </a:extLst>
          </p:cNvPr>
          <p:cNvSpPr>
            <a:spLocks xmlns:a="http://schemas.openxmlformats.org/drawingml/2006/main" noGrp="1"/>
          </p:cNvSpPr>
          <p:nvPr/>
        </p:nvSpPr>
        <p:spPr>
          <a:xfrm xmlns:a="http://schemas.openxmlformats.org/drawingml/2006/main" flipV="1">
            <a:off x="10050627" y="3333743"/>
            <a:ext cx="45263" cy="45427"/>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94" name="Connector 193">
            <a:extLst xmlns:a="http://schemas.openxmlformats.org/drawingml/2006/main">
              <a:ext uri="{FF2B5EF4-FFF2-40B4-BE49-F238E27FC236}">
                <a16:creationId xmlns:a16="http://schemas.microsoft.com/office/drawing/2014/main" id="{5DCB98C8-3B2F-4806-A90D-6FD7DCE1BC34}"/>
              </a:ext>
            </a:extLst>
          </p:cNvPr>
          <p:cNvSpPr>
            <a:spLocks xmlns:a="http://schemas.openxmlformats.org/drawingml/2006/main" noGrp="1"/>
          </p:cNvSpPr>
          <p:nvPr/>
        </p:nvSpPr>
        <p:spPr>
          <a:xfrm xmlns:a="http://schemas.openxmlformats.org/drawingml/2006/main" flipV="1">
            <a:off x="10095890" y="3291881"/>
            <a:ext cx="45263" cy="41862"/>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95" name="Connector 194">
            <a:extLst xmlns:a="http://schemas.openxmlformats.org/drawingml/2006/main">
              <a:ext uri="{FF2B5EF4-FFF2-40B4-BE49-F238E27FC236}">
                <a16:creationId xmlns:a16="http://schemas.microsoft.com/office/drawing/2014/main" id="{853AED91-CD94-41C3-9D8C-5D76E1E56107}"/>
              </a:ext>
            </a:extLst>
          </p:cNvPr>
          <p:cNvSpPr>
            <a:spLocks xmlns:a="http://schemas.openxmlformats.org/drawingml/2006/main" noGrp="1"/>
          </p:cNvSpPr>
          <p:nvPr/>
        </p:nvSpPr>
        <p:spPr>
          <a:xfrm xmlns:a="http://schemas.openxmlformats.org/drawingml/2006/main" flipV="1">
            <a:off x="10141153" y="3253907"/>
            <a:ext cx="45262" cy="37974"/>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96" name="Connector 195">
            <a:extLst xmlns:a="http://schemas.openxmlformats.org/drawingml/2006/main">
              <a:ext uri="{FF2B5EF4-FFF2-40B4-BE49-F238E27FC236}">
                <a16:creationId xmlns:a16="http://schemas.microsoft.com/office/drawing/2014/main" id="{A26DB0F3-6498-46E9-BB04-33E05A14A736}"/>
              </a:ext>
            </a:extLst>
          </p:cNvPr>
          <p:cNvSpPr>
            <a:spLocks xmlns:a="http://schemas.openxmlformats.org/drawingml/2006/main" noGrp="1"/>
          </p:cNvSpPr>
          <p:nvPr/>
        </p:nvSpPr>
        <p:spPr>
          <a:xfrm xmlns:a="http://schemas.openxmlformats.org/drawingml/2006/main" flipV="1">
            <a:off x="10186415" y="3220116"/>
            <a:ext cx="45263" cy="33791"/>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97" name="Connector 196">
            <a:extLst xmlns:a="http://schemas.openxmlformats.org/drawingml/2006/main">
              <a:ext uri="{FF2B5EF4-FFF2-40B4-BE49-F238E27FC236}">
                <a16:creationId xmlns:a16="http://schemas.microsoft.com/office/drawing/2014/main" id="{D537FE5C-64C4-4E58-8955-AB5F2478A477}"/>
              </a:ext>
            </a:extLst>
          </p:cNvPr>
          <p:cNvSpPr>
            <a:spLocks xmlns:a="http://schemas.openxmlformats.org/drawingml/2006/main" noGrp="1"/>
          </p:cNvSpPr>
          <p:nvPr/>
        </p:nvSpPr>
        <p:spPr>
          <a:xfrm xmlns:a="http://schemas.openxmlformats.org/drawingml/2006/main" flipV="1">
            <a:off x="10231678" y="3190768"/>
            <a:ext cx="45263" cy="29348"/>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98" name="Connector 197">
            <a:extLst xmlns:a="http://schemas.openxmlformats.org/drawingml/2006/main">
              <a:ext uri="{FF2B5EF4-FFF2-40B4-BE49-F238E27FC236}">
                <a16:creationId xmlns:a16="http://schemas.microsoft.com/office/drawing/2014/main" id="{EC486E94-DC99-4DE6-9CB2-2AE10ABBFEF4}"/>
              </a:ext>
            </a:extLst>
          </p:cNvPr>
          <p:cNvSpPr>
            <a:spLocks xmlns:a="http://schemas.openxmlformats.org/drawingml/2006/main" noGrp="1"/>
          </p:cNvSpPr>
          <p:nvPr/>
        </p:nvSpPr>
        <p:spPr>
          <a:xfrm xmlns:a="http://schemas.openxmlformats.org/drawingml/2006/main" flipV="1">
            <a:off x="10276941" y="3166091"/>
            <a:ext cx="45263" cy="24677"/>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99" name="Connector 198">
            <a:extLst xmlns:a="http://schemas.openxmlformats.org/drawingml/2006/main">
              <a:ext uri="{FF2B5EF4-FFF2-40B4-BE49-F238E27FC236}">
                <a16:creationId xmlns:a16="http://schemas.microsoft.com/office/drawing/2014/main" id="{989879F8-E318-4A37-A15C-669F2EA0699F}"/>
              </a:ext>
            </a:extLst>
          </p:cNvPr>
          <p:cNvSpPr>
            <a:spLocks xmlns:a="http://schemas.openxmlformats.org/drawingml/2006/main" noGrp="1"/>
          </p:cNvSpPr>
          <p:nvPr/>
        </p:nvSpPr>
        <p:spPr>
          <a:xfrm xmlns:a="http://schemas.openxmlformats.org/drawingml/2006/main" flipV="1">
            <a:off x="10322204" y="3146275"/>
            <a:ext cx="45263" cy="19816"/>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00" name="Connector 199">
            <a:extLst xmlns:a="http://schemas.openxmlformats.org/drawingml/2006/main">
              <a:ext uri="{FF2B5EF4-FFF2-40B4-BE49-F238E27FC236}">
                <a16:creationId xmlns:a16="http://schemas.microsoft.com/office/drawing/2014/main" id="{1427E56C-7029-4217-81B5-8902F95FF719}"/>
              </a:ext>
            </a:extLst>
          </p:cNvPr>
          <p:cNvSpPr>
            <a:spLocks xmlns:a="http://schemas.openxmlformats.org/drawingml/2006/main" noGrp="1"/>
          </p:cNvSpPr>
          <p:nvPr/>
        </p:nvSpPr>
        <p:spPr>
          <a:xfrm xmlns:a="http://schemas.openxmlformats.org/drawingml/2006/main" flipV="1">
            <a:off x="10367467" y="3131474"/>
            <a:ext cx="45263" cy="14801"/>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01" name="Connector 200">
            <a:extLst xmlns:a="http://schemas.openxmlformats.org/drawingml/2006/main">
              <a:ext uri="{FF2B5EF4-FFF2-40B4-BE49-F238E27FC236}">
                <a16:creationId xmlns:a16="http://schemas.microsoft.com/office/drawing/2014/main" id="{7E705734-04DC-4404-BB5A-138EAEDF5302}"/>
              </a:ext>
            </a:extLst>
          </p:cNvPr>
          <p:cNvSpPr>
            <a:spLocks xmlns:a="http://schemas.openxmlformats.org/drawingml/2006/main" noGrp="1"/>
          </p:cNvSpPr>
          <p:nvPr/>
        </p:nvSpPr>
        <p:spPr>
          <a:xfrm xmlns:a="http://schemas.openxmlformats.org/drawingml/2006/main" flipV="1">
            <a:off x="10412730" y="3121802"/>
            <a:ext cx="45262" cy="9672"/>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02" name="Connector 201">
            <a:extLst xmlns:a="http://schemas.openxmlformats.org/drawingml/2006/main">
              <a:ext uri="{FF2B5EF4-FFF2-40B4-BE49-F238E27FC236}">
                <a16:creationId xmlns:a16="http://schemas.microsoft.com/office/drawing/2014/main" id="{AF4FF33E-0CD6-4FFE-AF64-8CE92A773439}"/>
              </a:ext>
            </a:extLst>
          </p:cNvPr>
          <p:cNvSpPr>
            <a:spLocks xmlns:a="http://schemas.openxmlformats.org/drawingml/2006/main" noGrp="1"/>
          </p:cNvSpPr>
          <p:nvPr/>
        </p:nvSpPr>
        <p:spPr>
          <a:xfrm xmlns:a="http://schemas.openxmlformats.org/drawingml/2006/main" flipV="1">
            <a:off x="10457992" y="3117333"/>
            <a:ext cx="45263" cy="4469"/>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03" name="Connector 202">
            <a:extLst xmlns:a="http://schemas.openxmlformats.org/drawingml/2006/main">
              <a:ext uri="{FF2B5EF4-FFF2-40B4-BE49-F238E27FC236}">
                <a16:creationId xmlns:a16="http://schemas.microsoft.com/office/drawing/2014/main" id="{CBC58B54-BA98-4599-A9A4-899C437FAC11}"/>
              </a:ext>
            </a:extLst>
          </p:cNvPr>
          <p:cNvSpPr>
            <a:spLocks xmlns:a="http://schemas.openxmlformats.org/drawingml/2006/main" noGrp="1"/>
          </p:cNvSpPr>
          <p:nvPr/>
        </p:nvSpPr>
        <p:spPr>
          <a:xfrm xmlns:a="http://schemas.openxmlformats.org/drawingml/2006/main">
            <a:off x="10503255" y="3117333"/>
            <a:ext cx="45263" cy="770"/>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04" name="Connector 203">
            <a:extLst xmlns:a="http://schemas.openxmlformats.org/drawingml/2006/main">
              <a:ext uri="{FF2B5EF4-FFF2-40B4-BE49-F238E27FC236}">
                <a16:creationId xmlns:a16="http://schemas.microsoft.com/office/drawing/2014/main" id="{968F4203-5529-4091-834C-7DA81F4EA793}"/>
              </a:ext>
            </a:extLst>
          </p:cNvPr>
          <p:cNvSpPr>
            <a:spLocks xmlns:a="http://schemas.openxmlformats.org/drawingml/2006/main" noGrp="1"/>
          </p:cNvSpPr>
          <p:nvPr/>
        </p:nvSpPr>
        <p:spPr>
          <a:xfrm xmlns:a="http://schemas.openxmlformats.org/drawingml/2006/main">
            <a:off x="10548518" y="3118103"/>
            <a:ext cx="45263" cy="6003"/>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05" name="Connector 204">
            <a:extLst xmlns:a="http://schemas.openxmlformats.org/drawingml/2006/main">
              <a:ext uri="{FF2B5EF4-FFF2-40B4-BE49-F238E27FC236}">
                <a16:creationId xmlns:a16="http://schemas.microsoft.com/office/drawing/2014/main" id="{C2C16865-C4C6-47EE-BFFA-B8453C8B6FC8}"/>
              </a:ext>
            </a:extLst>
          </p:cNvPr>
          <p:cNvSpPr>
            <a:spLocks xmlns:a="http://schemas.openxmlformats.org/drawingml/2006/main" noGrp="1"/>
          </p:cNvSpPr>
          <p:nvPr/>
        </p:nvSpPr>
        <p:spPr>
          <a:xfrm xmlns:a="http://schemas.openxmlformats.org/drawingml/2006/main">
            <a:off x="10593781" y="3124106"/>
            <a:ext cx="45262" cy="11188"/>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06" name="Connector 205">
            <a:extLst xmlns:a="http://schemas.openxmlformats.org/drawingml/2006/main">
              <a:ext uri="{FF2B5EF4-FFF2-40B4-BE49-F238E27FC236}">
                <a16:creationId xmlns:a16="http://schemas.microsoft.com/office/drawing/2014/main" id="{7BE6C9DD-BD32-426B-8ED9-ECE247D1F798}"/>
              </a:ext>
            </a:extLst>
          </p:cNvPr>
          <p:cNvSpPr>
            <a:spLocks xmlns:a="http://schemas.openxmlformats.org/drawingml/2006/main" noGrp="1"/>
          </p:cNvSpPr>
          <p:nvPr/>
        </p:nvSpPr>
        <p:spPr>
          <a:xfrm xmlns:a="http://schemas.openxmlformats.org/drawingml/2006/main">
            <a:off x="10639043" y="3135294"/>
            <a:ext cx="45263" cy="16288"/>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07" name="Connector 206">
            <a:extLst xmlns:a="http://schemas.openxmlformats.org/drawingml/2006/main">
              <a:ext uri="{FF2B5EF4-FFF2-40B4-BE49-F238E27FC236}">
                <a16:creationId xmlns:a16="http://schemas.microsoft.com/office/drawing/2014/main" id="{DAEFCA79-6FC4-43BC-BA97-B9C951BE7D97}"/>
              </a:ext>
            </a:extLst>
          </p:cNvPr>
          <p:cNvSpPr>
            <a:spLocks xmlns:a="http://schemas.openxmlformats.org/drawingml/2006/main" noGrp="1"/>
          </p:cNvSpPr>
          <p:nvPr/>
        </p:nvSpPr>
        <p:spPr>
          <a:xfrm xmlns:a="http://schemas.openxmlformats.org/drawingml/2006/main">
            <a:off x="10684306" y="3151582"/>
            <a:ext cx="45263" cy="21262"/>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08" name="Connector 207">
            <a:extLst xmlns:a="http://schemas.openxmlformats.org/drawingml/2006/main">
              <a:ext uri="{FF2B5EF4-FFF2-40B4-BE49-F238E27FC236}">
                <a16:creationId xmlns:a16="http://schemas.microsoft.com/office/drawing/2014/main" id="{3ACB3FA1-D434-493B-8006-8988C68522FA}"/>
              </a:ext>
            </a:extLst>
          </p:cNvPr>
          <p:cNvSpPr>
            <a:spLocks xmlns:a="http://schemas.openxmlformats.org/drawingml/2006/main" noGrp="1"/>
          </p:cNvSpPr>
          <p:nvPr/>
        </p:nvSpPr>
        <p:spPr>
          <a:xfrm xmlns:a="http://schemas.openxmlformats.org/drawingml/2006/main">
            <a:off x="10729569" y="3172844"/>
            <a:ext cx="45263" cy="26070"/>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09" name="Connector 208">
            <a:extLst xmlns:a="http://schemas.openxmlformats.org/drawingml/2006/main">
              <a:ext uri="{FF2B5EF4-FFF2-40B4-BE49-F238E27FC236}">
                <a16:creationId xmlns:a16="http://schemas.microsoft.com/office/drawing/2014/main" id="{AD63BD0B-41BE-4A59-B803-64BD2938A2BD}"/>
              </a:ext>
            </a:extLst>
          </p:cNvPr>
          <p:cNvSpPr>
            <a:spLocks xmlns:a="http://schemas.openxmlformats.org/drawingml/2006/main" noGrp="1"/>
          </p:cNvSpPr>
          <p:nvPr/>
        </p:nvSpPr>
        <p:spPr>
          <a:xfrm xmlns:a="http://schemas.openxmlformats.org/drawingml/2006/main">
            <a:off x="10774832" y="3198914"/>
            <a:ext cx="45263" cy="30678"/>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10" name="Connector 209">
            <a:extLst xmlns:a="http://schemas.openxmlformats.org/drawingml/2006/main">
              <a:ext uri="{FF2B5EF4-FFF2-40B4-BE49-F238E27FC236}">
                <a16:creationId xmlns:a16="http://schemas.microsoft.com/office/drawing/2014/main" id="{FB1E3548-99C8-449C-9BBB-36CF35567755}"/>
              </a:ext>
            </a:extLst>
          </p:cNvPr>
          <p:cNvSpPr>
            <a:spLocks xmlns:a="http://schemas.openxmlformats.org/drawingml/2006/main" noGrp="1"/>
          </p:cNvSpPr>
          <p:nvPr/>
        </p:nvSpPr>
        <p:spPr>
          <a:xfrm xmlns:a="http://schemas.openxmlformats.org/drawingml/2006/main">
            <a:off x="10820095" y="3229592"/>
            <a:ext cx="45262" cy="35049"/>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11" name="Connector 210">
            <a:extLst xmlns:a="http://schemas.openxmlformats.org/drawingml/2006/main">
              <a:ext uri="{FF2B5EF4-FFF2-40B4-BE49-F238E27FC236}">
                <a16:creationId xmlns:a16="http://schemas.microsoft.com/office/drawing/2014/main" id="{BA74FF26-9761-4D66-8984-D4EEF39013F6}"/>
              </a:ext>
            </a:extLst>
          </p:cNvPr>
          <p:cNvSpPr>
            <a:spLocks xmlns:a="http://schemas.openxmlformats.org/drawingml/2006/main" noGrp="1"/>
          </p:cNvSpPr>
          <p:nvPr/>
        </p:nvSpPr>
        <p:spPr>
          <a:xfrm xmlns:a="http://schemas.openxmlformats.org/drawingml/2006/main">
            <a:off x="10865357" y="3264641"/>
            <a:ext cx="45263" cy="39148"/>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12" name="Connector 211">
            <a:extLst xmlns:a="http://schemas.openxmlformats.org/drawingml/2006/main">
              <a:ext uri="{FF2B5EF4-FFF2-40B4-BE49-F238E27FC236}">
                <a16:creationId xmlns:a16="http://schemas.microsoft.com/office/drawing/2014/main" id="{0070E0D3-D911-4C9F-A150-5BBA6CAF0379}"/>
              </a:ext>
            </a:extLst>
          </p:cNvPr>
          <p:cNvSpPr>
            <a:spLocks xmlns:a="http://schemas.openxmlformats.org/drawingml/2006/main" noGrp="1"/>
          </p:cNvSpPr>
          <p:nvPr/>
        </p:nvSpPr>
        <p:spPr>
          <a:xfrm xmlns:a="http://schemas.openxmlformats.org/drawingml/2006/main">
            <a:off x="10910620" y="3303789"/>
            <a:ext cx="45263" cy="42944"/>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13" name="Connector 212">
            <a:extLst xmlns:a="http://schemas.openxmlformats.org/drawingml/2006/main">
              <a:ext uri="{FF2B5EF4-FFF2-40B4-BE49-F238E27FC236}">
                <a16:creationId xmlns:a16="http://schemas.microsoft.com/office/drawing/2014/main" id="{3930D919-0991-4EE6-BEEF-A7F60E1BD4B5}"/>
              </a:ext>
            </a:extLst>
          </p:cNvPr>
          <p:cNvSpPr>
            <a:spLocks xmlns:a="http://schemas.openxmlformats.org/drawingml/2006/main" noGrp="1"/>
          </p:cNvSpPr>
          <p:nvPr/>
        </p:nvSpPr>
        <p:spPr>
          <a:xfrm xmlns:a="http://schemas.openxmlformats.org/drawingml/2006/main">
            <a:off x="10955883" y="3346733"/>
            <a:ext cx="45263" cy="46409"/>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14" name="Connector 213">
            <a:extLst xmlns:a="http://schemas.openxmlformats.org/drawingml/2006/main">
              <a:ext uri="{FF2B5EF4-FFF2-40B4-BE49-F238E27FC236}">
                <a16:creationId xmlns:a16="http://schemas.microsoft.com/office/drawing/2014/main" id="{A9789D4C-09DF-4E4E-B6AE-08A967DDF1ED}"/>
              </a:ext>
            </a:extLst>
          </p:cNvPr>
          <p:cNvSpPr>
            <a:spLocks xmlns:a="http://schemas.openxmlformats.org/drawingml/2006/main" noGrp="1"/>
          </p:cNvSpPr>
          <p:nvPr/>
        </p:nvSpPr>
        <p:spPr>
          <a:xfrm xmlns:a="http://schemas.openxmlformats.org/drawingml/2006/main">
            <a:off x="11001146" y="3393142"/>
            <a:ext cx="45263" cy="49515"/>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15" name="Connector 214">
            <a:extLst xmlns:a="http://schemas.openxmlformats.org/drawingml/2006/main">
              <a:ext uri="{FF2B5EF4-FFF2-40B4-BE49-F238E27FC236}">
                <a16:creationId xmlns:a16="http://schemas.microsoft.com/office/drawing/2014/main" id="{7071DB22-BC8D-4B8D-A17D-66A4F68C8733}"/>
              </a:ext>
            </a:extLst>
          </p:cNvPr>
          <p:cNvSpPr>
            <a:spLocks xmlns:a="http://schemas.openxmlformats.org/drawingml/2006/main" noGrp="1"/>
          </p:cNvSpPr>
          <p:nvPr/>
        </p:nvSpPr>
        <p:spPr>
          <a:xfrm xmlns:a="http://schemas.openxmlformats.org/drawingml/2006/main">
            <a:off x="11046409" y="3442657"/>
            <a:ext cx="45263" cy="52237"/>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16" name="Oval 215">
            <a:extLst xmlns:a="http://schemas.openxmlformats.org/drawingml/2006/main">
              <a:ext uri="{FF2B5EF4-FFF2-40B4-BE49-F238E27FC236}">
                <a16:creationId xmlns:a16="http://schemas.microsoft.com/office/drawing/2014/main" id="{C0ED6CDE-3A29-4BCE-B1D7-FF750D7BA8FA}"/>
              </a:ext>
            </a:extLst>
          </p:cNvPr>
          <p:cNvSpPr>
            <a:spLocks xmlns:a="http://schemas.openxmlformats.org/drawingml/2006/main" noGrp="1"/>
          </p:cNvSpPr>
          <p:nvPr/>
        </p:nvSpPr>
        <p:spPr>
          <a:xfrm xmlns:a="http://schemas.openxmlformats.org/drawingml/2006/main">
            <a:off x="6507784" y="3622488"/>
            <a:ext cx="115214" cy="115214"/>
          </a:xfrm>
          <a:prstGeom xmlns:a="http://schemas.openxmlformats.org/drawingml/2006/main" prst="ellipse">
            <a:avLst/>
          </a:prstGeom>
          <a:solidFill xmlns:a="http://schemas.openxmlformats.org/drawingml/2006/main">
            <a:srgbClr val="00B0F0"/>
          </a:solidFill>
          <a:ln xmlns:a="http://schemas.openxmlformats.org/drawingml/2006/main" w="1905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17" name="Oval 216">
            <a:extLst xmlns:a="http://schemas.openxmlformats.org/drawingml/2006/main">
              <a:ext uri="{FF2B5EF4-FFF2-40B4-BE49-F238E27FC236}">
                <a16:creationId xmlns:a16="http://schemas.microsoft.com/office/drawing/2014/main" id="{712F4FCF-4890-4AA0-AB38-19EFF0784A08}"/>
              </a:ext>
            </a:extLst>
          </p:cNvPr>
          <p:cNvSpPr>
            <a:spLocks xmlns:a="http://schemas.openxmlformats.org/drawingml/2006/main" noGrp="1"/>
          </p:cNvSpPr>
          <p:nvPr/>
        </p:nvSpPr>
        <p:spPr>
          <a:xfrm xmlns:a="http://schemas.openxmlformats.org/drawingml/2006/main">
            <a:off x="6809536" y="3271990"/>
            <a:ext cx="115214" cy="115214"/>
          </a:xfrm>
          <a:prstGeom xmlns:a="http://schemas.openxmlformats.org/drawingml/2006/main" prst="ellipse">
            <a:avLst/>
          </a:prstGeom>
          <a:solidFill xmlns:a="http://schemas.openxmlformats.org/drawingml/2006/main">
            <a:srgbClr val="00B0F0"/>
          </a:solidFill>
          <a:ln xmlns:a="http://schemas.openxmlformats.org/drawingml/2006/main" w="1905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18" name="Oval 217">
            <a:extLst xmlns:a="http://schemas.openxmlformats.org/drawingml/2006/main">
              <a:ext uri="{FF2B5EF4-FFF2-40B4-BE49-F238E27FC236}">
                <a16:creationId xmlns:a16="http://schemas.microsoft.com/office/drawing/2014/main" id="{6F0A464A-4342-4BB3-A378-AD66842F1296}"/>
              </a:ext>
            </a:extLst>
          </p:cNvPr>
          <p:cNvSpPr>
            <a:spLocks xmlns:a="http://schemas.openxmlformats.org/drawingml/2006/main" noGrp="1"/>
          </p:cNvSpPr>
          <p:nvPr/>
        </p:nvSpPr>
        <p:spPr>
          <a:xfrm xmlns:a="http://schemas.openxmlformats.org/drawingml/2006/main">
            <a:off x="7111288" y="3076929"/>
            <a:ext cx="115214" cy="115214"/>
          </a:xfrm>
          <a:prstGeom xmlns:a="http://schemas.openxmlformats.org/drawingml/2006/main" prst="ellipse">
            <a:avLst/>
          </a:prstGeom>
          <a:solidFill xmlns:a="http://schemas.openxmlformats.org/drawingml/2006/main">
            <a:srgbClr val="00B0F0"/>
          </a:solidFill>
          <a:ln xmlns:a="http://schemas.openxmlformats.org/drawingml/2006/main" w="1905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19" name="Oval 218">
            <a:extLst xmlns:a="http://schemas.openxmlformats.org/drawingml/2006/main">
              <a:ext uri="{FF2B5EF4-FFF2-40B4-BE49-F238E27FC236}">
                <a16:creationId xmlns:a16="http://schemas.microsoft.com/office/drawing/2014/main" id="{456438F0-C2E1-4944-AC53-C9780B6C57F0}"/>
              </a:ext>
            </a:extLst>
          </p:cNvPr>
          <p:cNvSpPr>
            <a:spLocks xmlns:a="http://schemas.openxmlformats.org/drawingml/2006/main" noGrp="1"/>
          </p:cNvSpPr>
          <p:nvPr/>
        </p:nvSpPr>
        <p:spPr>
          <a:xfrm xmlns:a="http://schemas.openxmlformats.org/drawingml/2006/main">
            <a:off x="7413040" y="3102487"/>
            <a:ext cx="115214" cy="115214"/>
          </a:xfrm>
          <a:prstGeom xmlns:a="http://schemas.openxmlformats.org/drawingml/2006/main" prst="ellipse">
            <a:avLst/>
          </a:prstGeom>
          <a:solidFill xmlns:a="http://schemas.openxmlformats.org/drawingml/2006/main">
            <a:srgbClr val="00B0F0"/>
          </a:solidFill>
          <a:ln xmlns:a="http://schemas.openxmlformats.org/drawingml/2006/main" w="1905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20" name="Oval 219">
            <a:extLst xmlns:a="http://schemas.openxmlformats.org/drawingml/2006/main">
              <a:ext uri="{FF2B5EF4-FFF2-40B4-BE49-F238E27FC236}">
                <a16:creationId xmlns:a16="http://schemas.microsoft.com/office/drawing/2014/main" id="{7DB7A9AF-BCA6-45FC-8DE5-10D2684B3C9A}"/>
              </a:ext>
            </a:extLst>
          </p:cNvPr>
          <p:cNvSpPr>
            <a:spLocks xmlns:a="http://schemas.openxmlformats.org/drawingml/2006/main" noGrp="1"/>
          </p:cNvSpPr>
          <p:nvPr/>
        </p:nvSpPr>
        <p:spPr>
          <a:xfrm xmlns:a="http://schemas.openxmlformats.org/drawingml/2006/main">
            <a:off x="7714792" y="3340123"/>
            <a:ext cx="115214" cy="115214"/>
          </a:xfrm>
          <a:prstGeom xmlns:a="http://schemas.openxmlformats.org/drawingml/2006/main" prst="ellipse">
            <a:avLst/>
          </a:prstGeom>
          <a:solidFill xmlns:a="http://schemas.openxmlformats.org/drawingml/2006/main">
            <a:srgbClr val="00B0F0"/>
          </a:solidFill>
          <a:ln xmlns:a="http://schemas.openxmlformats.org/drawingml/2006/main" w="1905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21" name="Oval 220">
            <a:extLst xmlns:a="http://schemas.openxmlformats.org/drawingml/2006/main">
              <a:ext uri="{FF2B5EF4-FFF2-40B4-BE49-F238E27FC236}">
                <a16:creationId xmlns:a16="http://schemas.microsoft.com/office/drawing/2014/main" id="{B422F66B-770B-439B-8A60-4F82EBEE91EF}"/>
              </a:ext>
            </a:extLst>
          </p:cNvPr>
          <p:cNvSpPr>
            <a:spLocks xmlns:a="http://schemas.openxmlformats.org/drawingml/2006/main" noGrp="1"/>
          </p:cNvSpPr>
          <p:nvPr/>
        </p:nvSpPr>
        <p:spPr>
          <a:xfrm xmlns:a="http://schemas.openxmlformats.org/drawingml/2006/main">
            <a:off x="8016544" y="3710429"/>
            <a:ext cx="115214" cy="115214"/>
          </a:xfrm>
          <a:prstGeom xmlns:a="http://schemas.openxmlformats.org/drawingml/2006/main" prst="ellipse">
            <a:avLst/>
          </a:prstGeom>
          <a:solidFill xmlns:a="http://schemas.openxmlformats.org/drawingml/2006/main">
            <a:srgbClr val="00B0F0"/>
          </a:solidFill>
          <a:ln xmlns:a="http://schemas.openxmlformats.org/drawingml/2006/main" w="1905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22" name="Oval 221">
            <a:extLst xmlns:a="http://schemas.openxmlformats.org/drawingml/2006/main">
              <a:ext uri="{FF2B5EF4-FFF2-40B4-BE49-F238E27FC236}">
                <a16:creationId xmlns:a16="http://schemas.microsoft.com/office/drawing/2014/main" id="{7410D913-4BAE-4CD0-AE99-4FD8CA6F8252}"/>
              </a:ext>
            </a:extLst>
          </p:cNvPr>
          <p:cNvSpPr>
            <a:spLocks xmlns:a="http://schemas.openxmlformats.org/drawingml/2006/main" noGrp="1"/>
          </p:cNvSpPr>
          <p:nvPr/>
        </p:nvSpPr>
        <p:spPr>
          <a:xfrm xmlns:a="http://schemas.openxmlformats.org/drawingml/2006/main">
            <a:off x="8318296" y="4089665"/>
            <a:ext cx="115214" cy="115214"/>
          </a:xfrm>
          <a:prstGeom xmlns:a="http://schemas.openxmlformats.org/drawingml/2006/main" prst="ellipse">
            <a:avLst/>
          </a:prstGeom>
          <a:solidFill xmlns:a="http://schemas.openxmlformats.org/drawingml/2006/main">
            <a:srgbClr val="00B0F0"/>
          </a:solidFill>
          <a:ln xmlns:a="http://schemas.openxmlformats.org/drawingml/2006/main" w="1905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23" name="Oval 222">
            <a:extLst xmlns:a="http://schemas.openxmlformats.org/drawingml/2006/main">
              <a:ext uri="{FF2B5EF4-FFF2-40B4-BE49-F238E27FC236}">
                <a16:creationId xmlns:a16="http://schemas.microsoft.com/office/drawing/2014/main" id="{32B72B53-8BA8-40B9-95FE-A8D13ECF6CBA}"/>
              </a:ext>
            </a:extLst>
          </p:cNvPr>
          <p:cNvSpPr>
            <a:spLocks xmlns:a="http://schemas.openxmlformats.org/drawingml/2006/main" noGrp="1"/>
          </p:cNvSpPr>
          <p:nvPr/>
        </p:nvSpPr>
        <p:spPr>
          <a:xfrm xmlns:a="http://schemas.openxmlformats.org/drawingml/2006/main">
            <a:off x="8620048" y="4351107"/>
            <a:ext cx="115214" cy="115214"/>
          </a:xfrm>
          <a:prstGeom xmlns:a="http://schemas.openxmlformats.org/drawingml/2006/main" prst="ellipse">
            <a:avLst/>
          </a:prstGeom>
          <a:solidFill xmlns:a="http://schemas.openxmlformats.org/drawingml/2006/main">
            <a:srgbClr val="00B0F0"/>
          </a:solidFill>
          <a:ln xmlns:a="http://schemas.openxmlformats.org/drawingml/2006/main" w="1905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24" name="Oval 223">
            <a:extLst xmlns:a="http://schemas.openxmlformats.org/drawingml/2006/main">
              <a:ext uri="{FF2B5EF4-FFF2-40B4-BE49-F238E27FC236}">
                <a16:creationId xmlns:a16="http://schemas.microsoft.com/office/drawing/2014/main" id="{EBCCBD9F-F180-44A7-9A41-87AC26011563}"/>
              </a:ext>
            </a:extLst>
          </p:cNvPr>
          <p:cNvSpPr>
            <a:spLocks xmlns:a="http://schemas.openxmlformats.org/drawingml/2006/main" noGrp="1"/>
          </p:cNvSpPr>
          <p:nvPr/>
        </p:nvSpPr>
        <p:spPr>
          <a:xfrm xmlns:a="http://schemas.openxmlformats.org/drawingml/2006/main">
            <a:off x="8921800" y="4407390"/>
            <a:ext cx="115214" cy="115214"/>
          </a:xfrm>
          <a:prstGeom xmlns:a="http://schemas.openxmlformats.org/drawingml/2006/main" prst="ellipse">
            <a:avLst/>
          </a:prstGeom>
          <a:solidFill xmlns:a="http://schemas.openxmlformats.org/drawingml/2006/main">
            <a:srgbClr val="00B0F0"/>
          </a:solidFill>
          <a:ln xmlns:a="http://schemas.openxmlformats.org/drawingml/2006/main" w="1905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25" name="Oval 224">
            <a:extLst xmlns:a="http://schemas.openxmlformats.org/drawingml/2006/main">
              <a:ext uri="{FF2B5EF4-FFF2-40B4-BE49-F238E27FC236}">
                <a16:creationId xmlns:a16="http://schemas.microsoft.com/office/drawing/2014/main" id="{00CDCC79-1B94-4FE8-A503-222B135C5DDA}"/>
              </a:ext>
            </a:extLst>
          </p:cNvPr>
          <p:cNvSpPr>
            <a:spLocks xmlns:a="http://schemas.openxmlformats.org/drawingml/2006/main" noGrp="1"/>
          </p:cNvSpPr>
          <p:nvPr/>
        </p:nvSpPr>
        <p:spPr>
          <a:xfrm xmlns:a="http://schemas.openxmlformats.org/drawingml/2006/main">
            <a:off x="9223552" y="4239709"/>
            <a:ext cx="115214" cy="115214"/>
          </a:xfrm>
          <a:prstGeom xmlns:a="http://schemas.openxmlformats.org/drawingml/2006/main" prst="ellipse">
            <a:avLst/>
          </a:prstGeom>
          <a:solidFill xmlns:a="http://schemas.openxmlformats.org/drawingml/2006/main">
            <a:srgbClr val="00B0F0"/>
          </a:solidFill>
          <a:ln xmlns:a="http://schemas.openxmlformats.org/drawingml/2006/main" w="1905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26" name="Oval 225">
            <a:extLst xmlns:a="http://schemas.openxmlformats.org/drawingml/2006/main">
              <a:ext uri="{FF2B5EF4-FFF2-40B4-BE49-F238E27FC236}">
                <a16:creationId xmlns:a16="http://schemas.microsoft.com/office/drawing/2014/main" id="{29BF9EE3-4B20-4144-A4D1-81ACBC0DA974}"/>
              </a:ext>
            </a:extLst>
          </p:cNvPr>
          <p:cNvSpPr>
            <a:spLocks xmlns:a="http://schemas.openxmlformats.org/drawingml/2006/main" noGrp="1"/>
          </p:cNvSpPr>
          <p:nvPr/>
        </p:nvSpPr>
        <p:spPr>
          <a:xfrm xmlns:a="http://schemas.openxmlformats.org/drawingml/2006/main">
            <a:off x="9525304" y="3904095"/>
            <a:ext cx="115214" cy="115214"/>
          </a:xfrm>
          <a:prstGeom xmlns:a="http://schemas.openxmlformats.org/drawingml/2006/main" prst="ellipse">
            <a:avLst/>
          </a:prstGeom>
          <a:solidFill xmlns:a="http://schemas.openxmlformats.org/drawingml/2006/main">
            <a:srgbClr val="00B0F0"/>
          </a:solidFill>
          <a:ln xmlns:a="http://schemas.openxmlformats.org/drawingml/2006/main" w="1905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27" name="Oval 226">
            <a:extLst xmlns:a="http://schemas.openxmlformats.org/drawingml/2006/main">
              <a:ext uri="{FF2B5EF4-FFF2-40B4-BE49-F238E27FC236}">
                <a16:creationId xmlns:a16="http://schemas.microsoft.com/office/drawing/2014/main" id="{DA377E64-F00E-4C40-AED3-61055F8A84D9}"/>
              </a:ext>
            </a:extLst>
          </p:cNvPr>
          <p:cNvSpPr>
            <a:spLocks xmlns:a="http://schemas.openxmlformats.org/drawingml/2006/main" noGrp="1"/>
          </p:cNvSpPr>
          <p:nvPr/>
        </p:nvSpPr>
        <p:spPr>
          <a:xfrm xmlns:a="http://schemas.openxmlformats.org/drawingml/2006/main">
            <a:off x="9827056" y="3512695"/>
            <a:ext cx="115214" cy="115214"/>
          </a:xfrm>
          <a:prstGeom xmlns:a="http://schemas.openxmlformats.org/drawingml/2006/main" prst="ellipse">
            <a:avLst/>
          </a:prstGeom>
          <a:solidFill xmlns:a="http://schemas.openxmlformats.org/drawingml/2006/main">
            <a:srgbClr val="00B0F0"/>
          </a:solidFill>
          <a:ln xmlns:a="http://schemas.openxmlformats.org/drawingml/2006/main" w="1905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28" name="Oval 227">
            <a:extLst xmlns:a="http://schemas.openxmlformats.org/drawingml/2006/main">
              <a:ext uri="{FF2B5EF4-FFF2-40B4-BE49-F238E27FC236}">
                <a16:creationId xmlns:a16="http://schemas.microsoft.com/office/drawing/2014/main" id="{1CAFD8C7-F336-4B60-A130-DCB4AFDB419F}"/>
              </a:ext>
            </a:extLst>
          </p:cNvPr>
          <p:cNvSpPr>
            <a:spLocks xmlns:a="http://schemas.openxmlformats.org/drawingml/2006/main" noGrp="1"/>
          </p:cNvSpPr>
          <p:nvPr/>
        </p:nvSpPr>
        <p:spPr>
          <a:xfrm xmlns:a="http://schemas.openxmlformats.org/drawingml/2006/main">
            <a:off x="10128808" y="3196300"/>
            <a:ext cx="115214" cy="115214"/>
          </a:xfrm>
          <a:prstGeom xmlns:a="http://schemas.openxmlformats.org/drawingml/2006/main" prst="ellipse">
            <a:avLst/>
          </a:prstGeom>
          <a:solidFill xmlns:a="http://schemas.openxmlformats.org/drawingml/2006/main">
            <a:srgbClr val="00B0F0"/>
          </a:solidFill>
          <a:ln xmlns:a="http://schemas.openxmlformats.org/drawingml/2006/main" w="1905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29" name="Oval 228">
            <a:extLst xmlns:a="http://schemas.openxmlformats.org/drawingml/2006/main">
              <a:ext uri="{FF2B5EF4-FFF2-40B4-BE49-F238E27FC236}">
                <a16:creationId xmlns:a16="http://schemas.microsoft.com/office/drawing/2014/main" id="{FEEB901E-1FA8-457D-ABFC-52ADE016D4A1}"/>
              </a:ext>
            </a:extLst>
          </p:cNvPr>
          <p:cNvSpPr>
            <a:spLocks xmlns:a="http://schemas.openxmlformats.org/drawingml/2006/main" noGrp="1"/>
          </p:cNvSpPr>
          <p:nvPr/>
        </p:nvSpPr>
        <p:spPr>
          <a:xfrm xmlns:a="http://schemas.openxmlformats.org/drawingml/2006/main">
            <a:off x="10430560" y="3060634"/>
            <a:ext cx="115214" cy="115214"/>
          </a:xfrm>
          <a:prstGeom xmlns:a="http://schemas.openxmlformats.org/drawingml/2006/main" prst="ellipse">
            <a:avLst/>
          </a:prstGeom>
          <a:solidFill xmlns:a="http://schemas.openxmlformats.org/drawingml/2006/main">
            <a:srgbClr val="00B0F0"/>
          </a:solidFill>
          <a:ln xmlns:a="http://schemas.openxmlformats.org/drawingml/2006/main" w="1905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30" name="Oval 229">
            <a:extLst xmlns:a="http://schemas.openxmlformats.org/drawingml/2006/main">
              <a:ext uri="{FF2B5EF4-FFF2-40B4-BE49-F238E27FC236}">
                <a16:creationId xmlns:a16="http://schemas.microsoft.com/office/drawing/2014/main" id="{5848FCFB-5F31-464B-B5B2-17F76AFEA46F}"/>
              </a:ext>
            </a:extLst>
          </p:cNvPr>
          <p:cNvSpPr>
            <a:spLocks xmlns:a="http://schemas.openxmlformats.org/drawingml/2006/main" noGrp="1"/>
          </p:cNvSpPr>
          <p:nvPr/>
        </p:nvSpPr>
        <p:spPr>
          <a:xfrm xmlns:a="http://schemas.openxmlformats.org/drawingml/2006/main">
            <a:off x="10732312" y="3151032"/>
            <a:ext cx="115214" cy="115214"/>
          </a:xfrm>
          <a:prstGeom xmlns:a="http://schemas.openxmlformats.org/drawingml/2006/main" prst="ellipse">
            <a:avLst/>
          </a:prstGeom>
          <a:solidFill xmlns:a="http://schemas.openxmlformats.org/drawingml/2006/main">
            <a:srgbClr val="00B0F0"/>
          </a:solidFill>
          <a:ln xmlns:a="http://schemas.openxmlformats.org/drawingml/2006/main" w="1905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31" name="TextBox 230">
            <a:extLst xmlns:a="http://schemas.openxmlformats.org/drawingml/2006/main">
              <a:ext uri="{FF2B5EF4-FFF2-40B4-BE49-F238E27FC236}">
                <a16:creationId xmlns:a16="http://schemas.microsoft.com/office/drawing/2014/main" id="{352F6421-F558-451A-89BB-FF468D3A9BE1}"/>
              </a:ext>
            </a:extLst>
          </p:cNvPr>
          <p:cNvSpPr>
            <a:spLocks xmlns:a="http://schemas.openxmlformats.org/drawingml/2006/main" noGrp="1"/>
          </p:cNvSpPr>
          <p:nvPr/>
        </p:nvSpPr>
        <p:spPr>
          <a:xfrm xmlns:a="http://schemas.openxmlformats.org/drawingml/2006/main">
            <a:off x="877824" y="5458968"/>
            <a:ext cx="10515600" cy="3505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300" b="1">
                <a:solidFill>
                  <a:srgbClr val="8C64E1"/>
                </a:solidFill>
                <a:latin typeface="Alibaba PuHuiTi 3.0 115 Black"/>
                <a:ea typeface="Alibaba PuHuiTi 3.0 115 Black"/>
                <a:cs typeface="Alibaba PuHuiTi 3.0 115 Black"/>
              </a:defRPr>
            </a:defPPr>
          </a:lstStyle>
          <a:p xmlns:a="http://schemas.openxmlformats.org/drawingml/2006/main">
            <a:pPr algn="l">
              <a:spcAft>
                <a:spcPts val="300"/>
              </a:spcAft>
              <a:buNone/>
              <a:defRPr sz="2300" b="1">
                <a:solidFill>
                  <a:srgbClr val="8C64E1"/>
                </a:solidFill>
                <a:latin typeface="Alibaba PuHuiTi 3.0 115 Black"/>
                <a:ea typeface="Alibaba PuHuiTi 3.0 115 Black"/>
                <a:cs typeface="Alibaba PuHuiTi 3.0 115 Black"/>
              </a:defRPr>
            </a:pPr>
            <a:r>
              <a:rPr sz="2300" b="1">
                <a:solidFill>
                  <a:srgbClr val="8C64E1"/>
                </a:solidFill>
                <a:latin typeface="Alibaba PuHuiTi 3.0 115 Black"/>
                <a:ea typeface="Alibaba PuHuiTi 3.0 115 Black"/>
                <a:cs typeface="Alibaba PuHuiTi 3.0 115 Black"/>
              </a:rPr>
              <a:t>先预测：放大到足够短的时间，会出现什么？</a:t>
            </a:r>
          </a:p>
        </p:txBody>
      </p:sp>
      <p:sp>
        <p:nvSpPr>
          <p:cNvPr id="10" name="TextBox 9">
            <a:extLst xmlns:a="http://schemas.openxmlformats.org/drawingml/2006/main">
              <a:ext uri="{FF2B5EF4-FFF2-40B4-BE49-F238E27FC236}">
                <a16:creationId xmlns:a16="http://schemas.microsoft.com/office/drawing/2014/main" id="{597BE9DA-8112-4997-917E-CD27991FFEAB}"/>
              </a:ext>
            </a:extLst>
          </p:cNvPr>
          <p:cNvSpPr>
            <a:spLocks xmlns:a="http://schemas.openxmlformats.org/drawingml/2006/main" noGrp="1"/>
          </p:cNvSpPr>
          <p:nvPr/>
        </p:nvSpPr>
        <p:spPr>
          <a:xfrm xmlns:a="http://schemas.openxmlformats.org/drawingml/2006/main">
            <a:off x="1000125" y="2724150"/>
            <a:ext cx="952500" cy="304800"/>
          </a:xfrm>
          <a:prstGeom xmlns:a="http://schemas.openxmlformats.org/drawingml/2006/main" prst="rect">
            <a:avLst/>
          </a:prstGeom>
          <a:solidFill xmlns:a="http://schemas.openxmlformats.org/drawingml/2006/main">
            <a:srgbClr val="FFFFFF"/>
          </a:solidFill>
        </p:spPr>
        <p:txBody>
          <a:bodyPr xmlns:a="http://schemas.openxmlformats.org/drawingml/2006/main" wrap="square" lIns="0" tIns="0" rIns="0" bIns="0" anchor="t">
            <a:noAutofit/>
          </a:bodyPr>
          <a:lstStyle xmlns:a="http://schemas.openxmlformats.org/drawingml/2006/main">
            <a:defPPr algn="l">
              <a:defRPr sz="1800" b="0">
                <a:solidFill>
                  <a:srgbClr val="808080"/>
                </a:solidFill>
                <a:latin typeface="Alibaba PuHuiTi 3.0 55 Regular"/>
                <a:ea typeface="Alibaba PuHuiTi 3.0 55 Regular"/>
                <a:cs typeface="Alibaba PuHuiTi 3.0 55 Regular"/>
              </a:defRPr>
            </a:defPPr>
          </a:lstStyle>
          <a:p xmlns:a="http://schemas.openxmlformats.org/drawingml/2006/main">
            <a:pPr algn="l">
              <a:spcAft>
                <a:spcPts val="300"/>
              </a:spcAft>
              <a:buNone/>
              <a:defRPr sz="17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振幅</a:t>
            </a:r>
          </a:p>
        </p:txBody>
      </p:sp>
      <p:sp>
        <p:nvSpPr>
          <p:cNvPr id="114" name="TextBox 113">
            <a:extLst xmlns:a="http://schemas.openxmlformats.org/drawingml/2006/main">
              <a:ext uri="{FF2B5EF4-FFF2-40B4-BE49-F238E27FC236}">
                <a16:creationId xmlns:a16="http://schemas.microsoft.com/office/drawing/2014/main" id="{00CA164B-5B22-4BA7-BBD4-3BC22B7E0F8C}"/>
              </a:ext>
            </a:extLst>
          </p:cNvPr>
          <p:cNvSpPr>
            <a:spLocks xmlns:a="http://schemas.openxmlformats.org/drawingml/2006/main" noGrp="1"/>
          </p:cNvSpPr>
          <p:nvPr/>
        </p:nvSpPr>
        <p:spPr>
          <a:xfrm xmlns:a="http://schemas.openxmlformats.org/drawingml/2006/main">
            <a:off x="6667500" y="2724150"/>
            <a:ext cx="952500" cy="304800"/>
          </a:xfrm>
          <a:prstGeom xmlns:a="http://schemas.openxmlformats.org/drawingml/2006/main" prst="rect">
            <a:avLst/>
          </a:prstGeom>
          <a:solidFill xmlns:a="http://schemas.openxmlformats.org/drawingml/2006/main">
            <a:srgbClr val="FFFFFF"/>
          </a:solidFill>
        </p:spPr>
        <p:txBody>
          <a:bodyPr xmlns:a="http://schemas.openxmlformats.org/drawingml/2006/main" wrap="square" lIns="0" tIns="0" rIns="0" bIns="0" anchor="t">
            <a:noAutofit/>
          </a:bodyPr>
          <a:lstStyle xmlns:a="http://schemas.openxmlformats.org/drawingml/2006/main">
            <a:defPPr algn="l">
              <a:defRPr sz="1800" b="0">
                <a:solidFill>
                  <a:srgbClr val="808080"/>
                </a:solidFill>
                <a:latin typeface="Alibaba PuHuiTi 3.0 55 Regular"/>
                <a:ea typeface="Alibaba PuHuiTi 3.0 55 Regular"/>
                <a:cs typeface="Alibaba PuHuiTi 3.0 55 Regular"/>
              </a:defRPr>
            </a:defPPr>
          </a:lstStyle>
          <a:p xmlns:a="http://schemas.openxmlformats.org/drawingml/2006/main">
            <a:pPr algn="l">
              <a:spcAft>
                <a:spcPts val="300"/>
              </a:spcAft>
              <a:buNone/>
              <a:defRPr sz="17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振幅</a:t>
            </a:r>
          </a:p>
        </p:txBody>
      </p:sp>
      <p:sp>
        <p:nvSpPr>
          <p:cNvPr id="11" name="TextBox 10">
            <a:extLst xmlns:a="http://schemas.openxmlformats.org/drawingml/2006/main">
              <a:ext uri="{FF2B5EF4-FFF2-40B4-BE49-F238E27FC236}">
                <a16:creationId xmlns:a16="http://schemas.microsoft.com/office/drawing/2014/main" id="{CAA9A1EA-1E57-4EA0-8296-C47679D481CA}"/>
              </a:ext>
            </a:extLst>
          </p:cNvPr>
          <p:cNvSpPr>
            <a:spLocks xmlns:a="http://schemas.openxmlformats.org/drawingml/2006/main" noGrp="1"/>
          </p:cNvSpPr>
          <p:nvPr/>
        </p:nvSpPr>
        <p:spPr>
          <a:xfrm xmlns:a="http://schemas.openxmlformats.org/drawingml/2006/main">
            <a:off x="4905375" y="4657725"/>
            <a:ext cx="952500" cy="304800"/>
          </a:xfrm>
          <a:prstGeom xmlns:a="http://schemas.openxmlformats.org/drawingml/2006/main" prst="rect">
            <a:avLst/>
          </a:prstGeom>
          <a:solidFill xmlns:a="http://schemas.openxmlformats.org/drawingml/2006/main">
            <a:srgbClr val="FFFFFF"/>
          </a:solidFill>
        </p:spPr>
        <p:txBody>
          <a:bodyPr xmlns:a="http://schemas.openxmlformats.org/drawingml/2006/main" wrap="square" lIns="0" tIns="0" rIns="0" bIns="0" anchor="t">
            <a:noAutofit/>
          </a:bodyPr>
          <a:lstStyle xmlns:a="http://schemas.openxmlformats.org/drawingml/2006/main">
            <a:defPPr algn="l">
              <a:defRPr sz="1800" b="0">
                <a:solidFill>
                  <a:srgbClr val="808080"/>
                </a:solidFill>
                <a:latin typeface="Alibaba PuHuiTi 3.0 55 Regular"/>
                <a:ea typeface="Alibaba PuHuiTi 3.0 55 Regular"/>
                <a:cs typeface="Alibaba PuHuiTi 3.0 55 Regular"/>
              </a:defRPr>
            </a:defPPr>
          </a:lstStyle>
          <a:p xmlns:a="http://schemas.openxmlformats.org/drawingml/2006/main">
            <a:pPr algn="l">
              <a:spcAft>
                <a:spcPts val="300"/>
              </a:spcAft>
              <a:buNone/>
              <a:defRPr sz="17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时间</a:t>
            </a:r>
          </a:p>
        </p:txBody>
      </p:sp>
      <p:sp>
        <p:nvSpPr>
          <p:cNvPr id="115" name="TextBox 114">
            <a:extLst xmlns:a="http://schemas.openxmlformats.org/drawingml/2006/main">
              <a:ext uri="{FF2B5EF4-FFF2-40B4-BE49-F238E27FC236}">
                <a16:creationId xmlns:a16="http://schemas.microsoft.com/office/drawing/2014/main" id="{EC805999-1700-4EE9-BD69-4CF45C996E3E}"/>
              </a:ext>
            </a:extLst>
          </p:cNvPr>
          <p:cNvSpPr>
            <a:spLocks xmlns:a="http://schemas.openxmlformats.org/drawingml/2006/main" noGrp="1"/>
          </p:cNvSpPr>
          <p:nvPr/>
        </p:nvSpPr>
        <p:spPr>
          <a:xfrm xmlns:a="http://schemas.openxmlformats.org/drawingml/2006/main">
            <a:off x="10429875" y="4657725"/>
            <a:ext cx="952500" cy="304800"/>
          </a:xfrm>
          <a:prstGeom xmlns:a="http://schemas.openxmlformats.org/drawingml/2006/main" prst="rect">
            <a:avLst/>
          </a:prstGeom>
          <a:solidFill xmlns:a="http://schemas.openxmlformats.org/drawingml/2006/main">
            <a:srgbClr val="FFFFFF"/>
          </a:solidFill>
        </p:spPr>
        <p:txBody>
          <a:bodyPr xmlns:a="http://schemas.openxmlformats.org/drawingml/2006/main" wrap="square" lIns="0" tIns="0" rIns="0" bIns="0" anchor="t">
            <a:noAutofit/>
          </a:bodyPr>
          <a:lstStyle xmlns:a="http://schemas.openxmlformats.org/drawingml/2006/main">
            <a:defPPr algn="l">
              <a:defRPr sz="1800" b="0">
                <a:solidFill>
                  <a:srgbClr val="808080"/>
                </a:solidFill>
                <a:latin typeface="Alibaba PuHuiTi 3.0 55 Regular"/>
                <a:ea typeface="Alibaba PuHuiTi 3.0 55 Regular"/>
                <a:cs typeface="Alibaba PuHuiTi 3.0 55 Regular"/>
              </a:defRPr>
            </a:defPPr>
          </a:lstStyle>
          <a:p xmlns:a="http://schemas.openxmlformats.org/drawingml/2006/main">
            <a:pPr algn="l">
              <a:spcAft>
                <a:spcPts val="300"/>
              </a:spcAft>
              <a:buNone/>
              <a:defRPr sz="17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时间</a:t>
            </a:r>
          </a:p>
        </p:txBody>
      </p:sp>
    </p:spTree>
    <p:extLst>
      <p:ext uri="{BB962C8B-B14F-4D97-AF65-F5344CB8AC3E}">
        <p14:creationId xmlns:p14="http://schemas.microsoft.com/office/powerpoint/2010/main" val="1875450347"/>
      </p:ext>
    </p:extLst>
  </p:cSld>
</p:sld>
</file>

<file path=ppt/slides/slide13.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0225F0BC-F0EE-476F-88E5-DBD5AE7358D2}"/>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AE72ECA5-9D70-4781-9164-F4756FA82D46}"/>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B7BBC6B2-8660-4C27-9457-D58C25CC1AAE}"/>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1 Hz和2 Hz，一秒内取几个样本？</a:t>
            </a:r>
          </a:p>
        </p:txBody>
      </p:sp>
      <p:sp>
        <p:nvSpPr>
          <p:cNvPr id="5" name="text">
            <a:extLst xmlns:a="http://schemas.openxmlformats.org/drawingml/2006/main">
              <a:ext uri="{FF2B5EF4-FFF2-40B4-BE49-F238E27FC236}">
                <a16:creationId xmlns:a16="http://schemas.microsoft.com/office/drawing/2014/main" id="{536D2628-FD15-4207-86AC-12DBB86EF2ED}"/>
              </a:ext>
            </a:extLst>
          </p:cNvPr>
          <p:cNvSpPr>
            <a:spLocks xmlns:a="http://schemas.openxmlformats.org/drawingml/2006/main" noGrp="1"/>
          </p:cNvSpPr>
          <p:nvPr/>
        </p:nvSpPr>
        <p:spPr>
          <a:xfrm xmlns:a="http://schemas.openxmlformats.org/drawingml/2006/main">
            <a:off x="609600" y="1581150"/>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同一段信号；统计区间 [0,1)，不计右端点。</a:t>
            </a:r>
          </a:p>
        </p:txBody>
      </p:sp>
      <p:sp>
        <p:nvSpPr>
          <p:cNvPr id="6" name="rate-1">
            <a:extLst xmlns:a="http://schemas.openxmlformats.org/drawingml/2006/main">
              <a:ext uri="{FF2B5EF4-FFF2-40B4-BE49-F238E27FC236}">
                <a16:creationId xmlns:a16="http://schemas.microsoft.com/office/drawing/2014/main" id="{4C6CF6EF-58B5-4CBD-B856-CE3FAAB2FCB8}"/>
              </a:ext>
            </a:extLst>
          </p:cNvPr>
          <p:cNvSpPr>
            <a:spLocks xmlns:a="http://schemas.openxmlformats.org/drawingml/2006/main" noGrp="1"/>
          </p:cNvSpPr>
          <p:nvPr/>
        </p:nvSpPr>
        <p:spPr>
          <a:xfrm xmlns:a="http://schemas.openxmlformats.org/drawingml/2006/main">
            <a:off x="609600" y="2457450"/>
            <a:ext cx="1428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400" b="1">
                <a:solidFill>
                  <a:srgbClr val="8C64E1"/>
                </a:solidFill>
                <a:latin typeface="Alibaba PuHuiTi 3.0 115 Black"/>
                <a:ea typeface="Alibaba PuHuiTi 3.0 115 Black"/>
                <a:cs typeface="Alibaba PuHuiTi 3.0 115 Black"/>
              </a:defRPr>
            </a:defPPr>
          </a:lstStyle>
          <a:p xmlns:a="http://schemas.openxmlformats.org/drawingml/2006/main">
            <a:pPr algn="l">
              <a:buNone/>
              <a:defRPr sz="2400" b="1">
                <a:solidFill>
                  <a:srgbClr val="8C64E1"/>
                </a:solidFill>
                <a:latin typeface="Alibaba PuHuiTi 3.0 115 Black"/>
                <a:ea typeface="Alibaba PuHuiTi 3.0 115 Black"/>
                <a:cs typeface="Alibaba PuHuiTi 3.0 115 Black"/>
              </a:defRPr>
            </a:pPr>
            <a:r>
              <a:rPr sz="2400" b="1">
                <a:solidFill>
                  <a:srgbClr val="8C64E1"/>
                </a:solidFill>
                <a:latin typeface="Alibaba PuHuiTi 3.0 115 Black"/>
                <a:ea typeface="Alibaba PuHuiTi 3.0 115 Black"/>
                <a:cs typeface="Alibaba PuHuiTi 3.0 115 Black"/>
              </a:rPr>
              <a:t>1 Hz</a:t>
            </a:r>
          </a:p>
        </p:txBody>
      </p:sp>
      <p:sp>
        <p:nvSpPr>
          <p:cNvPr id="7" name="time-axis-1">
            <a:extLst xmlns:a="http://schemas.openxmlformats.org/drawingml/2006/main">
              <a:ext uri="{FF2B5EF4-FFF2-40B4-BE49-F238E27FC236}">
                <a16:creationId xmlns:a16="http://schemas.microsoft.com/office/drawing/2014/main" id="{AB75DA9B-F951-436E-99E4-77033A5E495A}"/>
              </a:ext>
            </a:extLst>
          </p:cNvPr>
          <p:cNvSpPr>
            <a:spLocks xmlns:a="http://schemas.openxmlformats.org/drawingml/2006/main" noGrp="1"/>
          </p:cNvSpPr>
          <p:nvPr/>
        </p:nvSpPr>
        <p:spPr>
          <a:xfrm xmlns:a="http://schemas.openxmlformats.org/drawingml/2006/main">
            <a:off x="2238375" y="2643188"/>
            <a:ext cx="8001000" cy="9525"/>
          </a:xfrm>
          <a:custGeom xmlns:a="http://schemas.openxmlformats.org/drawingml/2006/main">
            <a:pathLst>
              <a:path w="8001000" h="9525">
                <a:moveTo>
                  <a:pt x="0" y="0"/>
                </a:moveTo>
                <a:lnTo>
                  <a:pt x="8001000" y="0"/>
                </a:lnTo>
              </a:path>
            </a:pathLst>
          </a:custGeom>
          <a:noFill xmlns:a="http://schemas.openxmlformats.org/drawingml/2006/main"/>
          <a:ln xmlns:a="http://schemas.openxmlformats.org/drawingml/2006/main" w="11430">
            <a:solidFill>
              <a:srgbClr val="808080"/>
            </a:solidFill>
          </a:ln>
        </p:spPr>
      </p:sp>
      <p:sp>
        <p:nvSpPr>
          <p:cNvPr id="8" name="same-signal-1">
            <a:extLst xmlns:a="http://schemas.openxmlformats.org/drawingml/2006/main">
              <a:ext uri="{FF2B5EF4-FFF2-40B4-BE49-F238E27FC236}">
                <a16:creationId xmlns:a16="http://schemas.microsoft.com/office/drawing/2014/main" id="{0D8C7F99-B7A9-419B-921F-497B23A28D67}"/>
              </a:ext>
            </a:extLst>
          </p:cNvPr>
          <p:cNvSpPr>
            <a:spLocks xmlns:a="http://schemas.openxmlformats.org/drawingml/2006/main" noGrp="1"/>
          </p:cNvSpPr>
          <p:nvPr/>
        </p:nvSpPr>
        <p:spPr>
          <a:xfrm xmlns:a="http://schemas.openxmlformats.org/drawingml/2006/main">
            <a:off x="2238375" y="2367916"/>
            <a:ext cx="8001000" cy="550544"/>
          </a:xfrm>
          <a:custGeom xmlns:a="http://schemas.openxmlformats.org/drawingml/2006/main">
            <a:pathLst>
              <a:path w="8001000" h="550544">
                <a:moveTo>
                  <a:pt x="0" y="168076"/>
                </a:moveTo>
                <a:lnTo>
                  <a:pt x="53340" y="157553"/>
                </a:lnTo>
                <a:lnTo>
                  <a:pt x="106680" y="147236"/>
                </a:lnTo>
                <a:lnTo>
                  <a:pt x="160020" y="137144"/>
                </a:lnTo>
                <a:lnTo>
                  <a:pt x="213360" y="127294"/>
                </a:lnTo>
                <a:lnTo>
                  <a:pt x="266700" y="117704"/>
                </a:lnTo>
                <a:lnTo>
                  <a:pt x="320040" y="108390"/>
                </a:lnTo>
                <a:lnTo>
                  <a:pt x="373380" y="99369"/>
                </a:lnTo>
                <a:lnTo>
                  <a:pt x="426720" y="90657"/>
                </a:lnTo>
                <a:lnTo>
                  <a:pt x="480060" y="82268"/>
                </a:lnTo>
                <a:lnTo>
                  <a:pt x="533400" y="74218"/>
                </a:lnTo>
                <a:lnTo>
                  <a:pt x="586740" y="66521"/>
                </a:lnTo>
                <a:lnTo>
                  <a:pt x="640080" y="59190"/>
                </a:lnTo>
                <a:lnTo>
                  <a:pt x="693420" y="52238"/>
                </a:lnTo>
                <a:lnTo>
                  <a:pt x="746760" y="45678"/>
                </a:lnTo>
                <a:lnTo>
                  <a:pt x="800100" y="39520"/>
                </a:lnTo>
                <a:lnTo>
                  <a:pt x="853440" y="33775"/>
                </a:lnTo>
                <a:lnTo>
                  <a:pt x="906780" y="28455"/>
                </a:lnTo>
                <a:lnTo>
                  <a:pt x="960120" y="23567"/>
                </a:lnTo>
                <a:lnTo>
                  <a:pt x="1013460" y="19121"/>
                </a:lnTo>
                <a:lnTo>
                  <a:pt x="1066800" y="15125"/>
                </a:lnTo>
                <a:lnTo>
                  <a:pt x="1120140" y="11584"/>
                </a:lnTo>
                <a:lnTo>
                  <a:pt x="1173480" y="8507"/>
                </a:lnTo>
                <a:lnTo>
                  <a:pt x="1226820" y="5897"/>
                </a:lnTo>
                <a:lnTo>
                  <a:pt x="1280160" y="3760"/>
                </a:lnTo>
                <a:lnTo>
                  <a:pt x="1333500" y="2099"/>
                </a:lnTo>
                <a:lnTo>
                  <a:pt x="1386840" y="918"/>
                </a:lnTo>
                <a:lnTo>
                  <a:pt x="1440180" y="218"/>
                </a:lnTo>
                <a:lnTo>
                  <a:pt x="1493520" y="0"/>
                </a:lnTo>
                <a:lnTo>
                  <a:pt x="1546860" y="265"/>
                </a:lnTo>
                <a:lnTo>
                  <a:pt x="1600200" y="1013"/>
                </a:lnTo>
                <a:lnTo>
                  <a:pt x="1653540" y="2242"/>
                </a:lnTo>
                <a:lnTo>
                  <a:pt x="1706880" y="3950"/>
                </a:lnTo>
                <a:lnTo>
                  <a:pt x="1760220" y="6134"/>
                </a:lnTo>
                <a:lnTo>
                  <a:pt x="1813560" y="8790"/>
                </a:lnTo>
                <a:lnTo>
                  <a:pt x="1866900" y="11913"/>
                </a:lnTo>
                <a:lnTo>
                  <a:pt x="1920240" y="15499"/>
                </a:lnTo>
                <a:lnTo>
                  <a:pt x="1973580" y="19540"/>
                </a:lnTo>
                <a:lnTo>
                  <a:pt x="2026920" y="24030"/>
                </a:lnTo>
                <a:lnTo>
                  <a:pt x="2080260" y="28960"/>
                </a:lnTo>
                <a:lnTo>
                  <a:pt x="2133600" y="34323"/>
                </a:lnTo>
                <a:lnTo>
                  <a:pt x="2186940" y="40109"/>
                </a:lnTo>
                <a:lnTo>
                  <a:pt x="2240280" y="46307"/>
                </a:lnTo>
                <a:lnTo>
                  <a:pt x="2293620" y="52906"/>
                </a:lnTo>
                <a:lnTo>
                  <a:pt x="2346960" y="59896"/>
                </a:lnTo>
                <a:lnTo>
                  <a:pt x="2400300" y="67264"/>
                </a:lnTo>
                <a:lnTo>
                  <a:pt x="2453640" y="74996"/>
                </a:lnTo>
                <a:lnTo>
                  <a:pt x="2506980" y="83080"/>
                </a:lnTo>
                <a:lnTo>
                  <a:pt x="2560320" y="91501"/>
                </a:lnTo>
                <a:lnTo>
                  <a:pt x="2613660" y="100245"/>
                </a:lnTo>
                <a:lnTo>
                  <a:pt x="2667000" y="109296"/>
                </a:lnTo>
                <a:lnTo>
                  <a:pt x="2720340" y="118637"/>
                </a:lnTo>
                <a:lnTo>
                  <a:pt x="2773680" y="128254"/>
                </a:lnTo>
                <a:lnTo>
                  <a:pt x="2827020" y="138128"/>
                </a:lnTo>
                <a:lnTo>
                  <a:pt x="2880360" y="148243"/>
                </a:lnTo>
                <a:lnTo>
                  <a:pt x="2933700" y="158581"/>
                </a:lnTo>
                <a:lnTo>
                  <a:pt x="2987040" y="169124"/>
                </a:lnTo>
                <a:lnTo>
                  <a:pt x="3040380" y="179853"/>
                </a:lnTo>
                <a:lnTo>
                  <a:pt x="3093720" y="190749"/>
                </a:lnTo>
                <a:lnTo>
                  <a:pt x="3147060" y="201793"/>
                </a:lnTo>
                <a:lnTo>
                  <a:pt x="3200400" y="212967"/>
                </a:lnTo>
                <a:lnTo>
                  <a:pt x="3253740" y="224249"/>
                </a:lnTo>
                <a:lnTo>
                  <a:pt x="3307080" y="235622"/>
                </a:lnTo>
                <a:lnTo>
                  <a:pt x="3360420" y="247063"/>
                </a:lnTo>
                <a:lnTo>
                  <a:pt x="3413760" y="258555"/>
                </a:lnTo>
                <a:lnTo>
                  <a:pt x="3467100" y="270075"/>
                </a:lnTo>
                <a:lnTo>
                  <a:pt x="3520440" y="281605"/>
                </a:lnTo>
                <a:lnTo>
                  <a:pt x="3573780" y="293124"/>
                </a:lnTo>
                <a:lnTo>
                  <a:pt x="3627120" y="304611"/>
                </a:lnTo>
                <a:lnTo>
                  <a:pt x="3680460" y="316047"/>
                </a:lnTo>
                <a:lnTo>
                  <a:pt x="3733800" y="327411"/>
                </a:lnTo>
                <a:lnTo>
                  <a:pt x="3787140" y="338684"/>
                </a:lnTo>
                <a:lnTo>
                  <a:pt x="3840480" y="349845"/>
                </a:lnTo>
                <a:lnTo>
                  <a:pt x="3893820" y="360876"/>
                </a:lnTo>
                <a:lnTo>
                  <a:pt x="3947160" y="371757"/>
                </a:lnTo>
                <a:lnTo>
                  <a:pt x="4000500" y="382468"/>
                </a:lnTo>
                <a:lnTo>
                  <a:pt x="4053840" y="392991"/>
                </a:lnTo>
                <a:lnTo>
                  <a:pt x="4107180" y="403308"/>
                </a:lnTo>
                <a:lnTo>
                  <a:pt x="4160520" y="413400"/>
                </a:lnTo>
                <a:lnTo>
                  <a:pt x="4213860" y="423250"/>
                </a:lnTo>
                <a:lnTo>
                  <a:pt x="4267200" y="432840"/>
                </a:lnTo>
                <a:lnTo>
                  <a:pt x="4320540" y="442154"/>
                </a:lnTo>
                <a:lnTo>
                  <a:pt x="4373880" y="451175"/>
                </a:lnTo>
                <a:lnTo>
                  <a:pt x="4427220" y="459887"/>
                </a:lnTo>
                <a:lnTo>
                  <a:pt x="4480560" y="468276"/>
                </a:lnTo>
                <a:lnTo>
                  <a:pt x="4533900" y="476326"/>
                </a:lnTo>
                <a:lnTo>
                  <a:pt x="4587240" y="484023"/>
                </a:lnTo>
                <a:lnTo>
                  <a:pt x="4640580" y="491354"/>
                </a:lnTo>
                <a:lnTo>
                  <a:pt x="4693920" y="498306"/>
                </a:lnTo>
                <a:lnTo>
                  <a:pt x="4747260" y="504866"/>
                </a:lnTo>
                <a:lnTo>
                  <a:pt x="4800600" y="511024"/>
                </a:lnTo>
                <a:lnTo>
                  <a:pt x="4853940" y="516768"/>
                </a:lnTo>
                <a:lnTo>
                  <a:pt x="4907280" y="522089"/>
                </a:lnTo>
                <a:lnTo>
                  <a:pt x="4960620" y="526977"/>
                </a:lnTo>
                <a:lnTo>
                  <a:pt x="5013960" y="531423"/>
                </a:lnTo>
                <a:lnTo>
                  <a:pt x="5067300" y="535419"/>
                </a:lnTo>
                <a:lnTo>
                  <a:pt x="5120640" y="538959"/>
                </a:lnTo>
                <a:lnTo>
                  <a:pt x="5173980" y="542037"/>
                </a:lnTo>
                <a:lnTo>
                  <a:pt x="5227320" y="544647"/>
                </a:lnTo>
                <a:lnTo>
                  <a:pt x="5280660" y="546784"/>
                </a:lnTo>
                <a:lnTo>
                  <a:pt x="5334000" y="548444"/>
                </a:lnTo>
                <a:lnTo>
                  <a:pt x="5387340" y="549626"/>
                </a:lnTo>
                <a:lnTo>
                  <a:pt x="5440680" y="550326"/>
                </a:lnTo>
                <a:lnTo>
                  <a:pt x="5494020" y="550544"/>
                </a:lnTo>
                <a:lnTo>
                  <a:pt x="5547360" y="550279"/>
                </a:lnTo>
                <a:lnTo>
                  <a:pt x="5600700" y="549531"/>
                </a:lnTo>
                <a:lnTo>
                  <a:pt x="5654040" y="548302"/>
                </a:lnTo>
                <a:lnTo>
                  <a:pt x="5707380" y="546594"/>
                </a:lnTo>
                <a:lnTo>
                  <a:pt x="5760720" y="544410"/>
                </a:lnTo>
                <a:lnTo>
                  <a:pt x="5814060" y="541754"/>
                </a:lnTo>
                <a:lnTo>
                  <a:pt x="5867400" y="538631"/>
                </a:lnTo>
                <a:lnTo>
                  <a:pt x="5920740" y="535045"/>
                </a:lnTo>
                <a:lnTo>
                  <a:pt x="5974080" y="531004"/>
                </a:lnTo>
                <a:lnTo>
                  <a:pt x="6027420" y="526514"/>
                </a:lnTo>
                <a:lnTo>
                  <a:pt x="6080760" y="521583"/>
                </a:lnTo>
                <a:lnTo>
                  <a:pt x="6134100" y="516221"/>
                </a:lnTo>
                <a:lnTo>
                  <a:pt x="6187440" y="510435"/>
                </a:lnTo>
                <a:lnTo>
                  <a:pt x="6240780" y="504237"/>
                </a:lnTo>
                <a:lnTo>
                  <a:pt x="6294120" y="497637"/>
                </a:lnTo>
                <a:lnTo>
                  <a:pt x="6347460" y="490648"/>
                </a:lnTo>
                <a:lnTo>
                  <a:pt x="6400800" y="483280"/>
                </a:lnTo>
                <a:lnTo>
                  <a:pt x="6454140" y="475547"/>
                </a:lnTo>
                <a:lnTo>
                  <a:pt x="6507480" y="467463"/>
                </a:lnTo>
                <a:lnTo>
                  <a:pt x="6560820" y="459042"/>
                </a:lnTo>
                <a:lnTo>
                  <a:pt x="6614160" y="450299"/>
                </a:lnTo>
                <a:lnTo>
                  <a:pt x="6667500" y="441248"/>
                </a:lnTo>
                <a:lnTo>
                  <a:pt x="6720840" y="431907"/>
                </a:lnTo>
                <a:lnTo>
                  <a:pt x="6774180" y="422290"/>
                </a:lnTo>
                <a:lnTo>
                  <a:pt x="6827520" y="412416"/>
                </a:lnTo>
                <a:lnTo>
                  <a:pt x="6880860" y="402301"/>
                </a:lnTo>
                <a:lnTo>
                  <a:pt x="6934200" y="391963"/>
                </a:lnTo>
                <a:lnTo>
                  <a:pt x="6987540" y="381420"/>
                </a:lnTo>
                <a:lnTo>
                  <a:pt x="7040880" y="370691"/>
                </a:lnTo>
                <a:lnTo>
                  <a:pt x="7094220" y="359795"/>
                </a:lnTo>
                <a:lnTo>
                  <a:pt x="7147560" y="348751"/>
                </a:lnTo>
                <a:lnTo>
                  <a:pt x="7200900" y="337577"/>
                </a:lnTo>
                <a:lnTo>
                  <a:pt x="7254240" y="326294"/>
                </a:lnTo>
                <a:lnTo>
                  <a:pt x="7307580" y="314922"/>
                </a:lnTo>
                <a:lnTo>
                  <a:pt x="7360920" y="303480"/>
                </a:lnTo>
                <a:lnTo>
                  <a:pt x="7414260" y="291989"/>
                </a:lnTo>
                <a:lnTo>
                  <a:pt x="7467600" y="280468"/>
                </a:lnTo>
                <a:lnTo>
                  <a:pt x="7520940" y="268939"/>
                </a:lnTo>
                <a:lnTo>
                  <a:pt x="7574280" y="257420"/>
                </a:lnTo>
                <a:lnTo>
                  <a:pt x="7627620" y="245933"/>
                </a:lnTo>
                <a:lnTo>
                  <a:pt x="7680960" y="234497"/>
                </a:lnTo>
                <a:lnTo>
                  <a:pt x="7734300" y="223133"/>
                </a:lnTo>
                <a:lnTo>
                  <a:pt x="7787640" y="211860"/>
                </a:lnTo>
                <a:lnTo>
                  <a:pt x="7840980" y="200698"/>
                </a:lnTo>
                <a:lnTo>
                  <a:pt x="7894320" y="189668"/>
                </a:lnTo>
                <a:lnTo>
                  <a:pt x="7947660" y="178787"/>
                </a:lnTo>
                <a:lnTo>
                  <a:pt x="8001000" y="168076"/>
                </a:lnTo>
              </a:path>
            </a:pathLst>
          </a:custGeom>
          <a:noFill xmlns:a="http://schemas.openxmlformats.org/drawingml/2006/main"/>
          <a:ln xmlns:a="http://schemas.openxmlformats.org/drawingml/2006/main" w="17145">
            <a:solidFill>
              <a:srgbClr val="808080"/>
            </a:solidFill>
          </a:ln>
        </p:spPr>
      </p:sp>
      <p:sp>
        <p:nvSpPr>
          <p:cNvPr id="9" name="tick-1-0">
            <a:extLst xmlns:a="http://schemas.openxmlformats.org/drawingml/2006/main">
              <a:ext uri="{FF2B5EF4-FFF2-40B4-BE49-F238E27FC236}">
                <a16:creationId xmlns:a16="http://schemas.microsoft.com/office/drawing/2014/main" id="{1C51774D-3CF1-43E6-9E53-6B429CCDEE4F}"/>
              </a:ext>
            </a:extLst>
          </p:cNvPr>
          <p:cNvSpPr>
            <a:spLocks xmlns:a="http://schemas.openxmlformats.org/drawingml/2006/main" noGrp="1"/>
          </p:cNvSpPr>
          <p:nvPr/>
        </p:nvSpPr>
        <p:spPr>
          <a:xfrm xmlns:a="http://schemas.openxmlformats.org/drawingml/2006/main">
            <a:off x="2238375" y="3086100"/>
            <a:ext cx="9525" cy="57150"/>
          </a:xfrm>
          <a:custGeom xmlns:a="http://schemas.openxmlformats.org/drawingml/2006/main">
            <a:pathLst>
              <a:path w="9525" h="57150">
                <a:moveTo>
                  <a:pt x="0" y="0"/>
                </a:moveTo>
                <a:lnTo>
                  <a:pt x="0" y="57150"/>
                </a:lnTo>
              </a:path>
            </a:pathLst>
          </a:custGeom>
          <a:noFill xmlns:a="http://schemas.openxmlformats.org/drawingml/2006/main"/>
          <a:ln xmlns:a="http://schemas.openxmlformats.org/drawingml/2006/main" w="9525">
            <a:solidFill>
              <a:srgbClr val="808080"/>
            </a:solidFill>
          </a:ln>
        </p:spPr>
      </p:sp>
      <p:sp>
        <p:nvSpPr>
          <p:cNvPr id="10" name="time-1-0">
            <a:extLst xmlns:a="http://schemas.openxmlformats.org/drawingml/2006/main">
              <a:ext uri="{FF2B5EF4-FFF2-40B4-BE49-F238E27FC236}">
                <a16:creationId xmlns:a16="http://schemas.microsoft.com/office/drawing/2014/main" id="{6ED19411-6ED2-430F-876C-EC210615BBEB}"/>
              </a:ext>
            </a:extLst>
          </p:cNvPr>
          <p:cNvSpPr>
            <a:spLocks xmlns:a="http://schemas.openxmlformats.org/drawingml/2006/main" noGrp="1"/>
          </p:cNvSpPr>
          <p:nvPr/>
        </p:nvSpPr>
        <p:spPr>
          <a:xfrm xmlns:a="http://schemas.openxmlformats.org/drawingml/2006/main">
            <a:off x="1952625" y="3209925"/>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buNone/>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0</a:t>
            </a:r>
          </a:p>
        </p:txBody>
      </p:sp>
      <p:sp>
        <p:nvSpPr>
          <p:cNvPr id="11" name="tick-1-0.5">
            <a:extLst xmlns:a="http://schemas.openxmlformats.org/drawingml/2006/main">
              <a:ext uri="{FF2B5EF4-FFF2-40B4-BE49-F238E27FC236}">
                <a16:creationId xmlns:a16="http://schemas.microsoft.com/office/drawing/2014/main" id="{B85D8995-EFD2-4C45-BC0B-0675C6C2B949}"/>
              </a:ext>
            </a:extLst>
          </p:cNvPr>
          <p:cNvSpPr>
            <a:spLocks xmlns:a="http://schemas.openxmlformats.org/drawingml/2006/main" noGrp="1"/>
          </p:cNvSpPr>
          <p:nvPr/>
        </p:nvSpPr>
        <p:spPr>
          <a:xfrm xmlns:a="http://schemas.openxmlformats.org/drawingml/2006/main">
            <a:off x="6238875" y="3086100"/>
            <a:ext cx="9525" cy="57150"/>
          </a:xfrm>
          <a:custGeom xmlns:a="http://schemas.openxmlformats.org/drawingml/2006/main">
            <a:pathLst>
              <a:path w="9525" h="57150">
                <a:moveTo>
                  <a:pt x="0" y="0"/>
                </a:moveTo>
                <a:lnTo>
                  <a:pt x="0" y="57150"/>
                </a:lnTo>
              </a:path>
            </a:pathLst>
          </a:custGeom>
          <a:noFill xmlns:a="http://schemas.openxmlformats.org/drawingml/2006/main"/>
          <a:ln xmlns:a="http://schemas.openxmlformats.org/drawingml/2006/main" w="9525">
            <a:solidFill>
              <a:srgbClr val="808080"/>
            </a:solidFill>
          </a:ln>
        </p:spPr>
      </p:sp>
      <p:sp>
        <p:nvSpPr>
          <p:cNvPr id="12" name="time-1-0.5">
            <a:extLst xmlns:a="http://schemas.openxmlformats.org/drawingml/2006/main">
              <a:ext uri="{FF2B5EF4-FFF2-40B4-BE49-F238E27FC236}">
                <a16:creationId xmlns:a16="http://schemas.microsoft.com/office/drawing/2014/main" id="{23E8F5FA-4C1F-4689-B456-44E7CA962FF1}"/>
              </a:ext>
            </a:extLst>
          </p:cNvPr>
          <p:cNvSpPr>
            <a:spLocks xmlns:a="http://schemas.openxmlformats.org/drawingml/2006/main" noGrp="1"/>
          </p:cNvSpPr>
          <p:nvPr/>
        </p:nvSpPr>
        <p:spPr>
          <a:xfrm xmlns:a="http://schemas.openxmlformats.org/drawingml/2006/main">
            <a:off x="5953125" y="3209925"/>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buNone/>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0.5</a:t>
            </a:r>
          </a:p>
        </p:txBody>
      </p:sp>
      <p:sp>
        <p:nvSpPr>
          <p:cNvPr id="13" name="tick-1-1">
            <a:extLst xmlns:a="http://schemas.openxmlformats.org/drawingml/2006/main">
              <a:ext uri="{FF2B5EF4-FFF2-40B4-BE49-F238E27FC236}">
                <a16:creationId xmlns:a16="http://schemas.microsoft.com/office/drawing/2014/main" id="{A0E752F8-9CC1-4F89-897B-D9A3E404DC7A}"/>
              </a:ext>
            </a:extLst>
          </p:cNvPr>
          <p:cNvSpPr>
            <a:spLocks xmlns:a="http://schemas.openxmlformats.org/drawingml/2006/main" noGrp="1"/>
          </p:cNvSpPr>
          <p:nvPr/>
        </p:nvSpPr>
        <p:spPr>
          <a:xfrm xmlns:a="http://schemas.openxmlformats.org/drawingml/2006/main">
            <a:off x="10239375" y="3086100"/>
            <a:ext cx="9525" cy="57150"/>
          </a:xfrm>
          <a:custGeom xmlns:a="http://schemas.openxmlformats.org/drawingml/2006/main">
            <a:pathLst>
              <a:path w="9525" h="57150">
                <a:moveTo>
                  <a:pt x="0" y="0"/>
                </a:moveTo>
                <a:lnTo>
                  <a:pt x="0" y="57150"/>
                </a:lnTo>
              </a:path>
            </a:pathLst>
          </a:custGeom>
          <a:noFill xmlns:a="http://schemas.openxmlformats.org/drawingml/2006/main"/>
          <a:ln xmlns:a="http://schemas.openxmlformats.org/drawingml/2006/main" w="9525">
            <a:solidFill>
              <a:srgbClr val="808080"/>
            </a:solidFill>
          </a:ln>
        </p:spPr>
      </p:sp>
      <p:sp>
        <p:nvSpPr>
          <p:cNvPr id="14" name="time-1-1">
            <a:extLst xmlns:a="http://schemas.openxmlformats.org/drawingml/2006/main">
              <a:ext uri="{FF2B5EF4-FFF2-40B4-BE49-F238E27FC236}">
                <a16:creationId xmlns:a16="http://schemas.microsoft.com/office/drawing/2014/main" id="{8797D475-E45A-4AB0-A853-6C3ED8838746}"/>
              </a:ext>
            </a:extLst>
          </p:cNvPr>
          <p:cNvSpPr>
            <a:spLocks xmlns:a="http://schemas.openxmlformats.org/drawingml/2006/main" noGrp="1"/>
          </p:cNvSpPr>
          <p:nvPr/>
        </p:nvSpPr>
        <p:spPr>
          <a:xfrm xmlns:a="http://schemas.openxmlformats.org/drawingml/2006/main">
            <a:off x="9953625" y="3209925"/>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buNone/>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1</a:t>
            </a:r>
          </a:p>
        </p:txBody>
      </p:sp>
      <p:sp>
        <p:nvSpPr>
          <p:cNvPr id="15" name="sample-stem-1-0">
            <a:extLst xmlns:a="http://schemas.openxmlformats.org/drawingml/2006/main">
              <a:ext uri="{FF2B5EF4-FFF2-40B4-BE49-F238E27FC236}">
                <a16:creationId xmlns:a16="http://schemas.microsoft.com/office/drawing/2014/main" id="{4E6C5515-910E-4B7A-8F09-9A91ACCEA36E}"/>
              </a:ext>
            </a:extLst>
          </p:cNvPr>
          <p:cNvSpPr>
            <a:spLocks xmlns:a="http://schemas.openxmlformats.org/drawingml/2006/main" noGrp="1"/>
          </p:cNvSpPr>
          <p:nvPr/>
        </p:nvSpPr>
        <p:spPr>
          <a:xfrm xmlns:a="http://schemas.openxmlformats.org/drawingml/2006/main">
            <a:off x="2238375" y="2535991"/>
            <a:ext cx="9525" cy="107196"/>
          </a:xfrm>
          <a:custGeom xmlns:a="http://schemas.openxmlformats.org/drawingml/2006/main">
            <a:pathLst>
              <a:path w="9525" h="107196">
                <a:moveTo>
                  <a:pt x="0" y="107196"/>
                </a:moveTo>
                <a:lnTo>
                  <a:pt x="0" y="0"/>
                </a:lnTo>
              </a:path>
            </a:pathLst>
          </a:custGeom>
          <a:noFill xmlns:a="http://schemas.openxmlformats.org/drawingml/2006/main"/>
          <a:ln xmlns:a="http://schemas.openxmlformats.org/drawingml/2006/main" w="10478">
            <a:solidFill>
              <a:srgbClr val="D7D7DE"/>
            </a:solidFill>
          </a:ln>
        </p:spPr>
      </p:sp>
      <p:sp>
        <p:nvSpPr>
          <p:cNvPr id="16" name="sample-1-0">
            <a:extLst xmlns:a="http://schemas.openxmlformats.org/drawingml/2006/main">
              <a:ext uri="{FF2B5EF4-FFF2-40B4-BE49-F238E27FC236}">
                <a16:creationId xmlns:a16="http://schemas.microsoft.com/office/drawing/2014/main" id="{E4EBB32D-59BA-4833-9641-B38F21738497}"/>
              </a:ext>
            </a:extLst>
          </p:cNvPr>
          <p:cNvSpPr>
            <a:spLocks xmlns:a="http://schemas.openxmlformats.org/drawingml/2006/main" noGrp="1"/>
          </p:cNvSpPr>
          <p:nvPr/>
        </p:nvSpPr>
        <p:spPr>
          <a:xfrm xmlns:a="http://schemas.openxmlformats.org/drawingml/2006/main">
            <a:off x="2171700" y="2469316"/>
            <a:ext cx="133350" cy="133350"/>
          </a:xfrm>
          <a:prstGeom xmlns:a="http://schemas.openxmlformats.org/drawingml/2006/main" prst="ellipse">
            <a:avLst/>
          </a:prstGeom>
          <a:solidFill xmlns:a="http://schemas.openxmlformats.org/drawingml/2006/main">
            <a:srgbClr val="8C64E1"/>
          </a:solidFill>
          <a:ln xmlns:a="http://schemas.openxmlformats.org/drawingml/2006/main" w="0">
            <a:solidFill>
              <a:srgbClr val="8C64E1"/>
            </a:solidFill>
          </a:ln>
        </p:spPr>
      </p:sp>
      <p:sp>
        <p:nvSpPr>
          <p:cNvPr id="17" name="time-unit-1">
            <a:extLst xmlns:a="http://schemas.openxmlformats.org/drawingml/2006/main">
              <a:ext uri="{FF2B5EF4-FFF2-40B4-BE49-F238E27FC236}">
                <a16:creationId xmlns:a16="http://schemas.microsoft.com/office/drawing/2014/main" id="{34E93936-A4B8-403C-825E-066344FD70ED}"/>
              </a:ext>
            </a:extLst>
          </p:cNvPr>
          <p:cNvSpPr>
            <a:spLocks xmlns:a="http://schemas.openxmlformats.org/drawingml/2006/main" noGrp="1"/>
          </p:cNvSpPr>
          <p:nvPr/>
        </p:nvSpPr>
        <p:spPr>
          <a:xfrm xmlns:a="http://schemas.openxmlformats.org/drawingml/2006/main">
            <a:off x="10382250" y="3171825"/>
            <a:ext cx="1238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00" b="0">
                <a:solidFill>
                  <a:srgbClr val="808080"/>
                </a:solidFill>
                <a:latin typeface="Alibaba PuHuiTi 3.0 55 Regular"/>
                <a:ea typeface="Alibaba PuHuiTi 3.0 55 Regular"/>
                <a:cs typeface="Alibaba PuHuiTi 3.0 55 Regular"/>
              </a:defRPr>
            </a:defPPr>
          </a:lstStyle>
          <a:p xmlns:a="http://schemas.openxmlformats.org/drawingml/2006/main">
            <a:pPr algn="l">
              <a:buNone/>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时间 / s</a:t>
            </a:r>
          </a:p>
        </p:txBody>
      </p:sp>
      <p:sp>
        <p:nvSpPr>
          <p:cNvPr id="18" name="rate-2">
            <a:extLst xmlns:a="http://schemas.openxmlformats.org/drawingml/2006/main">
              <a:ext uri="{FF2B5EF4-FFF2-40B4-BE49-F238E27FC236}">
                <a16:creationId xmlns:a16="http://schemas.microsoft.com/office/drawing/2014/main" id="{C1A0DADE-F426-4D1A-9E6F-37158377BF2C}"/>
              </a:ext>
            </a:extLst>
          </p:cNvPr>
          <p:cNvSpPr>
            <a:spLocks xmlns:a="http://schemas.openxmlformats.org/drawingml/2006/main" noGrp="1"/>
          </p:cNvSpPr>
          <p:nvPr/>
        </p:nvSpPr>
        <p:spPr>
          <a:xfrm xmlns:a="http://schemas.openxmlformats.org/drawingml/2006/main">
            <a:off x="609600" y="4171950"/>
            <a:ext cx="1428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400" b="1">
                <a:solidFill>
                  <a:srgbClr val="007C9B"/>
                </a:solidFill>
                <a:latin typeface="Alibaba PuHuiTi 3.0 115 Black"/>
                <a:ea typeface="Alibaba PuHuiTi 3.0 115 Black"/>
                <a:cs typeface="Alibaba PuHuiTi 3.0 115 Black"/>
              </a:defRPr>
            </a:defPPr>
          </a:lstStyle>
          <a:p xmlns:a="http://schemas.openxmlformats.org/drawingml/2006/main">
            <a:pPr algn="l">
              <a:buNone/>
              <a:defRPr sz="2400" b="1">
                <a:solidFill>
                  <a:srgbClr val="007C9B"/>
                </a:solidFill>
                <a:latin typeface="Alibaba PuHuiTi 3.0 115 Black"/>
                <a:ea typeface="Alibaba PuHuiTi 3.0 115 Black"/>
                <a:cs typeface="Alibaba PuHuiTi 3.0 115 Black"/>
              </a:defRPr>
            </a:pPr>
            <a:r>
              <a:rPr sz="2400" b="1">
                <a:solidFill>
                  <a:srgbClr val="007C9B"/>
                </a:solidFill>
                <a:latin typeface="Alibaba PuHuiTi 3.0 115 Black"/>
                <a:ea typeface="Alibaba PuHuiTi 3.0 115 Black"/>
                <a:cs typeface="Alibaba PuHuiTi 3.0 115 Black"/>
              </a:rPr>
              <a:t>2 Hz</a:t>
            </a:r>
          </a:p>
        </p:txBody>
      </p:sp>
      <p:sp>
        <p:nvSpPr>
          <p:cNvPr id="19" name="time-axis-2">
            <a:extLst xmlns:a="http://schemas.openxmlformats.org/drawingml/2006/main">
              <a:ext uri="{FF2B5EF4-FFF2-40B4-BE49-F238E27FC236}">
                <a16:creationId xmlns:a16="http://schemas.microsoft.com/office/drawing/2014/main" id="{CE6F2F3A-5C06-48B6-819E-1EC5177DAD61}"/>
              </a:ext>
            </a:extLst>
          </p:cNvPr>
          <p:cNvSpPr>
            <a:spLocks xmlns:a="http://schemas.openxmlformats.org/drawingml/2006/main" noGrp="1"/>
          </p:cNvSpPr>
          <p:nvPr/>
        </p:nvSpPr>
        <p:spPr>
          <a:xfrm xmlns:a="http://schemas.openxmlformats.org/drawingml/2006/main">
            <a:off x="2238375" y="4357688"/>
            <a:ext cx="8001000" cy="9525"/>
          </a:xfrm>
          <a:custGeom xmlns:a="http://schemas.openxmlformats.org/drawingml/2006/main">
            <a:pathLst>
              <a:path w="8001000" h="9525">
                <a:moveTo>
                  <a:pt x="0" y="0"/>
                </a:moveTo>
                <a:lnTo>
                  <a:pt x="8001000" y="0"/>
                </a:lnTo>
              </a:path>
            </a:pathLst>
          </a:custGeom>
          <a:noFill xmlns:a="http://schemas.openxmlformats.org/drawingml/2006/main"/>
          <a:ln xmlns:a="http://schemas.openxmlformats.org/drawingml/2006/main" w="11430">
            <a:solidFill>
              <a:srgbClr val="808080"/>
            </a:solidFill>
          </a:ln>
        </p:spPr>
      </p:sp>
      <p:sp>
        <p:nvSpPr>
          <p:cNvPr id="20" name="same-signal-2">
            <a:extLst xmlns:a="http://schemas.openxmlformats.org/drawingml/2006/main">
              <a:ext uri="{FF2B5EF4-FFF2-40B4-BE49-F238E27FC236}">
                <a16:creationId xmlns:a16="http://schemas.microsoft.com/office/drawing/2014/main" id="{67B2C67A-FCE9-4F69-A199-2F3041A2FEC4}"/>
              </a:ext>
            </a:extLst>
          </p:cNvPr>
          <p:cNvSpPr>
            <a:spLocks xmlns:a="http://schemas.openxmlformats.org/drawingml/2006/main" noGrp="1"/>
          </p:cNvSpPr>
          <p:nvPr/>
        </p:nvSpPr>
        <p:spPr>
          <a:xfrm xmlns:a="http://schemas.openxmlformats.org/drawingml/2006/main">
            <a:off x="2238375" y="4082416"/>
            <a:ext cx="8001000" cy="550544"/>
          </a:xfrm>
          <a:custGeom xmlns:a="http://schemas.openxmlformats.org/drawingml/2006/main">
            <a:pathLst>
              <a:path w="8001000" h="550544">
                <a:moveTo>
                  <a:pt x="0" y="168076"/>
                </a:moveTo>
                <a:lnTo>
                  <a:pt x="53340" y="157553"/>
                </a:lnTo>
                <a:lnTo>
                  <a:pt x="106680" y="147236"/>
                </a:lnTo>
                <a:lnTo>
                  <a:pt x="160020" y="137144"/>
                </a:lnTo>
                <a:lnTo>
                  <a:pt x="213360" y="127294"/>
                </a:lnTo>
                <a:lnTo>
                  <a:pt x="266700" y="117704"/>
                </a:lnTo>
                <a:lnTo>
                  <a:pt x="320040" y="108390"/>
                </a:lnTo>
                <a:lnTo>
                  <a:pt x="373380" y="99369"/>
                </a:lnTo>
                <a:lnTo>
                  <a:pt x="426720" y="90657"/>
                </a:lnTo>
                <a:lnTo>
                  <a:pt x="480060" y="82268"/>
                </a:lnTo>
                <a:lnTo>
                  <a:pt x="533400" y="74218"/>
                </a:lnTo>
                <a:lnTo>
                  <a:pt x="586740" y="66521"/>
                </a:lnTo>
                <a:lnTo>
                  <a:pt x="640080" y="59190"/>
                </a:lnTo>
                <a:lnTo>
                  <a:pt x="693420" y="52238"/>
                </a:lnTo>
                <a:lnTo>
                  <a:pt x="746760" y="45678"/>
                </a:lnTo>
                <a:lnTo>
                  <a:pt x="800100" y="39520"/>
                </a:lnTo>
                <a:lnTo>
                  <a:pt x="853440" y="33775"/>
                </a:lnTo>
                <a:lnTo>
                  <a:pt x="906780" y="28455"/>
                </a:lnTo>
                <a:lnTo>
                  <a:pt x="960120" y="23567"/>
                </a:lnTo>
                <a:lnTo>
                  <a:pt x="1013460" y="19121"/>
                </a:lnTo>
                <a:lnTo>
                  <a:pt x="1066800" y="15125"/>
                </a:lnTo>
                <a:lnTo>
                  <a:pt x="1120140" y="11584"/>
                </a:lnTo>
                <a:lnTo>
                  <a:pt x="1173480" y="8507"/>
                </a:lnTo>
                <a:lnTo>
                  <a:pt x="1226820" y="5897"/>
                </a:lnTo>
                <a:lnTo>
                  <a:pt x="1280160" y="3760"/>
                </a:lnTo>
                <a:lnTo>
                  <a:pt x="1333500" y="2099"/>
                </a:lnTo>
                <a:lnTo>
                  <a:pt x="1386840" y="918"/>
                </a:lnTo>
                <a:lnTo>
                  <a:pt x="1440180" y="218"/>
                </a:lnTo>
                <a:lnTo>
                  <a:pt x="1493520" y="0"/>
                </a:lnTo>
                <a:lnTo>
                  <a:pt x="1546860" y="265"/>
                </a:lnTo>
                <a:lnTo>
                  <a:pt x="1600200" y="1013"/>
                </a:lnTo>
                <a:lnTo>
                  <a:pt x="1653540" y="2242"/>
                </a:lnTo>
                <a:lnTo>
                  <a:pt x="1706880" y="3950"/>
                </a:lnTo>
                <a:lnTo>
                  <a:pt x="1760220" y="6134"/>
                </a:lnTo>
                <a:lnTo>
                  <a:pt x="1813560" y="8790"/>
                </a:lnTo>
                <a:lnTo>
                  <a:pt x="1866900" y="11913"/>
                </a:lnTo>
                <a:lnTo>
                  <a:pt x="1920240" y="15499"/>
                </a:lnTo>
                <a:lnTo>
                  <a:pt x="1973580" y="19540"/>
                </a:lnTo>
                <a:lnTo>
                  <a:pt x="2026920" y="24030"/>
                </a:lnTo>
                <a:lnTo>
                  <a:pt x="2080260" y="28960"/>
                </a:lnTo>
                <a:lnTo>
                  <a:pt x="2133600" y="34323"/>
                </a:lnTo>
                <a:lnTo>
                  <a:pt x="2186940" y="40109"/>
                </a:lnTo>
                <a:lnTo>
                  <a:pt x="2240280" y="46307"/>
                </a:lnTo>
                <a:lnTo>
                  <a:pt x="2293620" y="52906"/>
                </a:lnTo>
                <a:lnTo>
                  <a:pt x="2346960" y="59896"/>
                </a:lnTo>
                <a:lnTo>
                  <a:pt x="2400300" y="67264"/>
                </a:lnTo>
                <a:lnTo>
                  <a:pt x="2453640" y="74996"/>
                </a:lnTo>
                <a:lnTo>
                  <a:pt x="2506980" y="83080"/>
                </a:lnTo>
                <a:lnTo>
                  <a:pt x="2560320" y="91501"/>
                </a:lnTo>
                <a:lnTo>
                  <a:pt x="2613660" y="100245"/>
                </a:lnTo>
                <a:lnTo>
                  <a:pt x="2667000" y="109296"/>
                </a:lnTo>
                <a:lnTo>
                  <a:pt x="2720340" y="118637"/>
                </a:lnTo>
                <a:lnTo>
                  <a:pt x="2773680" y="128254"/>
                </a:lnTo>
                <a:lnTo>
                  <a:pt x="2827020" y="138128"/>
                </a:lnTo>
                <a:lnTo>
                  <a:pt x="2880360" y="148243"/>
                </a:lnTo>
                <a:lnTo>
                  <a:pt x="2933700" y="158581"/>
                </a:lnTo>
                <a:lnTo>
                  <a:pt x="2987040" y="169124"/>
                </a:lnTo>
                <a:lnTo>
                  <a:pt x="3040380" y="179853"/>
                </a:lnTo>
                <a:lnTo>
                  <a:pt x="3093720" y="190749"/>
                </a:lnTo>
                <a:lnTo>
                  <a:pt x="3147060" y="201793"/>
                </a:lnTo>
                <a:lnTo>
                  <a:pt x="3200400" y="212967"/>
                </a:lnTo>
                <a:lnTo>
                  <a:pt x="3253740" y="224249"/>
                </a:lnTo>
                <a:lnTo>
                  <a:pt x="3307080" y="235622"/>
                </a:lnTo>
                <a:lnTo>
                  <a:pt x="3360420" y="247063"/>
                </a:lnTo>
                <a:lnTo>
                  <a:pt x="3413760" y="258555"/>
                </a:lnTo>
                <a:lnTo>
                  <a:pt x="3467100" y="270075"/>
                </a:lnTo>
                <a:lnTo>
                  <a:pt x="3520440" y="281605"/>
                </a:lnTo>
                <a:lnTo>
                  <a:pt x="3573780" y="293124"/>
                </a:lnTo>
                <a:lnTo>
                  <a:pt x="3627120" y="304611"/>
                </a:lnTo>
                <a:lnTo>
                  <a:pt x="3680460" y="316047"/>
                </a:lnTo>
                <a:lnTo>
                  <a:pt x="3733800" y="327411"/>
                </a:lnTo>
                <a:lnTo>
                  <a:pt x="3787140" y="338684"/>
                </a:lnTo>
                <a:lnTo>
                  <a:pt x="3840480" y="349845"/>
                </a:lnTo>
                <a:lnTo>
                  <a:pt x="3893820" y="360876"/>
                </a:lnTo>
                <a:lnTo>
                  <a:pt x="3947160" y="371757"/>
                </a:lnTo>
                <a:lnTo>
                  <a:pt x="4000500" y="382468"/>
                </a:lnTo>
                <a:lnTo>
                  <a:pt x="4053840" y="392991"/>
                </a:lnTo>
                <a:lnTo>
                  <a:pt x="4107180" y="403308"/>
                </a:lnTo>
                <a:lnTo>
                  <a:pt x="4160520" y="413400"/>
                </a:lnTo>
                <a:lnTo>
                  <a:pt x="4213860" y="423250"/>
                </a:lnTo>
                <a:lnTo>
                  <a:pt x="4267200" y="432840"/>
                </a:lnTo>
                <a:lnTo>
                  <a:pt x="4320540" y="442154"/>
                </a:lnTo>
                <a:lnTo>
                  <a:pt x="4373880" y="451175"/>
                </a:lnTo>
                <a:lnTo>
                  <a:pt x="4427220" y="459887"/>
                </a:lnTo>
                <a:lnTo>
                  <a:pt x="4480560" y="468276"/>
                </a:lnTo>
                <a:lnTo>
                  <a:pt x="4533900" y="476326"/>
                </a:lnTo>
                <a:lnTo>
                  <a:pt x="4587240" y="484023"/>
                </a:lnTo>
                <a:lnTo>
                  <a:pt x="4640580" y="491354"/>
                </a:lnTo>
                <a:lnTo>
                  <a:pt x="4693920" y="498306"/>
                </a:lnTo>
                <a:lnTo>
                  <a:pt x="4747260" y="504866"/>
                </a:lnTo>
                <a:lnTo>
                  <a:pt x="4800600" y="511024"/>
                </a:lnTo>
                <a:lnTo>
                  <a:pt x="4853940" y="516768"/>
                </a:lnTo>
                <a:lnTo>
                  <a:pt x="4907280" y="522089"/>
                </a:lnTo>
                <a:lnTo>
                  <a:pt x="4960620" y="526977"/>
                </a:lnTo>
                <a:lnTo>
                  <a:pt x="5013960" y="531423"/>
                </a:lnTo>
                <a:lnTo>
                  <a:pt x="5067300" y="535419"/>
                </a:lnTo>
                <a:lnTo>
                  <a:pt x="5120640" y="538959"/>
                </a:lnTo>
                <a:lnTo>
                  <a:pt x="5173980" y="542037"/>
                </a:lnTo>
                <a:lnTo>
                  <a:pt x="5227320" y="544647"/>
                </a:lnTo>
                <a:lnTo>
                  <a:pt x="5280660" y="546784"/>
                </a:lnTo>
                <a:lnTo>
                  <a:pt x="5334000" y="548444"/>
                </a:lnTo>
                <a:lnTo>
                  <a:pt x="5387340" y="549626"/>
                </a:lnTo>
                <a:lnTo>
                  <a:pt x="5440680" y="550326"/>
                </a:lnTo>
                <a:lnTo>
                  <a:pt x="5494020" y="550544"/>
                </a:lnTo>
                <a:lnTo>
                  <a:pt x="5547360" y="550279"/>
                </a:lnTo>
                <a:lnTo>
                  <a:pt x="5600700" y="549531"/>
                </a:lnTo>
                <a:lnTo>
                  <a:pt x="5654040" y="548302"/>
                </a:lnTo>
                <a:lnTo>
                  <a:pt x="5707380" y="546594"/>
                </a:lnTo>
                <a:lnTo>
                  <a:pt x="5760720" y="544410"/>
                </a:lnTo>
                <a:lnTo>
                  <a:pt x="5814060" y="541754"/>
                </a:lnTo>
                <a:lnTo>
                  <a:pt x="5867400" y="538631"/>
                </a:lnTo>
                <a:lnTo>
                  <a:pt x="5920740" y="535045"/>
                </a:lnTo>
                <a:lnTo>
                  <a:pt x="5974080" y="531004"/>
                </a:lnTo>
                <a:lnTo>
                  <a:pt x="6027420" y="526514"/>
                </a:lnTo>
                <a:lnTo>
                  <a:pt x="6080760" y="521583"/>
                </a:lnTo>
                <a:lnTo>
                  <a:pt x="6134100" y="516221"/>
                </a:lnTo>
                <a:lnTo>
                  <a:pt x="6187440" y="510435"/>
                </a:lnTo>
                <a:lnTo>
                  <a:pt x="6240780" y="504237"/>
                </a:lnTo>
                <a:lnTo>
                  <a:pt x="6294120" y="497637"/>
                </a:lnTo>
                <a:lnTo>
                  <a:pt x="6347460" y="490648"/>
                </a:lnTo>
                <a:lnTo>
                  <a:pt x="6400800" y="483280"/>
                </a:lnTo>
                <a:lnTo>
                  <a:pt x="6454140" y="475547"/>
                </a:lnTo>
                <a:lnTo>
                  <a:pt x="6507480" y="467463"/>
                </a:lnTo>
                <a:lnTo>
                  <a:pt x="6560820" y="459042"/>
                </a:lnTo>
                <a:lnTo>
                  <a:pt x="6614160" y="450299"/>
                </a:lnTo>
                <a:lnTo>
                  <a:pt x="6667500" y="441248"/>
                </a:lnTo>
                <a:lnTo>
                  <a:pt x="6720840" y="431907"/>
                </a:lnTo>
                <a:lnTo>
                  <a:pt x="6774180" y="422290"/>
                </a:lnTo>
                <a:lnTo>
                  <a:pt x="6827520" y="412416"/>
                </a:lnTo>
                <a:lnTo>
                  <a:pt x="6880860" y="402301"/>
                </a:lnTo>
                <a:lnTo>
                  <a:pt x="6934200" y="391963"/>
                </a:lnTo>
                <a:lnTo>
                  <a:pt x="6987540" y="381420"/>
                </a:lnTo>
                <a:lnTo>
                  <a:pt x="7040880" y="370691"/>
                </a:lnTo>
                <a:lnTo>
                  <a:pt x="7094220" y="359795"/>
                </a:lnTo>
                <a:lnTo>
                  <a:pt x="7147560" y="348751"/>
                </a:lnTo>
                <a:lnTo>
                  <a:pt x="7200900" y="337577"/>
                </a:lnTo>
                <a:lnTo>
                  <a:pt x="7254240" y="326294"/>
                </a:lnTo>
                <a:lnTo>
                  <a:pt x="7307580" y="314922"/>
                </a:lnTo>
                <a:lnTo>
                  <a:pt x="7360920" y="303480"/>
                </a:lnTo>
                <a:lnTo>
                  <a:pt x="7414260" y="291989"/>
                </a:lnTo>
                <a:lnTo>
                  <a:pt x="7467600" y="280468"/>
                </a:lnTo>
                <a:lnTo>
                  <a:pt x="7520940" y="268939"/>
                </a:lnTo>
                <a:lnTo>
                  <a:pt x="7574280" y="257420"/>
                </a:lnTo>
                <a:lnTo>
                  <a:pt x="7627620" y="245933"/>
                </a:lnTo>
                <a:lnTo>
                  <a:pt x="7680960" y="234497"/>
                </a:lnTo>
                <a:lnTo>
                  <a:pt x="7734300" y="223133"/>
                </a:lnTo>
                <a:lnTo>
                  <a:pt x="7787640" y="211860"/>
                </a:lnTo>
                <a:lnTo>
                  <a:pt x="7840980" y="200698"/>
                </a:lnTo>
                <a:lnTo>
                  <a:pt x="7894320" y="189668"/>
                </a:lnTo>
                <a:lnTo>
                  <a:pt x="7947660" y="178787"/>
                </a:lnTo>
                <a:lnTo>
                  <a:pt x="8001000" y="168076"/>
                </a:lnTo>
              </a:path>
            </a:pathLst>
          </a:custGeom>
          <a:noFill xmlns:a="http://schemas.openxmlformats.org/drawingml/2006/main"/>
          <a:ln xmlns:a="http://schemas.openxmlformats.org/drawingml/2006/main" w="17145">
            <a:solidFill>
              <a:srgbClr val="808080"/>
            </a:solidFill>
          </a:ln>
        </p:spPr>
      </p:sp>
      <p:sp>
        <p:nvSpPr>
          <p:cNvPr id="21" name="tick-2-0">
            <a:extLst xmlns:a="http://schemas.openxmlformats.org/drawingml/2006/main">
              <a:ext uri="{FF2B5EF4-FFF2-40B4-BE49-F238E27FC236}">
                <a16:creationId xmlns:a16="http://schemas.microsoft.com/office/drawing/2014/main" id="{FE59064E-1CAF-4EDA-9051-5C0FE01B8CFE}"/>
              </a:ext>
            </a:extLst>
          </p:cNvPr>
          <p:cNvSpPr>
            <a:spLocks xmlns:a="http://schemas.openxmlformats.org/drawingml/2006/main" noGrp="1"/>
          </p:cNvSpPr>
          <p:nvPr/>
        </p:nvSpPr>
        <p:spPr>
          <a:xfrm xmlns:a="http://schemas.openxmlformats.org/drawingml/2006/main">
            <a:off x="2238375" y="4800600"/>
            <a:ext cx="9525" cy="57150"/>
          </a:xfrm>
          <a:custGeom xmlns:a="http://schemas.openxmlformats.org/drawingml/2006/main">
            <a:pathLst>
              <a:path w="9525" h="57150">
                <a:moveTo>
                  <a:pt x="0" y="0"/>
                </a:moveTo>
                <a:lnTo>
                  <a:pt x="0" y="57150"/>
                </a:lnTo>
              </a:path>
            </a:pathLst>
          </a:custGeom>
          <a:noFill xmlns:a="http://schemas.openxmlformats.org/drawingml/2006/main"/>
          <a:ln xmlns:a="http://schemas.openxmlformats.org/drawingml/2006/main" w="9525">
            <a:solidFill>
              <a:srgbClr val="808080"/>
            </a:solidFill>
          </a:ln>
        </p:spPr>
      </p:sp>
      <p:sp>
        <p:nvSpPr>
          <p:cNvPr id="22" name="time-2-0">
            <a:extLst xmlns:a="http://schemas.openxmlformats.org/drawingml/2006/main">
              <a:ext uri="{FF2B5EF4-FFF2-40B4-BE49-F238E27FC236}">
                <a16:creationId xmlns:a16="http://schemas.microsoft.com/office/drawing/2014/main" id="{ECB94107-7CD2-4582-BC1D-09693C4B0138}"/>
              </a:ext>
            </a:extLst>
          </p:cNvPr>
          <p:cNvSpPr>
            <a:spLocks xmlns:a="http://schemas.openxmlformats.org/drawingml/2006/main" noGrp="1"/>
          </p:cNvSpPr>
          <p:nvPr/>
        </p:nvSpPr>
        <p:spPr>
          <a:xfrm xmlns:a="http://schemas.openxmlformats.org/drawingml/2006/main">
            <a:off x="1952625" y="4924425"/>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buNone/>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0</a:t>
            </a:r>
          </a:p>
        </p:txBody>
      </p:sp>
      <p:sp>
        <p:nvSpPr>
          <p:cNvPr id="23" name="tick-2-0.5">
            <a:extLst xmlns:a="http://schemas.openxmlformats.org/drawingml/2006/main">
              <a:ext uri="{FF2B5EF4-FFF2-40B4-BE49-F238E27FC236}">
                <a16:creationId xmlns:a16="http://schemas.microsoft.com/office/drawing/2014/main" id="{159938E2-19D9-489F-94BD-67425B9EB25B}"/>
              </a:ext>
            </a:extLst>
          </p:cNvPr>
          <p:cNvSpPr>
            <a:spLocks xmlns:a="http://schemas.openxmlformats.org/drawingml/2006/main" noGrp="1"/>
          </p:cNvSpPr>
          <p:nvPr/>
        </p:nvSpPr>
        <p:spPr>
          <a:xfrm xmlns:a="http://schemas.openxmlformats.org/drawingml/2006/main">
            <a:off x="6238875" y="4800600"/>
            <a:ext cx="9525" cy="57150"/>
          </a:xfrm>
          <a:custGeom xmlns:a="http://schemas.openxmlformats.org/drawingml/2006/main">
            <a:pathLst>
              <a:path w="9525" h="57150">
                <a:moveTo>
                  <a:pt x="0" y="0"/>
                </a:moveTo>
                <a:lnTo>
                  <a:pt x="0" y="57150"/>
                </a:lnTo>
              </a:path>
            </a:pathLst>
          </a:custGeom>
          <a:noFill xmlns:a="http://schemas.openxmlformats.org/drawingml/2006/main"/>
          <a:ln xmlns:a="http://schemas.openxmlformats.org/drawingml/2006/main" w="9525">
            <a:solidFill>
              <a:srgbClr val="808080"/>
            </a:solidFill>
          </a:ln>
        </p:spPr>
      </p:sp>
      <p:sp>
        <p:nvSpPr>
          <p:cNvPr id="24" name="time-2-0.5">
            <a:extLst xmlns:a="http://schemas.openxmlformats.org/drawingml/2006/main">
              <a:ext uri="{FF2B5EF4-FFF2-40B4-BE49-F238E27FC236}">
                <a16:creationId xmlns:a16="http://schemas.microsoft.com/office/drawing/2014/main" id="{DCC03D0A-A896-40D8-A585-F46CF2F40F5D}"/>
              </a:ext>
            </a:extLst>
          </p:cNvPr>
          <p:cNvSpPr>
            <a:spLocks xmlns:a="http://schemas.openxmlformats.org/drawingml/2006/main" noGrp="1"/>
          </p:cNvSpPr>
          <p:nvPr/>
        </p:nvSpPr>
        <p:spPr>
          <a:xfrm xmlns:a="http://schemas.openxmlformats.org/drawingml/2006/main">
            <a:off x="5953125" y="4924425"/>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buNone/>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0.5</a:t>
            </a:r>
          </a:p>
        </p:txBody>
      </p:sp>
      <p:sp>
        <p:nvSpPr>
          <p:cNvPr id="25" name="tick-2-1">
            <a:extLst xmlns:a="http://schemas.openxmlformats.org/drawingml/2006/main">
              <a:ext uri="{FF2B5EF4-FFF2-40B4-BE49-F238E27FC236}">
                <a16:creationId xmlns:a16="http://schemas.microsoft.com/office/drawing/2014/main" id="{39676BC0-8406-49EE-B2D0-91BBFE18D43C}"/>
              </a:ext>
            </a:extLst>
          </p:cNvPr>
          <p:cNvSpPr>
            <a:spLocks xmlns:a="http://schemas.openxmlformats.org/drawingml/2006/main" noGrp="1"/>
          </p:cNvSpPr>
          <p:nvPr/>
        </p:nvSpPr>
        <p:spPr>
          <a:xfrm xmlns:a="http://schemas.openxmlformats.org/drawingml/2006/main">
            <a:off x="10239375" y="4800600"/>
            <a:ext cx="9525" cy="57150"/>
          </a:xfrm>
          <a:custGeom xmlns:a="http://schemas.openxmlformats.org/drawingml/2006/main">
            <a:pathLst>
              <a:path w="9525" h="57150">
                <a:moveTo>
                  <a:pt x="0" y="0"/>
                </a:moveTo>
                <a:lnTo>
                  <a:pt x="0" y="57150"/>
                </a:lnTo>
              </a:path>
            </a:pathLst>
          </a:custGeom>
          <a:noFill xmlns:a="http://schemas.openxmlformats.org/drawingml/2006/main"/>
          <a:ln xmlns:a="http://schemas.openxmlformats.org/drawingml/2006/main" w="9525">
            <a:solidFill>
              <a:srgbClr val="808080"/>
            </a:solidFill>
          </a:ln>
        </p:spPr>
      </p:sp>
      <p:sp>
        <p:nvSpPr>
          <p:cNvPr id="26" name="time-2-1">
            <a:extLst xmlns:a="http://schemas.openxmlformats.org/drawingml/2006/main">
              <a:ext uri="{FF2B5EF4-FFF2-40B4-BE49-F238E27FC236}">
                <a16:creationId xmlns:a16="http://schemas.microsoft.com/office/drawing/2014/main" id="{EEE68F54-B075-4A5D-A2D0-46BF6C2D8F45}"/>
              </a:ext>
            </a:extLst>
          </p:cNvPr>
          <p:cNvSpPr>
            <a:spLocks xmlns:a="http://schemas.openxmlformats.org/drawingml/2006/main" noGrp="1"/>
          </p:cNvSpPr>
          <p:nvPr/>
        </p:nvSpPr>
        <p:spPr>
          <a:xfrm xmlns:a="http://schemas.openxmlformats.org/drawingml/2006/main">
            <a:off x="9953625" y="4924425"/>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buNone/>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1</a:t>
            </a:r>
          </a:p>
        </p:txBody>
      </p:sp>
      <p:sp>
        <p:nvSpPr>
          <p:cNvPr id="27" name="sample-stem-2-0">
            <a:extLst xmlns:a="http://schemas.openxmlformats.org/drawingml/2006/main">
              <a:ext uri="{FF2B5EF4-FFF2-40B4-BE49-F238E27FC236}">
                <a16:creationId xmlns:a16="http://schemas.microsoft.com/office/drawing/2014/main" id="{7E7AD7CA-DF1A-43E9-95C5-3E9F47F574F5}"/>
              </a:ext>
            </a:extLst>
          </p:cNvPr>
          <p:cNvSpPr>
            <a:spLocks xmlns:a="http://schemas.openxmlformats.org/drawingml/2006/main" noGrp="1"/>
          </p:cNvSpPr>
          <p:nvPr/>
        </p:nvSpPr>
        <p:spPr>
          <a:xfrm xmlns:a="http://schemas.openxmlformats.org/drawingml/2006/main">
            <a:off x="2238375" y="4250491"/>
            <a:ext cx="9525" cy="107196"/>
          </a:xfrm>
          <a:custGeom xmlns:a="http://schemas.openxmlformats.org/drawingml/2006/main">
            <a:pathLst>
              <a:path w="9525" h="107196">
                <a:moveTo>
                  <a:pt x="0" y="107196"/>
                </a:moveTo>
                <a:lnTo>
                  <a:pt x="0" y="0"/>
                </a:lnTo>
              </a:path>
            </a:pathLst>
          </a:custGeom>
          <a:noFill xmlns:a="http://schemas.openxmlformats.org/drawingml/2006/main"/>
          <a:ln xmlns:a="http://schemas.openxmlformats.org/drawingml/2006/main" w="10478">
            <a:solidFill>
              <a:srgbClr val="D7D7DE"/>
            </a:solidFill>
          </a:ln>
        </p:spPr>
      </p:sp>
      <p:sp>
        <p:nvSpPr>
          <p:cNvPr id="28" name="sample-2-0">
            <a:extLst xmlns:a="http://schemas.openxmlformats.org/drawingml/2006/main">
              <a:ext uri="{FF2B5EF4-FFF2-40B4-BE49-F238E27FC236}">
                <a16:creationId xmlns:a16="http://schemas.microsoft.com/office/drawing/2014/main" id="{7D4BB745-BD8B-4511-A0AC-6A74CAD670C2}"/>
              </a:ext>
            </a:extLst>
          </p:cNvPr>
          <p:cNvSpPr>
            <a:spLocks xmlns:a="http://schemas.openxmlformats.org/drawingml/2006/main" noGrp="1"/>
          </p:cNvSpPr>
          <p:nvPr/>
        </p:nvSpPr>
        <p:spPr>
          <a:xfrm xmlns:a="http://schemas.openxmlformats.org/drawingml/2006/main">
            <a:off x="2171700" y="4183816"/>
            <a:ext cx="133350" cy="133350"/>
          </a:xfrm>
          <a:prstGeom xmlns:a="http://schemas.openxmlformats.org/drawingml/2006/main" prst="ellipse">
            <a:avLst/>
          </a:prstGeom>
          <a:solidFill xmlns:a="http://schemas.openxmlformats.org/drawingml/2006/main">
            <a:srgbClr val="00B0F0"/>
          </a:solidFill>
          <a:ln xmlns:a="http://schemas.openxmlformats.org/drawingml/2006/main" w="0">
            <a:solidFill>
              <a:srgbClr val="00B0F0"/>
            </a:solidFill>
          </a:ln>
        </p:spPr>
      </p:sp>
      <p:sp>
        <p:nvSpPr>
          <p:cNvPr id="29" name="sample-stem-2-1">
            <a:extLst xmlns:a="http://schemas.openxmlformats.org/drawingml/2006/main">
              <a:ext uri="{FF2B5EF4-FFF2-40B4-BE49-F238E27FC236}">
                <a16:creationId xmlns:a16="http://schemas.microsoft.com/office/drawing/2014/main" id="{BD8DEAC5-A398-427D-8CF9-9210897824C9}"/>
              </a:ext>
            </a:extLst>
          </p:cNvPr>
          <p:cNvSpPr>
            <a:spLocks xmlns:a="http://schemas.openxmlformats.org/drawingml/2006/main" noGrp="1"/>
          </p:cNvSpPr>
          <p:nvPr/>
        </p:nvSpPr>
        <p:spPr>
          <a:xfrm xmlns:a="http://schemas.openxmlformats.org/drawingml/2006/main">
            <a:off x="6238875" y="4357688"/>
            <a:ext cx="9525" cy="107196"/>
          </a:xfrm>
          <a:custGeom xmlns:a="http://schemas.openxmlformats.org/drawingml/2006/main">
            <a:pathLst>
              <a:path w="9525" h="107196">
                <a:moveTo>
                  <a:pt x="0" y="0"/>
                </a:moveTo>
                <a:lnTo>
                  <a:pt x="0" y="107196"/>
                </a:lnTo>
              </a:path>
            </a:pathLst>
          </a:custGeom>
          <a:noFill xmlns:a="http://schemas.openxmlformats.org/drawingml/2006/main"/>
          <a:ln xmlns:a="http://schemas.openxmlformats.org/drawingml/2006/main" w="10478">
            <a:solidFill>
              <a:srgbClr val="D7D7DE"/>
            </a:solidFill>
          </a:ln>
        </p:spPr>
      </p:sp>
      <p:sp>
        <p:nvSpPr>
          <p:cNvPr id="30" name="sample-2-1">
            <a:extLst xmlns:a="http://schemas.openxmlformats.org/drawingml/2006/main">
              <a:ext uri="{FF2B5EF4-FFF2-40B4-BE49-F238E27FC236}">
                <a16:creationId xmlns:a16="http://schemas.microsoft.com/office/drawing/2014/main" id="{FD027F53-9D1B-4583-A144-9DCB6A6B547D}"/>
              </a:ext>
            </a:extLst>
          </p:cNvPr>
          <p:cNvSpPr>
            <a:spLocks xmlns:a="http://schemas.openxmlformats.org/drawingml/2006/main" noGrp="1"/>
          </p:cNvSpPr>
          <p:nvPr/>
        </p:nvSpPr>
        <p:spPr>
          <a:xfrm xmlns:a="http://schemas.openxmlformats.org/drawingml/2006/main">
            <a:off x="6172200" y="4398209"/>
            <a:ext cx="133350" cy="133350"/>
          </a:xfrm>
          <a:prstGeom xmlns:a="http://schemas.openxmlformats.org/drawingml/2006/main" prst="ellipse">
            <a:avLst/>
          </a:prstGeom>
          <a:solidFill xmlns:a="http://schemas.openxmlformats.org/drawingml/2006/main">
            <a:srgbClr val="00B0F0"/>
          </a:solidFill>
          <a:ln xmlns:a="http://schemas.openxmlformats.org/drawingml/2006/main" w="0">
            <a:solidFill>
              <a:srgbClr val="00B0F0"/>
            </a:solidFill>
          </a:ln>
        </p:spPr>
      </p:sp>
      <p:sp>
        <p:nvSpPr>
          <p:cNvPr id="31" name="time-unit-2">
            <a:extLst xmlns:a="http://schemas.openxmlformats.org/drawingml/2006/main">
              <a:ext uri="{FF2B5EF4-FFF2-40B4-BE49-F238E27FC236}">
                <a16:creationId xmlns:a16="http://schemas.microsoft.com/office/drawing/2014/main" id="{D7A01BA1-6B17-4F52-BA51-02529B091C09}"/>
              </a:ext>
            </a:extLst>
          </p:cNvPr>
          <p:cNvSpPr>
            <a:spLocks xmlns:a="http://schemas.openxmlformats.org/drawingml/2006/main" noGrp="1"/>
          </p:cNvSpPr>
          <p:nvPr/>
        </p:nvSpPr>
        <p:spPr>
          <a:xfrm xmlns:a="http://schemas.openxmlformats.org/drawingml/2006/main">
            <a:off x="10382250" y="4886325"/>
            <a:ext cx="1238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00" b="0">
                <a:solidFill>
                  <a:srgbClr val="808080"/>
                </a:solidFill>
                <a:latin typeface="Alibaba PuHuiTi 3.0 55 Regular"/>
                <a:ea typeface="Alibaba PuHuiTi 3.0 55 Regular"/>
                <a:cs typeface="Alibaba PuHuiTi 3.0 55 Regular"/>
              </a:defRPr>
            </a:defPPr>
          </a:lstStyle>
          <a:p xmlns:a="http://schemas.openxmlformats.org/drawingml/2006/main">
            <a:pPr algn="l">
              <a:buNone/>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时间 / s</a:t>
            </a:r>
          </a:p>
        </p:txBody>
      </p:sp>
      <p:sp>
        <p:nvSpPr>
          <p:cNvPr id="32" name="text">
            <a:extLst xmlns:a="http://schemas.openxmlformats.org/drawingml/2006/main">
              <a:ext uri="{FF2B5EF4-FFF2-40B4-BE49-F238E27FC236}">
                <a16:creationId xmlns:a16="http://schemas.microsoft.com/office/drawing/2014/main" id="{C770F37B-B2D5-4CF9-97B4-19C33B6B1898}"/>
              </a:ext>
            </a:extLst>
          </p:cNvPr>
          <p:cNvSpPr>
            <a:spLocks xmlns:a="http://schemas.openxmlformats.org/drawingml/2006/main" noGrp="1"/>
          </p:cNvSpPr>
          <p:nvPr/>
        </p:nvSpPr>
        <p:spPr>
          <a:xfrm xmlns:a="http://schemas.openxmlformats.org/drawingml/2006/main">
            <a:off x="609600" y="5810250"/>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采样率：每秒、每声道采集的样本数。</a:t>
            </a:r>
          </a:p>
        </p:txBody>
      </p:sp>
    </p:spTree>
    <p:extLst>
      <p:ext uri="{BB962C8B-B14F-4D97-AF65-F5344CB8AC3E}">
        <p14:creationId xmlns:p14="http://schemas.microsoft.com/office/powerpoint/2010/main" val="1601914881"/>
      </p:ext>
    </p:extLst>
  </p:cSld>
</p:sld>
</file>

<file path=ppt/slides/slide14.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E58250CB-1004-4122-BC2C-0ECD2E446DC5}"/>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3CE6D193-3F9B-491E-9D8E-81955023D09A}"/>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DDE413A3-F364-4A33-9DDF-26057D1CCE8E}"/>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提高采样率，时间轴上的什么变了？</a:t>
            </a:r>
          </a:p>
        </p:txBody>
      </p:sp>
      <p:sp>
        <p:nvSpPr>
          <p:cNvPr id="5" name="Connector 4">
            <a:extLst xmlns:a="http://schemas.openxmlformats.org/drawingml/2006/main">
              <a:ext uri="{FF2B5EF4-FFF2-40B4-BE49-F238E27FC236}">
                <a16:creationId xmlns:a16="http://schemas.microsoft.com/office/drawing/2014/main" id="{EF2326E8-2BEB-41DE-A6E1-6E5CF1A54652}"/>
              </a:ext>
            </a:extLst>
          </p:cNvPr>
          <p:cNvSpPr>
            <a:spLocks xmlns:a="http://schemas.openxmlformats.org/drawingml/2006/main" noGrp="1"/>
          </p:cNvSpPr>
          <p:nvPr/>
        </p:nvSpPr>
        <p:spPr>
          <a:xfrm xmlns:a="http://schemas.openxmlformats.org/drawingml/2006/main">
            <a:off x="1005840" y="2432304"/>
            <a:ext cx="9747504" cy="0"/>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 name="Connector 5">
            <a:extLst xmlns:a="http://schemas.openxmlformats.org/drawingml/2006/main">
              <a:ext uri="{FF2B5EF4-FFF2-40B4-BE49-F238E27FC236}">
                <a16:creationId xmlns:a16="http://schemas.microsoft.com/office/drawing/2014/main" id="{03BFAE81-862B-4625-98B6-7189CE73B280}"/>
              </a:ext>
            </a:extLst>
          </p:cNvPr>
          <p:cNvSpPr>
            <a:spLocks xmlns:a="http://schemas.openxmlformats.org/drawingml/2006/main" noGrp="1"/>
          </p:cNvSpPr>
          <p:nvPr/>
        </p:nvSpPr>
        <p:spPr>
          <a:xfrm xmlns:a="http://schemas.openxmlformats.org/drawingml/2006/main">
            <a:off x="1097280" y="1737360"/>
            <a:ext cx="0" cy="1399032"/>
          </a:xfrm>
          <a:prstGeom xmlns:a="http://schemas.openxmlformats.org/drawingml/2006/main" prst="line">
            <a:avLst/>
          </a:prstGeom>
          <a:ln xmlns:a="http://schemas.openxmlformats.org/drawingml/2006/main" w="1651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 name="TextBox 8">
            <a:extLst xmlns:a="http://schemas.openxmlformats.org/drawingml/2006/main">
              <a:ext uri="{FF2B5EF4-FFF2-40B4-BE49-F238E27FC236}">
                <a16:creationId xmlns:a16="http://schemas.microsoft.com/office/drawing/2014/main" id="{77C9AC72-931A-4657-BBB3-257690B3BD05}"/>
              </a:ext>
            </a:extLst>
          </p:cNvPr>
          <p:cNvSpPr>
            <a:spLocks xmlns:a="http://schemas.openxmlformats.org/drawingml/2006/main" noGrp="1"/>
          </p:cNvSpPr>
          <p:nvPr/>
        </p:nvSpPr>
        <p:spPr>
          <a:xfrm xmlns:a="http://schemas.openxmlformats.org/drawingml/2006/main">
            <a:off x="1005840" y="1197864"/>
            <a:ext cx="9747504"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200" b="1">
                <a:solidFill>
                  <a:srgbClr val="8C64E1"/>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2200" b="1">
                <a:solidFill>
                  <a:srgbClr val="8C64E1"/>
                </a:solidFill>
                <a:latin typeface="Alibaba PuHuiTi 3.0 115 Black"/>
                <a:ea typeface="Alibaba PuHuiTi 3.0 115 Black"/>
                <a:cs typeface="Alibaba PuHuiTi 3.0 115 Black"/>
              </a:defRPr>
            </a:pPr>
            <a:r>
              <a:rPr sz="2200" b="1">
                <a:solidFill>
                  <a:srgbClr val="8C64E1"/>
                </a:solidFill>
                <a:latin typeface="Alibaba PuHuiTi 3.0 115 Black"/>
                <a:ea typeface="Alibaba PuHuiTi 3.0 115 Black"/>
                <a:cs typeface="Alibaba PuHuiTi 3.0 115 Black"/>
              </a:rPr>
              <a:t>采样点较少</a:t>
            </a:r>
          </a:p>
        </p:txBody>
      </p:sp>
      <p:sp>
        <p:nvSpPr>
          <p:cNvPr id="10" name="Connector 9">
            <a:extLst xmlns:a="http://schemas.openxmlformats.org/drawingml/2006/main">
              <a:ext uri="{FF2B5EF4-FFF2-40B4-BE49-F238E27FC236}">
                <a16:creationId xmlns:a16="http://schemas.microsoft.com/office/drawing/2014/main" id="{02E739F7-A272-485B-8878-C3D00FDFCF6A}"/>
              </a:ext>
            </a:extLst>
          </p:cNvPr>
          <p:cNvSpPr>
            <a:spLocks xmlns:a="http://schemas.openxmlformats.org/drawingml/2006/main" noGrp="1"/>
          </p:cNvSpPr>
          <p:nvPr/>
        </p:nvSpPr>
        <p:spPr>
          <a:xfrm xmlns:a="http://schemas.openxmlformats.org/drawingml/2006/main" flipV="1">
            <a:off x="1124712" y="2358641"/>
            <a:ext cx="91074" cy="59947"/>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1" name="Connector 10">
            <a:extLst xmlns:a="http://schemas.openxmlformats.org/drawingml/2006/main">
              <a:ext uri="{FF2B5EF4-FFF2-40B4-BE49-F238E27FC236}">
                <a16:creationId xmlns:a16="http://schemas.microsoft.com/office/drawing/2014/main" id="{599BEED9-A7C7-4770-9823-3F66C07734A8}"/>
              </a:ext>
            </a:extLst>
          </p:cNvPr>
          <p:cNvSpPr>
            <a:spLocks xmlns:a="http://schemas.openxmlformats.org/drawingml/2006/main" noGrp="1"/>
          </p:cNvSpPr>
          <p:nvPr/>
        </p:nvSpPr>
        <p:spPr>
          <a:xfrm xmlns:a="http://schemas.openxmlformats.org/drawingml/2006/main" flipV="1">
            <a:off x="1215786" y="2299460"/>
            <a:ext cx="91074" cy="59181"/>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2" name="Connector 11">
            <a:extLst xmlns:a="http://schemas.openxmlformats.org/drawingml/2006/main">
              <a:ext uri="{FF2B5EF4-FFF2-40B4-BE49-F238E27FC236}">
                <a16:creationId xmlns:a16="http://schemas.microsoft.com/office/drawing/2014/main" id="{66FA9914-ECBF-421F-872D-52D9538B83D3}"/>
              </a:ext>
            </a:extLst>
          </p:cNvPr>
          <p:cNvSpPr>
            <a:spLocks xmlns:a="http://schemas.openxmlformats.org/drawingml/2006/main" noGrp="1"/>
          </p:cNvSpPr>
          <p:nvPr/>
        </p:nvSpPr>
        <p:spPr>
          <a:xfrm xmlns:a="http://schemas.openxmlformats.org/drawingml/2006/main" flipV="1">
            <a:off x="1306860" y="2241802"/>
            <a:ext cx="91074" cy="57658"/>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3" name="Connector 12">
            <a:extLst xmlns:a="http://schemas.openxmlformats.org/drawingml/2006/main">
              <a:ext uri="{FF2B5EF4-FFF2-40B4-BE49-F238E27FC236}">
                <a16:creationId xmlns:a16="http://schemas.microsoft.com/office/drawing/2014/main" id="{5FF0B4DB-DD5A-4230-8EAD-A42EA0D788AA}"/>
              </a:ext>
            </a:extLst>
          </p:cNvPr>
          <p:cNvSpPr>
            <a:spLocks xmlns:a="http://schemas.openxmlformats.org/drawingml/2006/main" noGrp="1"/>
          </p:cNvSpPr>
          <p:nvPr/>
        </p:nvSpPr>
        <p:spPr>
          <a:xfrm xmlns:a="http://schemas.openxmlformats.org/drawingml/2006/main" flipV="1">
            <a:off x="1397934" y="2186403"/>
            <a:ext cx="91074" cy="55399"/>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4" name="Connector 13">
            <a:extLst xmlns:a="http://schemas.openxmlformats.org/drawingml/2006/main">
              <a:ext uri="{FF2B5EF4-FFF2-40B4-BE49-F238E27FC236}">
                <a16:creationId xmlns:a16="http://schemas.microsoft.com/office/drawing/2014/main" id="{0BA00C5F-2E70-4C32-906A-44C18BEB71D0}"/>
              </a:ext>
            </a:extLst>
          </p:cNvPr>
          <p:cNvSpPr>
            <a:spLocks xmlns:a="http://schemas.openxmlformats.org/drawingml/2006/main" noGrp="1"/>
          </p:cNvSpPr>
          <p:nvPr/>
        </p:nvSpPr>
        <p:spPr>
          <a:xfrm xmlns:a="http://schemas.openxmlformats.org/drawingml/2006/main" flipV="1">
            <a:off x="1489008" y="2133970"/>
            <a:ext cx="91075" cy="52433"/>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5" name="Connector 14">
            <a:extLst xmlns:a="http://schemas.openxmlformats.org/drawingml/2006/main">
              <a:ext uri="{FF2B5EF4-FFF2-40B4-BE49-F238E27FC236}">
                <a16:creationId xmlns:a16="http://schemas.microsoft.com/office/drawing/2014/main" id="{1AA2D80A-9144-430E-BABF-73785DD1F941}"/>
              </a:ext>
            </a:extLst>
          </p:cNvPr>
          <p:cNvSpPr>
            <a:spLocks xmlns:a="http://schemas.openxmlformats.org/drawingml/2006/main" noGrp="1"/>
          </p:cNvSpPr>
          <p:nvPr/>
        </p:nvSpPr>
        <p:spPr>
          <a:xfrm xmlns:a="http://schemas.openxmlformats.org/drawingml/2006/main" flipV="1">
            <a:off x="1580083" y="2085174"/>
            <a:ext cx="91074" cy="48796"/>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6" name="Connector 15">
            <a:extLst xmlns:a="http://schemas.openxmlformats.org/drawingml/2006/main">
              <a:ext uri="{FF2B5EF4-FFF2-40B4-BE49-F238E27FC236}">
                <a16:creationId xmlns:a16="http://schemas.microsoft.com/office/drawing/2014/main" id="{B6C6BA23-6ED5-470D-8AC8-D90D4297E9FB}"/>
              </a:ext>
            </a:extLst>
          </p:cNvPr>
          <p:cNvSpPr>
            <a:spLocks xmlns:a="http://schemas.openxmlformats.org/drawingml/2006/main" noGrp="1"/>
          </p:cNvSpPr>
          <p:nvPr/>
        </p:nvSpPr>
        <p:spPr>
          <a:xfrm xmlns:a="http://schemas.openxmlformats.org/drawingml/2006/main" flipV="1">
            <a:off x="1671157" y="2040638"/>
            <a:ext cx="91074" cy="44536"/>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7" name="Connector 16">
            <a:extLst xmlns:a="http://schemas.openxmlformats.org/drawingml/2006/main">
              <a:ext uri="{FF2B5EF4-FFF2-40B4-BE49-F238E27FC236}">
                <a16:creationId xmlns:a16="http://schemas.microsoft.com/office/drawing/2014/main" id="{F47A2244-0263-4B1F-B69F-6A968BAA7EED}"/>
              </a:ext>
            </a:extLst>
          </p:cNvPr>
          <p:cNvSpPr>
            <a:spLocks xmlns:a="http://schemas.openxmlformats.org/drawingml/2006/main" noGrp="1"/>
          </p:cNvSpPr>
          <p:nvPr/>
        </p:nvSpPr>
        <p:spPr>
          <a:xfrm xmlns:a="http://schemas.openxmlformats.org/drawingml/2006/main" flipV="1">
            <a:off x="1762231" y="2000931"/>
            <a:ext cx="91074" cy="39707"/>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8" name="Connector 17">
            <a:extLst xmlns:a="http://schemas.openxmlformats.org/drawingml/2006/main">
              <a:ext uri="{FF2B5EF4-FFF2-40B4-BE49-F238E27FC236}">
                <a16:creationId xmlns:a16="http://schemas.microsoft.com/office/drawing/2014/main" id="{1957D594-BC2A-4462-8F1C-F605D3689FF9}"/>
              </a:ext>
            </a:extLst>
          </p:cNvPr>
          <p:cNvSpPr>
            <a:spLocks xmlns:a="http://schemas.openxmlformats.org/drawingml/2006/main" noGrp="1"/>
          </p:cNvSpPr>
          <p:nvPr/>
        </p:nvSpPr>
        <p:spPr>
          <a:xfrm xmlns:a="http://schemas.openxmlformats.org/drawingml/2006/main" flipV="1">
            <a:off x="1853305" y="1966561"/>
            <a:ext cx="91075" cy="34370"/>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9" name="Connector 18">
            <a:extLst xmlns:a="http://schemas.openxmlformats.org/drawingml/2006/main">
              <a:ext uri="{FF2B5EF4-FFF2-40B4-BE49-F238E27FC236}">
                <a16:creationId xmlns:a16="http://schemas.microsoft.com/office/drawing/2014/main" id="{35FAA943-CCAC-4CB7-9A6A-ABE426D3D438}"/>
              </a:ext>
            </a:extLst>
          </p:cNvPr>
          <p:cNvSpPr>
            <a:spLocks xmlns:a="http://schemas.openxmlformats.org/drawingml/2006/main" noGrp="1"/>
          </p:cNvSpPr>
          <p:nvPr/>
        </p:nvSpPr>
        <p:spPr>
          <a:xfrm xmlns:a="http://schemas.openxmlformats.org/drawingml/2006/main" flipV="1">
            <a:off x="1944380" y="1937966"/>
            <a:ext cx="91074" cy="28595"/>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0" name="Connector 19">
            <a:extLst xmlns:a="http://schemas.openxmlformats.org/drawingml/2006/main">
              <a:ext uri="{FF2B5EF4-FFF2-40B4-BE49-F238E27FC236}">
                <a16:creationId xmlns:a16="http://schemas.microsoft.com/office/drawing/2014/main" id="{761C2E4A-9F2E-4A23-BC8F-766082F860A1}"/>
              </a:ext>
            </a:extLst>
          </p:cNvPr>
          <p:cNvSpPr>
            <a:spLocks xmlns:a="http://schemas.openxmlformats.org/drawingml/2006/main" noGrp="1"/>
          </p:cNvSpPr>
          <p:nvPr/>
        </p:nvSpPr>
        <p:spPr>
          <a:xfrm xmlns:a="http://schemas.openxmlformats.org/drawingml/2006/main" flipV="1">
            <a:off x="2035454" y="1915513"/>
            <a:ext cx="91074" cy="22453"/>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1" name="Connector 20">
            <a:extLst xmlns:a="http://schemas.openxmlformats.org/drawingml/2006/main">
              <a:ext uri="{FF2B5EF4-FFF2-40B4-BE49-F238E27FC236}">
                <a16:creationId xmlns:a16="http://schemas.microsoft.com/office/drawing/2014/main" id="{171410FF-BDBB-443D-8E9A-47FD80FF59EE}"/>
              </a:ext>
            </a:extLst>
          </p:cNvPr>
          <p:cNvSpPr>
            <a:spLocks xmlns:a="http://schemas.openxmlformats.org/drawingml/2006/main" noGrp="1"/>
          </p:cNvSpPr>
          <p:nvPr/>
        </p:nvSpPr>
        <p:spPr>
          <a:xfrm xmlns:a="http://schemas.openxmlformats.org/drawingml/2006/main" flipV="1">
            <a:off x="2126528" y="1899487"/>
            <a:ext cx="91074" cy="16026"/>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2" name="Connector 21">
            <a:extLst xmlns:a="http://schemas.openxmlformats.org/drawingml/2006/main">
              <a:ext uri="{FF2B5EF4-FFF2-40B4-BE49-F238E27FC236}">
                <a16:creationId xmlns:a16="http://schemas.microsoft.com/office/drawing/2014/main" id="{27BF9EFA-E85A-49FC-95C9-51293B39D4AE}"/>
              </a:ext>
            </a:extLst>
          </p:cNvPr>
          <p:cNvSpPr>
            <a:spLocks xmlns:a="http://schemas.openxmlformats.org/drawingml/2006/main" noGrp="1"/>
          </p:cNvSpPr>
          <p:nvPr/>
        </p:nvSpPr>
        <p:spPr>
          <a:xfrm xmlns:a="http://schemas.openxmlformats.org/drawingml/2006/main" flipV="1">
            <a:off x="2217602" y="1890094"/>
            <a:ext cx="91075" cy="9393"/>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3" name="Connector 22">
            <a:extLst xmlns:a="http://schemas.openxmlformats.org/drawingml/2006/main">
              <a:ext uri="{FF2B5EF4-FFF2-40B4-BE49-F238E27FC236}">
                <a16:creationId xmlns:a16="http://schemas.microsoft.com/office/drawing/2014/main" id="{3669555B-4EC5-4AAA-B702-903E97E9CAAA}"/>
              </a:ext>
            </a:extLst>
          </p:cNvPr>
          <p:cNvSpPr>
            <a:spLocks xmlns:a="http://schemas.openxmlformats.org/drawingml/2006/main" noGrp="1"/>
          </p:cNvSpPr>
          <p:nvPr/>
        </p:nvSpPr>
        <p:spPr>
          <a:xfrm xmlns:a="http://schemas.openxmlformats.org/drawingml/2006/main" flipV="1">
            <a:off x="2308677" y="1887454"/>
            <a:ext cx="91074" cy="2640"/>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4" name="Connector 23">
            <a:extLst xmlns:a="http://schemas.openxmlformats.org/drawingml/2006/main">
              <a:ext uri="{FF2B5EF4-FFF2-40B4-BE49-F238E27FC236}">
                <a16:creationId xmlns:a16="http://schemas.microsoft.com/office/drawing/2014/main" id="{8101D742-56F7-4D60-9D61-2B0F82FFE35B}"/>
              </a:ext>
            </a:extLst>
          </p:cNvPr>
          <p:cNvSpPr>
            <a:spLocks xmlns:a="http://schemas.openxmlformats.org/drawingml/2006/main" noGrp="1"/>
          </p:cNvSpPr>
          <p:nvPr/>
        </p:nvSpPr>
        <p:spPr>
          <a:xfrm xmlns:a="http://schemas.openxmlformats.org/drawingml/2006/main">
            <a:off x="2399751" y="1887454"/>
            <a:ext cx="91074" cy="4147"/>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5" name="Connector 24">
            <a:extLst xmlns:a="http://schemas.openxmlformats.org/drawingml/2006/main">
              <a:ext uri="{FF2B5EF4-FFF2-40B4-BE49-F238E27FC236}">
                <a16:creationId xmlns:a16="http://schemas.microsoft.com/office/drawing/2014/main" id="{BCCEBA3D-2C42-4476-9454-AFB7FBFBBD37}"/>
              </a:ext>
            </a:extLst>
          </p:cNvPr>
          <p:cNvSpPr>
            <a:spLocks xmlns:a="http://schemas.openxmlformats.org/drawingml/2006/main" noGrp="1"/>
          </p:cNvSpPr>
          <p:nvPr/>
        </p:nvSpPr>
        <p:spPr>
          <a:xfrm xmlns:a="http://schemas.openxmlformats.org/drawingml/2006/main">
            <a:off x="2490825" y="1891601"/>
            <a:ext cx="91074" cy="10880"/>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6" name="Connector 25">
            <a:extLst xmlns:a="http://schemas.openxmlformats.org/drawingml/2006/main">
              <a:ext uri="{FF2B5EF4-FFF2-40B4-BE49-F238E27FC236}">
                <a16:creationId xmlns:a16="http://schemas.microsoft.com/office/drawing/2014/main" id="{6AC9C40D-666A-495D-BC81-8DF7C1B52353}"/>
              </a:ext>
            </a:extLst>
          </p:cNvPr>
          <p:cNvSpPr>
            <a:spLocks xmlns:a="http://schemas.openxmlformats.org/drawingml/2006/main" noGrp="1"/>
          </p:cNvSpPr>
          <p:nvPr/>
        </p:nvSpPr>
        <p:spPr>
          <a:xfrm xmlns:a="http://schemas.openxmlformats.org/drawingml/2006/main">
            <a:off x="2581899" y="1902481"/>
            <a:ext cx="91075" cy="17475"/>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7" name="Connector 26">
            <a:extLst xmlns:a="http://schemas.openxmlformats.org/drawingml/2006/main">
              <a:ext uri="{FF2B5EF4-FFF2-40B4-BE49-F238E27FC236}">
                <a16:creationId xmlns:a16="http://schemas.microsoft.com/office/drawing/2014/main" id="{9E3849F7-D153-4C9A-A0F1-9F8507158138}"/>
              </a:ext>
            </a:extLst>
          </p:cNvPr>
          <p:cNvSpPr>
            <a:spLocks xmlns:a="http://schemas.openxmlformats.org/drawingml/2006/main" noGrp="1"/>
          </p:cNvSpPr>
          <p:nvPr/>
        </p:nvSpPr>
        <p:spPr>
          <a:xfrm xmlns:a="http://schemas.openxmlformats.org/drawingml/2006/main">
            <a:off x="2672974" y="1919956"/>
            <a:ext cx="91074" cy="23845"/>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8" name="Connector 27">
            <a:extLst xmlns:a="http://schemas.openxmlformats.org/drawingml/2006/main">
              <a:ext uri="{FF2B5EF4-FFF2-40B4-BE49-F238E27FC236}">
                <a16:creationId xmlns:a16="http://schemas.microsoft.com/office/drawing/2014/main" id="{65E0C095-90CA-43CA-BC79-6971A82DD9BF}"/>
              </a:ext>
            </a:extLst>
          </p:cNvPr>
          <p:cNvSpPr>
            <a:spLocks xmlns:a="http://schemas.openxmlformats.org/drawingml/2006/main" noGrp="1"/>
          </p:cNvSpPr>
          <p:nvPr/>
        </p:nvSpPr>
        <p:spPr>
          <a:xfrm xmlns:a="http://schemas.openxmlformats.org/drawingml/2006/main">
            <a:off x="2764048" y="1943801"/>
            <a:ext cx="91074" cy="29913"/>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9" name="Connector 28">
            <a:extLst xmlns:a="http://schemas.openxmlformats.org/drawingml/2006/main">
              <a:ext uri="{FF2B5EF4-FFF2-40B4-BE49-F238E27FC236}">
                <a16:creationId xmlns:a16="http://schemas.microsoft.com/office/drawing/2014/main" id="{09687552-112D-456A-959E-BE5735DCD838}"/>
              </a:ext>
            </a:extLst>
          </p:cNvPr>
          <p:cNvSpPr>
            <a:spLocks xmlns:a="http://schemas.openxmlformats.org/drawingml/2006/main" noGrp="1"/>
          </p:cNvSpPr>
          <p:nvPr/>
        </p:nvSpPr>
        <p:spPr>
          <a:xfrm xmlns:a="http://schemas.openxmlformats.org/drawingml/2006/main">
            <a:off x="2855122" y="1973714"/>
            <a:ext cx="91074" cy="35596"/>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0" name="Connector 29">
            <a:extLst xmlns:a="http://schemas.openxmlformats.org/drawingml/2006/main">
              <a:ext uri="{FF2B5EF4-FFF2-40B4-BE49-F238E27FC236}">
                <a16:creationId xmlns:a16="http://schemas.microsoft.com/office/drawing/2014/main" id="{7B9D745F-41C3-4E35-9907-8033DE0BB3D4}"/>
              </a:ext>
            </a:extLst>
          </p:cNvPr>
          <p:cNvSpPr>
            <a:spLocks xmlns:a="http://schemas.openxmlformats.org/drawingml/2006/main" noGrp="1"/>
          </p:cNvSpPr>
          <p:nvPr/>
        </p:nvSpPr>
        <p:spPr>
          <a:xfrm xmlns:a="http://schemas.openxmlformats.org/drawingml/2006/main">
            <a:off x="2946196" y="2009310"/>
            <a:ext cx="91075" cy="40826"/>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1" name="Connector 30">
            <a:extLst xmlns:a="http://schemas.openxmlformats.org/drawingml/2006/main">
              <a:ext uri="{FF2B5EF4-FFF2-40B4-BE49-F238E27FC236}">
                <a16:creationId xmlns:a16="http://schemas.microsoft.com/office/drawing/2014/main" id="{C99839F3-BB95-400D-A5B3-E34FEE55AD95}"/>
              </a:ext>
            </a:extLst>
          </p:cNvPr>
          <p:cNvSpPr>
            <a:spLocks xmlns:a="http://schemas.openxmlformats.org/drawingml/2006/main" noGrp="1"/>
          </p:cNvSpPr>
          <p:nvPr/>
        </p:nvSpPr>
        <p:spPr>
          <a:xfrm xmlns:a="http://schemas.openxmlformats.org/drawingml/2006/main">
            <a:off x="3037271" y="2050136"/>
            <a:ext cx="91074" cy="45534"/>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2" name="Connector 31">
            <a:extLst xmlns:a="http://schemas.openxmlformats.org/drawingml/2006/main">
              <a:ext uri="{FF2B5EF4-FFF2-40B4-BE49-F238E27FC236}">
                <a16:creationId xmlns:a16="http://schemas.microsoft.com/office/drawing/2014/main" id="{236486BB-9568-4C84-B8DD-E9B3C1472615}"/>
              </a:ext>
            </a:extLst>
          </p:cNvPr>
          <p:cNvSpPr>
            <a:spLocks xmlns:a="http://schemas.openxmlformats.org/drawingml/2006/main" noGrp="1"/>
          </p:cNvSpPr>
          <p:nvPr/>
        </p:nvSpPr>
        <p:spPr>
          <a:xfrm xmlns:a="http://schemas.openxmlformats.org/drawingml/2006/main">
            <a:off x="3128345" y="2095670"/>
            <a:ext cx="91074" cy="49660"/>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3" name="Connector 32">
            <a:extLst xmlns:a="http://schemas.openxmlformats.org/drawingml/2006/main">
              <a:ext uri="{FF2B5EF4-FFF2-40B4-BE49-F238E27FC236}">
                <a16:creationId xmlns:a16="http://schemas.microsoft.com/office/drawing/2014/main" id="{F4A777F8-E85E-4374-99BD-3D58822C55AE}"/>
              </a:ext>
            </a:extLst>
          </p:cNvPr>
          <p:cNvSpPr>
            <a:spLocks xmlns:a="http://schemas.openxmlformats.org/drawingml/2006/main" noGrp="1"/>
          </p:cNvSpPr>
          <p:nvPr/>
        </p:nvSpPr>
        <p:spPr>
          <a:xfrm xmlns:a="http://schemas.openxmlformats.org/drawingml/2006/main">
            <a:off x="3219419" y="2145330"/>
            <a:ext cx="91074" cy="53152"/>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4" name="Connector 33">
            <a:extLst xmlns:a="http://schemas.openxmlformats.org/drawingml/2006/main">
              <a:ext uri="{FF2B5EF4-FFF2-40B4-BE49-F238E27FC236}">
                <a16:creationId xmlns:a16="http://schemas.microsoft.com/office/drawing/2014/main" id="{43C82847-3020-4417-B571-6B1C5EB6E031}"/>
              </a:ext>
            </a:extLst>
          </p:cNvPr>
          <p:cNvSpPr>
            <a:spLocks xmlns:a="http://schemas.openxmlformats.org/drawingml/2006/main" noGrp="1"/>
          </p:cNvSpPr>
          <p:nvPr/>
        </p:nvSpPr>
        <p:spPr>
          <a:xfrm xmlns:a="http://schemas.openxmlformats.org/drawingml/2006/main">
            <a:off x="3310493" y="2198482"/>
            <a:ext cx="91075" cy="55963"/>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5" name="Connector 34">
            <a:extLst xmlns:a="http://schemas.openxmlformats.org/drawingml/2006/main">
              <a:ext uri="{FF2B5EF4-FFF2-40B4-BE49-F238E27FC236}">
                <a16:creationId xmlns:a16="http://schemas.microsoft.com/office/drawing/2014/main" id="{3E81DC30-7513-4B58-B633-2A5BC3DDA920}"/>
              </a:ext>
            </a:extLst>
          </p:cNvPr>
          <p:cNvSpPr>
            <a:spLocks xmlns:a="http://schemas.openxmlformats.org/drawingml/2006/main" noGrp="1"/>
          </p:cNvSpPr>
          <p:nvPr/>
        </p:nvSpPr>
        <p:spPr>
          <a:xfrm xmlns:a="http://schemas.openxmlformats.org/drawingml/2006/main">
            <a:off x="3401568" y="2254445"/>
            <a:ext cx="91074" cy="58062"/>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6" name="Connector 35">
            <a:extLst xmlns:a="http://schemas.openxmlformats.org/drawingml/2006/main">
              <a:ext uri="{FF2B5EF4-FFF2-40B4-BE49-F238E27FC236}">
                <a16:creationId xmlns:a16="http://schemas.microsoft.com/office/drawing/2014/main" id="{0196623C-BB90-4492-A9B3-E8659DC89767}"/>
              </a:ext>
            </a:extLst>
          </p:cNvPr>
          <p:cNvSpPr>
            <a:spLocks xmlns:a="http://schemas.openxmlformats.org/drawingml/2006/main" noGrp="1"/>
          </p:cNvSpPr>
          <p:nvPr/>
        </p:nvSpPr>
        <p:spPr>
          <a:xfrm xmlns:a="http://schemas.openxmlformats.org/drawingml/2006/main">
            <a:off x="3492642" y="2312507"/>
            <a:ext cx="91074" cy="59416"/>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7" name="Connector 36">
            <a:extLst xmlns:a="http://schemas.openxmlformats.org/drawingml/2006/main">
              <a:ext uri="{FF2B5EF4-FFF2-40B4-BE49-F238E27FC236}">
                <a16:creationId xmlns:a16="http://schemas.microsoft.com/office/drawing/2014/main" id="{1141BEFD-415C-4D0E-B365-7BAE5E360066}"/>
              </a:ext>
            </a:extLst>
          </p:cNvPr>
          <p:cNvSpPr>
            <a:spLocks xmlns:a="http://schemas.openxmlformats.org/drawingml/2006/main" noGrp="1"/>
          </p:cNvSpPr>
          <p:nvPr/>
        </p:nvSpPr>
        <p:spPr>
          <a:xfrm xmlns:a="http://schemas.openxmlformats.org/drawingml/2006/main">
            <a:off x="3583716" y="2371923"/>
            <a:ext cx="91074" cy="60013"/>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8" name="Connector 37">
            <a:extLst xmlns:a="http://schemas.openxmlformats.org/drawingml/2006/main">
              <a:ext uri="{FF2B5EF4-FFF2-40B4-BE49-F238E27FC236}">
                <a16:creationId xmlns:a16="http://schemas.microsoft.com/office/drawing/2014/main" id="{502DE280-54A2-4D22-A93D-60E7A2A92D1C}"/>
              </a:ext>
            </a:extLst>
          </p:cNvPr>
          <p:cNvSpPr>
            <a:spLocks xmlns:a="http://schemas.openxmlformats.org/drawingml/2006/main" noGrp="1"/>
          </p:cNvSpPr>
          <p:nvPr/>
        </p:nvSpPr>
        <p:spPr>
          <a:xfrm xmlns:a="http://schemas.openxmlformats.org/drawingml/2006/main">
            <a:off x="3674790" y="2431936"/>
            <a:ext cx="91074" cy="59842"/>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9" name="Connector 38">
            <a:extLst xmlns:a="http://schemas.openxmlformats.org/drawingml/2006/main">
              <a:ext uri="{FF2B5EF4-FFF2-40B4-BE49-F238E27FC236}">
                <a16:creationId xmlns:a16="http://schemas.microsoft.com/office/drawing/2014/main" id="{F452033F-4514-4BC1-945A-4D5AEC4F5DC1}"/>
              </a:ext>
            </a:extLst>
          </p:cNvPr>
          <p:cNvSpPr>
            <a:spLocks xmlns:a="http://schemas.openxmlformats.org/drawingml/2006/main" noGrp="1"/>
          </p:cNvSpPr>
          <p:nvPr/>
        </p:nvSpPr>
        <p:spPr>
          <a:xfrm xmlns:a="http://schemas.openxmlformats.org/drawingml/2006/main">
            <a:off x="3765864" y="2491778"/>
            <a:ext cx="91075" cy="58907"/>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0" name="Connector 39">
            <a:extLst xmlns:a="http://schemas.openxmlformats.org/drawingml/2006/main">
              <a:ext uri="{FF2B5EF4-FFF2-40B4-BE49-F238E27FC236}">
                <a16:creationId xmlns:a16="http://schemas.microsoft.com/office/drawing/2014/main" id="{61A143E9-7ECC-4845-94CE-C24A41DFE1A8}"/>
              </a:ext>
            </a:extLst>
          </p:cNvPr>
          <p:cNvSpPr>
            <a:spLocks xmlns:a="http://schemas.openxmlformats.org/drawingml/2006/main" noGrp="1"/>
          </p:cNvSpPr>
          <p:nvPr/>
        </p:nvSpPr>
        <p:spPr>
          <a:xfrm xmlns:a="http://schemas.openxmlformats.org/drawingml/2006/main">
            <a:off x="3856939" y="2550685"/>
            <a:ext cx="91074" cy="57220"/>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1" name="Connector 40">
            <a:extLst xmlns:a="http://schemas.openxmlformats.org/drawingml/2006/main">
              <a:ext uri="{FF2B5EF4-FFF2-40B4-BE49-F238E27FC236}">
                <a16:creationId xmlns:a16="http://schemas.microsoft.com/office/drawing/2014/main" id="{A8471B56-946B-4F67-AFBC-DF1F9B765CA8}"/>
              </a:ext>
            </a:extLst>
          </p:cNvPr>
          <p:cNvSpPr>
            <a:spLocks xmlns:a="http://schemas.openxmlformats.org/drawingml/2006/main" noGrp="1"/>
          </p:cNvSpPr>
          <p:nvPr/>
        </p:nvSpPr>
        <p:spPr>
          <a:xfrm xmlns:a="http://schemas.openxmlformats.org/drawingml/2006/main">
            <a:off x="3948013" y="2607905"/>
            <a:ext cx="91074" cy="54800"/>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2" name="Connector 41">
            <a:extLst xmlns:a="http://schemas.openxmlformats.org/drawingml/2006/main">
              <a:ext uri="{FF2B5EF4-FFF2-40B4-BE49-F238E27FC236}">
                <a16:creationId xmlns:a16="http://schemas.microsoft.com/office/drawing/2014/main" id="{27EA1B38-3DDE-4DA1-AA71-2A79F63DF5EF}"/>
              </a:ext>
            </a:extLst>
          </p:cNvPr>
          <p:cNvSpPr>
            <a:spLocks xmlns:a="http://schemas.openxmlformats.org/drawingml/2006/main" noGrp="1"/>
          </p:cNvSpPr>
          <p:nvPr/>
        </p:nvSpPr>
        <p:spPr>
          <a:xfrm xmlns:a="http://schemas.openxmlformats.org/drawingml/2006/main">
            <a:off x="4039087" y="2662705"/>
            <a:ext cx="91074" cy="51681"/>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3" name="Connector 42">
            <a:extLst xmlns:a="http://schemas.openxmlformats.org/drawingml/2006/main">
              <a:ext uri="{FF2B5EF4-FFF2-40B4-BE49-F238E27FC236}">
                <a16:creationId xmlns:a16="http://schemas.microsoft.com/office/drawing/2014/main" id="{054B1F51-7B0D-41E1-9781-08D3B4BF094F}"/>
              </a:ext>
            </a:extLst>
          </p:cNvPr>
          <p:cNvSpPr>
            <a:spLocks xmlns:a="http://schemas.openxmlformats.org/drawingml/2006/main" noGrp="1"/>
          </p:cNvSpPr>
          <p:nvPr/>
        </p:nvSpPr>
        <p:spPr>
          <a:xfrm xmlns:a="http://schemas.openxmlformats.org/drawingml/2006/main">
            <a:off x="4130161" y="2714386"/>
            <a:ext cx="91075" cy="47901"/>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4" name="Connector 43">
            <a:extLst xmlns:a="http://schemas.openxmlformats.org/drawingml/2006/main">
              <a:ext uri="{FF2B5EF4-FFF2-40B4-BE49-F238E27FC236}">
                <a16:creationId xmlns:a16="http://schemas.microsoft.com/office/drawing/2014/main" id="{FED018FE-EFB6-4082-A5F9-3CBBA6F52F66}"/>
              </a:ext>
            </a:extLst>
          </p:cNvPr>
          <p:cNvSpPr>
            <a:spLocks xmlns:a="http://schemas.openxmlformats.org/drawingml/2006/main" noGrp="1"/>
          </p:cNvSpPr>
          <p:nvPr/>
        </p:nvSpPr>
        <p:spPr>
          <a:xfrm xmlns:a="http://schemas.openxmlformats.org/drawingml/2006/main">
            <a:off x="4221236" y="2762287"/>
            <a:ext cx="91074" cy="43510"/>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5" name="Connector 44">
            <a:extLst xmlns:a="http://schemas.openxmlformats.org/drawingml/2006/main">
              <a:ext uri="{FF2B5EF4-FFF2-40B4-BE49-F238E27FC236}">
                <a16:creationId xmlns:a16="http://schemas.microsoft.com/office/drawing/2014/main" id="{881EBBD8-A7F8-4808-B815-3B3CD0E023B5}"/>
              </a:ext>
            </a:extLst>
          </p:cNvPr>
          <p:cNvSpPr>
            <a:spLocks xmlns:a="http://schemas.openxmlformats.org/drawingml/2006/main" noGrp="1"/>
          </p:cNvSpPr>
          <p:nvPr/>
        </p:nvSpPr>
        <p:spPr>
          <a:xfrm xmlns:a="http://schemas.openxmlformats.org/drawingml/2006/main">
            <a:off x="4312310" y="2805797"/>
            <a:ext cx="91074" cy="38563"/>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6" name="Connector 45">
            <a:extLst xmlns:a="http://schemas.openxmlformats.org/drawingml/2006/main">
              <a:ext uri="{FF2B5EF4-FFF2-40B4-BE49-F238E27FC236}">
                <a16:creationId xmlns:a16="http://schemas.microsoft.com/office/drawing/2014/main" id="{08BC0582-CB56-4464-B639-7EA7C14DB9D2}"/>
              </a:ext>
            </a:extLst>
          </p:cNvPr>
          <p:cNvSpPr>
            <a:spLocks xmlns:a="http://schemas.openxmlformats.org/drawingml/2006/main" noGrp="1"/>
          </p:cNvSpPr>
          <p:nvPr/>
        </p:nvSpPr>
        <p:spPr>
          <a:xfrm xmlns:a="http://schemas.openxmlformats.org/drawingml/2006/main">
            <a:off x="4403384" y="2844360"/>
            <a:ext cx="91074" cy="33122"/>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7" name="Connector 46">
            <a:extLst xmlns:a="http://schemas.openxmlformats.org/drawingml/2006/main">
              <a:ext uri="{FF2B5EF4-FFF2-40B4-BE49-F238E27FC236}">
                <a16:creationId xmlns:a16="http://schemas.microsoft.com/office/drawing/2014/main" id="{37AC2495-A20F-4A56-8B88-52A70C3FB25D}"/>
              </a:ext>
            </a:extLst>
          </p:cNvPr>
          <p:cNvSpPr>
            <a:spLocks xmlns:a="http://schemas.openxmlformats.org/drawingml/2006/main" noGrp="1"/>
          </p:cNvSpPr>
          <p:nvPr/>
        </p:nvSpPr>
        <p:spPr>
          <a:xfrm xmlns:a="http://schemas.openxmlformats.org/drawingml/2006/main">
            <a:off x="4494458" y="2877482"/>
            <a:ext cx="91075" cy="27259"/>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8" name="Connector 47">
            <a:extLst xmlns:a="http://schemas.openxmlformats.org/drawingml/2006/main">
              <a:ext uri="{FF2B5EF4-FFF2-40B4-BE49-F238E27FC236}">
                <a16:creationId xmlns:a16="http://schemas.microsoft.com/office/drawing/2014/main" id="{336CF7D4-E2B2-411A-9220-45855953A406}"/>
              </a:ext>
            </a:extLst>
          </p:cNvPr>
          <p:cNvSpPr>
            <a:spLocks xmlns:a="http://schemas.openxmlformats.org/drawingml/2006/main" noGrp="1"/>
          </p:cNvSpPr>
          <p:nvPr/>
        </p:nvSpPr>
        <p:spPr>
          <a:xfrm xmlns:a="http://schemas.openxmlformats.org/drawingml/2006/main">
            <a:off x="4585533" y="2904741"/>
            <a:ext cx="91074" cy="21047"/>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9" name="Connector 48">
            <a:extLst xmlns:a="http://schemas.openxmlformats.org/drawingml/2006/main">
              <a:ext uri="{FF2B5EF4-FFF2-40B4-BE49-F238E27FC236}">
                <a16:creationId xmlns:a16="http://schemas.microsoft.com/office/drawing/2014/main" id="{785FE859-EB83-481D-AA55-5B50495D64BD}"/>
              </a:ext>
            </a:extLst>
          </p:cNvPr>
          <p:cNvSpPr>
            <a:spLocks xmlns:a="http://schemas.openxmlformats.org/drawingml/2006/main" noGrp="1"/>
          </p:cNvSpPr>
          <p:nvPr/>
        </p:nvSpPr>
        <p:spPr>
          <a:xfrm xmlns:a="http://schemas.openxmlformats.org/drawingml/2006/main">
            <a:off x="4676607" y="2925788"/>
            <a:ext cx="91074" cy="14566"/>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0" name="Connector 49">
            <a:extLst xmlns:a="http://schemas.openxmlformats.org/drawingml/2006/main">
              <a:ext uri="{FF2B5EF4-FFF2-40B4-BE49-F238E27FC236}">
                <a16:creationId xmlns:a16="http://schemas.microsoft.com/office/drawing/2014/main" id="{BB6FB0C9-B43A-411F-8073-D56887610E8B}"/>
              </a:ext>
            </a:extLst>
          </p:cNvPr>
          <p:cNvSpPr>
            <a:spLocks xmlns:a="http://schemas.openxmlformats.org/drawingml/2006/main" noGrp="1"/>
          </p:cNvSpPr>
          <p:nvPr/>
        </p:nvSpPr>
        <p:spPr>
          <a:xfrm xmlns:a="http://schemas.openxmlformats.org/drawingml/2006/main">
            <a:off x="4767681" y="2940354"/>
            <a:ext cx="91074" cy="7899"/>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1" name="Connector 50">
            <a:extLst xmlns:a="http://schemas.openxmlformats.org/drawingml/2006/main">
              <a:ext uri="{FF2B5EF4-FFF2-40B4-BE49-F238E27FC236}">
                <a16:creationId xmlns:a16="http://schemas.microsoft.com/office/drawing/2014/main" id="{71AA9378-6367-4B15-9B33-6108B37A1BD9}"/>
              </a:ext>
            </a:extLst>
          </p:cNvPr>
          <p:cNvSpPr>
            <a:spLocks xmlns:a="http://schemas.openxmlformats.org/drawingml/2006/main" noGrp="1"/>
          </p:cNvSpPr>
          <p:nvPr/>
        </p:nvSpPr>
        <p:spPr>
          <a:xfrm xmlns:a="http://schemas.openxmlformats.org/drawingml/2006/main">
            <a:off x="4858755" y="2948253"/>
            <a:ext cx="91075" cy="1132"/>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2" name="Connector 51">
            <a:extLst xmlns:a="http://schemas.openxmlformats.org/drawingml/2006/main">
              <a:ext uri="{FF2B5EF4-FFF2-40B4-BE49-F238E27FC236}">
                <a16:creationId xmlns:a16="http://schemas.microsoft.com/office/drawing/2014/main" id="{82E76992-FA7C-4E65-9043-7FA9F7309A99}"/>
              </a:ext>
            </a:extLst>
          </p:cNvPr>
          <p:cNvSpPr>
            <a:spLocks xmlns:a="http://schemas.openxmlformats.org/drawingml/2006/main" noGrp="1"/>
          </p:cNvSpPr>
          <p:nvPr/>
        </p:nvSpPr>
        <p:spPr>
          <a:xfrm xmlns:a="http://schemas.openxmlformats.org/drawingml/2006/main" flipV="1">
            <a:off x="4949830" y="2943735"/>
            <a:ext cx="91074" cy="5650"/>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3" name="Connector 52">
            <a:extLst xmlns:a="http://schemas.openxmlformats.org/drawingml/2006/main">
              <a:ext uri="{FF2B5EF4-FFF2-40B4-BE49-F238E27FC236}">
                <a16:creationId xmlns:a16="http://schemas.microsoft.com/office/drawing/2014/main" id="{00177CBC-4943-47D8-92F2-09BBEB6A15B1}"/>
              </a:ext>
            </a:extLst>
          </p:cNvPr>
          <p:cNvSpPr>
            <a:spLocks xmlns:a="http://schemas.openxmlformats.org/drawingml/2006/main" noGrp="1"/>
          </p:cNvSpPr>
          <p:nvPr/>
        </p:nvSpPr>
        <p:spPr>
          <a:xfrm xmlns:a="http://schemas.openxmlformats.org/drawingml/2006/main" flipV="1">
            <a:off x="5040904" y="2931374"/>
            <a:ext cx="91074" cy="12361"/>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4" name="Connector 53">
            <a:extLst xmlns:a="http://schemas.openxmlformats.org/drawingml/2006/main">
              <a:ext uri="{FF2B5EF4-FFF2-40B4-BE49-F238E27FC236}">
                <a16:creationId xmlns:a16="http://schemas.microsoft.com/office/drawing/2014/main" id="{253FA73A-A31D-441F-AC91-0CDBA70E909F}"/>
              </a:ext>
            </a:extLst>
          </p:cNvPr>
          <p:cNvSpPr>
            <a:spLocks xmlns:a="http://schemas.openxmlformats.org/drawingml/2006/main" noGrp="1"/>
          </p:cNvSpPr>
          <p:nvPr/>
        </p:nvSpPr>
        <p:spPr>
          <a:xfrm xmlns:a="http://schemas.openxmlformats.org/drawingml/2006/main" flipV="1">
            <a:off x="5131978" y="2912461"/>
            <a:ext cx="91074" cy="18913"/>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5" name="Connector 54">
            <a:extLst xmlns:a="http://schemas.openxmlformats.org/drawingml/2006/main">
              <a:ext uri="{FF2B5EF4-FFF2-40B4-BE49-F238E27FC236}">
                <a16:creationId xmlns:a16="http://schemas.microsoft.com/office/drawing/2014/main" id="{681658D9-0B53-4E4A-931B-F32C5D3600C5}"/>
              </a:ext>
            </a:extLst>
          </p:cNvPr>
          <p:cNvSpPr>
            <a:spLocks xmlns:a="http://schemas.openxmlformats.org/drawingml/2006/main" noGrp="1"/>
          </p:cNvSpPr>
          <p:nvPr/>
        </p:nvSpPr>
        <p:spPr>
          <a:xfrm xmlns:a="http://schemas.openxmlformats.org/drawingml/2006/main" flipV="1">
            <a:off x="5223052" y="2887239"/>
            <a:ext cx="91075" cy="25222"/>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6" name="Connector 55">
            <a:extLst xmlns:a="http://schemas.openxmlformats.org/drawingml/2006/main">
              <a:ext uri="{FF2B5EF4-FFF2-40B4-BE49-F238E27FC236}">
                <a16:creationId xmlns:a16="http://schemas.microsoft.com/office/drawing/2014/main" id="{83E53E91-BEE0-49D6-89C5-58287829CCE5}"/>
              </a:ext>
            </a:extLst>
          </p:cNvPr>
          <p:cNvSpPr>
            <a:spLocks xmlns:a="http://schemas.openxmlformats.org/drawingml/2006/main" noGrp="1"/>
          </p:cNvSpPr>
          <p:nvPr/>
        </p:nvSpPr>
        <p:spPr>
          <a:xfrm xmlns:a="http://schemas.openxmlformats.org/drawingml/2006/main" flipV="1">
            <a:off x="5314127" y="2856027"/>
            <a:ext cx="91074" cy="31212"/>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7" name="Connector 56">
            <a:extLst xmlns:a="http://schemas.openxmlformats.org/drawingml/2006/main">
              <a:ext uri="{FF2B5EF4-FFF2-40B4-BE49-F238E27FC236}">
                <a16:creationId xmlns:a16="http://schemas.microsoft.com/office/drawing/2014/main" id="{E7FEF5BB-DDAF-46D2-9DF8-D07AAD755744}"/>
              </a:ext>
            </a:extLst>
          </p:cNvPr>
          <p:cNvSpPr>
            <a:spLocks xmlns:a="http://schemas.openxmlformats.org/drawingml/2006/main" noGrp="1"/>
          </p:cNvSpPr>
          <p:nvPr/>
        </p:nvSpPr>
        <p:spPr>
          <a:xfrm xmlns:a="http://schemas.openxmlformats.org/drawingml/2006/main" flipV="1">
            <a:off x="5405201" y="2819227"/>
            <a:ext cx="91074" cy="36800"/>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8" name="Connector 57">
            <a:extLst xmlns:a="http://schemas.openxmlformats.org/drawingml/2006/main">
              <a:ext uri="{FF2B5EF4-FFF2-40B4-BE49-F238E27FC236}">
                <a16:creationId xmlns:a16="http://schemas.microsoft.com/office/drawing/2014/main" id="{8F69D7E0-551A-4CE6-B5C6-7F793B350741}"/>
              </a:ext>
            </a:extLst>
          </p:cNvPr>
          <p:cNvSpPr>
            <a:spLocks xmlns:a="http://schemas.openxmlformats.org/drawingml/2006/main" noGrp="1"/>
          </p:cNvSpPr>
          <p:nvPr/>
        </p:nvSpPr>
        <p:spPr>
          <a:xfrm xmlns:a="http://schemas.openxmlformats.org/drawingml/2006/main" flipV="1">
            <a:off x="5496275" y="2777307"/>
            <a:ext cx="91074" cy="41920"/>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9" name="Connector 58">
            <a:extLst xmlns:a="http://schemas.openxmlformats.org/drawingml/2006/main">
              <a:ext uri="{FF2B5EF4-FFF2-40B4-BE49-F238E27FC236}">
                <a16:creationId xmlns:a16="http://schemas.microsoft.com/office/drawing/2014/main" id="{E0273D75-95DD-4758-B3A9-3E29596172D6}"/>
              </a:ext>
            </a:extLst>
          </p:cNvPr>
          <p:cNvSpPr>
            <a:spLocks xmlns:a="http://schemas.openxmlformats.org/drawingml/2006/main" noGrp="1"/>
          </p:cNvSpPr>
          <p:nvPr/>
        </p:nvSpPr>
        <p:spPr>
          <a:xfrm xmlns:a="http://schemas.openxmlformats.org/drawingml/2006/main" flipV="1">
            <a:off x="5587349" y="2730804"/>
            <a:ext cx="91075" cy="46503"/>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0" name="Connector 59">
            <a:extLst xmlns:a="http://schemas.openxmlformats.org/drawingml/2006/main">
              <a:ext uri="{FF2B5EF4-FFF2-40B4-BE49-F238E27FC236}">
                <a16:creationId xmlns:a16="http://schemas.microsoft.com/office/drawing/2014/main" id="{BB51AFE1-3471-461C-881E-065068881E92}"/>
              </a:ext>
            </a:extLst>
          </p:cNvPr>
          <p:cNvSpPr>
            <a:spLocks xmlns:a="http://schemas.openxmlformats.org/drawingml/2006/main" noGrp="1"/>
          </p:cNvSpPr>
          <p:nvPr/>
        </p:nvSpPr>
        <p:spPr>
          <a:xfrm xmlns:a="http://schemas.openxmlformats.org/drawingml/2006/main" flipV="1">
            <a:off x="5678424" y="2680312"/>
            <a:ext cx="91074" cy="50492"/>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1" name="Connector 60">
            <a:extLst xmlns:a="http://schemas.openxmlformats.org/drawingml/2006/main">
              <a:ext uri="{FF2B5EF4-FFF2-40B4-BE49-F238E27FC236}">
                <a16:creationId xmlns:a16="http://schemas.microsoft.com/office/drawing/2014/main" id="{D94A1D8D-B82E-42A0-A42A-2C713EA158F9}"/>
              </a:ext>
            </a:extLst>
          </p:cNvPr>
          <p:cNvSpPr>
            <a:spLocks xmlns:a="http://schemas.openxmlformats.org/drawingml/2006/main" noGrp="1"/>
          </p:cNvSpPr>
          <p:nvPr/>
        </p:nvSpPr>
        <p:spPr>
          <a:xfrm xmlns:a="http://schemas.openxmlformats.org/drawingml/2006/main" flipV="1">
            <a:off x="5769498" y="2626475"/>
            <a:ext cx="91074" cy="53837"/>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2" name="Connector 61">
            <a:extLst xmlns:a="http://schemas.openxmlformats.org/drawingml/2006/main">
              <a:ext uri="{FF2B5EF4-FFF2-40B4-BE49-F238E27FC236}">
                <a16:creationId xmlns:a16="http://schemas.microsoft.com/office/drawing/2014/main" id="{7124A9E1-7B1C-444B-AD09-385C3A794E87}"/>
              </a:ext>
            </a:extLst>
          </p:cNvPr>
          <p:cNvSpPr>
            <a:spLocks xmlns:a="http://schemas.openxmlformats.org/drawingml/2006/main" noGrp="1"/>
          </p:cNvSpPr>
          <p:nvPr/>
        </p:nvSpPr>
        <p:spPr>
          <a:xfrm xmlns:a="http://schemas.openxmlformats.org/drawingml/2006/main" flipV="1">
            <a:off x="5860572" y="2569983"/>
            <a:ext cx="91074" cy="56492"/>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3" name="Connector 62">
            <a:extLst xmlns:a="http://schemas.openxmlformats.org/drawingml/2006/main">
              <a:ext uri="{FF2B5EF4-FFF2-40B4-BE49-F238E27FC236}">
                <a16:creationId xmlns:a16="http://schemas.microsoft.com/office/drawing/2014/main" id="{E00A3AE5-92DB-475B-A239-5E642A5EC945}"/>
              </a:ext>
            </a:extLst>
          </p:cNvPr>
          <p:cNvSpPr>
            <a:spLocks xmlns:a="http://schemas.openxmlformats.org/drawingml/2006/main" noGrp="1"/>
          </p:cNvSpPr>
          <p:nvPr/>
        </p:nvSpPr>
        <p:spPr>
          <a:xfrm xmlns:a="http://schemas.openxmlformats.org/drawingml/2006/main" flipV="1">
            <a:off x="5951646" y="2511555"/>
            <a:ext cx="91074" cy="58428"/>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4" name="Connector 63">
            <a:extLst xmlns:a="http://schemas.openxmlformats.org/drawingml/2006/main">
              <a:ext uri="{FF2B5EF4-FFF2-40B4-BE49-F238E27FC236}">
                <a16:creationId xmlns:a16="http://schemas.microsoft.com/office/drawing/2014/main" id="{7560D178-9525-4C9A-A452-FDF6D396321E}"/>
              </a:ext>
            </a:extLst>
          </p:cNvPr>
          <p:cNvSpPr>
            <a:spLocks xmlns:a="http://schemas.openxmlformats.org/drawingml/2006/main" noGrp="1"/>
          </p:cNvSpPr>
          <p:nvPr/>
        </p:nvSpPr>
        <p:spPr>
          <a:xfrm xmlns:a="http://schemas.openxmlformats.org/drawingml/2006/main" flipV="1">
            <a:off x="6042720" y="2451940"/>
            <a:ext cx="91075" cy="59615"/>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5" name="Connector 64">
            <a:extLst xmlns:a="http://schemas.openxmlformats.org/drawingml/2006/main">
              <a:ext uri="{FF2B5EF4-FFF2-40B4-BE49-F238E27FC236}">
                <a16:creationId xmlns:a16="http://schemas.microsoft.com/office/drawing/2014/main" id="{9B73AD60-1F8E-4872-8E48-17AC93195491}"/>
              </a:ext>
            </a:extLst>
          </p:cNvPr>
          <p:cNvSpPr>
            <a:spLocks xmlns:a="http://schemas.openxmlformats.org/drawingml/2006/main" noGrp="1"/>
          </p:cNvSpPr>
          <p:nvPr/>
        </p:nvSpPr>
        <p:spPr>
          <a:xfrm xmlns:a="http://schemas.openxmlformats.org/drawingml/2006/main" flipV="1">
            <a:off x="6133795" y="2391899"/>
            <a:ext cx="91074" cy="60041"/>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6" name="Connector 65">
            <a:extLst xmlns:a="http://schemas.openxmlformats.org/drawingml/2006/main">
              <a:ext uri="{FF2B5EF4-FFF2-40B4-BE49-F238E27FC236}">
                <a16:creationId xmlns:a16="http://schemas.microsoft.com/office/drawing/2014/main" id="{B2EC409C-189C-49C2-8237-04606F7B81E7}"/>
              </a:ext>
            </a:extLst>
          </p:cNvPr>
          <p:cNvSpPr>
            <a:spLocks xmlns:a="http://schemas.openxmlformats.org/drawingml/2006/main" noGrp="1"/>
          </p:cNvSpPr>
          <p:nvPr/>
        </p:nvSpPr>
        <p:spPr>
          <a:xfrm xmlns:a="http://schemas.openxmlformats.org/drawingml/2006/main" flipV="1">
            <a:off x="6224869" y="2332199"/>
            <a:ext cx="91074" cy="59700"/>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7" name="Connector 66">
            <a:extLst xmlns:a="http://schemas.openxmlformats.org/drawingml/2006/main">
              <a:ext uri="{FF2B5EF4-FFF2-40B4-BE49-F238E27FC236}">
                <a16:creationId xmlns:a16="http://schemas.microsoft.com/office/drawing/2014/main" id="{74593734-9E70-4142-A736-10DAA8FB388A}"/>
              </a:ext>
            </a:extLst>
          </p:cNvPr>
          <p:cNvSpPr>
            <a:spLocks xmlns:a="http://schemas.openxmlformats.org/drawingml/2006/main" noGrp="1"/>
          </p:cNvSpPr>
          <p:nvPr/>
        </p:nvSpPr>
        <p:spPr>
          <a:xfrm xmlns:a="http://schemas.openxmlformats.org/drawingml/2006/main" flipV="1">
            <a:off x="6315943" y="2273602"/>
            <a:ext cx="91074" cy="58597"/>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8" name="Connector 67">
            <a:extLst xmlns:a="http://schemas.openxmlformats.org/drawingml/2006/main">
              <a:ext uri="{FF2B5EF4-FFF2-40B4-BE49-F238E27FC236}">
                <a16:creationId xmlns:a16="http://schemas.microsoft.com/office/drawing/2014/main" id="{AE3D9E15-4066-4D79-9C33-28066DB9B140}"/>
              </a:ext>
            </a:extLst>
          </p:cNvPr>
          <p:cNvSpPr>
            <a:spLocks xmlns:a="http://schemas.openxmlformats.org/drawingml/2006/main" noGrp="1"/>
          </p:cNvSpPr>
          <p:nvPr/>
        </p:nvSpPr>
        <p:spPr>
          <a:xfrm xmlns:a="http://schemas.openxmlformats.org/drawingml/2006/main" flipV="1">
            <a:off x="6407017" y="2216858"/>
            <a:ext cx="91075" cy="56744"/>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9" name="Connector 68">
            <a:extLst xmlns:a="http://schemas.openxmlformats.org/drawingml/2006/main">
              <a:ext uri="{FF2B5EF4-FFF2-40B4-BE49-F238E27FC236}">
                <a16:creationId xmlns:a16="http://schemas.microsoft.com/office/drawing/2014/main" id="{73BAEEA3-589A-48E4-9643-D8B7FE4E05B0}"/>
              </a:ext>
            </a:extLst>
          </p:cNvPr>
          <p:cNvSpPr>
            <a:spLocks xmlns:a="http://schemas.openxmlformats.org/drawingml/2006/main" noGrp="1"/>
          </p:cNvSpPr>
          <p:nvPr/>
        </p:nvSpPr>
        <p:spPr>
          <a:xfrm xmlns:a="http://schemas.openxmlformats.org/drawingml/2006/main" flipV="1">
            <a:off x="6498092" y="2162692"/>
            <a:ext cx="91074" cy="54166"/>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0" name="Connector 69">
            <a:extLst xmlns:a="http://schemas.openxmlformats.org/drawingml/2006/main">
              <a:ext uri="{FF2B5EF4-FFF2-40B4-BE49-F238E27FC236}">
                <a16:creationId xmlns:a16="http://schemas.microsoft.com/office/drawing/2014/main" id="{5020BCCC-137B-4776-B2AF-F42035D602D5}"/>
              </a:ext>
            </a:extLst>
          </p:cNvPr>
          <p:cNvSpPr>
            <a:spLocks xmlns:a="http://schemas.openxmlformats.org/drawingml/2006/main" noGrp="1"/>
          </p:cNvSpPr>
          <p:nvPr/>
        </p:nvSpPr>
        <p:spPr>
          <a:xfrm xmlns:a="http://schemas.openxmlformats.org/drawingml/2006/main" flipV="1">
            <a:off x="6589166" y="2111795"/>
            <a:ext cx="91074" cy="50897"/>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1" name="Connector 70">
            <a:extLst xmlns:a="http://schemas.openxmlformats.org/drawingml/2006/main">
              <a:ext uri="{FF2B5EF4-FFF2-40B4-BE49-F238E27FC236}">
                <a16:creationId xmlns:a16="http://schemas.microsoft.com/office/drawing/2014/main" id="{D2BDA57D-4054-4B64-AE81-B90982E8C459}"/>
              </a:ext>
            </a:extLst>
          </p:cNvPr>
          <p:cNvSpPr>
            <a:spLocks xmlns:a="http://schemas.openxmlformats.org/drawingml/2006/main" noGrp="1"/>
          </p:cNvSpPr>
          <p:nvPr/>
        </p:nvSpPr>
        <p:spPr>
          <a:xfrm xmlns:a="http://schemas.openxmlformats.org/drawingml/2006/main" flipV="1">
            <a:off x="6680240" y="2064819"/>
            <a:ext cx="91074" cy="46976"/>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2" name="Connector 71">
            <a:extLst xmlns:a="http://schemas.openxmlformats.org/drawingml/2006/main">
              <a:ext uri="{FF2B5EF4-FFF2-40B4-BE49-F238E27FC236}">
                <a16:creationId xmlns:a16="http://schemas.microsoft.com/office/drawing/2014/main" id="{4364E74B-FED0-447A-8652-53BD4AB34FC6}"/>
              </a:ext>
            </a:extLst>
          </p:cNvPr>
          <p:cNvSpPr>
            <a:spLocks xmlns:a="http://schemas.openxmlformats.org/drawingml/2006/main" noGrp="1"/>
          </p:cNvSpPr>
          <p:nvPr/>
        </p:nvSpPr>
        <p:spPr>
          <a:xfrm xmlns:a="http://schemas.openxmlformats.org/drawingml/2006/main" flipV="1">
            <a:off x="6771314" y="2022362"/>
            <a:ext cx="91075" cy="42457"/>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3" name="Connector 72">
            <a:extLst xmlns:a="http://schemas.openxmlformats.org/drawingml/2006/main">
              <a:ext uri="{FF2B5EF4-FFF2-40B4-BE49-F238E27FC236}">
                <a16:creationId xmlns:a16="http://schemas.microsoft.com/office/drawing/2014/main" id="{76E5E6CF-9D75-44BD-83AA-E462E7003B6B}"/>
              </a:ext>
            </a:extLst>
          </p:cNvPr>
          <p:cNvSpPr>
            <a:spLocks xmlns:a="http://schemas.openxmlformats.org/drawingml/2006/main" noGrp="1"/>
          </p:cNvSpPr>
          <p:nvPr/>
        </p:nvSpPr>
        <p:spPr>
          <a:xfrm xmlns:a="http://schemas.openxmlformats.org/drawingml/2006/main" flipV="1">
            <a:off x="6862389" y="1984969"/>
            <a:ext cx="91074" cy="37393"/>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4" name="Connector 73">
            <a:extLst xmlns:a="http://schemas.openxmlformats.org/drawingml/2006/main">
              <a:ext uri="{FF2B5EF4-FFF2-40B4-BE49-F238E27FC236}">
                <a16:creationId xmlns:a16="http://schemas.microsoft.com/office/drawing/2014/main" id="{F0956485-12C6-4FD2-B30B-1F8E17AACC80}"/>
              </a:ext>
            </a:extLst>
          </p:cNvPr>
          <p:cNvSpPr>
            <a:spLocks xmlns:a="http://schemas.openxmlformats.org/drawingml/2006/main" noGrp="1"/>
          </p:cNvSpPr>
          <p:nvPr/>
        </p:nvSpPr>
        <p:spPr>
          <a:xfrm xmlns:a="http://schemas.openxmlformats.org/drawingml/2006/main" flipV="1">
            <a:off x="6953463" y="1953115"/>
            <a:ext cx="91074" cy="31854"/>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5" name="Connector 74">
            <a:extLst xmlns:a="http://schemas.openxmlformats.org/drawingml/2006/main">
              <a:ext uri="{FF2B5EF4-FFF2-40B4-BE49-F238E27FC236}">
                <a16:creationId xmlns:a16="http://schemas.microsoft.com/office/drawing/2014/main" id="{C001D2DF-8000-4252-8C45-1C1AFBDD2594}"/>
              </a:ext>
            </a:extLst>
          </p:cNvPr>
          <p:cNvSpPr>
            <a:spLocks xmlns:a="http://schemas.openxmlformats.org/drawingml/2006/main" noGrp="1"/>
          </p:cNvSpPr>
          <p:nvPr/>
        </p:nvSpPr>
        <p:spPr>
          <a:xfrm xmlns:a="http://schemas.openxmlformats.org/drawingml/2006/main" flipV="1">
            <a:off x="7044537" y="1927210"/>
            <a:ext cx="91074" cy="25905"/>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6" name="Connector 75">
            <a:extLst xmlns:a="http://schemas.openxmlformats.org/drawingml/2006/main">
              <a:ext uri="{FF2B5EF4-FFF2-40B4-BE49-F238E27FC236}">
                <a16:creationId xmlns:a16="http://schemas.microsoft.com/office/drawing/2014/main" id="{4BB40497-F084-4A44-971B-64B55ED5846C}"/>
              </a:ext>
            </a:extLst>
          </p:cNvPr>
          <p:cNvSpPr>
            <a:spLocks xmlns:a="http://schemas.openxmlformats.org/drawingml/2006/main" noGrp="1"/>
          </p:cNvSpPr>
          <p:nvPr/>
        </p:nvSpPr>
        <p:spPr>
          <a:xfrm xmlns:a="http://schemas.openxmlformats.org/drawingml/2006/main" flipV="1">
            <a:off x="7135611" y="1907582"/>
            <a:ext cx="91075" cy="19628"/>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7" name="Connector 76">
            <a:extLst xmlns:a="http://schemas.openxmlformats.org/drawingml/2006/main">
              <a:ext uri="{FF2B5EF4-FFF2-40B4-BE49-F238E27FC236}">
                <a16:creationId xmlns:a16="http://schemas.microsoft.com/office/drawing/2014/main" id="{B38C147D-BCA3-4081-B4D6-CB93FF3AB32D}"/>
              </a:ext>
            </a:extLst>
          </p:cNvPr>
          <p:cNvSpPr>
            <a:spLocks xmlns:a="http://schemas.openxmlformats.org/drawingml/2006/main" noGrp="1"/>
          </p:cNvSpPr>
          <p:nvPr/>
        </p:nvSpPr>
        <p:spPr>
          <a:xfrm xmlns:a="http://schemas.openxmlformats.org/drawingml/2006/main" flipV="1">
            <a:off x="7226686" y="1894485"/>
            <a:ext cx="91074" cy="13097"/>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8" name="Connector 77">
            <a:extLst xmlns:a="http://schemas.openxmlformats.org/drawingml/2006/main">
              <a:ext uri="{FF2B5EF4-FFF2-40B4-BE49-F238E27FC236}">
                <a16:creationId xmlns:a16="http://schemas.microsoft.com/office/drawing/2014/main" id="{6D54D4C9-1DC0-47AC-AF37-67318955E193}"/>
              </a:ext>
            </a:extLst>
          </p:cNvPr>
          <p:cNvSpPr>
            <a:spLocks xmlns:a="http://schemas.openxmlformats.org/drawingml/2006/main" noGrp="1"/>
          </p:cNvSpPr>
          <p:nvPr/>
        </p:nvSpPr>
        <p:spPr>
          <a:xfrm xmlns:a="http://schemas.openxmlformats.org/drawingml/2006/main" flipV="1">
            <a:off x="7317760" y="1888083"/>
            <a:ext cx="91074" cy="6402"/>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9" name="Connector 78">
            <a:extLst xmlns:a="http://schemas.openxmlformats.org/drawingml/2006/main">
              <a:ext uri="{FF2B5EF4-FFF2-40B4-BE49-F238E27FC236}">
                <a16:creationId xmlns:a16="http://schemas.microsoft.com/office/drawing/2014/main" id="{D7A3174C-E325-4263-A30A-BAA9053D76FE}"/>
              </a:ext>
            </a:extLst>
          </p:cNvPr>
          <p:cNvSpPr>
            <a:spLocks xmlns:a="http://schemas.openxmlformats.org/drawingml/2006/main" noGrp="1"/>
          </p:cNvSpPr>
          <p:nvPr/>
        </p:nvSpPr>
        <p:spPr>
          <a:xfrm xmlns:a="http://schemas.openxmlformats.org/drawingml/2006/main">
            <a:off x="7408834" y="1888083"/>
            <a:ext cx="91074" cy="378"/>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0" name="Connector 79">
            <a:extLst xmlns:a="http://schemas.openxmlformats.org/drawingml/2006/main">
              <a:ext uri="{FF2B5EF4-FFF2-40B4-BE49-F238E27FC236}">
                <a16:creationId xmlns:a16="http://schemas.microsoft.com/office/drawing/2014/main" id="{7835FF7F-A2CA-4B22-9775-F5FD5A5A3DDB}"/>
              </a:ext>
            </a:extLst>
          </p:cNvPr>
          <p:cNvSpPr>
            <a:spLocks xmlns:a="http://schemas.openxmlformats.org/drawingml/2006/main" noGrp="1"/>
          </p:cNvSpPr>
          <p:nvPr/>
        </p:nvSpPr>
        <p:spPr>
          <a:xfrm xmlns:a="http://schemas.openxmlformats.org/drawingml/2006/main">
            <a:off x="7499908" y="1888461"/>
            <a:ext cx="91075" cy="7151"/>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1" name="Connector 80">
            <a:extLst xmlns:a="http://schemas.openxmlformats.org/drawingml/2006/main">
              <a:ext uri="{FF2B5EF4-FFF2-40B4-BE49-F238E27FC236}">
                <a16:creationId xmlns:a16="http://schemas.microsoft.com/office/drawing/2014/main" id="{60BCBAB0-D928-4D49-A723-A43508DFB8BC}"/>
              </a:ext>
            </a:extLst>
          </p:cNvPr>
          <p:cNvSpPr>
            <a:spLocks xmlns:a="http://schemas.openxmlformats.org/drawingml/2006/main" noGrp="1"/>
          </p:cNvSpPr>
          <p:nvPr/>
        </p:nvSpPr>
        <p:spPr>
          <a:xfrm xmlns:a="http://schemas.openxmlformats.org/drawingml/2006/main">
            <a:off x="7590983" y="1895612"/>
            <a:ext cx="91074" cy="13833"/>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2" name="Connector 81">
            <a:extLst xmlns:a="http://schemas.openxmlformats.org/drawingml/2006/main">
              <a:ext uri="{FF2B5EF4-FFF2-40B4-BE49-F238E27FC236}">
                <a16:creationId xmlns:a16="http://schemas.microsoft.com/office/drawing/2014/main" id="{F2B9AEDB-1C22-4D8C-A0AC-F55084732A9B}"/>
              </a:ext>
            </a:extLst>
          </p:cNvPr>
          <p:cNvSpPr>
            <a:spLocks xmlns:a="http://schemas.openxmlformats.org/drawingml/2006/main" noGrp="1"/>
          </p:cNvSpPr>
          <p:nvPr/>
        </p:nvSpPr>
        <p:spPr>
          <a:xfrm xmlns:a="http://schemas.openxmlformats.org/drawingml/2006/main">
            <a:off x="7682057" y="1909445"/>
            <a:ext cx="91074" cy="20338"/>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3" name="Connector 82">
            <a:extLst xmlns:a="http://schemas.openxmlformats.org/drawingml/2006/main">
              <a:ext uri="{FF2B5EF4-FFF2-40B4-BE49-F238E27FC236}">
                <a16:creationId xmlns:a16="http://schemas.microsoft.com/office/drawing/2014/main" id="{2EEEEF00-E7F1-4CF5-98C3-BF47CDD4C54D}"/>
              </a:ext>
            </a:extLst>
          </p:cNvPr>
          <p:cNvSpPr>
            <a:spLocks xmlns:a="http://schemas.openxmlformats.org/drawingml/2006/main" noGrp="1"/>
          </p:cNvSpPr>
          <p:nvPr/>
        </p:nvSpPr>
        <p:spPr>
          <a:xfrm xmlns:a="http://schemas.openxmlformats.org/drawingml/2006/main">
            <a:off x="7773131" y="1929783"/>
            <a:ext cx="91074" cy="26585"/>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4" name="Connector 83">
            <a:extLst xmlns:a="http://schemas.openxmlformats.org/drawingml/2006/main">
              <a:ext uri="{FF2B5EF4-FFF2-40B4-BE49-F238E27FC236}">
                <a16:creationId xmlns:a16="http://schemas.microsoft.com/office/drawing/2014/main" id="{F04AE13E-75B5-437C-AB7C-616AC278A3B9}"/>
              </a:ext>
            </a:extLst>
          </p:cNvPr>
          <p:cNvSpPr>
            <a:spLocks xmlns:a="http://schemas.openxmlformats.org/drawingml/2006/main" noGrp="1"/>
          </p:cNvSpPr>
          <p:nvPr/>
        </p:nvSpPr>
        <p:spPr>
          <a:xfrm xmlns:a="http://schemas.openxmlformats.org/drawingml/2006/main">
            <a:off x="7864205" y="1956368"/>
            <a:ext cx="91075" cy="32490"/>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5" name="Connector 84">
            <a:extLst xmlns:a="http://schemas.openxmlformats.org/drawingml/2006/main">
              <a:ext uri="{FF2B5EF4-FFF2-40B4-BE49-F238E27FC236}">
                <a16:creationId xmlns:a16="http://schemas.microsoft.com/office/drawing/2014/main" id="{BECE14F1-0459-4899-B477-2D131A356D87}"/>
              </a:ext>
            </a:extLst>
          </p:cNvPr>
          <p:cNvSpPr>
            <a:spLocks xmlns:a="http://schemas.openxmlformats.org/drawingml/2006/main" noGrp="1"/>
          </p:cNvSpPr>
          <p:nvPr/>
        </p:nvSpPr>
        <p:spPr>
          <a:xfrm xmlns:a="http://schemas.openxmlformats.org/drawingml/2006/main">
            <a:off x="7955280" y="1988858"/>
            <a:ext cx="91074" cy="37981"/>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6" name="Connector 85">
            <a:extLst xmlns:a="http://schemas.openxmlformats.org/drawingml/2006/main">
              <a:ext uri="{FF2B5EF4-FFF2-40B4-BE49-F238E27FC236}">
                <a16:creationId xmlns:a16="http://schemas.microsoft.com/office/drawing/2014/main" id="{0647D5AD-772A-48B5-AFF4-A9AFC0AE8B8A}"/>
              </a:ext>
            </a:extLst>
          </p:cNvPr>
          <p:cNvSpPr>
            <a:spLocks xmlns:a="http://schemas.openxmlformats.org/drawingml/2006/main" noGrp="1"/>
          </p:cNvSpPr>
          <p:nvPr/>
        </p:nvSpPr>
        <p:spPr>
          <a:xfrm xmlns:a="http://schemas.openxmlformats.org/drawingml/2006/main">
            <a:off x="8046354" y="2026839"/>
            <a:ext cx="91074" cy="42987"/>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7" name="Connector 86">
            <a:extLst xmlns:a="http://schemas.openxmlformats.org/drawingml/2006/main">
              <a:ext uri="{FF2B5EF4-FFF2-40B4-BE49-F238E27FC236}">
                <a16:creationId xmlns:a16="http://schemas.microsoft.com/office/drawing/2014/main" id="{E81B79F8-765B-4E08-9406-F9CF5BF4C2B0}"/>
              </a:ext>
            </a:extLst>
          </p:cNvPr>
          <p:cNvSpPr>
            <a:spLocks xmlns:a="http://schemas.openxmlformats.org/drawingml/2006/main" noGrp="1"/>
          </p:cNvSpPr>
          <p:nvPr/>
        </p:nvSpPr>
        <p:spPr>
          <a:xfrm xmlns:a="http://schemas.openxmlformats.org/drawingml/2006/main">
            <a:off x="8137428" y="2069826"/>
            <a:ext cx="91074" cy="47442"/>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8" name="Connector 87">
            <a:extLst xmlns:a="http://schemas.openxmlformats.org/drawingml/2006/main">
              <a:ext uri="{FF2B5EF4-FFF2-40B4-BE49-F238E27FC236}">
                <a16:creationId xmlns:a16="http://schemas.microsoft.com/office/drawing/2014/main" id="{9AE0221C-2E4B-425A-99B8-0F2312A7F8D6}"/>
              </a:ext>
            </a:extLst>
          </p:cNvPr>
          <p:cNvSpPr>
            <a:spLocks xmlns:a="http://schemas.openxmlformats.org/drawingml/2006/main" noGrp="1"/>
          </p:cNvSpPr>
          <p:nvPr/>
        </p:nvSpPr>
        <p:spPr>
          <a:xfrm xmlns:a="http://schemas.openxmlformats.org/drawingml/2006/main">
            <a:off x="8228502" y="2117268"/>
            <a:ext cx="91074" cy="51293"/>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9" name="Connector 88">
            <a:extLst xmlns:a="http://schemas.openxmlformats.org/drawingml/2006/main">
              <a:ext uri="{FF2B5EF4-FFF2-40B4-BE49-F238E27FC236}">
                <a16:creationId xmlns:a16="http://schemas.microsoft.com/office/drawing/2014/main" id="{3ABB8F7A-F1AE-4C55-9551-810384706CB5}"/>
              </a:ext>
            </a:extLst>
          </p:cNvPr>
          <p:cNvSpPr>
            <a:spLocks xmlns:a="http://schemas.openxmlformats.org/drawingml/2006/main" noGrp="1"/>
          </p:cNvSpPr>
          <p:nvPr/>
        </p:nvSpPr>
        <p:spPr>
          <a:xfrm xmlns:a="http://schemas.openxmlformats.org/drawingml/2006/main">
            <a:off x="8319576" y="2168561"/>
            <a:ext cx="91075" cy="54488"/>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0" name="Connector 89">
            <a:extLst xmlns:a="http://schemas.openxmlformats.org/drawingml/2006/main">
              <a:ext uri="{FF2B5EF4-FFF2-40B4-BE49-F238E27FC236}">
                <a16:creationId xmlns:a16="http://schemas.microsoft.com/office/drawing/2014/main" id="{EAD05DAF-6F2C-41F3-A5B7-16D8D5C35D61}"/>
              </a:ext>
            </a:extLst>
          </p:cNvPr>
          <p:cNvSpPr>
            <a:spLocks xmlns:a="http://schemas.openxmlformats.org/drawingml/2006/main" noGrp="1"/>
          </p:cNvSpPr>
          <p:nvPr/>
        </p:nvSpPr>
        <p:spPr>
          <a:xfrm xmlns:a="http://schemas.openxmlformats.org/drawingml/2006/main">
            <a:off x="8410651" y="2223049"/>
            <a:ext cx="91074" cy="56986"/>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1" name="Connector 90">
            <a:extLst xmlns:a="http://schemas.openxmlformats.org/drawingml/2006/main">
              <a:ext uri="{FF2B5EF4-FFF2-40B4-BE49-F238E27FC236}">
                <a16:creationId xmlns:a16="http://schemas.microsoft.com/office/drawing/2014/main" id="{0DC54539-2299-42C1-8CFB-EC6B523B00D8}"/>
              </a:ext>
            </a:extLst>
          </p:cNvPr>
          <p:cNvSpPr>
            <a:spLocks xmlns:a="http://schemas.openxmlformats.org/drawingml/2006/main" noGrp="1"/>
          </p:cNvSpPr>
          <p:nvPr/>
        </p:nvSpPr>
        <p:spPr>
          <a:xfrm xmlns:a="http://schemas.openxmlformats.org/drawingml/2006/main">
            <a:off x="8501725" y="2280035"/>
            <a:ext cx="91074" cy="58756"/>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2" name="Connector 91">
            <a:extLst xmlns:a="http://schemas.openxmlformats.org/drawingml/2006/main">
              <a:ext uri="{FF2B5EF4-FFF2-40B4-BE49-F238E27FC236}">
                <a16:creationId xmlns:a16="http://schemas.microsoft.com/office/drawing/2014/main" id="{4261171B-27A2-48E1-9D7D-23CCACB4680B}"/>
              </a:ext>
            </a:extLst>
          </p:cNvPr>
          <p:cNvSpPr>
            <a:spLocks xmlns:a="http://schemas.openxmlformats.org/drawingml/2006/main" noGrp="1"/>
          </p:cNvSpPr>
          <p:nvPr/>
        </p:nvSpPr>
        <p:spPr>
          <a:xfrm xmlns:a="http://schemas.openxmlformats.org/drawingml/2006/main">
            <a:off x="8592799" y="2338791"/>
            <a:ext cx="91074" cy="59776"/>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3" name="Connector 92">
            <a:extLst xmlns:a="http://schemas.openxmlformats.org/drawingml/2006/main">
              <a:ext uri="{FF2B5EF4-FFF2-40B4-BE49-F238E27FC236}">
                <a16:creationId xmlns:a16="http://schemas.microsoft.com/office/drawing/2014/main" id="{DFAC4DFF-B07C-47A3-8B8F-AE4B3B15CD43}"/>
              </a:ext>
            </a:extLst>
          </p:cNvPr>
          <p:cNvSpPr>
            <a:spLocks xmlns:a="http://schemas.openxmlformats.org/drawingml/2006/main" noGrp="1"/>
          </p:cNvSpPr>
          <p:nvPr/>
        </p:nvSpPr>
        <p:spPr>
          <a:xfrm xmlns:a="http://schemas.openxmlformats.org/drawingml/2006/main">
            <a:off x="8683873" y="2398567"/>
            <a:ext cx="91075" cy="60032"/>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4" name="Connector 93">
            <a:extLst xmlns:a="http://schemas.openxmlformats.org/drawingml/2006/main">
              <a:ext uri="{FF2B5EF4-FFF2-40B4-BE49-F238E27FC236}">
                <a16:creationId xmlns:a16="http://schemas.microsoft.com/office/drawing/2014/main" id="{F9A62979-82F2-4942-8938-9416666E6651}"/>
              </a:ext>
            </a:extLst>
          </p:cNvPr>
          <p:cNvSpPr>
            <a:spLocks xmlns:a="http://schemas.openxmlformats.org/drawingml/2006/main" noGrp="1"/>
          </p:cNvSpPr>
          <p:nvPr/>
        </p:nvSpPr>
        <p:spPr>
          <a:xfrm xmlns:a="http://schemas.openxmlformats.org/drawingml/2006/main">
            <a:off x="8774948" y="2458599"/>
            <a:ext cx="91074" cy="59521"/>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5" name="Connector 94">
            <a:extLst xmlns:a="http://schemas.openxmlformats.org/drawingml/2006/main">
              <a:ext uri="{FF2B5EF4-FFF2-40B4-BE49-F238E27FC236}">
                <a16:creationId xmlns:a16="http://schemas.microsoft.com/office/drawing/2014/main" id="{04E7102E-455C-47C7-9A97-0A244DA67F71}"/>
              </a:ext>
            </a:extLst>
          </p:cNvPr>
          <p:cNvSpPr>
            <a:spLocks xmlns:a="http://schemas.openxmlformats.org/drawingml/2006/main" noGrp="1"/>
          </p:cNvSpPr>
          <p:nvPr/>
        </p:nvSpPr>
        <p:spPr>
          <a:xfrm xmlns:a="http://schemas.openxmlformats.org/drawingml/2006/main">
            <a:off x="8866022" y="2518120"/>
            <a:ext cx="91074" cy="58249"/>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6" name="Connector 95">
            <a:extLst xmlns:a="http://schemas.openxmlformats.org/drawingml/2006/main">
              <a:ext uri="{FF2B5EF4-FFF2-40B4-BE49-F238E27FC236}">
                <a16:creationId xmlns:a16="http://schemas.microsoft.com/office/drawing/2014/main" id="{FFAF5897-25E6-4BE2-BB16-A5D22C38BD1F}"/>
              </a:ext>
            </a:extLst>
          </p:cNvPr>
          <p:cNvSpPr>
            <a:spLocks xmlns:a="http://schemas.openxmlformats.org/drawingml/2006/main" noGrp="1"/>
          </p:cNvSpPr>
          <p:nvPr/>
        </p:nvSpPr>
        <p:spPr>
          <a:xfrm xmlns:a="http://schemas.openxmlformats.org/drawingml/2006/main">
            <a:off x="8957096" y="2576369"/>
            <a:ext cx="91074" cy="56232"/>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7" name="Connector 96">
            <a:extLst xmlns:a="http://schemas.openxmlformats.org/drawingml/2006/main">
              <a:ext uri="{FF2B5EF4-FFF2-40B4-BE49-F238E27FC236}">
                <a16:creationId xmlns:a16="http://schemas.microsoft.com/office/drawing/2014/main" id="{FDBA3176-49AC-4215-8F43-0F55F3F56AB7}"/>
              </a:ext>
            </a:extLst>
          </p:cNvPr>
          <p:cNvSpPr>
            <a:spLocks xmlns:a="http://schemas.openxmlformats.org/drawingml/2006/main" noGrp="1"/>
          </p:cNvSpPr>
          <p:nvPr/>
        </p:nvSpPr>
        <p:spPr>
          <a:xfrm xmlns:a="http://schemas.openxmlformats.org/drawingml/2006/main">
            <a:off x="9048170" y="2632601"/>
            <a:ext cx="91075" cy="53499"/>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8" name="Connector 97">
            <a:extLst xmlns:a="http://schemas.openxmlformats.org/drawingml/2006/main">
              <a:ext uri="{FF2B5EF4-FFF2-40B4-BE49-F238E27FC236}">
                <a16:creationId xmlns:a16="http://schemas.microsoft.com/office/drawing/2014/main" id="{9759EDAA-17C6-47A2-9421-EA9C848BFC1D}"/>
              </a:ext>
            </a:extLst>
          </p:cNvPr>
          <p:cNvSpPr>
            <a:spLocks xmlns:a="http://schemas.openxmlformats.org/drawingml/2006/main" noGrp="1"/>
          </p:cNvSpPr>
          <p:nvPr/>
        </p:nvSpPr>
        <p:spPr>
          <a:xfrm xmlns:a="http://schemas.openxmlformats.org/drawingml/2006/main">
            <a:off x="9139245" y="2686100"/>
            <a:ext cx="91074" cy="50080"/>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9" name="Connector 98">
            <a:extLst xmlns:a="http://schemas.openxmlformats.org/drawingml/2006/main">
              <a:ext uri="{FF2B5EF4-FFF2-40B4-BE49-F238E27FC236}">
                <a16:creationId xmlns:a16="http://schemas.microsoft.com/office/drawing/2014/main" id="{E922D8C3-6789-4C7A-902A-3F8329B271BA}"/>
              </a:ext>
            </a:extLst>
          </p:cNvPr>
          <p:cNvSpPr>
            <a:spLocks xmlns:a="http://schemas.openxmlformats.org/drawingml/2006/main" noGrp="1"/>
          </p:cNvSpPr>
          <p:nvPr/>
        </p:nvSpPr>
        <p:spPr>
          <a:xfrm xmlns:a="http://schemas.openxmlformats.org/drawingml/2006/main">
            <a:off x="9230319" y="2736180"/>
            <a:ext cx="91074" cy="46022"/>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0" name="Connector 99">
            <a:extLst xmlns:a="http://schemas.openxmlformats.org/drawingml/2006/main">
              <a:ext uri="{FF2B5EF4-FFF2-40B4-BE49-F238E27FC236}">
                <a16:creationId xmlns:a16="http://schemas.microsoft.com/office/drawing/2014/main" id="{372FF0AF-88D7-4990-8CF6-2E31D1891A3A}"/>
              </a:ext>
            </a:extLst>
          </p:cNvPr>
          <p:cNvSpPr>
            <a:spLocks xmlns:a="http://schemas.openxmlformats.org/drawingml/2006/main" noGrp="1"/>
          </p:cNvSpPr>
          <p:nvPr/>
        </p:nvSpPr>
        <p:spPr>
          <a:xfrm xmlns:a="http://schemas.openxmlformats.org/drawingml/2006/main">
            <a:off x="9321393" y="2782202"/>
            <a:ext cx="91074" cy="41376"/>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1" name="Connector 100">
            <a:extLst xmlns:a="http://schemas.openxmlformats.org/drawingml/2006/main">
              <a:ext uri="{FF2B5EF4-FFF2-40B4-BE49-F238E27FC236}">
                <a16:creationId xmlns:a16="http://schemas.microsoft.com/office/drawing/2014/main" id="{85CE3B43-88FC-448A-9F22-1213149EEFAE}"/>
              </a:ext>
            </a:extLst>
          </p:cNvPr>
          <p:cNvSpPr>
            <a:spLocks xmlns:a="http://schemas.openxmlformats.org/drawingml/2006/main" noGrp="1"/>
          </p:cNvSpPr>
          <p:nvPr/>
        </p:nvSpPr>
        <p:spPr>
          <a:xfrm xmlns:a="http://schemas.openxmlformats.org/drawingml/2006/main">
            <a:off x="9412467" y="2823578"/>
            <a:ext cx="91075" cy="36201"/>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2" name="Connector 101">
            <a:extLst xmlns:a="http://schemas.openxmlformats.org/drawingml/2006/main">
              <a:ext uri="{FF2B5EF4-FFF2-40B4-BE49-F238E27FC236}">
                <a16:creationId xmlns:a16="http://schemas.microsoft.com/office/drawing/2014/main" id="{FFA14AAA-4ED4-4F3E-8E17-D3D25D64B3C0}"/>
              </a:ext>
            </a:extLst>
          </p:cNvPr>
          <p:cNvSpPr>
            <a:spLocks xmlns:a="http://schemas.openxmlformats.org/drawingml/2006/main" noGrp="1"/>
          </p:cNvSpPr>
          <p:nvPr/>
        </p:nvSpPr>
        <p:spPr>
          <a:xfrm xmlns:a="http://schemas.openxmlformats.org/drawingml/2006/main">
            <a:off x="9503542" y="2859779"/>
            <a:ext cx="91074" cy="30564"/>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3" name="Connector 102">
            <a:extLst xmlns:a="http://schemas.openxmlformats.org/drawingml/2006/main">
              <a:ext uri="{FF2B5EF4-FFF2-40B4-BE49-F238E27FC236}">
                <a16:creationId xmlns:a16="http://schemas.microsoft.com/office/drawing/2014/main" id="{B0937D90-627F-4355-96D9-6DBD54803520}"/>
              </a:ext>
            </a:extLst>
          </p:cNvPr>
          <p:cNvSpPr>
            <a:spLocks xmlns:a="http://schemas.openxmlformats.org/drawingml/2006/main" noGrp="1"/>
          </p:cNvSpPr>
          <p:nvPr/>
        </p:nvSpPr>
        <p:spPr>
          <a:xfrm xmlns:a="http://schemas.openxmlformats.org/drawingml/2006/main">
            <a:off x="9594616" y="2890343"/>
            <a:ext cx="91074" cy="24537"/>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4" name="Connector 103">
            <a:extLst xmlns:a="http://schemas.openxmlformats.org/drawingml/2006/main">
              <a:ext uri="{FF2B5EF4-FFF2-40B4-BE49-F238E27FC236}">
                <a16:creationId xmlns:a16="http://schemas.microsoft.com/office/drawing/2014/main" id="{9D3606CD-9904-4932-A650-7D5C8AFC2FB7}"/>
              </a:ext>
            </a:extLst>
          </p:cNvPr>
          <p:cNvSpPr>
            <a:spLocks xmlns:a="http://schemas.openxmlformats.org/drawingml/2006/main" noGrp="1"/>
          </p:cNvSpPr>
          <p:nvPr/>
        </p:nvSpPr>
        <p:spPr>
          <a:xfrm xmlns:a="http://schemas.openxmlformats.org/drawingml/2006/main">
            <a:off x="9685690" y="2914880"/>
            <a:ext cx="91074" cy="18195"/>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5" name="Connector 104">
            <a:extLst xmlns:a="http://schemas.openxmlformats.org/drawingml/2006/main">
              <a:ext uri="{FF2B5EF4-FFF2-40B4-BE49-F238E27FC236}">
                <a16:creationId xmlns:a16="http://schemas.microsoft.com/office/drawing/2014/main" id="{E0230A5D-BE0D-4D80-9649-6612E55C9578}"/>
              </a:ext>
            </a:extLst>
          </p:cNvPr>
          <p:cNvSpPr>
            <a:spLocks xmlns:a="http://schemas.openxmlformats.org/drawingml/2006/main" noGrp="1"/>
          </p:cNvSpPr>
          <p:nvPr/>
        </p:nvSpPr>
        <p:spPr>
          <a:xfrm xmlns:a="http://schemas.openxmlformats.org/drawingml/2006/main">
            <a:off x="9776764" y="2933075"/>
            <a:ext cx="91075" cy="11621"/>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6" name="Connector 105">
            <a:extLst xmlns:a="http://schemas.openxmlformats.org/drawingml/2006/main">
              <a:ext uri="{FF2B5EF4-FFF2-40B4-BE49-F238E27FC236}">
                <a16:creationId xmlns:a16="http://schemas.microsoft.com/office/drawing/2014/main" id="{D47A0186-7B5A-444B-8FA2-69C9197A3939}"/>
              </a:ext>
            </a:extLst>
          </p:cNvPr>
          <p:cNvSpPr>
            <a:spLocks xmlns:a="http://schemas.openxmlformats.org/drawingml/2006/main" noGrp="1"/>
          </p:cNvSpPr>
          <p:nvPr/>
        </p:nvSpPr>
        <p:spPr>
          <a:xfrm xmlns:a="http://schemas.openxmlformats.org/drawingml/2006/main">
            <a:off x="9867839" y="2944696"/>
            <a:ext cx="91074" cy="4899"/>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7" name="Connector 106">
            <a:extLst xmlns:a="http://schemas.openxmlformats.org/drawingml/2006/main">
              <a:ext uri="{FF2B5EF4-FFF2-40B4-BE49-F238E27FC236}">
                <a16:creationId xmlns:a16="http://schemas.microsoft.com/office/drawing/2014/main" id="{4B62C114-A233-45F7-A844-A4C0201AE293}"/>
              </a:ext>
            </a:extLst>
          </p:cNvPr>
          <p:cNvSpPr>
            <a:spLocks xmlns:a="http://schemas.openxmlformats.org/drawingml/2006/main" noGrp="1"/>
          </p:cNvSpPr>
          <p:nvPr/>
        </p:nvSpPr>
        <p:spPr>
          <a:xfrm xmlns:a="http://schemas.openxmlformats.org/drawingml/2006/main" flipV="1">
            <a:off x="9958913" y="2947709"/>
            <a:ext cx="91074" cy="1886"/>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8" name="Connector 107">
            <a:extLst xmlns:a="http://schemas.openxmlformats.org/drawingml/2006/main">
              <a:ext uri="{FF2B5EF4-FFF2-40B4-BE49-F238E27FC236}">
                <a16:creationId xmlns:a16="http://schemas.microsoft.com/office/drawing/2014/main" id="{212B1BBD-BD89-48C8-A42E-9C6AD25E2C97}"/>
              </a:ext>
            </a:extLst>
          </p:cNvPr>
          <p:cNvSpPr>
            <a:spLocks xmlns:a="http://schemas.openxmlformats.org/drawingml/2006/main" noGrp="1"/>
          </p:cNvSpPr>
          <p:nvPr/>
        </p:nvSpPr>
        <p:spPr>
          <a:xfrm xmlns:a="http://schemas.openxmlformats.org/drawingml/2006/main" flipV="1">
            <a:off x="10049987" y="2939062"/>
            <a:ext cx="91074" cy="8647"/>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9" name="Connector 108">
            <a:extLst xmlns:a="http://schemas.openxmlformats.org/drawingml/2006/main">
              <a:ext uri="{FF2B5EF4-FFF2-40B4-BE49-F238E27FC236}">
                <a16:creationId xmlns:a16="http://schemas.microsoft.com/office/drawing/2014/main" id="{256AC3EB-3969-41DF-8B7E-D2FD20E1B404}"/>
              </a:ext>
            </a:extLst>
          </p:cNvPr>
          <p:cNvSpPr>
            <a:spLocks xmlns:a="http://schemas.openxmlformats.org/drawingml/2006/main" noGrp="1"/>
          </p:cNvSpPr>
          <p:nvPr/>
        </p:nvSpPr>
        <p:spPr>
          <a:xfrm xmlns:a="http://schemas.openxmlformats.org/drawingml/2006/main" flipV="1">
            <a:off x="10141061" y="2923765"/>
            <a:ext cx="91075" cy="15297"/>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10" name="Oval 109">
            <a:extLst xmlns:a="http://schemas.openxmlformats.org/drawingml/2006/main">
              <a:ext uri="{FF2B5EF4-FFF2-40B4-BE49-F238E27FC236}">
                <a16:creationId xmlns:a16="http://schemas.microsoft.com/office/drawing/2014/main" id="{3A94C319-E690-4FAA-AD72-55370AC8F9F0}"/>
              </a:ext>
            </a:extLst>
          </p:cNvPr>
          <p:cNvSpPr>
            <a:spLocks xmlns:a="http://schemas.openxmlformats.org/drawingml/2006/main" noGrp="1"/>
          </p:cNvSpPr>
          <p:nvPr/>
        </p:nvSpPr>
        <p:spPr>
          <a:xfrm xmlns:a="http://schemas.openxmlformats.org/drawingml/2006/main">
            <a:off x="1063447" y="2357323"/>
            <a:ext cx="122529" cy="122529"/>
          </a:xfrm>
          <a:prstGeom xmlns:a="http://schemas.openxmlformats.org/drawingml/2006/main" prst="ellipse">
            <a:avLst/>
          </a:prstGeom>
          <a:solidFill xmlns:a="http://schemas.openxmlformats.org/drawingml/2006/main">
            <a:srgbClr val="8C64E1"/>
          </a:solidFill>
          <a:ln xmlns:a="http://schemas.openxmlformats.org/drawingml/2006/main" w="12700">
            <a:solidFill>
              <a:srgbClr val="8C64E1"/>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11" name="Oval 110">
            <a:extLst xmlns:a="http://schemas.openxmlformats.org/drawingml/2006/main">
              <a:ext uri="{FF2B5EF4-FFF2-40B4-BE49-F238E27FC236}">
                <a16:creationId xmlns:a16="http://schemas.microsoft.com/office/drawing/2014/main" id="{3D509EA6-9233-4816-8B96-AE79D8000F2E}"/>
              </a:ext>
            </a:extLst>
          </p:cNvPr>
          <p:cNvSpPr>
            <a:spLocks xmlns:a="http://schemas.openxmlformats.org/drawingml/2006/main" noGrp="1"/>
          </p:cNvSpPr>
          <p:nvPr/>
        </p:nvSpPr>
        <p:spPr>
          <a:xfrm xmlns:a="http://schemas.openxmlformats.org/drawingml/2006/main">
            <a:off x="2201875" y="1832687"/>
            <a:ext cx="122529" cy="122529"/>
          </a:xfrm>
          <a:prstGeom xmlns:a="http://schemas.openxmlformats.org/drawingml/2006/main" prst="ellipse">
            <a:avLst/>
          </a:prstGeom>
          <a:solidFill xmlns:a="http://schemas.openxmlformats.org/drawingml/2006/main">
            <a:srgbClr val="8C64E1"/>
          </a:solidFill>
          <a:ln xmlns:a="http://schemas.openxmlformats.org/drawingml/2006/main" w="12700">
            <a:solidFill>
              <a:srgbClr val="8C64E1"/>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12" name="Oval 111">
            <a:extLst xmlns:a="http://schemas.openxmlformats.org/drawingml/2006/main">
              <a:ext uri="{FF2B5EF4-FFF2-40B4-BE49-F238E27FC236}">
                <a16:creationId xmlns:a16="http://schemas.microsoft.com/office/drawing/2014/main" id="{D42FFB1E-4293-4A47-98E4-956A3A3E2ECC}"/>
              </a:ext>
            </a:extLst>
          </p:cNvPr>
          <p:cNvSpPr>
            <a:spLocks xmlns:a="http://schemas.openxmlformats.org/drawingml/2006/main" noGrp="1"/>
          </p:cNvSpPr>
          <p:nvPr/>
        </p:nvSpPr>
        <p:spPr>
          <a:xfrm xmlns:a="http://schemas.openxmlformats.org/drawingml/2006/main">
            <a:off x="3340303" y="2193181"/>
            <a:ext cx="122529" cy="122529"/>
          </a:xfrm>
          <a:prstGeom xmlns:a="http://schemas.openxmlformats.org/drawingml/2006/main" prst="ellipse">
            <a:avLst/>
          </a:prstGeom>
          <a:solidFill xmlns:a="http://schemas.openxmlformats.org/drawingml/2006/main">
            <a:srgbClr val="8C64E1"/>
          </a:solidFill>
          <a:ln xmlns:a="http://schemas.openxmlformats.org/drawingml/2006/main" w="12700">
            <a:solidFill>
              <a:srgbClr val="8C64E1"/>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13" name="Oval 112">
            <a:extLst xmlns:a="http://schemas.openxmlformats.org/drawingml/2006/main">
              <a:ext uri="{FF2B5EF4-FFF2-40B4-BE49-F238E27FC236}">
                <a16:creationId xmlns:a16="http://schemas.microsoft.com/office/drawing/2014/main" id="{8D0AB11C-0D35-42A9-A973-051664574E09}"/>
              </a:ext>
            </a:extLst>
          </p:cNvPr>
          <p:cNvSpPr>
            <a:spLocks xmlns:a="http://schemas.openxmlformats.org/drawingml/2006/main" noGrp="1"/>
          </p:cNvSpPr>
          <p:nvPr/>
        </p:nvSpPr>
        <p:spPr>
          <a:xfrm xmlns:a="http://schemas.openxmlformats.org/drawingml/2006/main">
            <a:off x="4478731" y="2830603"/>
            <a:ext cx="122529" cy="122529"/>
          </a:xfrm>
          <a:prstGeom xmlns:a="http://schemas.openxmlformats.org/drawingml/2006/main" prst="ellipse">
            <a:avLst/>
          </a:prstGeom>
          <a:solidFill xmlns:a="http://schemas.openxmlformats.org/drawingml/2006/main">
            <a:srgbClr val="8C64E1"/>
          </a:solidFill>
          <a:ln xmlns:a="http://schemas.openxmlformats.org/drawingml/2006/main" w="12700">
            <a:solidFill>
              <a:srgbClr val="8C64E1"/>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14" name="Oval 113">
            <a:extLst xmlns:a="http://schemas.openxmlformats.org/drawingml/2006/main">
              <a:ext uri="{FF2B5EF4-FFF2-40B4-BE49-F238E27FC236}">
                <a16:creationId xmlns:a16="http://schemas.microsoft.com/office/drawing/2014/main" id="{99153E9E-B220-490A-AB7F-2A6623982955}"/>
              </a:ext>
            </a:extLst>
          </p:cNvPr>
          <p:cNvSpPr>
            <a:spLocks xmlns:a="http://schemas.openxmlformats.org/drawingml/2006/main" noGrp="1"/>
          </p:cNvSpPr>
          <p:nvPr/>
        </p:nvSpPr>
        <p:spPr>
          <a:xfrm xmlns:a="http://schemas.openxmlformats.org/drawingml/2006/main">
            <a:off x="5617159" y="2669540"/>
            <a:ext cx="122529" cy="122529"/>
          </a:xfrm>
          <a:prstGeom xmlns:a="http://schemas.openxmlformats.org/drawingml/2006/main" prst="ellipse">
            <a:avLst/>
          </a:prstGeom>
          <a:solidFill xmlns:a="http://schemas.openxmlformats.org/drawingml/2006/main">
            <a:srgbClr val="8C64E1"/>
          </a:solidFill>
          <a:ln xmlns:a="http://schemas.openxmlformats.org/drawingml/2006/main" w="12700">
            <a:solidFill>
              <a:srgbClr val="8C64E1"/>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15" name="Oval 114">
            <a:extLst xmlns:a="http://schemas.openxmlformats.org/drawingml/2006/main">
              <a:ext uri="{FF2B5EF4-FFF2-40B4-BE49-F238E27FC236}">
                <a16:creationId xmlns:a16="http://schemas.microsoft.com/office/drawing/2014/main" id="{D9CEFFB3-01F7-4EB8-B039-A17C7BD5479D}"/>
              </a:ext>
            </a:extLst>
          </p:cNvPr>
          <p:cNvSpPr>
            <a:spLocks xmlns:a="http://schemas.openxmlformats.org/drawingml/2006/main" noGrp="1"/>
          </p:cNvSpPr>
          <p:nvPr/>
        </p:nvSpPr>
        <p:spPr>
          <a:xfrm xmlns:a="http://schemas.openxmlformats.org/drawingml/2006/main">
            <a:off x="6755587" y="1981725"/>
            <a:ext cx="122529" cy="122529"/>
          </a:xfrm>
          <a:prstGeom xmlns:a="http://schemas.openxmlformats.org/drawingml/2006/main" prst="ellipse">
            <a:avLst/>
          </a:prstGeom>
          <a:solidFill xmlns:a="http://schemas.openxmlformats.org/drawingml/2006/main">
            <a:srgbClr val="8C64E1"/>
          </a:solidFill>
          <a:ln xmlns:a="http://schemas.openxmlformats.org/drawingml/2006/main" w="12700">
            <a:solidFill>
              <a:srgbClr val="8C64E1"/>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16" name="Oval 115">
            <a:extLst xmlns:a="http://schemas.openxmlformats.org/drawingml/2006/main">
              <a:ext uri="{FF2B5EF4-FFF2-40B4-BE49-F238E27FC236}">
                <a16:creationId xmlns:a16="http://schemas.microsoft.com/office/drawing/2014/main" id="{BB611500-F63A-416F-87BB-CDBC97F22413}"/>
              </a:ext>
            </a:extLst>
          </p:cNvPr>
          <p:cNvSpPr>
            <a:spLocks xmlns:a="http://schemas.openxmlformats.org/drawingml/2006/main" noGrp="1"/>
          </p:cNvSpPr>
          <p:nvPr/>
        </p:nvSpPr>
        <p:spPr>
          <a:xfrm xmlns:a="http://schemas.openxmlformats.org/drawingml/2006/main">
            <a:off x="7894015" y="1927593"/>
            <a:ext cx="122529" cy="122529"/>
          </a:xfrm>
          <a:prstGeom xmlns:a="http://schemas.openxmlformats.org/drawingml/2006/main" prst="ellipse">
            <a:avLst/>
          </a:prstGeom>
          <a:solidFill xmlns:a="http://schemas.openxmlformats.org/drawingml/2006/main">
            <a:srgbClr val="8C64E1"/>
          </a:solidFill>
          <a:ln xmlns:a="http://schemas.openxmlformats.org/drawingml/2006/main" w="12700">
            <a:solidFill>
              <a:srgbClr val="8C64E1"/>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17" name="Oval 116">
            <a:extLst xmlns:a="http://schemas.openxmlformats.org/drawingml/2006/main">
              <a:ext uri="{FF2B5EF4-FFF2-40B4-BE49-F238E27FC236}">
                <a16:creationId xmlns:a16="http://schemas.microsoft.com/office/drawing/2014/main" id="{EB567980-6705-4C18-BD6B-02D94E4F63CD}"/>
              </a:ext>
            </a:extLst>
          </p:cNvPr>
          <p:cNvSpPr>
            <a:spLocks xmlns:a="http://schemas.openxmlformats.org/drawingml/2006/main" noGrp="1"/>
          </p:cNvSpPr>
          <p:nvPr/>
        </p:nvSpPr>
        <p:spPr>
          <a:xfrm xmlns:a="http://schemas.openxmlformats.org/drawingml/2006/main">
            <a:off x="9032443" y="2598471"/>
            <a:ext cx="122529" cy="122529"/>
          </a:xfrm>
          <a:prstGeom xmlns:a="http://schemas.openxmlformats.org/drawingml/2006/main" prst="ellipse">
            <a:avLst/>
          </a:prstGeom>
          <a:solidFill xmlns:a="http://schemas.openxmlformats.org/drawingml/2006/main">
            <a:srgbClr val="8C64E1"/>
          </a:solidFill>
          <a:ln xmlns:a="http://schemas.openxmlformats.org/drawingml/2006/main" w="12700">
            <a:solidFill>
              <a:srgbClr val="8C64E1"/>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18" name="Connector 117">
            <a:extLst xmlns:a="http://schemas.openxmlformats.org/drawingml/2006/main">
              <a:ext uri="{FF2B5EF4-FFF2-40B4-BE49-F238E27FC236}">
                <a16:creationId xmlns:a16="http://schemas.microsoft.com/office/drawing/2014/main" id="{97258DF3-5B43-4E8D-886B-3EA2BFC0752E}"/>
              </a:ext>
            </a:extLst>
          </p:cNvPr>
          <p:cNvSpPr>
            <a:spLocks xmlns:a="http://schemas.openxmlformats.org/drawingml/2006/main" noGrp="1"/>
          </p:cNvSpPr>
          <p:nvPr/>
        </p:nvSpPr>
        <p:spPr>
          <a:xfrm xmlns:a="http://schemas.openxmlformats.org/drawingml/2006/main">
            <a:off x="1005840" y="4535424"/>
            <a:ext cx="9747504" cy="0"/>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19" name="Connector 118">
            <a:extLst xmlns:a="http://schemas.openxmlformats.org/drawingml/2006/main">
              <a:ext uri="{FF2B5EF4-FFF2-40B4-BE49-F238E27FC236}">
                <a16:creationId xmlns:a16="http://schemas.microsoft.com/office/drawing/2014/main" id="{BC16BDE8-DA45-4EAF-B01E-3363C333C456}"/>
              </a:ext>
            </a:extLst>
          </p:cNvPr>
          <p:cNvSpPr>
            <a:spLocks xmlns:a="http://schemas.openxmlformats.org/drawingml/2006/main" noGrp="1"/>
          </p:cNvSpPr>
          <p:nvPr/>
        </p:nvSpPr>
        <p:spPr>
          <a:xfrm xmlns:a="http://schemas.openxmlformats.org/drawingml/2006/main">
            <a:off x="1097280" y="3840480"/>
            <a:ext cx="0" cy="1399032"/>
          </a:xfrm>
          <a:prstGeom xmlns:a="http://schemas.openxmlformats.org/drawingml/2006/main" prst="line">
            <a:avLst/>
          </a:prstGeom>
          <a:ln xmlns:a="http://schemas.openxmlformats.org/drawingml/2006/main" w="1651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22" name="TextBox 121">
            <a:extLst xmlns:a="http://schemas.openxmlformats.org/drawingml/2006/main">
              <a:ext uri="{FF2B5EF4-FFF2-40B4-BE49-F238E27FC236}">
                <a16:creationId xmlns:a16="http://schemas.microsoft.com/office/drawing/2014/main" id="{2DA9EB04-6FF5-48C6-B39E-C202151BBB30}"/>
              </a:ext>
            </a:extLst>
          </p:cNvPr>
          <p:cNvSpPr>
            <a:spLocks xmlns:a="http://schemas.openxmlformats.org/drawingml/2006/main" noGrp="1"/>
          </p:cNvSpPr>
          <p:nvPr/>
        </p:nvSpPr>
        <p:spPr>
          <a:xfrm xmlns:a="http://schemas.openxmlformats.org/drawingml/2006/main">
            <a:off x="1005840" y="3300984"/>
            <a:ext cx="9747504"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200" b="1">
                <a:solidFill>
                  <a:srgbClr val="8C64E1"/>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2200" b="1">
                <a:solidFill>
                  <a:srgbClr val="8C64E1"/>
                </a:solidFill>
                <a:latin typeface="Alibaba PuHuiTi 3.0 115 Black"/>
                <a:ea typeface="Alibaba PuHuiTi 3.0 115 Black"/>
                <a:cs typeface="Alibaba PuHuiTi 3.0 115 Black"/>
              </a:defRPr>
            </a:pPr>
            <a:r>
              <a:rPr sz="2200" b="1">
                <a:solidFill>
                  <a:srgbClr val="8C64E1"/>
                </a:solidFill>
                <a:latin typeface="Alibaba PuHuiTi 3.0 115 Black"/>
                <a:ea typeface="Alibaba PuHuiTi 3.0 115 Black"/>
                <a:cs typeface="Alibaba PuHuiTi 3.0 115 Black"/>
              </a:rPr>
              <a:t>采样点较多</a:t>
            </a:r>
          </a:p>
        </p:txBody>
      </p:sp>
      <p:sp>
        <p:nvSpPr>
          <p:cNvPr id="123" name="Connector 122">
            <a:extLst xmlns:a="http://schemas.openxmlformats.org/drawingml/2006/main">
              <a:ext uri="{FF2B5EF4-FFF2-40B4-BE49-F238E27FC236}">
                <a16:creationId xmlns:a16="http://schemas.microsoft.com/office/drawing/2014/main" id="{DF590BD4-AEE7-47ED-A4BF-34A14BA8F237}"/>
              </a:ext>
            </a:extLst>
          </p:cNvPr>
          <p:cNvSpPr>
            <a:spLocks xmlns:a="http://schemas.openxmlformats.org/drawingml/2006/main" noGrp="1"/>
          </p:cNvSpPr>
          <p:nvPr/>
        </p:nvSpPr>
        <p:spPr>
          <a:xfrm xmlns:a="http://schemas.openxmlformats.org/drawingml/2006/main" flipV="1">
            <a:off x="1124712" y="4461761"/>
            <a:ext cx="91074" cy="59947"/>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24" name="Connector 123">
            <a:extLst xmlns:a="http://schemas.openxmlformats.org/drawingml/2006/main">
              <a:ext uri="{FF2B5EF4-FFF2-40B4-BE49-F238E27FC236}">
                <a16:creationId xmlns:a16="http://schemas.microsoft.com/office/drawing/2014/main" id="{BD5E8178-0843-4905-89D6-D21C92836164}"/>
              </a:ext>
            </a:extLst>
          </p:cNvPr>
          <p:cNvSpPr>
            <a:spLocks xmlns:a="http://schemas.openxmlformats.org/drawingml/2006/main" noGrp="1"/>
          </p:cNvSpPr>
          <p:nvPr/>
        </p:nvSpPr>
        <p:spPr>
          <a:xfrm xmlns:a="http://schemas.openxmlformats.org/drawingml/2006/main" flipV="1">
            <a:off x="1215786" y="4402580"/>
            <a:ext cx="91074" cy="59181"/>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25" name="Connector 124">
            <a:extLst xmlns:a="http://schemas.openxmlformats.org/drawingml/2006/main">
              <a:ext uri="{FF2B5EF4-FFF2-40B4-BE49-F238E27FC236}">
                <a16:creationId xmlns:a16="http://schemas.microsoft.com/office/drawing/2014/main" id="{A2A04DC8-3E9F-4B97-BB44-F77CD664336A}"/>
              </a:ext>
            </a:extLst>
          </p:cNvPr>
          <p:cNvSpPr>
            <a:spLocks xmlns:a="http://schemas.openxmlformats.org/drawingml/2006/main" noGrp="1"/>
          </p:cNvSpPr>
          <p:nvPr/>
        </p:nvSpPr>
        <p:spPr>
          <a:xfrm xmlns:a="http://schemas.openxmlformats.org/drawingml/2006/main" flipV="1">
            <a:off x="1306860" y="4344922"/>
            <a:ext cx="91074" cy="57658"/>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26" name="Connector 125">
            <a:extLst xmlns:a="http://schemas.openxmlformats.org/drawingml/2006/main">
              <a:ext uri="{FF2B5EF4-FFF2-40B4-BE49-F238E27FC236}">
                <a16:creationId xmlns:a16="http://schemas.microsoft.com/office/drawing/2014/main" id="{43D811B3-2E05-4BF1-A166-C3C5B084E2A3}"/>
              </a:ext>
            </a:extLst>
          </p:cNvPr>
          <p:cNvSpPr>
            <a:spLocks xmlns:a="http://schemas.openxmlformats.org/drawingml/2006/main" noGrp="1"/>
          </p:cNvSpPr>
          <p:nvPr/>
        </p:nvSpPr>
        <p:spPr>
          <a:xfrm xmlns:a="http://schemas.openxmlformats.org/drawingml/2006/main" flipV="1">
            <a:off x="1397934" y="4289523"/>
            <a:ext cx="91074" cy="55399"/>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27" name="Connector 126">
            <a:extLst xmlns:a="http://schemas.openxmlformats.org/drawingml/2006/main">
              <a:ext uri="{FF2B5EF4-FFF2-40B4-BE49-F238E27FC236}">
                <a16:creationId xmlns:a16="http://schemas.microsoft.com/office/drawing/2014/main" id="{C2FA1D60-F003-4C9C-A93C-3129A663B460}"/>
              </a:ext>
            </a:extLst>
          </p:cNvPr>
          <p:cNvSpPr>
            <a:spLocks xmlns:a="http://schemas.openxmlformats.org/drawingml/2006/main" noGrp="1"/>
          </p:cNvSpPr>
          <p:nvPr/>
        </p:nvSpPr>
        <p:spPr>
          <a:xfrm xmlns:a="http://schemas.openxmlformats.org/drawingml/2006/main" flipV="1">
            <a:off x="1489008" y="4237090"/>
            <a:ext cx="91075" cy="52433"/>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28" name="Connector 127">
            <a:extLst xmlns:a="http://schemas.openxmlformats.org/drawingml/2006/main">
              <a:ext uri="{FF2B5EF4-FFF2-40B4-BE49-F238E27FC236}">
                <a16:creationId xmlns:a16="http://schemas.microsoft.com/office/drawing/2014/main" id="{09CD2EEE-5661-4A0D-BE8C-0CF10BAFF6ED}"/>
              </a:ext>
            </a:extLst>
          </p:cNvPr>
          <p:cNvSpPr>
            <a:spLocks xmlns:a="http://schemas.openxmlformats.org/drawingml/2006/main" noGrp="1"/>
          </p:cNvSpPr>
          <p:nvPr/>
        </p:nvSpPr>
        <p:spPr>
          <a:xfrm xmlns:a="http://schemas.openxmlformats.org/drawingml/2006/main" flipV="1">
            <a:off x="1580083" y="4188294"/>
            <a:ext cx="91074" cy="48796"/>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29" name="Connector 128">
            <a:extLst xmlns:a="http://schemas.openxmlformats.org/drawingml/2006/main">
              <a:ext uri="{FF2B5EF4-FFF2-40B4-BE49-F238E27FC236}">
                <a16:creationId xmlns:a16="http://schemas.microsoft.com/office/drawing/2014/main" id="{3FC1ED89-B790-474B-9656-3C82BF8E56FC}"/>
              </a:ext>
            </a:extLst>
          </p:cNvPr>
          <p:cNvSpPr>
            <a:spLocks xmlns:a="http://schemas.openxmlformats.org/drawingml/2006/main" noGrp="1"/>
          </p:cNvSpPr>
          <p:nvPr/>
        </p:nvSpPr>
        <p:spPr>
          <a:xfrm xmlns:a="http://schemas.openxmlformats.org/drawingml/2006/main" flipV="1">
            <a:off x="1671157" y="4143758"/>
            <a:ext cx="91074" cy="44536"/>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30" name="Connector 129">
            <a:extLst xmlns:a="http://schemas.openxmlformats.org/drawingml/2006/main">
              <a:ext uri="{FF2B5EF4-FFF2-40B4-BE49-F238E27FC236}">
                <a16:creationId xmlns:a16="http://schemas.microsoft.com/office/drawing/2014/main" id="{5B8D8BAC-7391-47F0-AD9F-2140B16B88EA}"/>
              </a:ext>
            </a:extLst>
          </p:cNvPr>
          <p:cNvSpPr>
            <a:spLocks xmlns:a="http://schemas.openxmlformats.org/drawingml/2006/main" noGrp="1"/>
          </p:cNvSpPr>
          <p:nvPr/>
        </p:nvSpPr>
        <p:spPr>
          <a:xfrm xmlns:a="http://schemas.openxmlformats.org/drawingml/2006/main" flipV="1">
            <a:off x="1762231" y="4104051"/>
            <a:ext cx="91074" cy="39707"/>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31" name="Connector 130">
            <a:extLst xmlns:a="http://schemas.openxmlformats.org/drawingml/2006/main">
              <a:ext uri="{FF2B5EF4-FFF2-40B4-BE49-F238E27FC236}">
                <a16:creationId xmlns:a16="http://schemas.microsoft.com/office/drawing/2014/main" id="{3099DA80-C5ED-4420-866D-34B5233DBDBE}"/>
              </a:ext>
            </a:extLst>
          </p:cNvPr>
          <p:cNvSpPr>
            <a:spLocks xmlns:a="http://schemas.openxmlformats.org/drawingml/2006/main" noGrp="1"/>
          </p:cNvSpPr>
          <p:nvPr/>
        </p:nvSpPr>
        <p:spPr>
          <a:xfrm xmlns:a="http://schemas.openxmlformats.org/drawingml/2006/main" flipV="1">
            <a:off x="1853305" y="4069681"/>
            <a:ext cx="91075" cy="34370"/>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32" name="Connector 131">
            <a:extLst xmlns:a="http://schemas.openxmlformats.org/drawingml/2006/main">
              <a:ext uri="{FF2B5EF4-FFF2-40B4-BE49-F238E27FC236}">
                <a16:creationId xmlns:a16="http://schemas.microsoft.com/office/drawing/2014/main" id="{FF6A0F58-53D3-47A5-89CA-07CB048C792E}"/>
              </a:ext>
            </a:extLst>
          </p:cNvPr>
          <p:cNvSpPr>
            <a:spLocks xmlns:a="http://schemas.openxmlformats.org/drawingml/2006/main" noGrp="1"/>
          </p:cNvSpPr>
          <p:nvPr/>
        </p:nvSpPr>
        <p:spPr>
          <a:xfrm xmlns:a="http://schemas.openxmlformats.org/drawingml/2006/main" flipV="1">
            <a:off x="1944380" y="4041086"/>
            <a:ext cx="91074" cy="28595"/>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33" name="Connector 132">
            <a:extLst xmlns:a="http://schemas.openxmlformats.org/drawingml/2006/main">
              <a:ext uri="{FF2B5EF4-FFF2-40B4-BE49-F238E27FC236}">
                <a16:creationId xmlns:a16="http://schemas.microsoft.com/office/drawing/2014/main" id="{D2E697BE-2FFD-4392-839D-339BD0C63CC4}"/>
              </a:ext>
            </a:extLst>
          </p:cNvPr>
          <p:cNvSpPr>
            <a:spLocks xmlns:a="http://schemas.openxmlformats.org/drawingml/2006/main" noGrp="1"/>
          </p:cNvSpPr>
          <p:nvPr/>
        </p:nvSpPr>
        <p:spPr>
          <a:xfrm xmlns:a="http://schemas.openxmlformats.org/drawingml/2006/main" flipV="1">
            <a:off x="2035454" y="4018633"/>
            <a:ext cx="91074" cy="22453"/>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34" name="Connector 133">
            <a:extLst xmlns:a="http://schemas.openxmlformats.org/drawingml/2006/main">
              <a:ext uri="{FF2B5EF4-FFF2-40B4-BE49-F238E27FC236}">
                <a16:creationId xmlns:a16="http://schemas.microsoft.com/office/drawing/2014/main" id="{9D6C6BFE-E1AE-4D80-BFDC-6D719E1BAF63}"/>
              </a:ext>
            </a:extLst>
          </p:cNvPr>
          <p:cNvSpPr>
            <a:spLocks xmlns:a="http://schemas.openxmlformats.org/drawingml/2006/main" noGrp="1"/>
          </p:cNvSpPr>
          <p:nvPr/>
        </p:nvSpPr>
        <p:spPr>
          <a:xfrm xmlns:a="http://schemas.openxmlformats.org/drawingml/2006/main" flipV="1">
            <a:off x="2126528" y="4002607"/>
            <a:ext cx="91074" cy="16026"/>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35" name="Connector 134">
            <a:extLst xmlns:a="http://schemas.openxmlformats.org/drawingml/2006/main">
              <a:ext uri="{FF2B5EF4-FFF2-40B4-BE49-F238E27FC236}">
                <a16:creationId xmlns:a16="http://schemas.microsoft.com/office/drawing/2014/main" id="{FD835DDA-BC0F-4831-B900-DA92D0C1A1BC}"/>
              </a:ext>
            </a:extLst>
          </p:cNvPr>
          <p:cNvSpPr>
            <a:spLocks xmlns:a="http://schemas.openxmlformats.org/drawingml/2006/main" noGrp="1"/>
          </p:cNvSpPr>
          <p:nvPr/>
        </p:nvSpPr>
        <p:spPr>
          <a:xfrm xmlns:a="http://schemas.openxmlformats.org/drawingml/2006/main" flipV="1">
            <a:off x="2217602" y="3993214"/>
            <a:ext cx="91075" cy="9393"/>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36" name="Connector 135">
            <a:extLst xmlns:a="http://schemas.openxmlformats.org/drawingml/2006/main">
              <a:ext uri="{FF2B5EF4-FFF2-40B4-BE49-F238E27FC236}">
                <a16:creationId xmlns:a16="http://schemas.microsoft.com/office/drawing/2014/main" id="{DA04B3BC-B0AA-4E03-9082-325621DEB7CA}"/>
              </a:ext>
            </a:extLst>
          </p:cNvPr>
          <p:cNvSpPr>
            <a:spLocks xmlns:a="http://schemas.openxmlformats.org/drawingml/2006/main" noGrp="1"/>
          </p:cNvSpPr>
          <p:nvPr/>
        </p:nvSpPr>
        <p:spPr>
          <a:xfrm xmlns:a="http://schemas.openxmlformats.org/drawingml/2006/main" flipV="1">
            <a:off x="2308677" y="3990574"/>
            <a:ext cx="91074" cy="2640"/>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37" name="Connector 136">
            <a:extLst xmlns:a="http://schemas.openxmlformats.org/drawingml/2006/main">
              <a:ext uri="{FF2B5EF4-FFF2-40B4-BE49-F238E27FC236}">
                <a16:creationId xmlns:a16="http://schemas.microsoft.com/office/drawing/2014/main" id="{33F1AD69-470D-496D-A6D4-9EADF994CC64}"/>
              </a:ext>
            </a:extLst>
          </p:cNvPr>
          <p:cNvSpPr>
            <a:spLocks xmlns:a="http://schemas.openxmlformats.org/drawingml/2006/main" noGrp="1"/>
          </p:cNvSpPr>
          <p:nvPr/>
        </p:nvSpPr>
        <p:spPr>
          <a:xfrm xmlns:a="http://schemas.openxmlformats.org/drawingml/2006/main">
            <a:off x="2399751" y="3990574"/>
            <a:ext cx="91074" cy="4147"/>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38" name="Connector 137">
            <a:extLst xmlns:a="http://schemas.openxmlformats.org/drawingml/2006/main">
              <a:ext uri="{FF2B5EF4-FFF2-40B4-BE49-F238E27FC236}">
                <a16:creationId xmlns:a16="http://schemas.microsoft.com/office/drawing/2014/main" id="{185B7C6C-24D5-4E14-BCE1-F8B1BF734BC6}"/>
              </a:ext>
            </a:extLst>
          </p:cNvPr>
          <p:cNvSpPr>
            <a:spLocks xmlns:a="http://schemas.openxmlformats.org/drawingml/2006/main" noGrp="1"/>
          </p:cNvSpPr>
          <p:nvPr/>
        </p:nvSpPr>
        <p:spPr>
          <a:xfrm xmlns:a="http://schemas.openxmlformats.org/drawingml/2006/main">
            <a:off x="2490825" y="3994721"/>
            <a:ext cx="91074" cy="10880"/>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39" name="Connector 138">
            <a:extLst xmlns:a="http://schemas.openxmlformats.org/drawingml/2006/main">
              <a:ext uri="{FF2B5EF4-FFF2-40B4-BE49-F238E27FC236}">
                <a16:creationId xmlns:a16="http://schemas.microsoft.com/office/drawing/2014/main" id="{313397F8-B885-4BA3-934D-04FFDC42C891}"/>
              </a:ext>
            </a:extLst>
          </p:cNvPr>
          <p:cNvSpPr>
            <a:spLocks xmlns:a="http://schemas.openxmlformats.org/drawingml/2006/main" noGrp="1"/>
          </p:cNvSpPr>
          <p:nvPr/>
        </p:nvSpPr>
        <p:spPr>
          <a:xfrm xmlns:a="http://schemas.openxmlformats.org/drawingml/2006/main">
            <a:off x="2581899" y="4005601"/>
            <a:ext cx="91075" cy="17475"/>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40" name="Connector 139">
            <a:extLst xmlns:a="http://schemas.openxmlformats.org/drawingml/2006/main">
              <a:ext uri="{FF2B5EF4-FFF2-40B4-BE49-F238E27FC236}">
                <a16:creationId xmlns:a16="http://schemas.microsoft.com/office/drawing/2014/main" id="{A7446E32-38A8-4478-84FF-373A31445727}"/>
              </a:ext>
            </a:extLst>
          </p:cNvPr>
          <p:cNvSpPr>
            <a:spLocks xmlns:a="http://schemas.openxmlformats.org/drawingml/2006/main" noGrp="1"/>
          </p:cNvSpPr>
          <p:nvPr/>
        </p:nvSpPr>
        <p:spPr>
          <a:xfrm xmlns:a="http://schemas.openxmlformats.org/drawingml/2006/main">
            <a:off x="2672974" y="4023076"/>
            <a:ext cx="91074" cy="23845"/>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41" name="Connector 140">
            <a:extLst xmlns:a="http://schemas.openxmlformats.org/drawingml/2006/main">
              <a:ext uri="{FF2B5EF4-FFF2-40B4-BE49-F238E27FC236}">
                <a16:creationId xmlns:a16="http://schemas.microsoft.com/office/drawing/2014/main" id="{07A08062-C26F-43C7-AB13-D3C67CA46054}"/>
              </a:ext>
            </a:extLst>
          </p:cNvPr>
          <p:cNvSpPr>
            <a:spLocks xmlns:a="http://schemas.openxmlformats.org/drawingml/2006/main" noGrp="1"/>
          </p:cNvSpPr>
          <p:nvPr/>
        </p:nvSpPr>
        <p:spPr>
          <a:xfrm xmlns:a="http://schemas.openxmlformats.org/drawingml/2006/main">
            <a:off x="2764048" y="4046921"/>
            <a:ext cx="91074" cy="29913"/>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42" name="Connector 141">
            <a:extLst xmlns:a="http://schemas.openxmlformats.org/drawingml/2006/main">
              <a:ext uri="{FF2B5EF4-FFF2-40B4-BE49-F238E27FC236}">
                <a16:creationId xmlns:a16="http://schemas.microsoft.com/office/drawing/2014/main" id="{09D2CFA8-413D-41EC-96D5-4B15B7DBF300}"/>
              </a:ext>
            </a:extLst>
          </p:cNvPr>
          <p:cNvSpPr>
            <a:spLocks xmlns:a="http://schemas.openxmlformats.org/drawingml/2006/main" noGrp="1"/>
          </p:cNvSpPr>
          <p:nvPr/>
        </p:nvSpPr>
        <p:spPr>
          <a:xfrm xmlns:a="http://schemas.openxmlformats.org/drawingml/2006/main">
            <a:off x="2855122" y="4076834"/>
            <a:ext cx="91074" cy="35596"/>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43" name="Connector 142">
            <a:extLst xmlns:a="http://schemas.openxmlformats.org/drawingml/2006/main">
              <a:ext uri="{FF2B5EF4-FFF2-40B4-BE49-F238E27FC236}">
                <a16:creationId xmlns:a16="http://schemas.microsoft.com/office/drawing/2014/main" id="{B87C4835-6990-4FDA-8F56-41672E0977F5}"/>
              </a:ext>
            </a:extLst>
          </p:cNvPr>
          <p:cNvSpPr>
            <a:spLocks xmlns:a="http://schemas.openxmlformats.org/drawingml/2006/main" noGrp="1"/>
          </p:cNvSpPr>
          <p:nvPr/>
        </p:nvSpPr>
        <p:spPr>
          <a:xfrm xmlns:a="http://schemas.openxmlformats.org/drawingml/2006/main">
            <a:off x="2946196" y="4112430"/>
            <a:ext cx="91075" cy="40826"/>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44" name="Connector 143">
            <a:extLst xmlns:a="http://schemas.openxmlformats.org/drawingml/2006/main">
              <a:ext uri="{FF2B5EF4-FFF2-40B4-BE49-F238E27FC236}">
                <a16:creationId xmlns:a16="http://schemas.microsoft.com/office/drawing/2014/main" id="{44D0D874-D42F-4EA6-9782-76C98DC9519F}"/>
              </a:ext>
            </a:extLst>
          </p:cNvPr>
          <p:cNvSpPr>
            <a:spLocks xmlns:a="http://schemas.openxmlformats.org/drawingml/2006/main" noGrp="1"/>
          </p:cNvSpPr>
          <p:nvPr/>
        </p:nvSpPr>
        <p:spPr>
          <a:xfrm xmlns:a="http://schemas.openxmlformats.org/drawingml/2006/main">
            <a:off x="3037271" y="4153256"/>
            <a:ext cx="91074" cy="45534"/>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45" name="Connector 144">
            <a:extLst xmlns:a="http://schemas.openxmlformats.org/drawingml/2006/main">
              <a:ext uri="{FF2B5EF4-FFF2-40B4-BE49-F238E27FC236}">
                <a16:creationId xmlns:a16="http://schemas.microsoft.com/office/drawing/2014/main" id="{EE064B41-E15D-4214-AAA8-8BD6D0053CA0}"/>
              </a:ext>
            </a:extLst>
          </p:cNvPr>
          <p:cNvSpPr>
            <a:spLocks xmlns:a="http://schemas.openxmlformats.org/drawingml/2006/main" noGrp="1"/>
          </p:cNvSpPr>
          <p:nvPr/>
        </p:nvSpPr>
        <p:spPr>
          <a:xfrm xmlns:a="http://schemas.openxmlformats.org/drawingml/2006/main">
            <a:off x="3128345" y="4198790"/>
            <a:ext cx="91074" cy="49660"/>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46" name="Connector 145">
            <a:extLst xmlns:a="http://schemas.openxmlformats.org/drawingml/2006/main">
              <a:ext uri="{FF2B5EF4-FFF2-40B4-BE49-F238E27FC236}">
                <a16:creationId xmlns:a16="http://schemas.microsoft.com/office/drawing/2014/main" id="{BC5F9EBE-F0DF-4092-A27B-0588638A52A1}"/>
              </a:ext>
            </a:extLst>
          </p:cNvPr>
          <p:cNvSpPr>
            <a:spLocks xmlns:a="http://schemas.openxmlformats.org/drawingml/2006/main" noGrp="1"/>
          </p:cNvSpPr>
          <p:nvPr/>
        </p:nvSpPr>
        <p:spPr>
          <a:xfrm xmlns:a="http://schemas.openxmlformats.org/drawingml/2006/main">
            <a:off x="3219419" y="4248450"/>
            <a:ext cx="91074" cy="53152"/>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47" name="Connector 146">
            <a:extLst xmlns:a="http://schemas.openxmlformats.org/drawingml/2006/main">
              <a:ext uri="{FF2B5EF4-FFF2-40B4-BE49-F238E27FC236}">
                <a16:creationId xmlns:a16="http://schemas.microsoft.com/office/drawing/2014/main" id="{6C38AECA-197F-45A9-A1EA-D589CFAB4369}"/>
              </a:ext>
            </a:extLst>
          </p:cNvPr>
          <p:cNvSpPr>
            <a:spLocks xmlns:a="http://schemas.openxmlformats.org/drawingml/2006/main" noGrp="1"/>
          </p:cNvSpPr>
          <p:nvPr/>
        </p:nvSpPr>
        <p:spPr>
          <a:xfrm xmlns:a="http://schemas.openxmlformats.org/drawingml/2006/main">
            <a:off x="3310493" y="4301602"/>
            <a:ext cx="91075" cy="55963"/>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48" name="Connector 147">
            <a:extLst xmlns:a="http://schemas.openxmlformats.org/drawingml/2006/main">
              <a:ext uri="{FF2B5EF4-FFF2-40B4-BE49-F238E27FC236}">
                <a16:creationId xmlns:a16="http://schemas.microsoft.com/office/drawing/2014/main" id="{8906722A-DCD2-4E85-9A17-DC04D935151D}"/>
              </a:ext>
            </a:extLst>
          </p:cNvPr>
          <p:cNvSpPr>
            <a:spLocks xmlns:a="http://schemas.openxmlformats.org/drawingml/2006/main" noGrp="1"/>
          </p:cNvSpPr>
          <p:nvPr/>
        </p:nvSpPr>
        <p:spPr>
          <a:xfrm xmlns:a="http://schemas.openxmlformats.org/drawingml/2006/main">
            <a:off x="3401568" y="4357565"/>
            <a:ext cx="91074" cy="58062"/>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49" name="Connector 148">
            <a:extLst xmlns:a="http://schemas.openxmlformats.org/drawingml/2006/main">
              <a:ext uri="{FF2B5EF4-FFF2-40B4-BE49-F238E27FC236}">
                <a16:creationId xmlns:a16="http://schemas.microsoft.com/office/drawing/2014/main" id="{0352CF8B-76E9-4064-BC39-0A1EE2EBC9FF}"/>
              </a:ext>
            </a:extLst>
          </p:cNvPr>
          <p:cNvSpPr>
            <a:spLocks xmlns:a="http://schemas.openxmlformats.org/drawingml/2006/main" noGrp="1"/>
          </p:cNvSpPr>
          <p:nvPr/>
        </p:nvSpPr>
        <p:spPr>
          <a:xfrm xmlns:a="http://schemas.openxmlformats.org/drawingml/2006/main">
            <a:off x="3492642" y="4415627"/>
            <a:ext cx="91074" cy="59416"/>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50" name="Connector 149">
            <a:extLst xmlns:a="http://schemas.openxmlformats.org/drawingml/2006/main">
              <a:ext uri="{FF2B5EF4-FFF2-40B4-BE49-F238E27FC236}">
                <a16:creationId xmlns:a16="http://schemas.microsoft.com/office/drawing/2014/main" id="{AEF3304B-2EA2-4D70-971E-BEC650FF95F1}"/>
              </a:ext>
            </a:extLst>
          </p:cNvPr>
          <p:cNvSpPr>
            <a:spLocks xmlns:a="http://schemas.openxmlformats.org/drawingml/2006/main" noGrp="1"/>
          </p:cNvSpPr>
          <p:nvPr/>
        </p:nvSpPr>
        <p:spPr>
          <a:xfrm xmlns:a="http://schemas.openxmlformats.org/drawingml/2006/main">
            <a:off x="3583716" y="4475043"/>
            <a:ext cx="91074" cy="60013"/>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51" name="Connector 150">
            <a:extLst xmlns:a="http://schemas.openxmlformats.org/drawingml/2006/main">
              <a:ext uri="{FF2B5EF4-FFF2-40B4-BE49-F238E27FC236}">
                <a16:creationId xmlns:a16="http://schemas.microsoft.com/office/drawing/2014/main" id="{A7EE6329-483E-4311-9707-E7EA0DA8CC45}"/>
              </a:ext>
            </a:extLst>
          </p:cNvPr>
          <p:cNvSpPr>
            <a:spLocks xmlns:a="http://schemas.openxmlformats.org/drawingml/2006/main" noGrp="1"/>
          </p:cNvSpPr>
          <p:nvPr/>
        </p:nvSpPr>
        <p:spPr>
          <a:xfrm xmlns:a="http://schemas.openxmlformats.org/drawingml/2006/main">
            <a:off x="3674790" y="4535056"/>
            <a:ext cx="91074" cy="59842"/>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52" name="Connector 151">
            <a:extLst xmlns:a="http://schemas.openxmlformats.org/drawingml/2006/main">
              <a:ext uri="{FF2B5EF4-FFF2-40B4-BE49-F238E27FC236}">
                <a16:creationId xmlns:a16="http://schemas.microsoft.com/office/drawing/2014/main" id="{6D4B8E5A-75DC-403D-9214-C044FFBB4B39}"/>
              </a:ext>
            </a:extLst>
          </p:cNvPr>
          <p:cNvSpPr>
            <a:spLocks xmlns:a="http://schemas.openxmlformats.org/drawingml/2006/main" noGrp="1"/>
          </p:cNvSpPr>
          <p:nvPr/>
        </p:nvSpPr>
        <p:spPr>
          <a:xfrm xmlns:a="http://schemas.openxmlformats.org/drawingml/2006/main">
            <a:off x="3765864" y="4594898"/>
            <a:ext cx="91075" cy="58907"/>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53" name="Connector 152">
            <a:extLst xmlns:a="http://schemas.openxmlformats.org/drawingml/2006/main">
              <a:ext uri="{FF2B5EF4-FFF2-40B4-BE49-F238E27FC236}">
                <a16:creationId xmlns:a16="http://schemas.microsoft.com/office/drawing/2014/main" id="{2B3A8D53-5A45-40B6-971A-C71750590154}"/>
              </a:ext>
            </a:extLst>
          </p:cNvPr>
          <p:cNvSpPr>
            <a:spLocks xmlns:a="http://schemas.openxmlformats.org/drawingml/2006/main" noGrp="1"/>
          </p:cNvSpPr>
          <p:nvPr/>
        </p:nvSpPr>
        <p:spPr>
          <a:xfrm xmlns:a="http://schemas.openxmlformats.org/drawingml/2006/main">
            <a:off x="3856939" y="4653805"/>
            <a:ext cx="91074" cy="57220"/>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54" name="Connector 153">
            <a:extLst xmlns:a="http://schemas.openxmlformats.org/drawingml/2006/main">
              <a:ext uri="{FF2B5EF4-FFF2-40B4-BE49-F238E27FC236}">
                <a16:creationId xmlns:a16="http://schemas.microsoft.com/office/drawing/2014/main" id="{92FCDDBE-CF15-4C59-A4F9-2468EE00D8A6}"/>
              </a:ext>
            </a:extLst>
          </p:cNvPr>
          <p:cNvSpPr>
            <a:spLocks xmlns:a="http://schemas.openxmlformats.org/drawingml/2006/main" noGrp="1"/>
          </p:cNvSpPr>
          <p:nvPr/>
        </p:nvSpPr>
        <p:spPr>
          <a:xfrm xmlns:a="http://schemas.openxmlformats.org/drawingml/2006/main">
            <a:off x="3948013" y="4711025"/>
            <a:ext cx="91074" cy="54800"/>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55" name="Connector 154">
            <a:extLst xmlns:a="http://schemas.openxmlformats.org/drawingml/2006/main">
              <a:ext uri="{FF2B5EF4-FFF2-40B4-BE49-F238E27FC236}">
                <a16:creationId xmlns:a16="http://schemas.microsoft.com/office/drawing/2014/main" id="{D2CC078F-575D-4E25-AB6C-35DEC5626925}"/>
              </a:ext>
            </a:extLst>
          </p:cNvPr>
          <p:cNvSpPr>
            <a:spLocks xmlns:a="http://schemas.openxmlformats.org/drawingml/2006/main" noGrp="1"/>
          </p:cNvSpPr>
          <p:nvPr/>
        </p:nvSpPr>
        <p:spPr>
          <a:xfrm xmlns:a="http://schemas.openxmlformats.org/drawingml/2006/main">
            <a:off x="4039087" y="4765825"/>
            <a:ext cx="91074" cy="51681"/>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56" name="Connector 155">
            <a:extLst xmlns:a="http://schemas.openxmlformats.org/drawingml/2006/main">
              <a:ext uri="{FF2B5EF4-FFF2-40B4-BE49-F238E27FC236}">
                <a16:creationId xmlns:a16="http://schemas.microsoft.com/office/drawing/2014/main" id="{B0AF2068-14D5-45D8-B0C7-7EA425E9D9C7}"/>
              </a:ext>
            </a:extLst>
          </p:cNvPr>
          <p:cNvSpPr>
            <a:spLocks xmlns:a="http://schemas.openxmlformats.org/drawingml/2006/main" noGrp="1"/>
          </p:cNvSpPr>
          <p:nvPr/>
        </p:nvSpPr>
        <p:spPr>
          <a:xfrm xmlns:a="http://schemas.openxmlformats.org/drawingml/2006/main">
            <a:off x="4130161" y="4817506"/>
            <a:ext cx="91075" cy="47901"/>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57" name="Connector 156">
            <a:extLst xmlns:a="http://schemas.openxmlformats.org/drawingml/2006/main">
              <a:ext uri="{FF2B5EF4-FFF2-40B4-BE49-F238E27FC236}">
                <a16:creationId xmlns:a16="http://schemas.microsoft.com/office/drawing/2014/main" id="{FE70EE12-1F4B-475B-B53A-9509D5BA01B6}"/>
              </a:ext>
            </a:extLst>
          </p:cNvPr>
          <p:cNvSpPr>
            <a:spLocks xmlns:a="http://schemas.openxmlformats.org/drawingml/2006/main" noGrp="1"/>
          </p:cNvSpPr>
          <p:nvPr/>
        </p:nvSpPr>
        <p:spPr>
          <a:xfrm xmlns:a="http://schemas.openxmlformats.org/drawingml/2006/main">
            <a:off x="4221236" y="4865407"/>
            <a:ext cx="91074" cy="43510"/>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58" name="Connector 157">
            <a:extLst xmlns:a="http://schemas.openxmlformats.org/drawingml/2006/main">
              <a:ext uri="{FF2B5EF4-FFF2-40B4-BE49-F238E27FC236}">
                <a16:creationId xmlns:a16="http://schemas.microsoft.com/office/drawing/2014/main" id="{F27A939B-8923-42EE-A608-311B9848D3AE}"/>
              </a:ext>
            </a:extLst>
          </p:cNvPr>
          <p:cNvSpPr>
            <a:spLocks xmlns:a="http://schemas.openxmlformats.org/drawingml/2006/main" noGrp="1"/>
          </p:cNvSpPr>
          <p:nvPr/>
        </p:nvSpPr>
        <p:spPr>
          <a:xfrm xmlns:a="http://schemas.openxmlformats.org/drawingml/2006/main">
            <a:off x="4312310" y="4908917"/>
            <a:ext cx="91074" cy="38563"/>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59" name="Connector 158">
            <a:extLst xmlns:a="http://schemas.openxmlformats.org/drawingml/2006/main">
              <a:ext uri="{FF2B5EF4-FFF2-40B4-BE49-F238E27FC236}">
                <a16:creationId xmlns:a16="http://schemas.microsoft.com/office/drawing/2014/main" id="{A423A746-2A1F-4ABA-BD4B-6DEE3DF722E0}"/>
              </a:ext>
            </a:extLst>
          </p:cNvPr>
          <p:cNvSpPr>
            <a:spLocks xmlns:a="http://schemas.openxmlformats.org/drawingml/2006/main" noGrp="1"/>
          </p:cNvSpPr>
          <p:nvPr/>
        </p:nvSpPr>
        <p:spPr>
          <a:xfrm xmlns:a="http://schemas.openxmlformats.org/drawingml/2006/main">
            <a:off x="4403384" y="4947480"/>
            <a:ext cx="91074" cy="33122"/>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60" name="Connector 159">
            <a:extLst xmlns:a="http://schemas.openxmlformats.org/drawingml/2006/main">
              <a:ext uri="{FF2B5EF4-FFF2-40B4-BE49-F238E27FC236}">
                <a16:creationId xmlns:a16="http://schemas.microsoft.com/office/drawing/2014/main" id="{56B26291-EB8A-48D1-804C-137652F9EBB1}"/>
              </a:ext>
            </a:extLst>
          </p:cNvPr>
          <p:cNvSpPr>
            <a:spLocks xmlns:a="http://schemas.openxmlformats.org/drawingml/2006/main" noGrp="1"/>
          </p:cNvSpPr>
          <p:nvPr/>
        </p:nvSpPr>
        <p:spPr>
          <a:xfrm xmlns:a="http://schemas.openxmlformats.org/drawingml/2006/main">
            <a:off x="4494458" y="4980602"/>
            <a:ext cx="91075" cy="27259"/>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61" name="Connector 160">
            <a:extLst xmlns:a="http://schemas.openxmlformats.org/drawingml/2006/main">
              <a:ext uri="{FF2B5EF4-FFF2-40B4-BE49-F238E27FC236}">
                <a16:creationId xmlns:a16="http://schemas.microsoft.com/office/drawing/2014/main" id="{35817D32-16A2-48F0-A277-445B9B7F7DD3}"/>
              </a:ext>
            </a:extLst>
          </p:cNvPr>
          <p:cNvSpPr>
            <a:spLocks xmlns:a="http://schemas.openxmlformats.org/drawingml/2006/main" noGrp="1"/>
          </p:cNvSpPr>
          <p:nvPr/>
        </p:nvSpPr>
        <p:spPr>
          <a:xfrm xmlns:a="http://schemas.openxmlformats.org/drawingml/2006/main">
            <a:off x="4585533" y="5007861"/>
            <a:ext cx="91074" cy="21047"/>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62" name="Connector 161">
            <a:extLst xmlns:a="http://schemas.openxmlformats.org/drawingml/2006/main">
              <a:ext uri="{FF2B5EF4-FFF2-40B4-BE49-F238E27FC236}">
                <a16:creationId xmlns:a16="http://schemas.microsoft.com/office/drawing/2014/main" id="{A8B296D8-897E-40D5-8C46-D5DD604DF3B4}"/>
              </a:ext>
            </a:extLst>
          </p:cNvPr>
          <p:cNvSpPr>
            <a:spLocks xmlns:a="http://schemas.openxmlformats.org/drawingml/2006/main" noGrp="1"/>
          </p:cNvSpPr>
          <p:nvPr/>
        </p:nvSpPr>
        <p:spPr>
          <a:xfrm xmlns:a="http://schemas.openxmlformats.org/drawingml/2006/main">
            <a:off x="4676607" y="5028908"/>
            <a:ext cx="91074" cy="14566"/>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63" name="Connector 162">
            <a:extLst xmlns:a="http://schemas.openxmlformats.org/drawingml/2006/main">
              <a:ext uri="{FF2B5EF4-FFF2-40B4-BE49-F238E27FC236}">
                <a16:creationId xmlns:a16="http://schemas.microsoft.com/office/drawing/2014/main" id="{55F482DA-5BD8-484D-BC1B-30D5A00AB8F5}"/>
              </a:ext>
            </a:extLst>
          </p:cNvPr>
          <p:cNvSpPr>
            <a:spLocks xmlns:a="http://schemas.openxmlformats.org/drawingml/2006/main" noGrp="1"/>
          </p:cNvSpPr>
          <p:nvPr/>
        </p:nvSpPr>
        <p:spPr>
          <a:xfrm xmlns:a="http://schemas.openxmlformats.org/drawingml/2006/main">
            <a:off x="4767681" y="5043474"/>
            <a:ext cx="91074" cy="7899"/>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64" name="Connector 163">
            <a:extLst xmlns:a="http://schemas.openxmlformats.org/drawingml/2006/main">
              <a:ext uri="{FF2B5EF4-FFF2-40B4-BE49-F238E27FC236}">
                <a16:creationId xmlns:a16="http://schemas.microsoft.com/office/drawing/2014/main" id="{92F8828F-849C-43CC-858A-1F586D23B96C}"/>
              </a:ext>
            </a:extLst>
          </p:cNvPr>
          <p:cNvSpPr>
            <a:spLocks xmlns:a="http://schemas.openxmlformats.org/drawingml/2006/main" noGrp="1"/>
          </p:cNvSpPr>
          <p:nvPr/>
        </p:nvSpPr>
        <p:spPr>
          <a:xfrm xmlns:a="http://schemas.openxmlformats.org/drawingml/2006/main">
            <a:off x="4858755" y="5051373"/>
            <a:ext cx="91075" cy="1132"/>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65" name="Connector 164">
            <a:extLst xmlns:a="http://schemas.openxmlformats.org/drawingml/2006/main">
              <a:ext uri="{FF2B5EF4-FFF2-40B4-BE49-F238E27FC236}">
                <a16:creationId xmlns:a16="http://schemas.microsoft.com/office/drawing/2014/main" id="{E4C57C35-F455-4FDC-A5EB-64570628D77E}"/>
              </a:ext>
            </a:extLst>
          </p:cNvPr>
          <p:cNvSpPr>
            <a:spLocks xmlns:a="http://schemas.openxmlformats.org/drawingml/2006/main" noGrp="1"/>
          </p:cNvSpPr>
          <p:nvPr/>
        </p:nvSpPr>
        <p:spPr>
          <a:xfrm xmlns:a="http://schemas.openxmlformats.org/drawingml/2006/main" flipV="1">
            <a:off x="4949830" y="5046855"/>
            <a:ext cx="91074" cy="5650"/>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66" name="Connector 165">
            <a:extLst xmlns:a="http://schemas.openxmlformats.org/drawingml/2006/main">
              <a:ext uri="{FF2B5EF4-FFF2-40B4-BE49-F238E27FC236}">
                <a16:creationId xmlns:a16="http://schemas.microsoft.com/office/drawing/2014/main" id="{609FC5C1-CCD5-4D6A-A0B4-531619AA3ADB}"/>
              </a:ext>
            </a:extLst>
          </p:cNvPr>
          <p:cNvSpPr>
            <a:spLocks xmlns:a="http://schemas.openxmlformats.org/drawingml/2006/main" noGrp="1"/>
          </p:cNvSpPr>
          <p:nvPr/>
        </p:nvSpPr>
        <p:spPr>
          <a:xfrm xmlns:a="http://schemas.openxmlformats.org/drawingml/2006/main" flipV="1">
            <a:off x="5040904" y="5034494"/>
            <a:ext cx="91074" cy="12361"/>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67" name="Connector 166">
            <a:extLst xmlns:a="http://schemas.openxmlformats.org/drawingml/2006/main">
              <a:ext uri="{FF2B5EF4-FFF2-40B4-BE49-F238E27FC236}">
                <a16:creationId xmlns:a16="http://schemas.microsoft.com/office/drawing/2014/main" id="{9581B53D-8663-458A-B2DA-3CCEAFB6A56E}"/>
              </a:ext>
            </a:extLst>
          </p:cNvPr>
          <p:cNvSpPr>
            <a:spLocks xmlns:a="http://schemas.openxmlformats.org/drawingml/2006/main" noGrp="1"/>
          </p:cNvSpPr>
          <p:nvPr/>
        </p:nvSpPr>
        <p:spPr>
          <a:xfrm xmlns:a="http://schemas.openxmlformats.org/drawingml/2006/main" flipV="1">
            <a:off x="5131978" y="5015581"/>
            <a:ext cx="91074" cy="18913"/>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68" name="Connector 167">
            <a:extLst xmlns:a="http://schemas.openxmlformats.org/drawingml/2006/main">
              <a:ext uri="{FF2B5EF4-FFF2-40B4-BE49-F238E27FC236}">
                <a16:creationId xmlns:a16="http://schemas.microsoft.com/office/drawing/2014/main" id="{68361496-65AE-486F-9700-5C2525A10DDF}"/>
              </a:ext>
            </a:extLst>
          </p:cNvPr>
          <p:cNvSpPr>
            <a:spLocks xmlns:a="http://schemas.openxmlformats.org/drawingml/2006/main" noGrp="1"/>
          </p:cNvSpPr>
          <p:nvPr/>
        </p:nvSpPr>
        <p:spPr>
          <a:xfrm xmlns:a="http://schemas.openxmlformats.org/drawingml/2006/main" flipV="1">
            <a:off x="5223052" y="4990359"/>
            <a:ext cx="91075" cy="25222"/>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69" name="Connector 168">
            <a:extLst xmlns:a="http://schemas.openxmlformats.org/drawingml/2006/main">
              <a:ext uri="{FF2B5EF4-FFF2-40B4-BE49-F238E27FC236}">
                <a16:creationId xmlns:a16="http://schemas.microsoft.com/office/drawing/2014/main" id="{E4396CD6-FF5F-4527-BBFE-09A08EED20AA}"/>
              </a:ext>
            </a:extLst>
          </p:cNvPr>
          <p:cNvSpPr>
            <a:spLocks xmlns:a="http://schemas.openxmlformats.org/drawingml/2006/main" noGrp="1"/>
          </p:cNvSpPr>
          <p:nvPr/>
        </p:nvSpPr>
        <p:spPr>
          <a:xfrm xmlns:a="http://schemas.openxmlformats.org/drawingml/2006/main" flipV="1">
            <a:off x="5314127" y="4959147"/>
            <a:ext cx="91074" cy="31212"/>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70" name="Connector 169">
            <a:extLst xmlns:a="http://schemas.openxmlformats.org/drawingml/2006/main">
              <a:ext uri="{FF2B5EF4-FFF2-40B4-BE49-F238E27FC236}">
                <a16:creationId xmlns:a16="http://schemas.microsoft.com/office/drawing/2014/main" id="{AB052A2C-F5B3-45EF-87AE-F23AC0C54810}"/>
              </a:ext>
            </a:extLst>
          </p:cNvPr>
          <p:cNvSpPr>
            <a:spLocks xmlns:a="http://schemas.openxmlformats.org/drawingml/2006/main" noGrp="1"/>
          </p:cNvSpPr>
          <p:nvPr/>
        </p:nvSpPr>
        <p:spPr>
          <a:xfrm xmlns:a="http://schemas.openxmlformats.org/drawingml/2006/main" flipV="1">
            <a:off x="5405201" y="4922347"/>
            <a:ext cx="91074" cy="36800"/>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71" name="Connector 170">
            <a:extLst xmlns:a="http://schemas.openxmlformats.org/drawingml/2006/main">
              <a:ext uri="{FF2B5EF4-FFF2-40B4-BE49-F238E27FC236}">
                <a16:creationId xmlns:a16="http://schemas.microsoft.com/office/drawing/2014/main" id="{20125C34-D373-4873-B5B8-11FD228D6BBF}"/>
              </a:ext>
            </a:extLst>
          </p:cNvPr>
          <p:cNvSpPr>
            <a:spLocks xmlns:a="http://schemas.openxmlformats.org/drawingml/2006/main" noGrp="1"/>
          </p:cNvSpPr>
          <p:nvPr/>
        </p:nvSpPr>
        <p:spPr>
          <a:xfrm xmlns:a="http://schemas.openxmlformats.org/drawingml/2006/main" flipV="1">
            <a:off x="5496275" y="4880427"/>
            <a:ext cx="91074" cy="41920"/>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72" name="Connector 171">
            <a:extLst xmlns:a="http://schemas.openxmlformats.org/drawingml/2006/main">
              <a:ext uri="{FF2B5EF4-FFF2-40B4-BE49-F238E27FC236}">
                <a16:creationId xmlns:a16="http://schemas.microsoft.com/office/drawing/2014/main" id="{8A3347DA-8957-48BF-BE43-3594C4188406}"/>
              </a:ext>
            </a:extLst>
          </p:cNvPr>
          <p:cNvSpPr>
            <a:spLocks xmlns:a="http://schemas.openxmlformats.org/drawingml/2006/main" noGrp="1"/>
          </p:cNvSpPr>
          <p:nvPr/>
        </p:nvSpPr>
        <p:spPr>
          <a:xfrm xmlns:a="http://schemas.openxmlformats.org/drawingml/2006/main" flipV="1">
            <a:off x="5587349" y="4833924"/>
            <a:ext cx="91075" cy="46503"/>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73" name="Connector 172">
            <a:extLst xmlns:a="http://schemas.openxmlformats.org/drawingml/2006/main">
              <a:ext uri="{FF2B5EF4-FFF2-40B4-BE49-F238E27FC236}">
                <a16:creationId xmlns:a16="http://schemas.microsoft.com/office/drawing/2014/main" id="{C0585909-A797-44AA-8A22-C6FB2979802E}"/>
              </a:ext>
            </a:extLst>
          </p:cNvPr>
          <p:cNvSpPr>
            <a:spLocks xmlns:a="http://schemas.openxmlformats.org/drawingml/2006/main" noGrp="1"/>
          </p:cNvSpPr>
          <p:nvPr/>
        </p:nvSpPr>
        <p:spPr>
          <a:xfrm xmlns:a="http://schemas.openxmlformats.org/drawingml/2006/main" flipV="1">
            <a:off x="5678424" y="4783432"/>
            <a:ext cx="91074" cy="50492"/>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74" name="Connector 173">
            <a:extLst xmlns:a="http://schemas.openxmlformats.org/drawingml/2006/main">
              <a:ext uri="{FF2B5EF4-FFF2-40B4-BE49-F238E27FC236}">
                <a16:creationId xmlns:a16="http://schemas.microsoft.com/office/drawing/2014/main" id="{6A1ACDF8-BC9D-4218-972E-D050CB4BB805}"/>
              </a:ext>
            </a:extLst>
          </p:cNvPr>
          <p:cNvSpPr>
            <a:spLocks xmlns:a="http://schemas.openxmlformats.org/drawingml/2006/main" noGrp="1"/>
          </p:cNvSpPr>
          <p:nvPr/>
        </p:nvSpPr>
        <p:spPr>
          <a:xfrm xmlns:a="http://schemas.openxmlformats.org/drawingml/2006/main" flipV="1">
            <a:off x="5769498" y="4729595"/>
            <a:ext cx="91074" cy="53837"/>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75" name="Connector 174">
            <a:extLst xmlns:a="http://schemas.openxmlformats.org/drawingml/2006/main">
              <a:ext uri="{FF2B5EF4-FFF2-40B4-BE49-F238E27FC236}">
                <a16:creationId xmlns:a16="http://schemas.microsoft.com/office/drawing/2014/main" id="{7E90886E-B496-4F86-9E69-2A683F6B5B13}"/>
              </a:ext>
            </a:extLst>
          </p:cNvPr>
          <p:cNvSpPr>
            <a:spLocks xmlns:a="http://schemas.openxmlformats.org/drawingml/2006/main" noGrp="1"/>
          </p:cNvSpPr>
          <p:nvPr/>
        </p:nvSpPr>
        <p:spPr>
          <a:xfrm xmlns:a="http://schemas.openxmlformats.org/drawingml/2006/main" flipV="1">
            <a:off x="5860572" y="4673103"/>
            <a:ext cx="91074" cy="56492"/>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76" name="Connector 175">
            <a:extLst xmlns:a="http://schemas.openxmlformats.org/drawingml/2006/main">
              <a:ext uri="{FF2B5EF4-FFF2-40B4-BE49-F238E27FC236}">
                <a16:creationId xmlns:a16="http://schemas.microsoft.com/office/drawing/2014/main" id="{15FECFBA-4F30-4665-9932-1ED060EC1F81}"/>
              </a:ext>
            </a:extLst>
          </p:cNvPr>
          <p:cNvSpPr>
            <a:spLocks xmlns:a="http://schemas.openxmlformats.org/drawingml/2006/main" noGrp="1"/>
          </p:cNvSpPr>
          <p:nvPr/>
        </p:nvSpPr>
        <p:spPr>
          <a:xfrm xmlns:a="http://schemas.openxmlformats.org/drawingml/2006/main" flipV="1">
            <a:off x="5951646" y="4614675"/>
            <a:ext cx="91074" cy="58428"/>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77" name="Connector 176">
            <a:extLst xmlns:a="http://schemas.openxmlformats.org/drawingml/2006/main">
              <a:ext uri="{FF2B5EF4-FFF2-40B4-BE49-F238E27FC236}">
                <a16:creationId xmlns:a16="http://schemas.microsoft.com/office/drawing/2014/main" id="{B18AD9A7-B1AD-4C16-98E1-0177BC3F00CF}"/>
              </a:ext>
            </a:extLst>
          </p:cNvPr>
          <p:cNvSpPr>
            <a:spLocks xmlns:a="http://schemas.openxmlformats.org/drawingml/2006/main" noGrp="1"/>
          </p:cNvSpPr>
          <p:nvPr/>
        </p:nvSpPr>
        <p:spPr>
          <a:xfrm xmlns:a="http://schemas.openxmlformats.org/drawingml/2006/main" flipV="1">
            <a:off x="6042720" y="4555060"/>
            <a:ext cx="91075" cy="59615"/>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78" name="Connector 177">
            <a:extLst xmlns:a="http://schemas.openxmlformats.org/drawingml/2006/main">
              <a:ext uri="{FF2B5EF4-FFF2-40B4-BE49-F238E27FC236}">
                <a16:creationId xmlns:a16="http://schemas.microsoft.com/office/drawing/2014/main" id="{BF0FF2F4-E564-4D66-8F10-5EAA03652DD3}"/>
              </a:ext>
            </a:extLst>
          </p:cNvPr>
          <p:cNvSpPr>
            <a:spLocks xmlns:a="http://schemas.openxmlformats.org/drawingml/2006/main" noGrp="1"/>
          </p:cNvSpPr>
          <p:nvPr/>
        </p:nvSpPr>
        <p:spPr>
          <a:xfrm xmlns:a="http://schemas.openxmlformats.org/drawingml/2006/main" flipV="1">
            <a:off x="6133795" y="4495019"/>
            <a:ext cx="91074" cy="60041"/>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79" name="Connector 178">
            <a:extLst xmlns:a="http://schemas.openxmlformats.org/drawingml/2006/main">
              <a:ext uri="{FF2B5EF4-FFF2-40B4-BE49-F238E27FC236}">
                <a16:creationId xmlns:a16="http://schemas.microsoft.com/office/drawing/2014/main" id="{27B1F1F6-980C-4315-821B-45AF9B4E100D}"/>
              </a:ext>
            </a:extLst>
          </p:cNvPr>
          <p:cNvSpPr>
            <a:spLocks xmlns:a="http://schemas.openxmlformats.org/drawingml/2006/main" noGrp="1"/>
          </p:cNvSpPr>
          <p:nvPr/>
        </p:nvSpPr>
        <p:spPr>
          <a:xfrm xmlns:a="http://schemas.openxmlformats.org/drawingml/2006/main" flipV="1">
            <a:off x="6224869" y="4435319"/>
            <a:ext cx="91074" cy="59700"/>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80" name="Connector 179">
            <a:extLst xmlns:a="http://schemas.openxmlformats.org/drawingml/2006/main">
              <a:ext uri="{FF2B5EF4-FFF2-40B4-BE49-F238E27FC236}">
                <a16:creationId xmlns:a16="http://schemas.microsoft.com/office/drawing/2014/main" id="{A6D62849-9008-463F-AE4A-0BC16FB57587}"/>
              </a:ext>
            </a:extLst>
          </p:cNvPr>
          <p:cNvSpPr>
            <a:spLocks xmlns:a="http://schemas.openxmlformats.org/drawingml/2006/main" noGrp="1"/>
          </p:cNvSpPr>
          <p:nvPr/>
        </p:nvSpPr>
        <p:spPr>
          <a:xfrm xmlns:a="http://schemas.openxmlformats.org/drawingml/2006/main" flipV="1">
            <a:off x="6315943" y="4376722"/>
            <a:ext cx="91074" cy="58597"/>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81" name="Connector 180">
            <a:extLst xmlns:a="http://schemas.openxmlformats.org/drawingml/2006/main">
              <a:ext uri="{FF2B5EF4-FFF2-40B4-BE49-F238E27FC236}">
                <a16:creationId xmlns:a16="http://schemas.microsoft.com/office/drawing/2014/main" id="{CBA0643C-6C17-4337-BBD5-C608294C4E24}"/>
              </a:ext>
            </a:extLst>
          </p:cNvPr>
          <p:cNvSpPr>
            <a:spLocks xmlns:a="http://schemas.openxmlformats.org/drawingml/2006/main" noGrp="1"/>
          </p:cNvSpPr>
          <p:nvPr/>
        </p:nvSpPr>
        <p:spPr>
          <a:xfrm xmlns:a="http://schemas.openxmlformats.org/drawingml/2006/main" flipV="1">
            <a:off x="6407017" y="4319978"/>
            <a:ext cx="91075" cy="56744"/>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82" name="Connector 181">
            <a:extLst xmlns:a="http://schemas.openxmlformats.org/drawingml/2006/main">
              <a:ext uri="{FF2B5EF4-FFF2-40B4-BE49-F238E27FC236}">
                <a16:creationId xmlns:a16="http://schemas.microsoft.com/office/drawing/2014/main" id="{62E1B54D-B79D-4AB4-91A0-F9C6FD89165E}"/>
              </a:ext>
            </a:extLst>
          </p:cNvPr>
          <p:cNvSpPr>
            <a:spLocks xmlns:a="http://schemas.openxmlformats.org/drawingml/2006/main" noGrp="1"/>
          </p:cNvSpPr>
          <p:nvPr/>
        </p:nvSpPr>
        <p:spPr>
          <a:xfrm xmlns:a="http://schemas.openxmlformats.org/drawingml/2006/main" flipV="1">
            <a:off x="6498092" y="4265812"/>
            <a:ext cx="91074" cy="54166"/>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83" name="Connector 182">
            <a:extLst xmlns:a="http://schemas.openxmlformats.org/drawingml/2006/main">
              <a:ext uri="{FF2B5EF4-FFF2-40B4-BE49-F238E27FC236}">
                <a16:creationId xmlns:a16="http://schemas.microsoft.com/office/drawing/2014/main" id="{E55D0B99-13A9-46E1-825F-897726067788}"/>
              </a:ext>
            </a:extLst>
          </p:cNvPr>
          <p:cNvSpPr>
            <a:spLocks xmlns:a="http://schemas.openxmlformats.org/drawingml/2006/main" noGrp="1"/>
          </p:cNvSpPr>
          <p:nvPr/>
        </p:nvSpPr>
        <p:spPr>
          <a:xfrm xmlns:a="http://schemas.openxmlformats.org/drawingml/2006/main" flipV="1">
            <a:off x="6589166" y="4214915"/>
            <a:ext cx="91074" cy="50897"/>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84" name="Connector 183">
            <a:extLst xmlns:a="http://schemas.openxmlformats.org/drawingml/2006/main">
              <a:ext uri="{FF2B5EF4-FFF2-40B4-BE49-F238E27FC236}">
                <a16:creationId xmlns:a16="http://schemas.microsoft.com/office/drawing/2014/main" id="{24E02D9B-46C4-4960-BB5A-F1C6D41709AD}"/>
              </a:ext>
            </a:extLst>
          </p:cNvPr>
          <p:cNvSpPr>
            <a:spLocks xmlns:a="http://schemas.openxmlformats.org/drawingml/2006/main" noGrp="1"/>
          </p:cNvSpPr>
          <p:nvPr/>
        </p:nvSpPr>
        <p:spPr>
          <a:xfrm xmlns:a="http://schemas.openxmlformats.org/drawingml/2006/main" flipV="1">
            <a:off x="6680240" y="4167939"/>
            <a:ext cx="91074" cy="46976"/>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85" name="Connector 184">
            <a:extLst xmlns:a="http://schemas.openxmlformats.org/drawingml/2006/main">
              <a:ext uri="{FF2B5EF4-FFF2-40B4-BE49-F238E27FC236}">
                <a16:creationId xmlns:a16="http://schemas.microsoft.com/office/drawing/2014/main" id="{B1F2013A-5D06-4630-9804-54EE16125C06}"/>
              </a:ext>
            </a:extLst>
          </p:cNvPr>
          <p:cNvSpPr>
            <a:spLocks xmlns:a="http://schemas.openxmlformats.org/drawingml/2006/main" noGrp="1"/>
          </p:cNvSpPr>
          <p:nvPr/>
        </p:nvSpPr>
        <p:spPr>
          <a:xfrm xmlns:a="http://schemas.openxmlformats.org/drawingml/2006/main" flipV="1">
            <a:off x="6771314" y="4125482"/>
            <a:ext cx="91075" cy="42457"/>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86" name="Connector 185">
            <a:extLst xmlns:a="http://schemas.openxmlformats.org/drawingml/2006/main">
              <a:ext uri="{FF2B5EF4-FFF2-40B4-BE49-F238E27FC236}">
                <a16:creationId xmlns:a16="http://schemas.microsoft.com/office/drawing/2014/main" id="{CEF60C9D-05D9-4E21-947A-0BCD3D3C4790}"/>
              </a:ext>
            </a:extLst>
          </p:cNvPr>
          <p:cNvSpPr>
            <a:spLocks xmlns:a="http://schemas.openxmlformats.org/drawingml/2006/main" noGrp="1"/>
          </p:cNvSpPr>
          <p:nvPr/>
        </p:nvSpPr>
        <p:spPr>
          <a:xfrm xmlns:a="http://schemas.openxmlformats.org/drawingml/2006/main" flipV="1">
            <a:off x="6862389" y="4088089"/>
            <a:ext cx="91074" cy="37393"/>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87" name="Connector 186">
            <a:extLst xmlns:a="http://schemas.openxmlformats.org/drawingml/2006/main">
              <a:ext uri="{FF2B5EF4-FFF2-40B4-BE49-F238E27FC236}">
                <a16:creationId xmlns:a16="http://schemas.microsoft.com/office/drawing/2014/main" id="{0AE38D2D-1DA3-45F8-B127-AE21670BD0EE}"/>
              </a:ext>
            </a:extLst>
          </p:cNvPr>
          <p:cNvSpPr>
            <a:spLocks xmlns:a="http://schemas.openxmlformats.org/drawingml/2006/main" noGrp="1"/>
          </p:cNvSpPr>
          <p:nvPr/>
        </p:nvSpPr>
        <p:spPr>
          <a:xfrm xmlns:a="http://schemas.openxmlformats.org/drawingml/2006/main" flipV="1">
            <a:off x="6953463" y="4056235"/>
            <a:ext cx="91074" cy="31854"/>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88" name="Connector 187">
            <a:extLst xmlns:a="http://schemas.openxmlformats.org/drawingml/2006/main">
              <a:ext uri="{FF2B5EF4-FFF2-40B4-BE49-F238E27FC236}">
                <a16:creationId xmlns:a16="http://schemas.microsoft.com/office/drawing/2014/main" id="{68A79DD3-D6EB-4C87-A110-6AF035842BCC}"/>
              </a:ext>
            </a:extLst>
          </p:cNvPr>
          <p:cNvSpPr>
            <a:spLocks xmlns:a="http://schemas.openxmlformats.org/drawingml/2006/main" noGrp="1"/>
          </p:cNvSpPr>
          <p:nvPr/>
        </p:nvSpPr>
        <p:spPr>
          <a:xfrm xmlns:a="http://schemas.openxmlformats.org/drawingml/2006/main" flipV="1">
            <a:off x="7044537" y="4030330"/>
            <a:ext cx="91074" cy="25905"/>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89" name="Connector 188">
            <a:extLst xmlns:a="http://schemas.openxmlformats.org/drawingml/2006/main">
              <a:ext uri="{FF2B5EF4-FFF2-40B4-BE49-F238E27FC236}">
                <a16:creationId xmlns:a16="http://schemas.microsoft.com/office/drawing/2014/main" id="{79900B9D-7108-4B65-8535-E74BDC7654F3}"/>
              </a:ext>
            </a:extLst>
          </p:cNvPr>
          <p:cNvSpPr>
            <a:spLocks xmlns:a="http://schemas.openxmlformats.org/drawingml/2006/main" noGrp="1"/>
          </p:cNvSpPr>
          <p:nvPr/>
        </p:nvSpPr>
        <p:spPr>
          <a:xfrm xmlns:a="http://schemas.openxmlformats.org/drawingml/2006/main" flipV="1">
            <a:off x="7135611" y="4010702"/>
            <a:ext cx="91075" cy="19628"/>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90" name="Connector 189">
            <a:extLst xmlns:a="http://schemas.openxmlformats.org/drawingml/2006/main">
              <a:ext uri="{FF2B5EF4-FFF2-40B4-BE49-F238E27FC236}">
                <a16:creationId xmlns:a16="http://schemas.microsoft.com/office/drawing/2014/main" id="{1BE06644-F13E-414D-A850-68ADBAE38D86}"/>
              </a:ext>
            </a:extLst>
          </p:cNvPr>
          <p:cNvSpPr>
            <a:spLocks xmlns:a="http://schemas.openxmlformats.org/drawingml/2006/main" noGrp="1"/>
          </p:cNvSpPr>
          <p:nvPr/>
        </p:nvSpPr>
        <p:spPr>
          <a:xfrm xmlns:a="http://schemas.openxmlformats.org/drawingml/2006/main" flipV="1">
            <a:off x="7226686" y="3997605"/>
            <a:ext cx="91074" cy="13097"/>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91" name="Connector 190">
            <a:extLst xmlns:a="http://schemas.openxmlformats.org/drawingml/2006/main">
              <a:ext uri="{FF2B5EF4-FFF2-40B4-BE49-F238E27FC236}">
                <a16:creationId xmlns:a16="http://schemas.microsoft.com/office/drawing/2014/main" id="{F0481D9D-7CFF-45F8-B9DD-E49122309E3E}"/>
              </a:ext>
            </a:extLst>
          </p:cNvPr>
          <p:cNvSpPr>
            <a:spLocks xmlns:a="http://schemas.openxmlformats.org/drawingml/2006/main" noGrp="1"/>
          </p:cNvSpPr>
          <p:nvPr/>
        </p:nvSpPr>
        <p:spPr>
          <a:xfrm xmlns:a="http://schemas.openxmlformats.org/drawingml/2006/main" flipV="1">
            <a:off x="7317760" y="3991203"/>
            <a:ext cx="91074" cy="6402"/>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92" name="Connector 191">
            <a:extLst xmlns:a="http://schemas.openxmlformats.org/drawingml/2006/main">
              <a:ext uri="{FF2B5EF4-FFF2-40B4-BE49-F238E27FC236}">
                <a16:creationId xmlns:a16="http://schemas.microsoft.com/office/drawing/2014/main" id="{8FA1021D-418A-4F46-890E-9B4FD29994CA}"/>
              </a:ext>
            </a:extLst>
          </p:cNvPr>
          <p:cNvSpPr>
            <a:spLocks xmlns:a="http://schemas.openxmlformats.org/drawingml/2006/main" noGrp="1"/>
          </p:cNvSpPr>
          <p:nvPr/>
        </p:nvSpPr>
        <p:spPr>
          <a:xfrm xmlns:a="http://schemas.openxmlformats.org/drawingml/2006/main">
            <a:off x="7408834" y="3991203"/>
            <a:ext cx="91074" cy="378"/>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93" name="Connector 192">
            <a:extLst xmlns:a="http://schemas.openxmlformats.org/drawingml/2006/main">
              <a:ext uri="{FF2B5EF4-FFF2-40B4-BE49-F238E27FC236}">
                <a16:creationId xmlns:a16="http://schemas.microsoft.com/office/drawing/2014/main" id="{9478F2FB-281E-4AB1-87C1-99C584B8D71E}"/>
              </a:ext>
            </a:extLst>
          </p:cNvPr>
          <p:cNvSpPr>
            <a:spLocks xmlns:a="http://schemas.openxmlformats.org/drawingml/2006/main" noGrp="1"/>
          </p:cNvSpPr>
          <p:nvPr/>
        </p:nvSpPr>
        <p:spPr>
          <a:xfrm xmlns:a="http://schemas.openxmlformats.org/drawingml/2006/main">
            <a:off x="7499908" y="3991581"/>
            <a:ext cx="91075" cy="7151"/>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94" name="Connector 193">
            <a:extLst xmlns:a="http://schemas.openxmlformats.org/drawingml/2006/main">
              <a:ext uri="{FF2B5EF4-FFF2-40B4-BE49-F238E27FC236}">
                <a16:creationId xmlns:a16="http://schemas.microsoft.com/office/drawing/2014/main" id="{60CEE7E4-1185-4E0E-B40B-3ADC7BFAE04C}"/>
              </a:ext>
            </a:extLst>
          </p:cNvPr>
          <p:cNvSpPr>
            <a:spLocks xmlns:a="http://schemas.openxmlformats.org/drawingml/2006/main" noGrp="1"/>
          </p:cNvSpPr>
          <p:nvPr/>
        </p:nvSpPr>
        <p:spPr>
          <a:xfrm xmlns:a="http://schemas.openxmlformats.org/drawingml/2006/main">
            <a:off x="7590983" y="3998732"/>
            <a:ext cx="91074" cy="13833"/>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95" name="Connector 194">
            <a:extLst xmlns:a="http://schemas.openxmlformats.org/drawingml/2006/main">
              <a:ext uri="{FF2B5EF4-FFF2-40B4-BE49-F238E27FC236}">
                <a16:creationId xmlns:a16="http://schemas.microsoft.com/office/drawing/2014/main" id="{8D8CE621-DD03-4939-A2E6-8A5B2A70250F}"/>
              </a:ext>
            </a:extLst>
          </p:cNvPr>
          <p:cNvSpPr>
            <a:spLocks xmlns:a="http://schemas.openxmlformats.org/drawingml/2006/main" noGrp="1"/>
          </p:cNvSpPr>
          <p:nvPr/>
        </p:nvSpPr>
        <p:spPr>
          <a:xfrm xmlns:a="http://schemas.openxmlformats.org/drawingml/2006/main">
            <a:off x="7682057" y="4012565"/>
            <a:ext cx="91074" cy="20338"/>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96" name="Connector 195">
            <a:extLst xmlns:a="http://schemas.openxmlformats.org/drawingml/2006/main">
              <a:ext uri="{FF2B5EF4-FFF2-40B4-BE49-F238E27FC236}">
                <a16:creationId xmlns:a16="http://schemas.microsoft.com/office/drawing/2014/main" id="{41E4DE84-6B4A-48A2-990E-DCEAFE180EAD}"/>
              </a:ext>
            </a:extLst>
          </p:cNvPr>
          <p:cNvSpPr>
            <a:spLocks xmlns:a="http://schemas.openxmlformats.org/drawingml/2006/main" noGrp="1"/>
          </p:cNvSpPr>
          <p:nvPr/>
        </p:nvSpPr>
        <p:spPr>
          <a:xfrm xmlns:a="http://schemas.openxmlformats.org/drawingml/2006/main">
            <a:off x="7773131" y="4032903"/>
            <a:ext cx="91074" cy="26585"/>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97" name="Connector 196">
            <a:extLst xmlns:a="http://schemas.openxmlformats.org/drawingml/2006/main">
              <a:ext uri="{FF2B5EF4-FFF2-40B4-BE49-F238E27FC236}">
                <a16:creationId xmlns:a16="http://schemas.microsoft.com/office/drawing/2014/main" id="{41A7F6C5-6518-48F2-98A4-177FC7598607}"/>
              </a:ext>
            </a:extLst>
          </p:cNvPr>
          <p:cNvSpPr>
            <a:spLocks xmlns:a="http://schemas.openxmlformats.org/drawingml/2006/main" noGrp="1"/>
          </p:cNvSpPr>
          <p:nvPr/>
        </p:nvSpPr>
        <p:spPr>
          <a:xfrm xmlns:a="http://schemas.openxmlformats.org/drawingml/2006/main">
            <a:off x="7864205" y="4059488"/>
            <a:ext cx="91075" cy="32490"/>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98" name="Connector 197">
            <a:extLst xmlns:a="http://schemas.openxmlformats.org/drawingml/2006/main">
              <a:ext uri="{FF2B5EF4-FFF2-40B4-BE49-F238E27FC236}">
                <a16:creationId xmlns:a16="http://schemas.microsoft.com/office/drawing/2014/main" id="{7A27B602-7ACC-4998-81B4-BA7C902A4469}"/>
              </a:ext>
            </a:extLst>
          </p:cNvPr>
          <p:cNvSpPr>
            <a:spLocks xmlns:a="http://schemas.openxmlformats.org/drawingml/2006/main" noGrp="1"/>
          </p:cNvSpPr>
          <p:nvPr/>
        </p:nvSpPr>
        <p:spPr>
          <a:xfrm xmlns:a="http://schemas.openxmlformats.org/drawingml/2006/main">
            <a:off x="7955280" y="4091978"/>
            <a:ext cx="91074" cy="37981"/>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99" name="Connector 198">
            <a:extLst xmlns:a="http://schemas.openxmlformats.org/drawingml/2006/main">
              <a:ext uri="{FF2B5EF4-FFF2-40B4-BE49-F238E27FC236}">
                <a16:creationId xmlns:a16="http://schemas.microsoft.com/office/drawing/2014/main" id="{884C6DD4-7976-4E6A-9511-9513980D8814}"/>
              </a:ext>
            </a:extLst>
          </p:cNvPr>
          <p:cNvSpPr>
            <a:spLocks xmlns:a="http://schemas.openxmlformats.org/drawingml/2006/main" noGrp="1"/>
          </p:cNvSpPr>
          <p:nvPr/>
        </p:nvSpPr>
        <p:spPr>
          <a:xfrm xmlns:a="http://schemas.openxmlformats.org/drawingml/2006/main">
            <a:off x="8046354" y="4129959"/>
            <a:ext cx="91074" cy="42987"/>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00" name="Connector 199">
            <a:extLst xmlns:a="http://schemas.openxmlformats.org/drawingml/2006/main">
              <a:ext uri="{FF2B5EF4-FFF2-40B4-BE49-F238E27FC236}">
                <a16:creationId xmlns:a16="http://schemas.microsoft.com/office/drawing/2014/main" id="{D5F4A544-D97B-47BF-BE71-C28683D2DC3C}"/>
              </a:ext>
            </a:extLst>
          </p:cNvPr>
          <p:cNvSpPr>
            <a:spLocks xmlns:a="http://schemas.openxmlformats.org/drawingml/2006/main" noGrp="1"/>
          </p:cNvSpPr>
          <p:nvPr/>
        </p:nvSpPr>
        <p:spPr>
          <a:xfrm xmlns:a="http://schemas.openxmlformats.org/drawingml/2006/main">
            <a:off x="8137428" y="4172946"/>
            <a:ext cx="91074" cy="47442"/>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01" name="Connector 200">
            <a:extLst xmlns:a="http://schemas.openxmlformats.org/drawingml/2006/main">
              <a:ext uri="{FF2B5EF4-FFF2-40B4-BE49-F238E27FC236}">
                <a16:creationId xmlns:a16="http://schemas.microsoft.com/office/drawing/2014/main" id="{9E29B9AB-6155-4546-859D-86A841BE8B21}"/>
              </a:ext>
            </a:extLst>
          </p:cNvPr>
          <p:cNvSpPr>
            <a:spLocks xmlns:a="http://schemas.openxmlformats.org/drawingml/2006/main" noGrp="1"/>
          </p:cNvSpPr>
          <p:nvPr/>
        </p:nvSpPr>
        <p:spPr>
          <a:xfrm xmlns:a="http://schemas.openxmlformats.org/drawingml/2006/main">
            <a:off x="8228502" y="4220388"/>
            <a:ext cx="91074" cy="51293"/>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02" name="Connector 201">
            <a:extLst xmlns:a="http://schemas.openxmlformats.org/drawingml/2006/main">
              <a:ext uri="{FF2B5EF4-FFF2-40B4-BE49-F238E27FC236}">
                <a16:creationId xmlns:a16="http://schemas.microsoft.com/office/drawing/2014/main" id="{6DBB1F1C-4C46-4F10-93ED-C286195D8173}"/>
              </a:ext>
            </a:extLst>
          </p:cNvPr>
          <p:cNvSpPr>
            <a:spLocks xmlns:a="http://schemas.openxmlformats.org/drawingml/2006/main" noGrp="1"/>
          </p:cNvSpPr>
          <p:nvPr/>
        </p:nvSpPr>
        <p:spPr>
          <a:xfrm xmlns:a="http://schemas.openxmlformats.org/drawingml/2006/main">
            <a:off x="8319576" y="4271681"/>
            <a:ext cx="91075" cy="54488"/>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03" name="Connector 202">
            <a:extLst xmlns:a="http://schemas.openxmlformats.org/drawingml/2006/main">
              <a:ext uri="{FF2B5EF4-FFF2-40B4-BE49-F238E27FC236}">
                <a16:creationId xmlns:a16="http://schemas.microsoft.com/office/drawing/2014/main" id="{EB78DA64-D826-4B4D-93CC-943188591F77}"/>
              </a:ext>
            </a:extLst>
          </p:cNvPr>
          <p:cNvSpPr>
            <a:spLocks xmlns:a="http://schemas.openxmlformats.org/drawingml/2006/main" noGrp="1"/>
          </p:cNvSpPr>
          <p:nvPr/>
        </p:nvSpPr>
        <p:spPr>
          <a:xfrm xmlns:a="http://schemas.openxmlformats.org/drawingml/2006/main">
            <a:off x="8410651" y="4326169"/>
            <a:ext cx="91074" cy="56986"/>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04" name="Connector 203">
            <a:extLst xmlns:a="http://schemas.openxmlformats.org/drawingml/2006/main">
              <a:ext uri="{FF2B5EF4-FFF2-40B4-BE49-F238E27FC236}">
                <a16:creationId xmlns:a16="http://schemas.microsoft.com/office/drawing/2014/main" id="{3EBB6F78-5A4A-4E16-BCBA-9AFEE33B5434}"/>
              </a:ext>
            </a:extLst>
          </p:cNvPr>
          <p:cNvSpPr>
            <a:spLocks xmlns:a="http://schemas.openxmlformats.org/drawingml/2006/main" noGrp="1"/>
          </p:cNvSpPr>
          <p:nvPr/>
        </p:nvSpPr>
        <p:spPr>
          <a:xfrm xmlns:a="http://schemas.openxmlformats.org/drawingml/2006/main">
            <a:off x="8501725" y="4383155"/>
            <a:ext cx="91074" cy="58756"/>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05" name="Connector 204">
            <a:extLst xmlns:a="http://schemas.openxmlformats.org/drawingml/2006/main">
              <a:ext uri="{FF2B5EF4-FFF2-40B4-BE49-F238E27FC236}">
                <a16:creationId xmlns:a16="http://schemas.microsoft.com/office/drawing/2014/main" id="{ECDD7F5D-B900-4126-932C-D56EF9FFD64C}"/>
              </a:ext>
            </a:extLst>
          </p:cNvPr>
          <p:cNvSpPr>
            <a:spLocks xmlns:a="http://schemas.openxmlformats.org/drawingml/2006/main" noGrp="1"/>
          </p:cNvSpPr>
          <p:nvPr/>
        </p:nvSpPr>
        <p:spPr>
          <a:xfrm xmlns:a="http://schemas.openxmlformats.org/drawingml/2006/main">
            <a:off x="8592799" y="4441911"/>
            <a:ext cx="91074" cy="59776"/>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06" name="Connector 205">
            <a:extLst xmlns:a="http://schemas.openxmlformats.org/drawingml/2006/main">
              <a:ext uri="{FF2B5EF4-FFF2-40B4-BE49-F238E27FC236}">
                <a16:creationId xmlns:a16="http://schemas.microsoft.com/office/drawing/2014/main" id="{6FF80B8A-F29A-44A4-B056-228E7951429D}"/>
              </a:ext>
            </a:extLst>
          </p:cNvPr>
          <p:cNvSpPr>
            <a:spLocks xmlns:a="http://schemas.openxmlformats.org/drawingml/2006/main" noGrp="1"/>
          </p:cNvSpPr>
          <p:nvPr/>
        </p:nvSpPr>
        <p:spPr>
          <a:xfrm xmlns:a="http://schemas.openxmlformats.org/drawingml/2006/main">
            <a:off x="8683873" y="4501687"/>
            <a:ext cx="91075" cy="60032"/>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07" name="Connector 206">
            <a:extLst xmlns:a="http://schemas.openxmlformats.org/drawingml/2006/main">
              <a:ext uri="{FF2B5EF4-FFF2-40B4-BE49-F238E27FC236}">
                <a16:creationId xmlns:a16="http://schemas.microsoft.com/office/drawing/2014/main" id="{3CF0EE21-2573-4487-B0E9-B5898B4EDDC3}"/>
              </a:ext>
            </a:extLst>
          </p:cNvPr>
          <p:cNvSpPr>
            <a:spLocks xmlns:a="http://schemas.openxmlformats.org/drawingml/2006/main" noGrp="1"/>
          </p:cNvSpPr>
          <p:nvPr/>
        </p:nvSpPr>
        <p:spPr>
          <a:xfrm xmlns:a="http://schemas.openxmlformats.org/drawingml/2006/main">
            <a:off x="8774948" y="4561719"/>
            <a:ext cx="91074" cy="59521"/>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08" name="Connector 207">
            <a:extLst xmlns:a="http://schemas.openxmlformats.org/drawingml/2006/main">
              <a:ext uri="{FF2B5EF4-FFF2-40B4-BE49-F238E27FC236}">
                <a16:creationId xmlns:a16="http://schemas.microsoft.com/office/drawing/2014/main" id="{7567858D-41A4-43CB-B56F-697080AD63D4}"/>
              </a:ext>
            </a:extLst>
          </p:cNvPr>
          <p:cNvSpPr>
            <a:spLocks xmlns:a="http://schemas.openxmlformats.org/drawingml/2006/main" noGrp="1"/>
          </p:cNvSpPr>
          <p:nvPr/>
        </p:nvSpPr>
        <p:spPr>
          <a:xfrm xmlns:a="http://schemas.openxmlformats.org/drawingml/2006/main">
            <a:off x="8866022" y="4621240"/>
            <a:ext cx="91074" cy="58249"/>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09" name="Connector 208">
            <a:extLst xmlns:a="http://schemas.openxmlformats.org/drawingml/2006/main">
              <a:ext uri="{FF2B5EF4-FFF2-40B4-BE49-F238E27FC236}">
                <a16:creationId xmlns:a16="http://schemas.microsoft.com/office/drawing/2014/main" id="{46BF4DBD-AC16-4747-8C88-C875B03F65D4}"/>
              </a:ext>
            </a:extLst>
          </p:cNvPr>
          <p:cNvSpPr>
            <a:spLocks xmlns:a="http://schemas.openxmlformats.org/drawingml/2006/main" noGrp="1"/>
          </p:cNvSpPr>
          <p:nvPr/>
        </p:nvSpPr>
        <p:spPr>
          <a:xfrm xmlns:a="http://schemas.openxmlformats.org/drawingml/2006/main">
            <a:off x="8957096" y="4679489"/>
            <a:ext cx="91074" cy="56232"/>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10" name="Connector 209">
            <a:extLst xmlns:a="http://schemas.openxmlformats.org/drawingml/2006/main">
              <a:ext uri="{FF2B5EF4-FFF2-40B4-BE49-F238E27FC236}">
                <a16:creationId xmlns:a16="http://schemas.microsoft.com/office/drawing/2014/main" id="{EFE33DDD-0F08-43B4-964C-9132DA3E643A}"/>
              </a:ext>
            </a:extLst>
          </p:cNvPr>
          <p:cNvSpPr>
            <a:spLocks xmlns:a="http://schemas.openxmlformats.org/drawingml/2006/main" noGrp="1"/>
          </p:cNvSpPr>
          <p:nvPr/>
        </p:nvSpPr>
        <p:spPr>
          <a:xfrm xmlns:a="http://schemas.openxmlformats.org/drawingml/2006/main">
            <a:off x="9048170" y="4735721"/>
            <a:ext cx="91075" cy="53499"/>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11" name="Connector 210">
            <a:extLst xmlns:a="http://schemas.openxmlformats.org/drawingml/2006/main">
              <a:ext uri="{FF2B5EF4-FFF2-40B4-BE49-F238E27FC236}">
                <a16:creationId xmlns:a16="http://schemas.microsoft.com/office/drawing/2014/main" id="{1618F059-FBE2-433F-BC34-B24286C7D2D3}"/>
              </a:ext>
            </a:extLst>
          </p:cNvPr>
          <p:cNvSpPr>
            <a:spLocks xmlns:a="http://schemas.openxmlformats.org/drawingml/2006/main" noGrp="1"/>
          </p:cNvSpPr>
          <p:nvPr/>
        </p:nvSpPr>
        <p:spPr>
          <a:xfrm xmlns:a="http://schemas.openxmlformats.org/drawingml/2006/main">
            <a:off x="9139245" y="4789220"/>
            <a:ext cx="91074" cy="50080"/>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12" name="Connector 211">
            <a:extLst xmlns:a="http://schemas.openxmlformats.org/drawingml/2006/main">
              <a:ext uri="{FF2B5EF4-FFF2-40B4-BE49-F238E27FC236}">
                <a16:creationId xmlns:a16="http://schemas.microsoft.com/office/drawing/2014/main" id="{04E30B93-0B2B-485E-A772-5AF78716CB6C}"/>
              </a:ext>
            </a:extLst>
          </p:cNvPr>
          <p:cNvSpPr>
            <a:spLocks xmlns:a="http://schemas.openxmlformats.org/drawingml/2006/main" noGrp="1"/>
          </p:cNvSpPr>
          <p:nvPr/>
        </p:nvSpPr>
        <p:spPr>
          <a:xfrm xmlns:a="http://schemas.openxmlformats.org/drawingml/2006/main">
            <a:off x="9230319" y="4839300"/>
            <a:ext cx="91074" cy="46022"/>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13" name="Connector 212">
            <a:extLst xmlns:a="http://schemas.openxmlformats.org/drawingml/2006/main">
              <a:ext uri="{FF2B5EF4-FFF2-40B4-BE49-F238E27FC236}">
                <a16:creationId xmlns:a16="http://schemas.microsoft.com/office/drawing/2014/main" id="{E1B4A3F4-9CD3-4771-920C-D67B731DB22B}"/>
              </a:ext>
            </a:extLst>
          </p:cNvPr>
          <p:cNvSpPr>
            <a:spLocks xmlns:a="http://schemas.openxmlformats.org/drawingml/2006/main" noGrp="1"/>
          </p:cNvSpPr>
          <p:nvPr/>
        </p:nvSpPr>
        <p:spPr>
          <a:xfrm xmlns:a="http://schemas.openxmlformats.org/drawingml/2006/main">
            <a:off x="9321393" y="4885322"/>
            <a:ext cx="91074" cy="41376"/>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14" name="Connector 213">
            <a:extLst xmlns:a="http://schemas.openxmlformats.org/drawingml/2006/main">
              <a:ext uri="{FF2B5EF4-FFF2-40B4-BE49-F238E27FC236}">
                <a16:creationId xmlns:a16="http://schemas.microsoft.com/office/drawing/2014/main" id="{8D9F2FB8-747C-44CD-AFB6-513433CAE367}"/>
              </a:ext>
            </a:extLst>
          </p:cNvPr>
          <p:cNvSpPr>
            <a:spLocks xmlns:a="http://schemas.openxmlformats.org/drawingml/2006/main" noGrp="1"/>
          </p:cNvSpPr>
          <p:nvPr/>
        </p:nvSpPr>
        <p:spPr>
          <a:xfrm xmlns:a="http://schemas.openxmlformats.org/drawingml/2006/main">
            <a:off x="9412467" y="4926698"/>
            <a:ext cx="91075" cy="36201"/>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15" name="Connector 214">
            <a:extLst xmlns:a="http://schemas.openxmlformats.org/drawingml/2006/main">
              <a:ext uri="{FF2B5EF4-FFF2-40B4-BE49-F238E27FC236}">
                <a16:creationId xmlns:a16="http://schemas.microsoft.com/office/drawing/2014/main" id="{58BC1589-80DC-438B-BCA6-57A013653ECD}"/>
              </a:ext>
            </a:extLst>
          </p:cNvPr>
          <p:cNvSpPr>
            <a:spLocks xmlns:a="http://schemas.openxmlformats.org/drawingml/2006/main" noGrp="1"/>
          </p:cNvSpPr>
          <p:nvPr/>
        </p:nvSpPr>
        <p:spPr>
          <a:xfrm xmlns:a="http://schemas.openxmlformats.org/drawingml/2006/main">
            <a:off x="9503542" y="4962899"/>
            <a:ext cx="91074" cy="30564"/>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16" name="Connector 215">
            <a:extLst xmlns:a="http://schemas.openxmlformats.org/drawingml/2006/main">
              <a:ext uri="{FF2B5EF4-FFF2-40B4-BE49-F238E27FC236}">
                <a16:creationId xmlns:a16="http://schemas.microsoft.com/office/drawing/2014/main" id="{4EA21280-A28A-4E09-9697-2B698AD95CAE}"/>
              </a:ext>
            </a:extLst>
          </p:cNvPr>
          <p:cNvSpPr>
            <a:spLocks xmlns:a="http://schemas.openxmlformats.org/drawingml/2006/main" noGrp="1"/>
          </p:cNvSpPr>
          <p:nvPr/>
        </p:nvSpPr>
        <p:spPr>
          <a:xfrm xmlns:a="http://schemas.openxmlformats.org/drawingml/2006/main">
            <a:off x="9594616" y="4993463"/>
            <a:ext cx="91074" cy="24537"/>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17" name="Connector 216">
            <a:extLst xmlns:a="http://schemas.openxmlformats.org/drawingml/2006/main">
              <a:ext uri="{FF2B5EF4-FFF2-40B4-BE49-F238E27FC236}">
                <a16:creationId xmlns:a16="http://schemas.microsoft.com/office/drawing/2014/main" id="{7B557CB3-9AC7-439F-A5EA-30BD947D0F67}"/>
              </a:ext>
            </a:extLst>
          </p:cNvPr>
          <p:cNvSpPr>
            <a:spLocks xmlns:a="http://schemas.openxmlformats.org/drawingml/2006/main" noGrp="1"/>
          </p:cNvSpPr>
          <p:nvPr/>
        </p:nvSpPr>
        <p:spPr>
          <a:xfrm xmlns:a="http://schemas.openxmlformats.org/drawingml/2006/main">
            <a:off x="9685690" y="5018000"/>
            <a:ext cx="91074" cy="18195"/>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18" name="Connector 217">
            <a:extLst xmlns:a="http://schemas.openxmlformats.org/drawingml/2006/main">
              <a:ext uri="{FF2B5EF4-FFF2-40B4-BE49-F238E27FC236}">
                <a16:creationId xmlns:a16="http://schemas.microsoft.com/office/drawing/2014/main" id="{2CF3C36B-3DCE-4931-9E9F-460E5AAAAC48}"/>
              </a:ext>
            </a:extLst>
          </p:cNvPr>
          <p:cNvSpPr>
            <a:spLocks xmlns:a="http://schemas.openxmlformats.org/drawingml/2006/main" noGrp="1"/>
          </p:cNvSpPr>
          <p:nvPr/>
        </p:nvSpPr>
        <p:spPr>
          <a:xfrm xmlns:a="http://schemas.openxmlformats.org/drawingml/2006/main">
            <a:off x="9776764" y="5036195"/>
            <a:ext cx="91075" cy="11621"/>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19" name="Connector 218">
            <a:extLst xmlns:a="http://schemas.openxmlformats.org/drawingml/2006/main">
              <a:ext uri="{FF2B5EF4-FFF2-40B4-BE49-F238E27FC236}">
                <a16:creationId xmlns:a16="http://schemas.microsoft.com/office/drawing/2014/main" id="{9534A12E-542B-4C99-AFCB-44F5FCF3F040}"/>
              </a:ext>
            </a:extLst>
          </p:cNvPr>
          <p:cNvSpPr>
            <a:spLocks xmlns:a="http://schemas.openxmlformats.org/drawingml/2006/main" noGrp="1"/>
          </p:cNvSpPr>
          <p:nvPr/>
        </p:nvSpPr>
        <p:spPr>
          <a:xfrm xmlns:a="http://schemas.openxmlformats.org/drawingml/2006/main">
            <a:off x="9867839" y="5047816"/>
            <a:ext cx="91074" cy="4899"/>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20" name="Connector 219">
            <a:extLst xmlns:a="http://schemas.openxmlformats.org/drawingml/2006/main">
              <a:ext uri="{FF2B5EF4-FFF2-40B4-BE49-F238E27FC236}">
                <a16:creationId xmlns:a16="http://schemas.microsoft.com/office/drawing/2014/main" id="{471CD4C3-BEAA-43D4-9BA2-A389613C8C20}"/>
              </a:ext>
            </a:extLst>
          </p:cNvPr>
          <p:cNvSpPr>
            <a:spLocks xmlns:a="http://schemas.openxmlformats.org/drawingml/2006/main" noGrp="1"/>
          </p:cNvSpPr>
          <p:nvPr/>
        </p:nvSpPr>
        <p:spPr>
          <a:xfrm xmlns:a="http://schemas.openxmlformats.org/drawingml/2006/main" flipV="1">
            <a:off x="9958913" y="5050829"/>
            <a:ext cx="91074" cy="1886"/>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21" name="Connector 220">
            <a:extLst xmlns:a="http://schemas.openxmlformats.org/drawingml/2006/main">
              <a:ext uri="{FF2B5EF4-FFF2-40B4-BE49-F238E27FC236}">
                <a16:creationId xmlns:a16="http://schemas.microsoft.com/office/drawing/2014/main" id="{E38005BD-3EE5-4BC2-8975-21C1A0E8C2E2}"/>
              </a:ext>
            </a:extLst>
          </p:cNvPr>
          <p:cNvSpPr>
            <a:spLocks xmlns:a="http://schemas.openxmlformats.org/drawingml/2006/main" noGrp="1"/>
          </p:cNvSpPr>
          <p:nvPr/>
        </p:nvSpPr>
        <p:spPr>
          <a:xfrm xmlns:a="http://schemas.openxmlformats.org/drawingml/2006/main" flipV="1">
            <a:off x="10049987" y="5042182"/>
            <a:ext cx="91074" cy="8647"/>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22" name="Connector 221">
            <a:extLst xmlns:a="http://schemas.openxmlformats.org/drawingml/2006/main">
              <a:ext uri="{FF2B5EF4-FFF2-40B4-BE49-F238E27FC236}">
                <a16:creationId xmlns:a16="http://schemas.microsoft.com/office/drawing/2014/main" id="{6A17CC2E-428C-40A5-8958-61C4ADAE53A9}"/>
              </a:ext>
            </a:extLst>
          </p:cNvPr>
          <p:cNvSpPr>
            <a:spLocks xmlns:a="http://schemas.openxmlformats.org/drawingml/2006/main" noGrp="1"/>
          </p:cNvSpPr>
          <p:nvPr/>
        </p:nvSpPr>
        <p:spPr>
          <a:xfrm xmlns:a="http://schemas.openxmlformats.org/drawingml/2006/main" flipV="1">
            <a:off x="10141061" y="5026885"/>
            <a:ext cx="91075" cy="15297"/>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23" name="Oval 222">
            <a:extLst xmlns:a="http://schemas.openxmlformats.org/drawingml/2006/main">
              <a:ext uri="{FF2B5EF4-FFF2-40B4-BE49-F238E27FC236}">
                <a16:creationId xmlns:a16="http://schemas.microsoft.com/office/drawing/2014/main" id="{4DCE115D-D0C6-4110-8D97-FCAC52A70453}"/>
              </a:ext>
            </a:extLst>
          </p:cNvPr>
          <p:cNvSpPr>
            <a:spLocks xmlns:a="http://schemas.openxmlformats.org/drawingml/2006/main" noGrp="1"/>
          </p:cNvSpPr>
          <p:nvPr/>
        </p:nvSpPr>
        <p:spPr>
          <a:xfrm xmlns:a="http://schemas.openxmlformats.org/drawingml/2006/main">
            <a:off x="1063447" y="4460443"/>
            <a:ext cx="122529" cy="122529"/>
          </a:xfrm>
          <a:prstGeom xmlns:a="http://schemas.openxmlformats.org/drawingml/2006/main" prst="ellipse">
            <a:avLst/>
          </a:prstGeom>
          <a:solidFill xmlns:a="http://schemas.openxmlformats.org/drawingml/2006/main">
            <a:srgbClr val="00B0F0"/>
          </a:solidFill>
          <a:ln xmlns:a="http://schemas.openxmlformats.org/drawingml/2006/main" w="127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24" name="Oval 223">
            <a:extLst xmlns:a="http://schemas.openxmlformats.org/drawingml/2006/main">
              <a:ext uri="{FF2B5EF4-FFF2-40B4-BE49-F238E27FC236}">
                <a16:creationId xmlns:a16="http://schemas.microsoft.com/office/drawing/2014/main" id="{FA1AA6C6-AA47-4FFB-9DD5-FF6288266631}"/>
              </a:ext>
            </a:extLst>
          </p:cNvPr>
          <p:cNvSpPr>
            <a:spLocks xmlns:a="http://schemas.openxmlformats.org/drawingml/2006/main" noGrp="1"/>
          </p:cNvSpPr>
          <p:nvPr/>
        </p:nvSpPr>
        <p:spPr>
          <a:xfrm xmlns:a="http://schemas.openxmlformats.org/drawingml/2006/main">
            <a:off x="1518818" y="4175825"/>
            <a:ext cx="122529" cy="122529"/>
          </a:xfrm>
          <a:prstGeom xmlns:a="http://schemas.openxmlformats.org/drawingml/2006/main" prst="ellipse">
            <a:avLst/>
          </a:prstGeom>
          <a:solidFill xmlns:a="http://schemas.openxmlformats.org/drawingml/2006/main">
            <a:srgbClr val="00B0F0"/>
          </a:solidFill>
          <a:ln xmlns:a="http://schemas.openxmlformats.org/drawingml/2006/main" w="127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25" name="Oval 224">
            <a:extLst xmlns:a="http://schemas.openxmlformats.org/drawingml/2006/main">
              <a:ext uri="{FF2B5EF4-FFF2-40B4-BE49-F238E27FC236}">
                <a16:creationId xmlns:a16="http://schemas.microsoft.com/office/drawing/2014/main" id="{F7851286-E9C7-4E94-9E0A-BE6BB3F61D81}"/>
              </a:ext>
            </a:extLst>
          </p:cNvPr>
          <p:cNvSpPr>
            <a:spLocks xmlns:a="http://schemas.openxmlformats.org/drawingml/2006/main" noGrp="1"/>
          </p:cNvSpPr>
          <p:nvPr/>
        </p:nvSpPr>
        <p:spPr>
          <a:xfrm xmlns:a="http://schemas.openxmlformats.org/drawingml/2006/main">
            <a:off x="1974189" y="3979821"/>
            <a:ext cx="122529" cy="122529"/>
          </a:xfrm>
          <a:prstGeom xmlns:a="http://schemas.openxmlformats.org/drawingml/2006/main" prst="ellipse">
            <a:avLst/>
          </a:prstGeom>
          <a:solidFill xmlns:a="http://schemas.openxmlformats.org/drawingml/2006/main">
            <a:srgbClr val="00B0F0"/>
          </a:solidFill>
          <a:ln xmlns:a="http://schemas.openxmlformats.org/drawingml/2006/main" w="127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26" name="Oval 225">
            <a:extLst xmlns:a="http://schemas.openxmlformats.org/drawingml/2006/main">
              <a:ext uri="{FF2B5EF4-FFF2-40B4-BE49-F238E27FC236}">
                <a16:creationId xmlns:a16="http://schemas.microsoft.com/office/drawing/2014/main" id="{0553F322-429F-439D-A4C8-59833231F7A4}"/>
              </a:ext>
            </a:extLst>
          </p:cNvPr>
          <p:cNvSpPr>
            <a:spLocks xmlns:a="http://schemas.openxmlformats.org/drawingml/2006/main" noGrp="1"/>
          </p:cNvSpPr>
          <p:nvPr/>
        </p:nvSpPr>
        <p:spPr>
          <a:xfrm xmlns:a="http://schemas.openxmlformats.org/drawingml/2006/main">
            <a:off x="2429560" y="3933456"/>
            <a:ext cx="122529" cy="122529"/>
          </a:xfrm>
          <a:prstGeom xmlns:a="http://schemas.openxmlformats.org/drawingml/2006/main" prst="ellipse">
            <a:avLst/>
          </a:prstGeom>
          <a:solidFill xmlns:a="http://schemas.openxmlformats.org/drawingml/2006/main">
            <a:srgbClr val="00B0F0"/>
          </a:solidFill>
          <a:ln xmlns:a="http://schemas.openxmlformats.org/drawingml/2006/main" w="127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27" name="Oval 226">
            <a:extLst xmlns:a="http://schemas.openxmlformats.org/drawingml/2006/main">
              <a:ext uri="{FF2B5EF4-FFF2-40B4-BE49-F238E27FC236}">
                <a16:creationId xmlns:a16="http://schemas.microsoft.com/office/drawing/2014/main" id="{CD6C4140-F89E-459C-96AD-FF2E2E1BC5C1}"/>
              </a:ext>
            </a:extLst>
          </p:cNvPr>
          <p:cNvSpPr>
            <a:spLocks xmlns:a="http://schemas.openxmlformats.org/drawingml/2006/main" noGrp="1"/>
          </p:cNvSpPr>
          <p:nvPr/>
        </p:nvSpPr>
        <p:spPr>
          <a:xfrm xmlns:a="http://schemas.openxmlformats.org/drawingml/2006/main">
            <a:off x="2884932" y="4051165"/>
            <a:ext cx="122529" cy="122529"/>
          </a:xfrm>
          <a:prstGeom xmlns:a="http://schemas.openxmlformats.org/drawingml/2006/main" prst="ellipse">
            <a:avLst/>
          </a:prstGeom>
          <a:solidFill xmlns:a="http://schemas.openxmlformats.org/drawingml/2006/main">
            <a:srgbClr val="00B0F0"/>
          </a:solidFill>
          <a:ln xmlns:a="http://schemas.openxmlformats.org/drawingml/2006/main" w="127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28" name="Oval 227">
            <a:extLst xmlns:a="http://schemas.openxmlformats.org/drawingml/2006/main">
              <a:ext uri="{FF2B5EF4-FFF2-40B4-BE49-F238E27FC236}">
                <a16:creationId xmlns:a16="http://schemas.microsoft.com/office/drawing/2014/main" id="{E43CBAF9-4FFE-4EBB-BFB8-12F1F1A25DA9}"/>
              </a:ext>
            </a:extLst>
          </p:cNvPr>
          <p:cNvSpPr>
            <a:spLocks xmlns:a="http://schemas.openxmlformats.org/drawingml/2006/main" noGrp="1"/>
          </p:cNvSpPr>
          <p:nvPr/>
        </p:nvSpPr>
        <p:spPr>
          <a:xfrm xmlns:a="http://schemas.openxmlformats.org/drawingml/2006/main">
            <a:off x="3340303" y="4296301"/>
            <a:ext cx="122529" cy="122529"/>
          </a:xfrm>
          <a:prstGeom xmlns:a="http://schemas.openxmlformats.org/drawingml/2006/main" prst="ellipse">
            <a:avLst/>
          </a:prstGeom>
          <a:solidFill xmlns:a="http://schemas.openxmlformats.org/drawingml/2006/main">
            <a:srgbClr val="00B0F0"/>
          </a:solidFill>
          <a:ln xmlns:a="http://schemas.openxmlformats.org/drawingml/2006/main" w="127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29" name="Oval 228">
            <a:extLst xmlns:a="http://schemas.openxmlformats.org/drawingml/2006/main">
              <a:ext uri="{FF2B5EF4-FFF2-40B4-BE49-F238E27FC236}">
                <a16:creationId xmlns:a16="http://schemas.microsoft.com/office/drawing/2014/main" id="{C9B2EF51-DE78-4E5D-A4AA-3B67E5FB0D2B}"/>
              </a:ext>
            </a:extLst>
          </p:cNvPr>
          <p:cNvSpPr>
            <a:spLocks xmlns:a="http://schemas.openxmlformats.org/drawingml/2006/main" noGrp="1"/>
          </p:cNvSpPr>
          <p:nvPr/>
        </p:nvSpPr>
        <p:spPr>
          <a:xfrm xmlns:a="http://schemas.openxmlformats.org/drawingml/2006/main">
            <a:off x="3795674" y="4592541"/>
            <a:ext cx="122529" cy="122529"/>
          </a:xfrm>
          <a:prstGeom xmlns:a="http://schemas.openxmlformats.org/drawingml/2006/main" prst="ellipse">
            <a:avLst/>
          </a:prstGeom>
          <a:solidFill xmlns:a="http://schemas.openxmlformats.org/drawingml/2006/main">
            <a:srgbClr val="00B0F0"/>
          </a:solidFill>
          <a:ln xmlns:a="http://schemas.openxmlformats.org/drawingml/2006/main" w="127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30" name="Oval 229">
            <a:extLst xmlns:a="http://schemas.openxmlformats.org/drawingml/2006/main">
              <a:ext uri="{FF2B5EF4-FFF2-40B4-BE49-F238E27FC236}">
                <a16:creationId xmlns:a16="http://schemas.microsoft.com/office/drawing/2014/main" id="{45301C2A-01A7-428D-A8E7-D88A765D0BDA}"/>
              </a:ext>
            </a:extLst>
          </p:cNvPr>
          <p:cNvSpPr>
            <a:spLocks xmlns:a="http://schemas.openxmlformats.org/drawingml/2006/main" noGrp="1"/>
          </p:cNvSpPr>
          <p:nvPr/>
        </p:nvSpPr>
        <p:spPr>
          <a:xfrm xmlns:a="http://schemas.openxmlformats.org/drawingml/2006/main">
            <a:off x="4251045" y="4847653"/>
            <a:ext cx="122529" cy="122529"/>
          </a:xfrm>
          <a:prstGeom xmlns:a="http://schemas.openxmlformats.org/drawingml/2006/main" prst="ellipse">
            <a:avLst/>
          </a:prstGeom>
          <a:solidFill xmlns:a="http://schemas.openxmlformats.org/drawingml/2006/main">
            <a:srgbClr val="00B0F0"/>
          </a:solidFill>
          <a:ln xmlns:a="http://schemas.openxmlformats.org/drawingml/2006/main" w="127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31" name="Oval 230">
            <a:extLst xmlns:a="http://schemas.openxmlformats.org/drawingml/2006/main">
              <a:ext uri="{FF2B5EF4-FFF2-40B4-BE49-F238E27FC236}">
                <a16:creationId xmlns:a16="http://schemas.microsoft.com/office/drawing/2014/main" id="{8D6F9C4E-7077-4046-877A-C0E70E4C8944}"/>
              </a:ext>
            </a:extLst>
          </p:cNvPr>
          <p:cNvSpPr>
            <a:spLocks xmlns:a="http://schemas.openxmlformats.org/drawingml/2006/main" noGrp="1"/>
          </p:cNvSpPr>
          <p:nvPr/>
        </p:nvSpPr>
        <p:spPr>
          <a:xfrm xmlns:a="http://schemas.openxmlformats.org/drawingml/2006/main">
            <a:off x="4706416" y="4982209"/>
            <a:ext cx="122529" cy="122529"/>
          </a:xfrm>
          <a:prstGeom xmlns:a="http://schemas.openxmlformats.org/drawingml/2006/main" prst="ellipse">
            <a:avLst/>
          </a:prstGeom>
          <a:solidFill xmlns:a="http://schemas.openxmlformats.org/drawingml/2006/main">
            <a:srgbClr val="00B0F0"/>
          </a:solidFill>
          <a:ln xmlns:a="http://schemas.openxmlformats.org/drawingml/2006/main" w="127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32" name="Oval 231">
            <a:extLst xmlns:a="http://schemas.openxmlformats.org/drawingml/2006/main">
              <a:ext uri="{FF2B5EF4-FFF2-40B4-BE49-F238E27FC236}">
                <a16:creationId xmlns:a16="http://schemas.microsoft.com/office/drawing/2014/main" id="{A3A2C0FE-24D0-4921-9536-75E2F58D8E70}"/>
              </a:ext>
            </a:extLst>
          </p:cNvPr>
          <p:cNvSpPr>
            <a:spLocks xmlns:a="http://schemas.openxmlformats.org/drawingml/2006/main" noGrp="1"/>
          </p:cNvSpPr>
          <p:nvPr/>
        </p:nvSpPr>
        <p:spPr>
          <a:xfrm xmlns:a="http://schemas.openxmlformats.org/drawingml/2006/main">
            <a:off x="5161788" y="4954317"/>
            <a:ext cx="122529" cy="122529"/>
          </a:xfrm>
          <a:prstGeom xmlns:a="http://schemas.openxmlformats.org/drawingml/2006/main" prst="ellipse">
            <a:avLst/>
          </a:prstGeom>
          <a:solidFill xmlns:a="http://schemas.openxmlformats.org/drawingml/2006/main">
            <a:srgbClr val="00B0F0"/>
          </a:solidFill>
          <a:ln xmlns:a="http://schemas.openxmlformats.org/drawingml/2006/main" w="127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33" name="Oval 232">
            <a:extLst xmlns:a="http://schemas.openxmlformats.org/drawingml/2006/main">
              <a:ext uri="{FF2B5EF4-FFF2-40B4-BE49-F238E27FC236}">
                <a16:creationId xmlns:a16="http://schemas.microsoft.com/office/drawing/2014/main" id="{E0AF1BA4-61A9-4E70-B2E4-2880634F1BBB}"/>
              </a:ext>
            </a:extLst>
          </p:cNvPr>
          <p:cNvSpPr>
            <a:spLocks xmlns:a="http://schemas.openxmlformats.org/drawingml/2006/main" noGrp="1"/>
          </p:cNvSpPr>
          <p:nvPr/>
        </p:nvSpPr>
        <p:spPr>
          <a:xfrm xmlns:a="http://schemas.openxmlformats.org/drawingml/2006/main">
            <a:off x="5617159" y="4772660"/>
            <a:ext cx="122529" cy="122529"/>
          </a:xfrm>
          <a:prstGeom xmlns:a="http://schemas.openxmlformats.org/drawingml/2006/main" prst="ellipse">
            <a:avLst/>
          </a:prstGeom>
          <a:solidFill xmlns:a="http://schemas.openxmlformats.org/drawingml/2006/main">
            <a:srgbClr val="00B0F0"/>
          </a:solidFill>
          <a:ln xmlns:a="http://schemas.openxmlformats.org/drawingml/2006/main" w="127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34" name="Oval 233">
            <a:extLst xmlns:a="http://schemas.openxmlformats.org/drawingml/2006/main">
              <a:ext uri="{FF2B5EF4-FFF2-40B4-BE49-F238E27FC236}">
                <a16:creationId xmlns:a16="http://schemas.microsoft.com/office/drawing/2014/main" id="{025BCBCF-79C6-401B-A316-1FBD66B40FF0}"/>
              </a:ext>
            </a:extLst>
          </p:cNvPr>
          <p:cNvSpPr>
            <a:spLocks xmlns:a="http://schemas.openxmlformats.org/drawingml/2006/main" noGrp="1"/>
          </p:cNvSpPr>
          <p:nvPr/>
        </p:nvSpPr>
        <p:spPr>
          <a:xfrm xmlns:a="http://schemas.openxmlformats.org/drawingml/2006/main">
            <a:off x="6072530" y="4493795"/>
            <a:ext cx="122529" cy="122529"/>
          </a:xfrm>
          <a:prstGeom xmlns:a="http://schemas.openxmlformats.org/drawingml/2006/main" prst="ellipse">
            <a:avLst/>
          </a:prstGeom>
          <a:solidFill xmlns:a="http://schemas.openxmlformats.org/drawingml/2006/main">
            <a:srgbClr val="00B0F0"/>
          </a:solidFill>
          <a:ln xmlns:a="http://schemas.openxmlformats.org/drawingml/2006/main" w="127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35" name="Oval 234">
            <a:extLst xmlns:a="http://schemas.openxmlformats.org/drawingml/2006/main">
              <a:ext uri="{FF2B5EF4-FFF2-40B4-BE49-F238E27FC236}">
                <a16:creationId xmlns:a16="http://schemas.microsoft.com/office/drawing/2014/main" id="{3E5D6A30-6FEB-43FC-99C6-23E0D87E62E6}"/>
              </a:ext>
            </a:extLst>
          </p:cNvPr>
          <p:cNvSpPr>
            <a:spLocks xmlns:a="http://schemas.openxmlformats.org/drawingml/2006/main" noGrp="1"/>
          </p:cNvSpPr>
          <p:nvPr/>
        </p:nvSpPr>
        <p:spPr>
          <a:xfrm xmlns:a="http://schemas.openxmlformats.org/drawingml/2006/main">
            <a:off x="6527901" y="4204547"/>
            <a:ext cx="122529" cy="122529"/>
          </a:xfrm>
          <a:prstGeom xmlns:a="http://schemas.openxmlformats.org/drawingml/2006/main" prst="ellipse">
            <a:avLst/>
          </a:prstGeom>
          <a:solidFill xmlns:a="http://schemas.openxmlformats.org/drawingml/2006/main">
            <a:srgbClr val="00B0F0"/>
          </a:solidFill>
          <a:ln xmlns:a="http://schemas.openxmlformats.org/drawingml/2006/main" w="127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36" name="Oval 235">
            <a:extLst xmlns:a="http://schemas.openxmlformats.org/drawingml/2006/main">
              <a:ext uri="{FF2B5EF4-FFF2-40B4-BE49-F238E27FC236}">
                <a16:creationId xmlns:a16="http://schemas.microsoft.com/office/drawing/2014/main" id="{45B054C9-457D-41B1-81B6-941865EFED1A}"/>
              </a:ext>
            </a:extLst>
          </p:cNvPr>
          <p:cNvSpPr>
            <a:spLocks xmlns:a="http://schemas.openxmlformats.org/drawingml/2006/main" noGrp="1"/>
          </p:cNvSpPr>
          <p:nvPr/>
        </p:nvSpPr>
        <p:spPr>
          <a:xfrm xmlns:a="http://schemas.openxmlformats.org/drawingml/2006/main">
            <a:off x="6983272" y="3994971"/>
            <a:ext cx="122529" cy="122529"/>
          </a:xfrm>
          <a:prstGeom xmlns:a="http://schemas.openxmlformats.org/drawingml/2006/main" prst="ellipse">
            <a:avLst/>
          </a:prstGeom>
          <a:solidFill xmlns:a="http://schemas.openxmlformats.org/drawingml/2006/main">
            <a:srgbClr val="00B0F0"/>
          </a:solidFill>
          <a:ln xmlns:a="http://schemas.openxmlformats.org/drawingml/2006/main" w="127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37" name="Oval 236">
            <a:extLst xmlns:a="http://schemas.openxmlformats.org/drawingml/2006/main">
              <a:ext uri="{FF2B5EF4-FFF2-40B4-BE49-F238E27FC236}">
                <a16:creationId xmlns:a16="http://schemas.microsoft.com/office/drawing/2014/main" id="{F23DD85E-AB76-40CB-95B9-78D69C42F933}"/>
              </a:ext>
            </a:extLst>
          </p:cNvPr>
          <p:cNvSpPr>
            <a:spLocks xmlns:a="http://schemas.openxmlformats.org/drawingml/2006/main" noGrp="1"/>
          </p:cNvSpPr>
          <p:nvPr/>
        </p:nvSpPr>
        <p:spPr>
          <a:xfrm xmlns:a="http://schemas.openxmlformats.org/drawingml/2006/main">
            <a:off x="7438644" y="3930316"/>
            <a:ext cx="122529" cy="122529"/>
          </a:xfrm>
          <a:prstGeom xmlns:a="http://schemas.openxmlformats.org/drawingml/2006/main" prst="ellipse">
            <a:avLst/>
          </a:prstGeom>
          <a:solidFill xmlns:a="http://schemas.openxmlformats.org/drawingml/2006/main">
            <a:srgbClr val="00B0F0"/>
          </a:solidFill>
          <a:ln xmlns:a="http://schemas.openxmlformats.org/drawingml/2006/main" w="127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38" name="Oval 237">
            <a:extLst xmlns:a="http://schemas.openxmlformats.org/drawingml/2006/main">
              <a:ext uri="{FF2B5EF4-FFF2-40B4-BE49-F238E27FC236}">
                <a16:creationId xmlns:a16="http://schemas.microsoft.com/office/drawing/2014/main" id="{FFD257DB-14B7-4D17-BBF3-A3D5C7F88AD8}"/>
              </a:ext>
            </a:extLst>
          </p:cNvPr>
          <p:cNvSpPr>
            <a:spLocks xmlns:a="http://schemas.openxmlformats.org/drawingml/2006/main" noGrp="1"/>
          </p:cNvSpPr>
          <p:nvPr/>
        </p:nvSpPr>
        <p:spPr>
          <a:xfrm xmlns:a="http://schemas.openxmlformats.org/drawingml/2006/main">
            <a:off x="7894015" y="4030713"/>
            <a:ext cx="122529" cy="122529"/>
          </a:xfrm>
          <a:prstGeom xmlns:a="http://schemas.openxmlformats.org/drawingml/2006/main" prst="ellipse">
            <a:avLst/>
          </a:prstGeom>
          <a:solidFill xmlns:a="http://schemas.openxmlformats.org/drawingml/2006/main">
            <a:srgbClr val="00B0F0"/>
          </a:solidFill>
          <a:ln xmlns:a="http://schemas.openxmlformats.org/drawingml/2006/main" w="127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39" name="Oval 238">
            <a:extLst xmlns:a="http://schemas.openxmlformats.org/drawingml/2006/main">
              <a:ext uri="{FF2B5EF4-FFF2-40B4-BE49-F238E27FC236}">
                <a16:creationId xmlns:a16="http://schemas.microsoft.com/office/drawing/2014/main" id="{2CB47585-8EEC-49D3-B2EA-ECC3DEFF31FB}"/>
              </a:ext>
            </a:extLst>
          </p:cNvPr>
          <p:cNvSpPr>
            <a:spLocks xmlns:a="http://schemas.openxmlformats.org/drawingml/2006/main" noGrp="1"/>
          </p:cNvSpPr>
          <p:nvPr/>
        </p:nvSpPr>
        <p:spPr>
          <a:xfrm xmlns:a="http://schemas.openxmlformats.org/drawingml/2006/main">
            <a:off x="8349386" y="4264904"/>
            <a:ext cx="122529" cy="122529"/>
          </a:xfrm>
          <a:prstGeom xmlns:a="http://schemas.openxmlformats.org/drawingml/2006/main" prst="ellipse">
            <a:avLst/>
          </a:prstGeom>
          <a:solidFill xmlns:a="http://schemas.openxmlformats.org/drawingml/2006/main">
            <a:srgbClr val="00B0F0"/>
          </a:solidFill>
          <a:ln xmlns:a="http://schemas.openxmlformats.org/drawingml/2006/main" w="127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40" name="Oval 239">
            <a:extLst xmlns:a="http://schemas.openxmlformats.org/drawingml/2006/main">
              <a:ext uri="{FF2B5EF4-FFF2-40B4-BE49-F238E27FC236}">
                <a16:creationId xmlns:a16="http://schemas.microsoft.com/office/drawing/2014/main" id="{20810265-C965-4389-A209-0CB8EF81A17C}"/>
              </a:ext>
            </a:extLst>
          </p:cNvPr>
          <p:cNvSpPr>
            <a:spLocks xmlns:a="http://schemas.openxmlformats.org/drawingml/2006/main" noGrp="1"/>
          </p:cNvSpPr>
          <p:nvPr/>
        </p:nvSpPr>
        <p:spPr>
          <a:xfrm xmlns:a="http://schemas.openxmlformats.org/drawingml/2006/main">
            <a:off x="8804757" y="4559975"/>
            <a:ext cx="122529" cy="122529"/>
          </a:xfrm>
          <a:prstGeom xmlns:a="http://schemas.openxmlformats.org/drawingml/2006/main" prst="ellipse">
            <a:avLst/>
          </a:prstGeom>
          <a:solidFill xmlns:a="http://schemas.openxmlformats.org/drawingml/2006/main">
            <a:srgbClr val="00B0F0"/>
          </a:solidFill>
          <a:ln xmlns:a="http://schemas.openxmlformats.org/drawingml/2006/main" w="127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41" name="Oval 240">
            <a:extLst xmlns:a="http://schemas.openxmlformats.org/drawingml/2006/main">
              <a:ext uri="{FF2B5EF4-FFF2-40B4-BE49-F238E27FC236}">
                <a16:creationId xmlns:a16="http://schemas.microsoft.com/office/drawing/2014/main" id="{430DB11A-0B8D-4CF6-9B7D-95A460195548}"/>
              </a:ext>
            </a:extLst>
          </p:cNvPr>
          <p:cNvSpPr>
            <a:spLocks xmlns:a="http://schemas.openxmlformats.org/drawingml/2006/main" noGrp="1"/>
          </p:cNvSpPr>
          <p:nvPr/>
        </p:nvSpPr>
        <p:spPr>
          <a:xfrm xmlns:a="http://schemas.openxmlformats.org/drawingml/2006/main">
            <a:off x="9260128" y="4824057"/>
            <a:ext cx="122529" cy="122529"/>
          </a:xfrm>
          <a:prstGeom xmlns:a="http://schemas.openxmlformats.org/drawingml/2006/main" prst="ellipse">
            <a:avLst/>
          </a:prstGeom>
          <a:solidFill xmlns:a="http://schemas.openxmlformats.org/drawingml/2006/main">
            <a:srgbClr val="00B0F0"/>
          </a:solidFill>
          <a:ln xmlns:a="http://schemas.openxmlformats.org/drawingml/2006/main" w="127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42" name="Oval 241">
            <a:extLst xmlns:a="http://schemas.openxmlformats.org/drawingml/2006/main">
              <a:ext uri="{FF2B5EF4-FFF2-40B4-BE49-F238E27FC236}">
                <a16:creationId xmlns:a16="http://schemas.microsoft.com/office/drawing/2014/main" id="{12D65835-5927-4360-996D-7DF82B3BE78F}"/>
              </a:ext>
            </a:extLst>
          </p:cNvPr>
          <p:cNvSpPr>
            <a:spLocks xmlns:a="http://schemas.openxmlformats.org/drawingml/2006/main" noGrp="1"/>
          </p:cNvSpPr>
          <p:nvPr/>
        </p:nvSpPr>
        <p:spPr>
          <a:xfrm xmlns:a="http://schemas.openxmlformats.org/drawingml/2006/main">
            <a:off x="9715500" y="4974930"/>
            <a:ext cx="122529" cy="122529"/>
          </a:xfrm>
          <a:prstGeom xmlns:a="http://schemas.openxmlformats.org/drawingml/2006/main" prst="ellipse">
            <a:avLst/>
          </a:prstGeom>
          <a:solidFill xmlns:a="http://schemas.openxmlformats.org/drawingml/2006/main">
            <a:srgbClr val="00B0F0"/>
          </a:solidFill>
          <a:ln xmlns:a="http://schemas.openxmlformats.org/drawingml/2006/main" w="127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43" name="TextBox 242">
            <a:extLst xmlns:a="http://schemas.openxmlformats.org/drawingml/2006/main">
              <a:ext uri="{FF2B5EF4-FFF2-40B4-BE49-F238E27FC236}">
                <a16:creationId xmlns:a16="http://schemas.microsoft.com/office/drawing/2014/main" id="{7B8300C9-95BF-41FC-BFBB-428B586DB391}"/>
              </a:ext>
            </a:extLst>
          </p:cNvPr>
          <p:cNvSpPr>
            <a:spLocks xmlns:a="http://schemas.openxmlformats.org/drawingml/2006/main" noGrp="1"/>
          </p:cNvSpPr>
          <p:nvPr/>
        </p:nvSpPr>
        <p:spPr>
          <a:xfrm xmlns:a="http://schemas.openxmlformats.org/drawingml/2006/main">
            <a:off x="777240" y="5961888"/>
            <a:ext cx="10789920" cy="33528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每秒记录的次数变多；数据量也会随之增加。</a:t>
            </a:r>
          </a:p>
        </p:txBody>
      </p:sp>
      <p:sp>
        <p:nvSpPr>
          <p:cNvPr id="7" name="TextBox 6">
            <a:extLst xmlns:a="http://schemas.openxmlformats.org/drawingml/2006/main">
              <a:ext uri="{FF2B5EF4-FFF2-40B4-BE49-F238E27FC236}">
                <a16:creationId xmlns:a16="http://schemas.microsoft.com/office/drawing/2014/main" id="{E771F6E9-7B71-4E2B-8AAA-8002B72C2F7D}"/>
              </a:ext>
            </a:extLst>
          </p:cNvPr>
          <p:cNvSpPr>
            <a:spLocks xmlns:a="http://schemas.openxmlformats.org/drawingml/2006/main" noGrp="1"/>
          </p:cNvSpPr>
          <p:nvPr/>
        </p:nvSpPr>
        <p:spPr>
          <a:xfrm xmlns:a="http://schemas.openxmlformats.org/drawingml/2006/main">
            <a:off x="609600" y="1857375"/>
            <a:ext cx="476250" cy="304800"/>
          </a:xfrm>
          <a:prstGeom xmlns:a="http://schemas.openxmlformats.org/drawingml/2006/main" prst="rect">
            <a:avLst/>
          </a:prstGeom>
          <a:solidFill xmlns:a="http://schemas.openxmlformats.org/drawingml/2006/main">
            <a:srgbClr val="FFFFFF"/>
          </a:solidFill>
        </p:spPr>
        <p:txBody>
          <a:bodyPr xmlns:a="http://schemas.openxmlformats.org/drawingml/2006/main" wrap="square" lIns="0" tIns="0" rIns="0" bIns="0" anchor="t">
            <a:noAutofit/>
          </a:bodyPr>
          <a:lstStyle xmlns:a="http://schemas.openxmlformats.org/drawingml/2006/main">
            <a:defPPr algn="l">
              <a:defRPr sz="1800" b="0">
                <a:solidFill>
                  <a:srgbClr val="808080"/>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16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振幅</a:t>
            </a:r>
          </a:p>
        </p:txBody>
      </p:sp>
      <p:sp>
        <p:nvSpPr>
          <p:cNvPr id="120" name="TextBox 119">
            <a:extLst xmlns:a="http://schemas.openxmlformats.org/drawingml/2006/main">
              <a:ext uri="{FF2B5EF4-FFF2-40B4-BE49-F238E27FC236}">
                <a16:creationId xmlns:a16="http://schemas.microsoft.com/office/drawing/2014/main" id="{6D8C05CB-C70F-40A6-9732-CD82DC1CAD11}"/>
              </a:ext>
            </a:extLst>
          </p:cNvPr>
          <p:cNvSpPr>
            <a:spLocks xmlns:a="http://schemas.openxmlformats.org/drawingml/2006/main" noGrp="1"/>
          </p:cNvSpPr>
          <p:nvPr/>
        </p:nvSpPr>
        <p:spPr>
          <a:xfrm xmlns:a="http://schemas.openxmlformats.org/drawingml/2006/main">
            <a:off x="609600" y="3943350"/>
            <a:ext cx="476250" cy="304800"/>
          </a:xfrm>
          <a:prstGeom xmlns:a="http://schemas.openxmlformats.org/drawingml/2006/main" prst="rect">
            <a:avLst/>
          </a:prstGeom>
          <a:solidFill xmlns:a="http://schemas.openxmlformats.org/drawingml/2006/main">
            <a:srgbClr val="FFFFFF"/>
          </a:solidFill>
        </p:spPr>
        <p:txBody>
          <a:bodyPr xmlns:a="http://schemas.openxmlformats.org/drawingml/2006/main" wrap="square" lIns="0" tIns="0" rIns="0" bIns="0" anchor="t">
            <a:noAutofit/>
          </a:bodyPr>
          <a:lstStyle xmlns:a="http://schemas.openxmlformats.org/drawingml/2006/main">
            <a:defPPr algn="l">
              <a:defRPr sz="1800" b="0">
                <a:solidFill>
                  <a:srgbClr val="808080"/>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16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振幅</a:t>
            </a:r>
          </a:p>
        </p:txBody>
      </p:sp>
      <p:sp>
        <p:nvSpPr>
          <p:cNvPr id="8" name="TextBox 7">
            <a:extLst xmlns:a="http://schemas.openxmlformats.org/drawingml/2006/main">
              <a:ext uri="{FF2B5EF4-FFF2-40B4-BE49-F238E27FC236}">
                <a16:creationId xmlns:a16="http://schemas.microsoft.com/office/drawing/2014/main" id="{ADA5E3B5-1AD6-45C0-9362-CF61C8CEEC29}"/>
              </a:ext>
            </a:extLst>
          </p:cNvPr>
          <p:cNvSpPr>
            <a:spLocks xmlns:a="http://schemas.openxmlformats.org/drawingml/2006/main" noGrp="1"/>
          </p:cNvSpPr>
          <p:nvPr/>
        </p:nvSpPr>
        <p:spPr>
          <a:xfrm xmlns:a="http://schemas.openxmlformats.org/drawingml/2006/main">
            <a:off x="9838944" y="2551176"/>
            <a:ext cx="822960" cy="243840"/>
          </a:xfrm>
          <a:prstGeom xmlns:a="http://schemas.openxmlformats.org/drawingml/2006/main" prst="rect">
            <a:avLst/>
          </a:prstGeom>
          <a:solidFill xmlns:a="http://schemas.openxmlformats.org/drawingml/2006/main">
            <a:srgbClr val="FFFFFF"/>
          </a:solidFill>
        </p:spPr>
        <p:txBody>
          <a:bodyPr xmlns:a="http://schemas.openxmlformats.org/drawingml/2006/main" wrap="square" lIns="0" tIns="0" rIns="0" bIns="0" anchor="t">
            <a:noAutofit/>
          </a:bodyPr>
          <a:lstStyle xmlns:a="http://schemas.openxmlformats.org/drawingml/2006/main">
            <a:defPPr algn="l">
              <a:defRPr sz="1800" b="0">
                <a:solidFill>
                  <a:srgbClr val="808080"/>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16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时间</a:t>
            </a:r>
          </a:p>
        </p:txBody>
      </p:sp>
      <p:sp>
        <p:nvSpPr>
          <p:cNvPr id="121" name="TextBox 120">
            <a:extLst xmlns:a="http://schemas.openxmlformats.org/drawingml/2006/main">
              <a:ext uri="{FF2B5EF4-FFF2-40B4-BE49-F238E27FC236}">
                <a16:creationId xmlns:a16="http://schemas.microsoft.com/office/drawing/2014/main" id="{532EEF87-F505-4AEF-A595-9916F31CA740}"/>
              </a:ext>
            </a:extLst>
          </p:cNvPr>
          <p:cNvSpPr>
            <a:spLocks xmlns:a="http://schemas.openxmlformats.org/drawingml/2006/main" noGrp="1"/>
          </p:cNvSpPr>
          <p:nvPr/>
        </p:nvSpPr>
        <p:spPr>
          <a:xfrm xmlns:a="http://schemas.openxmlformats.org/drawingml/2006/main">
            <a:off x="9838944" y="4654296"/>
            <a:ext cx="822960" cy="243840"/>
          </a:xfrm>
          <a:prstGeom xmlns:a="http://schemas.openxmlformats.org/drawingml/2006/main" prst="rect">
            <a:avLst/>
          </a:prstGeom>
          <a:solidFill xmlns:a="http://schemas.openxmlformats.org/drawingml/2006/main">
            <a:srgbClr val="FFFFFF"/>
          </a:solidFill>
        </p:spPr>
        <p:txBody>
          <a:bodyPr xmlns:a="http://schemas.openxmlformats.org/drawingml/2006/main" wrap="square" lIns="0" tIns="0" rIns="0" bIns="0" anchor="t">
            <a:noAutofit/>
          </a:bodyPr>
          <a:lstStyle xmlns:a="http://schemas.openxmlformats.org/drawingml/2006/main">
            <a:defPPr algn="l">
              <a:defRPr sz="1800" b="0">
                <a:solidFill>
                  <a:srgbClr val="808080"/>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16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时间</a:t>
            </a:r>
          </a:p>
        </p:txBody>
      </p:sp>
    </p:spTree>
    <p:extLst>
      <p:ext uri="{BB962C8B-B14F-4D97-AF65-F5344CB8AC3E}">
        <p14:creationId xmlns:p14="http://schemas.microsoft.com/office/powerpoint/2010/main" val="184387956"/>
      </p:ext>
    </p:extLst>
  </p:cSld>
</p:sld>
</file>

<file path=ppt/slides/slide15.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8F63B3CB-DFFF-4DDF-8228-33888C939C74}"/>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8250B9D5-9D43-4695-9B56-E9409B720D78}"/>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67CB0D36-B455-4655-8169-EB1F0B388D02}"/>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采样值可能是3.71，怎样记录？</a:t>
            </a:r>
          </a:p>
        </p:txBody>
      </p:sp>
      <p:sp>
        <p:nvSpPr>
          <p:cNvPr id="5" name="Connector 4">
            <a:extLst xmlns:a="http://schemas.openxmlformats.org/drawingml/2006/main">
              <a:ext uri="{FF2B5EF4-FFF2-40B4-BE49-F238E27FC236}">
                <a16:creationId xmlns:a16="http://schemas.microsoft.com/office/drawing/2014/main" id="{916D2BBF-DFAD-48DE-BB13-363727F95368}"/>
              </a:ext>
            </a:extLst>
          </p:cNvPr>
          <p:cNvSpPr>
            <a:spLocks xmlns:a="http://schemas.openxmlformats.org/drawingml/2006/main" noGrp="1"/>
          </p:cNvSpPr>
          <p:nvPr/>
        </p:nvSpPr>
        <p:spPr>
          <a:xfrm xmlns:a="http://schemas.openxmlformats.org/drawingml/2006/main">
            <a:off x="868680" y="3346704"/>
            <a:ext cx="10149839" cy="0"/>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 name="Connector 5">
            <a:extLst xmlns:a="http://schemas.openxmlformats.org/drawingml/2006/main">
              <a:ext uri="{FF2B5EF4-FFF2-40B4-BE49-F238E27FC236}">
                <a16:creationId xmlns:a16="http://schemas.microsoft.com/office/drawing/2014/main" id="{311957CE-D536-4BC8-A530-0BD3F83435D7}"/>
              </a:ext>
            </a:extLst>
          </p:cNvPr>
          <p:cNvSpPr>
            <a:spLocks xmlns:a="http://schemas.openxmlformats.org/drawingml/2006/main" noGrp="1"/>
          </p:cNvSpPr>
          <p:nvPr/>
        </p:nvSpPr>
        <p:spPr>
          <a:xfrm xmlns:a="http://schemas.openxmlformats.org/drawingml/2006/main">
            <a:off x="960120" y="1956816"/>
            <a:ext cx="0" cy="2788920"/>
          </a:xfrm>
          <a:prstGeom xmlns:a="http://schemas.openxmlformats.org/drawingml/2006/main" prst="line">
            <a:avLst/>
          </a:prstGeom>
          <a:ln xmlns:a="http://schemas.openxmlformats.org/drawingml/2006/main" w="1651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 name="TextBox 6">
            <a:extLst xmlns:a="http://schemas.openxmlformats.org/drawingml/2006/main">
              <a:ext uri="{FF2B5EF4-FFF2-40B4-BE49-F238E27FC236}">
                <a16:creationId xmlns:a16="http://schemas.microsoft.com/office/drawing/2014/main" id="{1D337330-9B47-4DAD-977A-48EF2C82DA9D}"/>
              </a:ext>
            </a:extLst>
          </p:cNvPr>
          <p:cNvSpPr>
            <a:spLocks xmlns:a="http://schemas.openxmlformats.org/drawingml/2006/main" noGrp="1"/>
          </p:cNvSpPr>
          <p:nvPr/>
        </p:nvSpPr>
        <p:spPr>
          <a:xfrm xmlns:a="http://schemas.openxmlformats.org/drawingml/2006/main">
            <a:off x="987552" y="1645920"/>
            <a:ext cx="1280160" cy="24384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1600" b="0">
                <a:solidFill>
                  <a:srgbClr val="808080"/>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1600" b="0">
                <a:solidFill>
                  <a:srgbClr val="808080"/>
                </a:solidFill>
                <a:latin typeface="Alibaba PuHuiTi 3.0 55 Regular"/>
                <a:ea typeface="Alibaba PuHuiTi 3.0 55 Regular"/>
                <a:cs typeface="Alibaba PuHuiTi 3.0 55 Regular"/>
              </a:defRPr>
            </a:pPr>
            <a:r>
              <a:rPr sz="1600" b="0">
                <a:solidFill>
                  <a:srgbClr val="808080"/>
                </a:solidFill>
                <a:latin typeface="Alibaba PuHuiTi 3.0 55 Regular"/>
                <a:ea typeface="Alibaba PuHuiTi 3.0 55 Regular"/>
                <a:cs typeface="Alibaba PuHuiTi 3.0 55 Regular"/>
              </a:rPr>
              <a:t>振幅</a:t>
            </a:r>
          </a:p>
        </p:txBody>
      </p:sp>
      <p:sp>
        <p:nvSpPr>
          <p:cNvPr id="8" name="TextBox 7">
            <a:extLst xmlns:a="http://schemas.openxmlformats.org/drawingml/2006/main">
              <a:ext uri="{FF2B5EF4-FFF2-40B4-BE49-F238E27FC236}">
                <a16:creationId xmlns:a16="http://schemas.microsoft.com/office/drawing/2014/main" id="{55D2DE6A-CA98-4B8A-9A73-BF10E16C2FB8}"/>
              </a:ext>
            </a:extLst>
          </p:cNvPr>
          <p:cNvSpPr>
            <a:spLocks xmlns:a="http://schemas.openxmlformats.org/drawingml/2006/main" noGrp="1"/>
          </p:cNvSpPr>
          <p:nvPr/>
        </p:nvSpPr>
        <p:spPr>
          <a:xfrm xmlns:a="http://schemas.openxmlformats.org/drawingml/2006/main">
            <a:off x="10104119" y="3465576"/>
            <a:ext cx="822960" cy="24384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1600" b="0">
                <a:solidFill>
                  <a:srgbClr val="808080"/>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1600" b="0">
                <a:solidFill>
                  <a:srgbClr val="808080"/>
                </a:solidFill>
                <a:latin typeface="Alibaba PuHuiTi 3.0 55 Regular"/>
                <a:ea typeface="Alibaba PuHuiTi 3.0 55 Regular"/>
                <a:cs typeface="Alibaba PuHuiTi 3.0 55 Regular"/>
              </a:defRPr>
            </a:pPr>
            <a:r>
              <a:rPr sz="1600" b="0">
                <a:solidFill>
                  <a:srgbClr val="808080"/>
                </a:solidFill>
                <a:latin typeface="Alibaba PuHuiTi 3.0 55 Regular"/>
                <a:ea typeface="Alibaba PuHuiTi 3.0 55 Regular"/>
                <a:cs typeface="Alibaba PuHuiTi 3.0 55 Regular"/>
              </a:rPr>
              <a:t>时间</a:t>
            </a:r>
          </a:p>
        </p:txBody>
      </p:sp>
      <p:sp>
        <p:nvSpPr>
          <p:cNvPr id="9" name="Connector 8">
            <a:extLst xmlns:a="http://schemas.openxmlformats.org/drawingml/2006/main">
              <a:ext uri="{FF2B5EF4-FFF2-40B4-BE49-F238E27FC236}">
                <a16:creationId xmlns:a16="http://schemas.microsoft.com/office/drawing/2014/main" id="{2D19FB13-5991-4647-AFD4-7D597EFDB3B8}"/>
              </a:ext>
            </a:extLst>
          </p:cNvPr>
          <p:cNvSpPr>
            <a:spLocks xmlns:a="http://schemas.openxmlformats.org/drawingml/2006/main" noGrp="1"/>
          </p:cNvSpPr>
          <p:nvPr/>
        </p:nvSpPr>
        <p:spPr>
          <a:xfrm xmlns:a="http://schemas.openxmlformats.org/drawingml/2006/main" flipV="1">
            <a:off x="1005840" y="3235877"/>
            <a:ext cx="93451" cy="97111"/>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 name="Connector 9">
            <a:extLst xmlns:a="http://schemas.openxmlformats.org/drawingml/2006/main">
              <a:ext uri="{FF2B5EF4-FFF2-40B4-BE49-F238E27FC236}">
                <a16:creationId xmlns:a16="http://schemas.microsoft.com/office/drawing/2014/main" id="{8B1BC75A-D579-4FC2-9304-9B9C89EFDF3F}"/>
              </a:ext>
            </a:extLst>
          </p:cNvPr>
          <p:cNvSpPr>
            <a:spLocks xmlns:a="http://schemas.openxmlformats.org/drawingml/2006/main" noGrp="1"/>
          </p:cNvSpPr>
          <p:nvPr/>
        </p:nvSpPr>
        <p:spPr>
          <a:xfrm xmlns:a="http://schemas.openxmlformats.org/drawingml/2006/main" flipV="1">
            <a:off x="1099291" y="3139629"/>
            <a:ext cx="93452" cy="96248"/>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1" name="Connector 10">
            <a:extLst xmlns:a="http://schemas.openxmlformats.org/drawingml/2006/main">
              <a:ext uri="{FF2B5EF4-FFF2-40B4-BE49-F238E27FC236}">
                <a16:creationId xmlns:a16="http://schemas.microsoft.com/office/drawing/2014/main" id="{711A6D78-2BEA-45F0-B804-DF7BDE2FF2FB}"/>
              </a:ext>
            </a:extLst>
          </p:cNvPr>
          <p:cNvSpPr>
            <a:spLocks xmlns:a="http://schemas.openxmlformats.org/drawingml/2006/main" noGrp="1"/>
          </p:cNvSpPr>
          <p:nvPr/>
        </p:nvSpPr>
        <p:spPr>
          <a:xfrm xmlns:a="http://schemas.openxmlformats.org/drawingml/2006/main" flipV="1">
            <a:off x="1192743" y="3045096"/>
            <a:ext cx="93452" cy="94533"/>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2" name="Connector 11">
            <a:extLst xmlns:a="http://schemas.openxmlformats.org/drawingml/2006/main">
              <a:ext uri="{FF2B5EF4-FFF2-40B4-BE49-F238E27FC236}">
                <a16:creationId xmlns:a16="http://schemas.microsoft.com/office/drawing/2014/main" id="{AE5E96BD-36EB-48E4-BD59-BFCB517C9DC0}"/>
              </a:ext>
            </a:extLst>
          </p:cNvPr>
          <p:cNvSpPr>
            <a:spLocks xmlns:a="http://schemas.openxmlformats.org/drawingml/2006/main" noGrp="1"/>
          </p:cNvSpPr>
          <p:nvPr/>
        </p:nvSpPr>
        <p:spPr>
          <a:xfrm xmlns:a="http://schemas.openxmlformats.org/drawingml/2006/main" flipV="1">
            <a:off x="1286195" y="2953120"/>
            <a:ext cx="93451" cy="91976"/>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3" name="Connector 12">
            <a:extLst xmlns:a="http://schemas.openxmlformats.org/drawingml/2006/main">
              <a:ext uri="{FF2B5EF4-FFF2-40B4-BE49-F238E27FC236}">
                <a16:creationId xmlns:a16="http://schemas.microsoft.com/office/drawing/2014/main" id="{60F38B87-C214-47CE-A3C6-80012D956F59}"/>
              </a:ext>
            </a:extLst>
          </p:cNvPr>
          <p:cNvSpPr>
            <a:spLocks xmlns:a="http://schemas.openxmlformats.org/drawingml/2006/main" noGrp="1"/>
          </p:cNvSpPr>
          <p:nvPr/>
        </p:nvSpPr>
        <p:spPr>
          <a:xfrm xmlns:a="http://schemas.openxmlformats.org/drawingml/2006/main" flipV="1">
            <a:off x="1379646" y="2864515"/>
            <a:ext cx="93452" cy="88605"/>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4" name="Connector 13">
            <a:extLst xmlns:a="http://schemas.openxmlformats.org/drawingml/2006/main">
              <a:ext uri="{FF2B5EF4-FFF2-40B4-BE49-F238E27FC236}">
                <a16:creationId xmlns:a16="http://schemas.microsoft.com/office/drawing/2014/main" id="{76EC08F9-1686-4ECC-A440-4E2502BBD593}"/>
              </a:ext>
            </a:extLst>
          </p:cNvPr>
          <p:cNvSpPr>
            <a:spLocks xmlns:a="http://schemas.openxmlformats.org/drawingml/2006/main" noGrp="1"/>
          </p:cNvSpPr>
          <p:nvPr/>
        </p:nvSpPr>
        <p:spPr>
          <a:xfrm xmlns:a="http://schemas.openxmlformats.org/drawingml/2006/main" flipV="1">
            <a:off x="1473098" y="2780068"/>
            <a:ext cx="93452" cy="84447"/>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5" name="Connector 14">
            <a:extLst xmlns:a="http://schemas.openxmlformats.org/drawingml/2006/main">
              <a:ext uri="{FF2B5EF4-FFF2-40B4-BE49-F238E27FC236}">
                <a16:creationId xmlns:a16="http://schemas.microsoft.com/office/drawing/2014/main" id="{454E6EE6-1447-4BFC-B212-D880E059B8E4}"/>
              </a:ext>
            </a:extLst>
          </p:cNvPr>
          <p:cNvSpPr>
            <a:spLocks xmlns:a="http://schemas.openxmlformats.org/drawingml/2006/main" noGrp="1"/>
          </p:cNvSpPr>
          <p:nvPr/>
        </p:nvSpPr>
        <p:spPr>
          <a:xfrm xmlns:a="http://schemas.openxmlformats.org/drawingml/2006/main" flipV="1">
            <a:off x="1566550" y="2700528"/>
            <a:ext cx="93451" cy="79540"/>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6" name="Connector 15">
            <a:extLst xmlns:a="http://schemas.openxmlformats.org/drawingml/2006/main">
              <a:ext uri="{FF2B5EF4-FFF2-40B4-BE49-F238E27FC236}">
                <a16:creationId xmlns:a16="http://schemas.microsoft.com/office/drawing/2014/main" id="{9C135980-464D-44C4-9B92-B1B942F65488}"/>
              </a:ext>
            </a:extLst>
          </p:cNvPr>
          <p:cNvSpPr>
            <a:spLocks xmlns:a="http://schemas.openxmlformats.org/drawingml/2006/main" noGrp="1"/>
          </p:cNvSpPr>
          <p:nvPr/>
        </p:nvSpPr>
        <p:spPr>
          <a:xfrm xmlns:a="http://schemas.openxmlformats.org/drawingml/2006/main" flipV="1">
            <a:off x="1660001" y="2626603"/>
            <a:ext cx="93452" cy="73925"/>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7" name="Connector 16">
            <a:extLst xmlns:a="http://schemas.openxmlformats.org/drawingml/2006/main">
              <a:ext uri="{FF2B5EF4-FFF2-40B4-BE49-F238E27FC236}">
                <a16:creationId xmlns:a16="http://schemas.microsoft.com/office/drawing/2014/main" id="{3752876A-E36D-4851-AB67-66EFD520DBCB}"/>
              </a:ext>
            </a:extLst>
          </p:cNvPr>
          <p:cNvSpPr>
            <a:spLocks xmlns:a="http://schemas.openxmlformats.org/drawingml/2006/main" noGrp="1"/>
          </p:cNvSpPr>
          <p:nvPr/>
        </p:nvSpPr>
        <p:spPr>
          <a:xfrm xmlns:a="http://schemas.openxmlformats.org/drawingml/2006/main" flipV="1">
            <a:off x="1753453" y="2558948"/>
            <a:ext cx="93452" cy="67655"/>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8" name="Connector 17">
            <a:extLst xmlns:a="http://schemas.openxmlformats.org/drawingml/2006/main">
              <a:ext uri="{FF2B5EF4-FFF2-40B4-BE49-F238E27FC236}">
                <a16:creationId xmlns:a16="http://schemas.microsoft.com/office/drawing/2014/main" id="{4C0104AC-7888-4E47-877F-628EE86AD9FB}"/>
              </a:ext>
            </a:extLst>
          </p:cNvPr>
          <p:cNvSpPr>
            <a:spLocks xmlns:a="http://schemas.openxmlformats.org/drawingml/2006/main" noGrp="1"/>
          </p:cNvSpPr>
          <p:nvPr/>
        </p:nvSpPr>
        <p:spPr>
          <a:xfrm xmlns:a="http://schemas.openxmlformats.org/drawingml/2006/main" flipV="1">
            <a:off x="1846905" y="2498163"/>
            <a:ext cx="93451" cy="60785"/>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9" name="Connector 18">
            <a:extLst xmlns:a="http://schemas.openxmlformats.org/drawingml/2006/main">
              <a:ext uri="{FF2B5EF4-FFF2-40B4-BE49-F238E27FC236}">
                <a16:creationId xmlns:a16="http://schemas.microsoft.com/office/drawing/2014/main" id="{F35A74A7-7521-4297-A874-1B5A61F90453}"/>
              </a:ext>
            </a:extLst>
          </p:cNvPr>
          <p:cNvSpPr>
            <a:spLocks xmlns:a="http://schemas.openxmlformats.org/drawingml/2006/main" noGrp="1"/>
          </p:cNvSpPr>
          <p:nvPr/>
        </p:nvSpPr>
        <p:spPr>
          <a:xfrm xmlns:a="http://schemas.openxmlformats.org/drawingml/2006/main" flipV="1">
            <a:off x="1940356" y="2444787"/>
            <a:ext cx="93452" cy="53376"/>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0" name="Connector 19">
            <a:extLst xmlns:a="http://schemas.openxmlformats.org/drawingml/2006/main">
              <a:ext uri="{FF2B5EF4-FFF2-40B4-BE49-F238E27FC236}">
                <a16:creationId xmlns:a16="http://schemas.microsoft.com/office/drawing/2014/main" id="{13883AD0-F3C0-4081-B74C-F9230D756825}"/>
              </a:ext>
            </a:extLst>
          </p:cNvPr>
          <p:cNvSpPr>
            <a:spLocks xmlns:a="http://schemas.openxmlformats.org/drawingml/2006/main" noGrp="1"/>
          </p:cNvSpPr>
          <p:nvPr/>
        </p:nvSpPr>
        <p:spPr>
          <a:xfrm xmlns:a="http://schemas.openxmlformats.org/drawingml/2006/main" flipV="1">
            <a:off x="2033808" y="2399296"/>
            <a:ext cx="93452" cy="45491"/>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1" name="Connector 20">
            <a:extLst xmlns:a="http://schemas.openxmlformats.org/drawingml/2006/main">
              <a:ext uri="{FF2B5EF4-FFF2-40B4-BE49-F238E27FC236}">
                <a16:creationId xmlns:a16="http://schemas.microsoft.com/office/drawing/2014/main" id="{DCF46EC5-A979-459B-A477-6B56626846BF}"/>
              </a:ext>
            </a:extLst>
          </p:cNvPr>
          <p:cNvSpPr>
            <a:spLocks xmlns:a="http://schemas.openxmlformats.org/drawingml/2006/main" noGrp="1"/>
          </p:cNvSpPr>
          <p:nvPr/>
        </p:nvSpPr>
        <p:spPr>
          <a:xfrm xmlns:a="http://schemas.openxmlformats.org/drawingml/2006/main" flipV="1">
            <a:off x="2127260" y="2362092"/>
            <a:ext cx="93451" cy="37204"/>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2" name="Connector 21">
            <a:extLst xmlns:a="http://schemas.openxmlformats.org/drawingml/2006/main">
              <a:ext uri="{FF2B5EF4-FFF2-40B4-BE49-F238E27FC236}">
                <a16:creationId xmlns:a16="http://schemas.microsoft.com/office/drawing/2014/main" id="{223F8C8D-64AA-47E2-A3B1-6FDA3CA68B69}"/>
              </a:ext>
            </a:extLst>
          </p:cNvPr>
          <p:cNvSpPr>
            <a:spLocks xmlns:a="http://schemas.openxmlformats.org/drawingml/2006/main" noGrp="1"/>
          </p:cNvSpPr>
          <p:nvPr/>
        </p:nvSpPr>
        <p:spPr>
          <a:xfrm xmlns:a="http://schemas.openxmlformats.org/drawingml/2006/main" flipV="1">
            <a:off x="2220711" y="2333506"/>
            <a:ext cx="93452" cy="28586"/>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3" name="Connector 22">
            <a:extLst xmlns:a="http://schemas.openxmlformats.org/drawingml/2006/main">
              <a:ext uri="{FF2B5EF4-FFF2-40B4-BE49-F238E27FC236}">
                <a16:creationId xmlns:a16="http://schemas.microsoft.com/office/drawing/2014/main" id="{9834F3A5-5373-47DC-9DB9-7597A84CB30B}"/>
              </a:ext>
            </a:extLst>
          </p:cNvPr>
          <p:cNvSpPr>
            <a:spLocks xmlns:a="http://schemas.openxmlformats.org/drawingml/2006/main" noGrp="1"/>
          </p:cNvSpPr>
          <p:nvPr/>
        </p:nvSpPr>
        <p:spPr>
          <a:xfrm xmlns:a="http://schemas.openxmlformats.org/drawingml/2006/main" flipV="1">
            <a:off x="2314163" y="2313792"/>
            <a:ext cx="93452" cy="19714"/>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4" name="Connector 23">
            <a:extLst xmlns:a="http://schemas.openxmlformats.org/drawingml/2006/main">
              <a:ext uri="{FF2B5EF4-FFF2-40B4-BE49-F238E27FC236}">
                <a16:creationId xmlns:a16="http://schemas.microsoft.com/office/drawing/2014/main" id="{085A0C69-0AE8-4A48-AA08-B09B8850D6AC}"/>
              </a:ext>
            </a:extLst>
          </p:cNvPr>
          <p:cNvSpPr>
            <a:spLocks xmlns:a="http://schemas.openxmlformats.org/drawingml/2006/main" noGrp="1"/>
          </p:cNvSpPr>
          <p:nvPr/>
        </p:nvSpPr>
        <p:spPr>
          <a:xfrm xmlns:a="http://schemas.openxmlformats.org/drawingml/2006/main" flipV="1">
            <a:off x="2407615" y="2303123"/>
            <a:ext cx="93451" cy="10669"/>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5" name="Connector 24">
            <a:extLst xmlns:a="http://schemas.openxmlformats.org/drawingml/2006/main">
              <a:ext uri="{FF2B5EF4-FFF2-40B4-BE49-F238E27FC236}">
                <a16:creationId xmlns:a16="http://schemas.microsoft.com/office/drawing/2014/main" id="{873D8AA9-7E8D-4EE8-9A92-7338F0203277}"/>
              </a:ext>
            </a:extLst>
          </p:cNvPr>
          <p:cNvSpPr>
            <a:spLocks xmlns:a="http://schemas.openxmlformats.org/drawingml/2006/main" noGrp="1"/>
          </p:cNvSpPr>
          <p:nvPr/>
        </p:nvSpPr>
        <p:spPr>
          <a:xfrm xmlns:a="http://schemas.openxmlformats.org/drawingml/2006/main" flipV="1">
            <a:off x="2501066" y="2301596"/>
            <a:ext cx="93452" cy="1527"/>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6" name="Connector 25">
            <a:extLst xmlns:a="http://schemas.openxmlformats.org/drawingml/2006/main">
              <a:ext uri="{FF2B5EF4-FFF2-40B4-BE49-F238E27FC236}">
                <a16:creationId xmlns:a16="http://schemas.microsoft.com/office/drawing/2014/main" id="{01E7B7F6-78AC-4CF9-A854-A93AB7706172}"/>
              </a:ext>
            </a:extLst>
          </p:cNvPr>
          <p:cNvSpPr>
            <a:spLocks xmlns:a="http://schemas.openxmlformats.org/drawingml/2006/main" noGrp="1"/>
          </p:cNvSpPr>
          <p:nvPr/>
        </p:nvSpPr>
        <p:spPr>
          <a:xfrm xmlns:a="http://schemas.openxmlformats.org/drawingml/2006/main">
            <a:off x="2594518" y="2301596"/>
            <a:ext cx="93452" cy="7628"/>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7" name="Connector 26">
            <a:extLst xmlns:a="http://schemas.openxmlformats.org/drawingml/2006/main">
              <a:ext uri="{FF2B5EF4-FFF2-40B4-BE49-F238E27FC236}">
                <a16:creationId xmlns:a16="http://schemas.microsoft.com/office/drawing/2014/main" id="{8806E368-289F-4EB6-B5B2-825AB357369A}"/>
              </a:ext>
            </a:extLst>
          </p:cNvPr>
          <p:cNvSpPr>
            <a:spLocks xmlns:a="http://schemas.openxmlformats.org/drawingml/2006/main" noGrp="1"/>
          </p:cNvSpPr>
          <p:nvPr/>
        </p:nvSpPr>
        <p:spPr>
          <a:xfrm xmlns:a="http://schemas.openxmlformats.org/drawingml/2006/main">
            <a:off x="2687970" y="2309224"/>
            <a:ext cx="93451" cy="16715"/>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8" name="Connector 27">
            <a:extLst xmlns:a="http://schemas.openxmlformats.org/drawingml/2006/main">
              <a:ext uri="{FF2B5EF4-FFF2-40B4-BE49-F238E27FC236}">
                <a16:creationId xmlns:a16="http://schemas.microsoft.com/office/drawing/2014/main" id="{18C88E08-0B45-4515-81BE-996D64004B68}"/>
              </a:ext>
            </a:extLst>
          </p:cNvPr>
          <p:cNvSpPr>
            <a:spLocks xmlns:a="http://schemas.openxmlformats.org/drawingml/2006/main" noGrp="1"/>
          </p:cNvSpPr>
          <p:nvPr/>
        </p:nvSpPr>
        <p:spPr>
          <a:xfrm xmlns:a="http://schemas.openxmlformats.org/drawingml/2006/main">
            <a:off x="2781421" y="2325939"/>
            <a:ext cx="93452" cy="25653"/>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9" name="Connector 28">
            <a:extLst xmlns:a="http://schemas.openxmlformats.org/drawingml/2006/main">
              <a:ext uri="{FF2B5EF4-FFF2-40B4-BE49-F238E27FC236}">
                <a16:creationId xmlns:a16="http://schemas.microsoft.com/office/drawing/2014/main" id="{634DFA69-8A6E-4DF7-B2BE-841DA53CF095}"/>
              </a:ext>
            </a:extLst>
          </p:cNvPr>
          <p:cNvSpPr>
            <a:spLocks xmlns:a="http://schemas.openxmlformats.org/drawingml/2006/main" noGrp="1"/>
          </p:cNvSpPr>
          <p:nvPr/>
        </p:nvSpPr>
        <p:spPr>
          <a:xfrm xmlns:a="http://schemas.openxmlformats.org/drawingml/2006/main">
            <a:off x="2874873" y="2351592"/>
            <a:ext cx="93452" cy="34364"/>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0" name="Connector 29">
            <a:extLst xmlns:a="http://schemas.openxmlformats.org/drawingml/2006/main">
              <a:ext uri="{FF2B5EF4-FFF2-40B4-BE49-F238E27FC236}">
                <a16:creationId xmlns:a16="http://schemas.microsoft.com/office/drawing/2014/main" id="{0AF093DC-1EC3-4617-82EE-9C24462C6D27}"/>
              </a:ext>
            </a:extLst>
          </p:cNvPr>
          <p:cNvSpPr>
            <a:spLocks xmlns:a="http://schemas.openxmlformats.org/drawingml/2006/main" noGrp="1"/>
          </p:cNvSpPr>
          <p:nvPr/>
        </p:nvSpPr>
        <p:spPr>
          <a:xfrm xmlns:a="http://schemas.openxmlformats.org/drawingml/2006/main">
            <a:off x="2968325" y="2385956"/>
            <a:ext cx="93451" cy="42770"/>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1" name="Connector 30">
            <a:extLst xmlns:a="http://schemas.openxmlformats.org/drawingml/2006/main">
              <a:ext uri="{FF2B5EF4-FFF2-40B4-BE49-F238E27FC236}">
                <a16:creationId xmlns:a16="http://schemas.microsoft.com/office/drawing/2014/main" id="{99EF7571-047D-4262-AE99-6766056682F6}"/>
              </a:ext>
            </a:extLst>
          </p:cNvPr>
          <p:cNvSpPr>
            <a:spLocks xmlns:a="http://schemas.openxmlformats.org/drawingml/2006/main" noGrp="1"/>
          </p:cNvSpPr>
          <p:nvPr/>
        </p:nvSpPr>
        <p:spPr>
          <a:xfrm xmlns:a="http://schemas.openxmlformats.org/drawingml/2006/main">
            <a:off x="3061776" y="2428726"/>
            <a:ext cx="93452" cy="50797"/>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2" name="Connector 31">
            <a:extLst xmlns:a="http://schemas.openxmlformats.org/drawingml/2006/main">
              <a:ext uri="{FF2B5EF4-FFF2-40B4-BE49-F238E27FC236}">
                <a16:creationId xmlns:a16="http://schemas.microsoft.com/office/drawing/2014/main" id="{73158CB4-02A6-498E-A1BA-7B15EB241C80}"/>
              </a:ext>
            </a:extLst>
          </p:cNvPr>
          <p:cNvSpPr>
            <a:spLocks xmlns:a="http://schemas.openxmlformats.org/drawingml/2006/main" noGrp="1"/>
          </p:cNvSpPr>
          <p:nvPr/>
        </p:nvSpPr>
        <p:spPr>
          <a:xfrm xmlns:a="http://schemas.openxmlformats.org/drawingml/2006/main">
            <a:off x="3155228" y="2479523"/>
            <a:ext cx="93452" cy="58372"/>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3" name="Connector 32">
            <a:extLst xmlns:a="http://schemas.openxmlformats.org/drawingml/2006/main">
              <a:ext uri="{FF2B5EF4-FFF2-40B4-BE49-F238E27FC236}">
                <a16:creationId xmlns:a16="http://schemas.microsoft.com/office/drawing/2014/main" id="{060FFA68-D05F-4DA4-9122-988EEB348AA7}"/>
              </a:ext>
            </a:extLst>
          </p:cNvPr>
          <p:cNvSpPr>
            <a:spLocks xmlns:a="http://schemas.openxmlformats.org/drawingml/2006/main" noGrp="1"/>
          </p:cNvSpPr>
          <p:nvPr/>
        </p:nvSpPr>
        <p:spPr>
          <a:xfrm xmlns:a="http://schemas.openxmlformats.org/drawingml/2006/main">
            <a:off x="3248680" y="2537895"/>
            <a:ext cx="93452" cy="65429"/>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4" name="Connector 33">
            <a:extLst xmlns:a="http://schemas.openxmlformats.org/drawingml/2006/main">
              <a:ext uri="{FF2B5EF4-FFF2-40B4-BE49-F238E27FC236}">
                <a16:creationId xmlns:a16="http://schemas.microsoft.com/office/drawing/2014/main" id="{8C6D75D3-433F-429F-90FB-0E577CB5CFAD}"/>
              </a:ext>
            </a:extLst>
          </p:cNvPr>
          <p:cNvSpPr>
            <a:spLocks xmlns:a="http://schemas.openxmlformats.org/drawingml/2006/main" noGrp="1"/>
          </p:cNvSpPr>
          <p:nvPr/>
        </p:nvSpPr>
        <p:spPr>
          <a:xfrm xmlns:a="http://schemas.openxmlformats.org/drawingml/2006/main">
            <a:off x="3342132" y="2603324"/>
            <a:ext cx="93451" cy="71905"/>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5" name="Connector 34">
            <a:extLst xmlns:a="http://schemas.openxmlformats.org/drawingml/2006/main">
              <a:ext uri="{FF2B5EF4-FFF2-40B4-BE49-F238E27FC236}">
                <a16:creationId xmlns:a16="http://schemas.microsoft.com/office/drawing/2014/main" id="{89E30619-FD20-42F1-B804-467382A2B13D}"/>
              </a:ext>
            </a:extLst>
          </p:cNvPr>
          <p:cNvSpPr>
            <a:spLocks xmlns:a="http://schemas.openxmlformats.org/drawingml/2006/main" noGrp="1"/>
          </p:cNvSpPr>
          <p:nvPr/>
        </p:nvSpPr>
        <p:spPr>
          <a:xfrm xmlns:a="http://schemas.openxmlformats.org/drawingml/2006/main">
            <a:off x="3435583" y="2675229"/>
            <a:ext cx="93452" cy="77744"/>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6" name="Connector 35">
            <a:extLst xmlns:a="http://schemas.openxmlformats.org/drawingml/2006/main">
              <a:ext uri="{FF2B5EF4-FFF2-40B4-BE49-F238E27FC236}">
                <a16:creationId xmlns:a16="http://schemas.microsoft.com/office/drawing/2014/main" id="{0CB3F36F-8B70-4E10-B1C1-2054F7EEB919}"/>
              </a:ext>
            </a:extLst>
          </p:cNvPr>
          <p:cNvSpPr>
            <a:spLocks xmlns:a="http://schemas.openxmlformats.org/drawingml/2006/main" noGrp="1"/>
          </p:cNvSpPr>
          <p:nvPr/>
        </p:nvSpPr>
        <p:spPr>
          <a:xfrm xmlns:a="http://schemas.openxmlformats.org/drawingml/2006/main">
            <a:off x="3529035" y="2752973"/>
            <a:ext cx="93452" cy="82893"/>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7" name="Connector 36">
            <a:extLst xmlns:a="http://schemas.openxmlformats.org/drawingml/2006/main">
              <a:ext uri="{FF2B5EF4-FFF2-40B4-BE49-F238E27FC236}">
                <a16:creationId xmlns:a16="http://schemas.microsoft.com/office/drawing/2014/main" id="{7DDFDC78-B1F0-42CA-9F11-EFBCE43A109A}"/>
              </a:ext>
            </a:extLst>
          </p:cNvPr>
          <p:cNvSpPr>
            <a:spLocks xmlns:a="http://schemas.openxmlformats.org/drawingml/2006/main" noGrp="1"/>
          </p:cNvSpPr>
          <p:nvPr/>
        </p:nvSpPr>
        <p:spPr>
          <a:xfrm xmlns:a="http://schemas.openxmlformats.org/drawingml/2006/main">
            <a:off x="3622487" y="2835866"/>
            <a:ext cx="93451" cy="87304"/>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8" name="Connector 37">
            <a:extLst xmlns:a="http://schemas.openxmlformats.org/drawingml/2006/main">
              <a:ext uri="{FF2B5EF4-FFF2-40B4-BE49-F238E27FC236}">
                <a16:creationId xmlns:a16="http://schemas.microsoft.com/office/drawing/2014/main" id="{5FD34E45-F7AC-409D-8319-329DC984DCAF}"/>
              </a:ext>
            </a:extLst>
          </p:cNvPr>
          <p:cNvSpPr>
            <a:spLocks xmlns:a="http://schemas.openxmlformats.org/drawingml/2006/main" noGrp="1"/>
          </p:cNvSpPr>
          <p:nvPr/>
        </p:nvSpPr>
        <p:spPr>
          <a:xfrm xmlns:a="http://schemas.openxmlformats.org/drawingml/2006/main">
            <a:off x="3715938" y="2923170"/>
            <a:ext cx="93452" cy="90943"/>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9" name="Connector 38">
            <a:extLst xmlns:a="http://schemas.openxmlformats.org/drawingml/2006/main">
              <a:ext uri="{FF2B5EF4-FFF2-40B4-BE49-F238E27FC236}">
                <a16:creationId xmlns:a16="http://schemas.microsoft.com/office/drawing/2014/main" id="{490156CF-E1AE-494E-B14D-6872EF36C60E}"/>
              </a:ext>
            </a:extLst>
          </p:cNvPr>
          <p:cNvSpPr>
            <a:spLocks xmlns:a="http://schemas.openxmlformats.org/drawingml/2006/main" noGrp="1"/>
          </p:cNvSpPr>
          <p:nvPr/>
        </p:nvSpPr>
        <p:spPr>
          <a:xfrm xmlns:a="http://schemas.openxmlformats.org/drawingml/2006/main">
            <a:off x="3809390" y="3014113"/>
            <a:ext cx="93452" cy="93772"/>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0" name="Connector 39">
            <a:extLst xmlns:a="http://schemas.openxmlformats.org/drawingml/2006/main">
              <a:ext uri="{FF2B5EF4-FFF2-40B4-BE49-F238E27FC236}">
                <a16:creationId xmlns:a16="http://schemas.microsoft.com/office/drawing/2014/main" id="{25E06554-CCC8-47C2-A37B-EE76FA9A423A}"/>
              </a:ext>
            </a:extLst>
          </p:cNvPr>
          <p:cNvSpPr>
            <a:spLocks xmlns:a="http://schemas.openxmlformats.org/drawingml/2006/main" noGrp="1"/>
          </p:cNvSpPr>
          <p:nvPr/>
        </p:nvSpPr>
        <p:spPr>
          <a:xfrm xmlns:a="http://schemas.openxmlformats.org/drawingml/2006/main">
            <a:off x="3902842" y="3107885"/>
            <a:ext cx="93451" cy="95771"/>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1" name="Connector 40">
            <a:extLst xmlns:a="http://schemas.openxmlformats.org/drawingml/2006/main">
              <a:ext uri="{FF2B5EF4-FFF2-40B4-BE49-F238E27FC236}">
                <a16:creationId xmlns:a16="http://schemas.microsoft.com/office/drawing/2014/main" id="{7A15D774-F5AD-4EDB-8F90-DC865CE8DB81}"/>
              </a:ext>
            </a:extLst>
          </p:cNvPr>
          <p:cNvSpPr>
            <a:spLocks xmlns:a="http://schemas.openxmlformats.org/drawingml/2006/main" noGrp="1"/>
          </p:cNvSpPr>
          <p:nvPr/>
        </p:nvSpPr>
        <p:spPr>
          <a:xfrm xmlns:a="http://schemas.openxmlformats.org/drawingml/2006/main">
            <a:off x="3996293" y="3203656"/>
            <a:ext cx="93452" cy="96919"/>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2" name="Connector 41">
            <a:extLst xmlns:a="http://schemas.openxmlformats.org/drawingml/2006/main">
              <a:ext uri="{FF2B5EF4-FFF2-40B4-BE49-F238E27FC236}">
                <a16:creationId xmlns:a16="http://schemas.microsoft.com/office/drawing/2014/main" id="{80BF939D-67C6-44CE-A5C5-12BCB4728D89}"/>
              </a:ext>
            </a:extLst>
          </p:cNvPr>
          <p:cNvSpPr>
            <a:spLocks xmlns:a="http://schemas.openxmlformats.org/drawingml/2006/main" noGrp="1"/>
          </p:cNvSpPr>
          <p:nvPr/>
        </p:nvSpPr>
        <p:spPr>
          <a:xfrm xmlns:a="http://schemas.openxmlformats.org/drawingml/2006/main">
            <a:off x="4089745" y="3300575"/>
            <a:ext cx="93452" cy="97206"/>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3" name="Connector 42">
            <a:extLst xmlns:a="http://schemas.openxmlformats.org/drawingml/2006/main">
              <a:ext uri="{FF2B5EF4-FFF2-40B4-BE49-F238E27FC236}">
                <a16:creationId xmlns:a16="http://schemas.microsoft.com/office/drawing/2014/main" id="{588D2224-C98F-46FF-BD7F-0DBEA8B1C07F}"/>
              </a:ext>
            </a:extLst>
          </p:cNvPr>
          <p:cNvSpPr>
            <a:spLocks xmlns:a="http://schemas.openxmlformats.org/drawingml/2006/main" noGrp="1"/>
          </p:cNvSpPr>
          <p:nvPr/>
        </p:nvSpPr>
        <p:spPr>
          <a:xfrm xmlns:a="http://schemas.openxmlformats.org/drawingml/2006/main">
            <a:off x="4183197" y="3397781"/>
            <a:ext cx="93451" cy="96631"/>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4" name="Connector 43">
            <a:extLst xmlns:a="http://schemas.openxmlformats.org/drawingml/2006/main">
              <a:ext uri="{FF2B5EF4-FFF2-40B4-BE49-F238E27FC236}">
                <a16:creationId xmlns:a16="http://schemas.microsoft.com/office/drawing/2014/main" id="{898BBC94-4801-4CE7-85AE-CB864D3A00D6}"/>
              </a:ext>
            </a:extLst>
          </p:cNvPr>
          <p:cNvSpPr>
            <a:spLocks xmlns:a="http://schemas.openxmlformats.org/drawingml/2006/main" noGrp="1"/>
          </p:cNvSpPr>
          <p:nvPr/>
        </p:nvSpPr>
        <p:spPr>
          <a:xfrm xmlns:a="http://schemas.openxmlformats.org/drawingml/2006/main">
            <a:off x="4276648" y="3494412"/>
            <a:ext cx="93452" cy="95199"/>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5" name="Connector 44">
            <a:extLst xmlns:a="http://schemas.openxmlformats.org/drawingml/2006/main">
              <a:ext uri="{FF2B5EF4-FFF2-40B4-BE49-F238E27FC236}">
                <a16:creationId xmlns:a16="http://schemas.microsoft.com/office/drawing/2014/main" id="{549484E4-27E8-4A82-AE19-60BBB8BB074D}"/>
              </a:ext>
            </a:extLst>
          </p:cNvPr>
          <p:cNvSpPr>
            <a:spLocks xmlns:a="http://schemas.openxmlformats.org/drawingml/2006/main" noGrp="1"/>
          </p:cNvSpPr>
          <p:nvPr/>
        </p:nvSpPr>
        <p:spPr>
          <a:xfrm xmlns:a="http://schemas.openxmlformats.org/drawingml/2006/main">
            <a:off x="4370100" y="3589611"/>
            <a:ext cx="93452" cy="92920"/>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6" name="Connector 45">
            <a:extLst xmlns:a="http://schemas.openxmlformats.org/drawingml/2006/main">
              <a:ext uri="{FF2B5EF4-FFF2-40B4-BE49-F238E27FC236}">
                <a16:creationId xmlns:a16="http://schemas.microsoft.com/office/drawing/2014/main" id="{2C55ACA4-5B96-4B08-BFEF-24DA7ACB6E76}"/>
              </a:ext>
            </a:extLst>
          </p:cNvPr>
          <p:cNvSpPr>
            <a:spLocks xmlns:a="http://schemas.openxmlformats.org/drawingml/2006/main" noGrp="1"/>
          </p:cNvSpPr>
          <p:nvPr/>
        </p:nvSpPr>
        <p:spPr>
          <a:xfrm xmlns:a="http://schemas.openxmlformats.org/drawingml/2006/main">
            <a:off x="4463552" y="3682531"/>
            <a:ext cx="93451" cy="89818"/>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7" name="Connector 46">
            <a:extLst xmlns:a="http://schemas.openxmlformats.org/drawingml/2006/main">
              <a:ext uri="{FF2B5EF4-FFF2-40B4-BE49-F238E27FC236}">
                <a16:creationId xmlns:a16="http://schemas.microsoft.com/office/drawing/2014/main" id="{2AFEAAF8-0AB8-4032-AFF6-C8EA57939E36}"/>
              </a:ext>
            </a:extLst>
          </p:cNvPr>
          <p:cNvSpPr>
            <a:spLocks xmlns:a="http://schemas.openxmlformats.org/drawingml/2006/main" noGrp="1"/>
          </p:cNvSpPr>
          <p:nvPr/>
        </p:nvSpPr>
        <p:spPr>
          <a:xfrm xmlns:a="http://schemas.openxmlformats.org/drawingml/2006/main">
            <a:off x="4557003" y="3772349"/>
            <a:ext cx="93452" cy="85919"/>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8" name="Connector 47">
            <a:extLst xmlns:a="http://schemas.openxmlformats.org/drawingml/2006/main">
              <a:ext uri="{FF2B5EF4-FFF2-40B4-BE49-F238E27FC236}">
                <a16:creationId xmlns:a16="http://schemas.microsoft.com/office/drawing/2014/main" id="{6CC1A466-76BF-4D93-8F78-14B9BF477EF4}"/>
              </a:ext>
            </a:extLst>
          </p:cNvPr>
          <p:cNvSpPr>
            <a:spLocks xmlns:a="http://schemas.openxmlformats.org/drawingml/2006/main" noGrp="1"/>
          </p:cNvSpPr>
          <p:nvPr/>
        </p:nvSpPr>
        <p:spPr>
          <a:xfrm xmlns:a="http://schemas.openxmlformats.org/drawingml/2006/main">
            <a:off x="4650455" y="3858268"/>
            <a:ext cx="93452" cy="81255"/>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9" name="Connector 48">
            <a:extLst xmlns:a="http://schemas.openxmlformats.org/drawingml/2006/main">
              <a:ext uri="{FF2B5EF4-FFF2-40B4-BE49-F238E27FC236}">
                <a16:creationId xmlns:a16="http://schemas.microsoft.com/office/drawing/2014/main" id="{84EEDC7D-56E3-48E7-8C02-1DF4B9FC1540}"/>
              </a:ext>
            </a:extLst>
          </p:cNvPr>
          <p:cNvSpPr>
            <a:spLocks xmlns:a="http://schemas.openxmlformats.org/drawingml/2006/main" noGrp="1"/>
          </p:cNvSpPr>
          <p:nvPr/>
        </p:nvSpPr>
        <p:spPr>
          <a:xfrm xmlns:a="http://schemas.openxmlformats.org/drawingml/2006/main">
            <a:off x="4743907" y="3939523"/>
            <a:ext cx="93451" cy="75872"/>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0" name="Connector 49">
            <a:extLst xmlns:a="http://schemas.openxmlformats.org/drawingml/2006/main">
              <a:ext uri="{FF2B5EF4-FFF2-40B4-BE49-F238E27FC236}">
                <a16:creationId xmlns:a16="http://schemas.microsoft.com/office/drawing/2014/main" id="{90BB1D4B-3E22-45EA-8277-79A3095CC16E}"/>
              </a:ext>
            </a:extLst>
          </p:cNvPr>
          <p:cNvSpPr>
            <a:spLocks xmlns:a="http://schemas.openxmlformats.org/drawingml/2006/main" noGrp="1"/>
          </p:cNvSpPr>
          <p:nvPr/>
        </p:nvSpPr>
        <p:spPr>
          <a:xfrm xmlns:a="http://schemas.openxmlformats.org/drawingml/2006/main">
            <a:off x="4837358" y="4015395"/>
            <a:ext cx="93452" cy="69816"/>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1" name="Connector 50">
            <a:extLst xmlns:a="http://schemas.openxmlformats.org/drawingml/2006/main">
              <a:ext uri="{FF2B5EF4-FFF2-40B4-BE49-F238E27FC236}">
                <a16:creationId xmlns:a16="http://schemas.microsoft.com/office/drawing/2014/main" id="{EAC78239-787A-44FB-8B73-438995BC0D3D}"/>
              </a:ext>
            </a:extLst>
          </p:cNvPr>
          <p:cNvSpPr>
            <a:spLocks xmlns:a="http://schemas.openxmlformats.org/drawingml/2006/main" noGrp="1"/>
          </p:cNvSpPr>
          <p:nvPr/>
        </p:nvSpPr>
        <p:spPr>
          <a:xfrm xmlns:a="http://schemas.openxmlformats.org/drawingml/2006/main">
            <a:off x="4930810" y="4085211"/>
            <a:ext cx="93452" cy="63138"/>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2" name="Connector 51">
            <a:extLst xmlns:a="http://schemas.openxmlformats.org/drawingml/2006/main">
              <a:ext uri="{FF2B5EF4-FFF2-40B4-BE49-F238E27FC236}">
                <a16:creationId xmlns:a16="http://schemas.microsoft.com/office/drawing/2014/main" id="{DB8BC81D-44AD-4E81-BA2A-6643BAE8DC4D}"/>
              </a:ext>
            </a:extLst>
          </p:cNvPr>
          <p:cNvSpPr>
            <a:spLocks xmlns:a="http://schemas.openxmlformats.org/drawingml/2006/main" noGrp="1"/>
          </p:cNvSpPr>
          <p:nvPr/>
        </p:nvSpPr>
        <p:spPr>
          <a:xfrm xmlns:a="http://schemas.openxmlformats.org/drawingml/2006/main">
            <a:off x="5024262" y="4148349"/>
            <a:ext cx="93451" cy="55901"/>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3" name="Connector 52">
            <a:extLst xmlns:a="http://schemas.openxmlformats.org/drawingml/2006/main">
              <a:ext uri="{FF2B5EF4-FFF2-40B4-BE49-F238E27FC236}">
                <a16:creationId xmlns:a16="http://schemas.microsoft.com/office/drawing/2014/main" id="{EECFE533-3731-4538-9BB1-A2FFA0B987FE}"/>
              </a:ext>
            </a:extLst>
          </p:cNvPr>
          <p:cNvSpPr>
            <a:spLocks xmlns:a="http://schemas.openxmlformats.org/drawingml/2006/main" noGrp="1"/>
          </p:cNvSpPr>
          <p:nvPr/>
        </p:nvSpPr>
        <p:spPr>
          <a:xfrm xmlns:a="http://schemas.openxmlformats.org/drawingml/2006/main">
            <a:off x="5117713" y="4204250"/>
            <a:ext cx="93452" cy="48167"/>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4" name="Connector 53">
            <a:extLst xmlns:a="http://schemas.openxmlformats.org/drawingml/2006/main">
              <a:ext uri="{FF2B5EF4-FFF2-40B4-BE49-F238E27FC236}">
                <a16:creationId xmlns:a16="http://schemas.microsoft.com/office/drawing/2014/main" id="{FFFB7EEE-4A0A-43E5-9BE6-85775E8599D5}"/>
              </a:ext>
            </a:extLst>
          </p:cNvPr>
          <p:cNvSpPr>
            <a:spLocks xmlns:a="http://schemas.openxmlformats.org/drawingml/2006/main" noGrp="1"/>
          </p:cNvSpPr>
          <p:nvPr/>
        </p:nvSpPr>
        <p:spPr>
          <a:xfrm xmlns:a="http://schemas.openxmlformats.org/drawingml/2006/main">
            <a:off x="5211165" y="4252417"/>
            <a:ext cx="93452" cy="40007"/>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5" name="Connector 54">
            <a:extLst xmlns:a="http://schemas.openxmlformats.org/drawingml/2006/main">
              <a:ext uri="{FF2B5EF4-FFF2-40B4-BE49-F238E27FC236}">
                <a16:creationId xmlns:a16="http://schemas.microsoft.com/office/drawing/2014/main" id="{FFFE7BB8-755E-4A9B-88C8-E4F422B1665E}"/>
              </a:ext>
            </a:extLst>
          </p:cNvPr>
          <p:cNvSpPr>
            <a:spLocks xmlns:a="http://schemas.openxmlformats.org/drawingml/2006/main" noGrp="1"/>
          </p:cNvSpPr>
          <p:nvPr/>
        </p:nvSpPr>
        <p:spPr>
          <a:xfrm xmlns:a="http://schemas.openxmlformats.org/drawingml/2006/main">
            <a:off x="5304617" y="4292424"/>
            <a:ext cx="93451" cy="31491"/>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6" name="Connector 55">
            <a:extLst xmlns:a="http://schemas.openxmlformats.org/drawingml/2006/main">
              <a:ext uri="{FF2B5EF4-FFF2-40B4-BE49-F238E27FC236}">
                <a16:creationId xmlns:a16="http://schemas.microsoft.com/office/drawing/2014/main" id="{C8CF62C5-833F-44C4-89CC-5238445C91CB}"/>
              </a:ext>
            </a:extLst>
          </p:cNvPr>
          <p:cNvSpPr>
            <a:spLocks xmlns:a="http://schemas.openxmlformats.org/drawingml/2006/main" noGrp="1"/>
          </p:cNvSpPr>
          <p:nvPr/>
        </p:nvSpPr>
        <p:spPr>
          <a:xfrm xmlns:a="http://schemas.openxmlformats.org/drawingml/2006/main">
            <a:off x="5398068" y="4323915"/>
            <a:ext cx="93452" cy="22695"/>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7" name="Connector 56">
            <a:extLst xmlns:a="http://schemas.openxmlformats.org/drawingml/2006/main">
              <a:ext uri="{FF2B5EF4-FFF2-40B4-BE49-F238E27FC236}">
                <a16:creationId xmlns:a16="http://schemas.microsoft.com/office/drawing/2014/main" id="{4E19778F-C4D2-4B14-819F-03A362E0C4C0}"/>
              </a:ext>
            </a:extLst>
          </p:cNvPr>
          <p:cNvSpPr>
            <a:spLocks xmlns:a="http://schemas.openxmlformats.org/drawingml/2006/main" noGrp="1"/>
          </p:cNvSpPr>
          <p:nvPr/>
        </p:nvSpPr>
        <p:spPr>
          <a:xfrm xmlns:a="http://schemas.openxmlformats.org/drawingml/2006/main">
            <a:off x="5491520" y="4346610"/>
            <a:ext cx="93452" cy="13698"/>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8" name="Connector 57">
            <a:extLst xmlns:a="http://schemas.openxmlformats.org/drawingml/2006/main">
              <a:ext uri="{FF2B5EF4-FFF2-40B4-BE49-F238E27FC236}">
                <a16:creationId xmlns:a16="http://schemas.microsoft.com/office/drawing/2014/main" id="{2698175D-F66E-4923-AE37-D8C1B2CD444F}"/>
              </a:ext>
            </a:extLst>
          </p:cNvPr>
          <p:cNvSpPr>
            <a:spLocks xmlns:a="http://schemas.openxmlformats.org/drawingml/2006/main" noGrp="1"/>
          </p:cNvSpPr>
          <p:nvPr/>
        </p:nvSpPr>
        <p:spPr>
          <a:xfrm xmlns:a="http://schemas.openxmlformats.org/drawingml/2006/main">
            <a:off x="5584972" y="4360308"/>
            <a:ext cx="93452" cy="4580"/>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9" name="Connector 58">
            <a:extLst xmlns:a="http://schemas.openxmlformats.org/drawingml/2006/main">
              <a:ext uri="{FF2B5EF4-FFF2-40B4-BE49-F238E27FC236}">
                <a16:creationId xmlns:a16="http://schemas.microsoft.com/office/drawing/2014/main" id="{518A2122-05E1-459C-B8D9-BCD9ECE380BF}"/>
              </a:ext>
            </a:extLst>
          </p:cNvPr>
          <p:cNvSpPr>
            <a:spLocks xmlns:a="http://schemas.openxmlformats.org/drawingml/2006/main" noGrp="1"/>
          </p:cNvSpPr>
          <p:nvPr/>
        </p:nvSpPr>
        <p:spPr>
          <a:xfrm xmlns:a="http://schemas.openxmlformats.org/drawingml/2006/main" flipV="1">
            <a:off x="5678424" y="4360308"/>
            <a:ext cx="93451" cy="4580"/>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0" name="Connector 59">
            <a:extLst xmlns:a="http://schemas.openxmlformats.org/drawingml/2006/main">
              <a:ext uri="{FF2B5EF4-FFF2-40B4-BE49-F238E27FC236}">
                <a16:creationId xmlns:a16="http://schemas.microsoft.com/office/drawing/2014/main" id="{DF0C072C-893A-4D12-9397-E68013FD9FDD}"/>
              </a:ext>
            </a:extLst>
          </p:cNvPr>
          <p:cNvSpPr>
            <a:spLocks xmlns:a="http://schemas.openxmlformats.org/drawingml/2006/main" noGrp="1"/>
          </p:cNvSpPr>
          <p:nvPr/>
        </p:nvSpPr>
        <p:spPr>
          <a:xfrm xmlns:a="http://schemas.openxmlformats.org/drawingml/2006/main" flipV="1">
            <a:off x="5771875" y="4346610"/>
            <a:ext cx="93452" cy="13698"/>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1" name="Connector 60">
            <a:extLst xmlns:a="http://schemas.openxmlformats.org/drawingml/2006/main">
              <a:ext uri="{FF2B5EF4-FFF2-40B4-BE49-F238E27FC236}">
                <a16:creationId xmlns:a16="http://schemas.microsoft.com/office/drawing/2014/main" id="{CEC103A2-111D-466F-8372-2E104A8BCC99}"/>
              </a:ext>
            </a:extLst>
          </p:cNvPr>
          <p:cNvSpPr>
            <a:spLocks xmlns:a="http://schemas.openxmlformats.org/drawingml/2006/main" noGrp="1"/>
          </p:cNvSpPr>
          <p:nvPr/>
        </p:nvSpPr>
        <p:spPr>
          <a:xfrm xmlns:a="http://schemas.openxmlformats.org/drawingml/2006/main" flipV="1">
            <a:off x="5865327" y="4323915"/>
            <a:ext cx="93452" cy="22695"/>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2" name="Connector 61">
            <a:extLst xmlns:a="http://schemas.openxmlformats.org/drawingml/2006/main">
              <a:ext uri="{FF2B5EF4-FFF2-40B4-BE49-F238E27FC236}">
                <a16:creationId xmlns:a16="http://schemas.microsoft.com/office/drawing/2014/main" id="{866F1047-FEE0-40C3-92F0-9DC958E2C1FD}"/>
              </a:ext>
            </a:extLst>
          </p:cNvPr>
          <p:cNvSpPr>
            <a:spLocks xmlns:a="http://schemas.openxmlformats.org/drawingml/2006/main" noGrp="1"/>
          </p:cNvSpPr>
          <p:nvPr/>
        </p:nvSpPr>
        <p:spPr>
          <a:xfrm xmlns:a="http://schemas.openxmlformats.org/drawingml/2006/main" flipV="1">
            <a:off x="5958779" y="4292424"/>
            <a:ext cx="93451" cy="31491"/>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3" name="Connector 62">
            <a:extLst xmlns:a="http://schemas.openxmlformats.org/drawingml/2006/main">
              <a:ext uri="{FF2B5EF4-FFF2-40B4-BE49-F238E27FC236}">
                <a16:creationId xmlns:a16="http://schemas.microsoft.com/office/drawing/2014/main" id="{596438DB-54C3-4CFD-A1E1-C097DE721BDD}"/>
              </a:ext>
            </a:extLst>
          </p:cNvPr>
          <p:cNvSpPr>
            <a:spLocks xmlns:a="http://schemas.openxmlformats.org/drawingml/2006/main" noGrp="1"/>
          </p:cNvSpPr>
          <p:nvPr/>
        </p:nvSpPr>
        <p:spPr>
          <a:xfrm xmlns:a="http://schemas.openxmlformats.org/drawingml/2006/main" flipV="1">
            <a:off x="6052230" y="4252417"/>
            <a:ext cx="93452" cy="40007"/>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4" name="Connector 63">
            <a:extLst xmlns:a="http://schemas.openxmlformats.org/drawingml/2006/main">
              <a:ext uri="{FF2B5EF4-FFF2-40B4-BE49-F238E27FC236}">
                <a16:creationId xmlns:a16="http://schemas.microsoft.com/office/drawing/2014/main" id="{BD21E20F-C70B-4783-80C2-2BFB49C0FB1B}"/>
              </a:ext>
            </a:extLst>
          </p:cNvPr>
          <p:cNvSpPr>
            <a:spLocks xmlns:a="http://schemas.openxmlformats.org/drawingml/2006/main" noGrp="1"/>
          </p:cNvSpPr>
          <p:nvPr/>
        </p:nvSpPr>
        <p:spPr>
          <a:xfrm xmlns:a="http://schemas.openxmlformats.org/drawingml/2006/main" flipV="1">
            <a:off x="6145682" y="4204250"/>
            <a:ext cx="93452" cy="48167"/>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5" name="Connector 64">
            <a:extLst xmlns:a="http://schemas.openxmlformats.org/drawingml/2006/main">
              <a:ext uri="{FF2B5EF4-FFF2-40B4-BE49-F238E27FC236}">
                <a16:creationId xmlns:a16="http://schemas.microsoft.com/office/drawing/2014/main" id="{ED83F01F-C7A1-4501-8B8A-D0523484C9BC}"/>
              </a:ext>
            </a:extLst>
          </p:cNvPr>
          <p:cNvSpPr>
            <a:spLocks xmlns:a="http://schemas.openxmlformats.org/drawingml/2006/main" noGrp="1"/>
          </p:cNvSpPr>
          <p:nvPr/>
        </p:nvSpPr>
        <p:spPr>
          <a:xfrm xmlns:a="http://schemas.openxmlformats.org/drawingml/2006/main" flipV="1">
            <a:off x="6239134" y="4148349"/>
            <a:ext cx="93451" cy="55901"/>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6" name="Connector 65">
            <a:extLst xmlns:a="http://schemas.openxmlformats.org/drawingml/2006/main">
              <a:ext uri="{FF2B5EF4-FFF2-40B4-BE49-F238E27FC236}">
                <a16:creationId xmlns:a16="http://schemas.microsoft.com/office/drawing/2014/main" id="{9E7143FF-919E-48BD-9D9E-C9A57BE9B11D}"/>
              </a:ext>
            </a:extLst>
          </p:cNvPr>
          <p:cNvSpPr>
            <a:spLocks xmlns:a="http://schemas.openxmlformats.org/drawingml/2006/main" noGrp="1"/>
          </p:cNvSpPr>
          <p:nvPr/>
        </p:nvSpPr>
        <p:spPr>
          <a:xfrm xmlns:a="http://schemas.openxmlformats.org/drawingml/2006/main" flipV="1">
            <a:off x="6332585" y="4085211"/>
            <a:ext cx="93452" cy="63138"/>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7" name="Connector 66">
            <a:extLst xmlns:a="http://schemas.openxmlformats.org/drawingml/2006/main">
              <a:ext uri="{FF2B5EF4-FFF2-40B4-BE49-F238E27FC236}">
                <a16:creationId xmlns:a16="http://schemas.microsoft.com/office/drawing/2014/main" id="{52569EB2-AA90-4F40-ABF7-8F27527EAB2F}"/>
              </a:ext>
            </a:extLst>
          </p:cNvPr>
          <p:cNvSpPr>
            <a:spLocks xmlns:a="http://schemas.openxmlformats.org/drawingml/2006/main" noGrp="1"/>
          </p:cNvSpPr>
          <p:nvPr/>
        </p:nvSpPr>
        <p:spPr>
          <a:xfrm xmlns:a="http://schemas.openxmlformats.org/drawingml/2006/main" flipV="1">
            <a:off x="6426037" y="4015395"/>
            <a:ext cx="93452" cy="69816"/>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8" name="Connector 67">
            <a:extLst xmlns:a="http://schemas.openxmlformats.org/drawingml/2006/main">
              <a:ext uri="{FF2B5EF4-FFF2-40B4-BE49-F238E27FC236}">
                <a16:creationId xmlns:a16="http://schemas.microsoft.com/office/drawing/2014/main" id="{FC5BA45F-7DE8-47BF-AF54-B9BBA874085F}"/>
              </a:ext>
            </a:extLst>
          </p:cNvPr>
          <p:cNvSpPr>
            <a:spLocks xmlns:a="http://schemas.openxmlformats.org/drawingml/2006/main" noGrp="1"/>
          </p:cNvSpPr>
          <p:nvPr/>
        </p:nvSpPr>
        <p:spPr>
          <a:xfrm xmlns:a="http://schemas.openxmlformats.org/drawingml/2006/main" flipV="1">
            <a:off x="6519489" y="3939523"/>
            <a:ext cx="93451" cy="75872"/>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9" name="Connector 68">
            <a:extLst xmlns:a="http://schemas.openxmlformats.org/drawingml/2006/main">
              <a:ext uri="{FF2B5EF4-FFF2-40B4-BE49-F238E27FC236}">
                <a16:creationId xmlns:a16="http://schemas.microsoft.com/office/drawing/2014/main" id="{D5D16AF8-0613-431E-B86F-C8C2286E2878}"/>
              </a:ext>
            </a:extLst>
          </p:cNvPr>
          <p:cNvSpPr>
            <a:spLocks xmlns:a="http://schemas.openxmlformats.org/drawingml/2006/main" noGrp="1"/>
          </p:cNvSpPr>
          <p:nvPr/>
        </p:nvSpPr>
        <p:spPr>
          <a:xfrm xmlns:a="http://schemas.openxmlformats.org/drawingml/2006/main" flipV="1">
            <a:off x="6612940" y="3858268"/>
            <a:ext cx="93452" cy="81255"/>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0" name="Connector 69">
            <a:extLst xmlns:a="http://schemas.openxmlformats.org/drawingml/2006/main">
              <a:ext uri="{FF2B5EF4-FFF2-40B4-BE49-F238E27FC236}">
                <a16:creationId xmlns:a16="http://schemas.microsoft.com/office/drawing/2014/main" id="{B50AC59B-F48E-480D-A64C-2B546844D950}"/>
              </a:ext>
            </a:extLst>
          </p:cNvPr>
          <p:cNvSpPr>
            <a:spLocks xmlns:a="http://schemas.openxmlformats.org/drawingml/2006/main" noGrp="1"/>
          </p:cNvSpPr>
          <p:nvPr/>
        </p:nvSpPr>
        <p:spPr>
          <a:xfrm xmlns:a="http://schemas.openxmlformats.org/drawingml/2006/main" flipV="1">
            <a:off x="6706392" y="3772349"/>
            <a:ext cx="93452" cy="85919"/>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1" name="Connector 70">
            <a:extLst xmlns:a="http://schemas.openxmlformats.org/drawingml/2006/main">
              <a:ext uri="{FF2B5EF4-FFF2-40B4-BE49-F238E27FC236}">
                <a16:creationId xmlns:a16="http://schemas.microsoft.com/office/drawing/2014/main" id="{E5CD5E11-9F25-4BCA-91AC-141CB2B5FE11}"/>
              </a:ext>
            </a:extLst>
          </p:cNvPr>
          <p:cNvSpPr>
            <a:spLocks xmlns:a="http://schemas.openxmlformats.org/drawingml/2006/main" noGrp="1"/>
          </p:cNvSpPr>
          <p:nvPr/>
        </p:nvSpPr>
        <p:spPr>
          <a:xfrm xmlns:a="http://schemas.openxmlformats.org/drawingml/2006/main" flipV="1">
            <a:off x="6799844" y="3682531"/>
            <a:ext cx="93451" cy="89818"/>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2" name="Connector 71">
            <a:extLst xmlns:a="http://schemas.openxmlformats.org/drawingml/2006/main">
              <a:ext uri="{FF2B5EF4-FFF2-40B4-BE49-F238E27FC236}">
                <a16:creationId xmlns:a16="http://schemas.microsoft.com/office/drawing/2014/main" id="{664550E4-1A09-46CB-922F-B12D66A4B7C8}"/>
              </a:ext>
            </a:extLst>
          </p:cNvPr>
          <p:cNvSpPr>
            <a:spLocks xmlns:a="http://schemas.openxmlformats.org/drawingml/2006/main" noGrp="1"/>
          </p:cNvSpPr>
          <p:nvPr/>
        </p:nvSpPr>
        <p:spPr>
          <a:xfrm xmlns:a="http://schemas.openxmlformats.org/drawingml/2006/main" flipV="1">
            <a:off x="6893295" y="3589611"/>
            <a:ext cx="93452" cy="92920"/>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3" name="Connector 72">
            <a:extLst xmlns:a="http://schemas.openxmlformats.org/drawingml/2006/main">
              <a:ext uri="{FF2B5EF4-FFF2-40B4-BE49-F238E27FC236}">
                <a16:creationId xmlns:a16="http://schemas.microsoft.com/office/drawing/2014/main" id="{24AB281F-0E9B-43A5-9592-1AD78C9A62CF}"/>
              </a:ext>
            </a:extLst>
          </p:cNvPr>
          <p:cNvSpPr>
            <a:spLocks xmlns:a="http://schemas.openxmlformats.org/drawingml/2006/main" noGrp="1"/>
          </p:cNvSpPr>
          <p:nvPr/>
        </p:nvSpPr>
        <p:spPr>
          <a:xfrm xmlns:a="http://schemas.openxmlformats.org/drawingml/2006/main" flipV="1">
            <a:off x="6986747" y="3494412"/>
            <a:ext cx="93452" cy="95199"/>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4" name="Connector 73">
            <a:extLst xmlns:a="http://schemas.openxmlformats.org/drawingml/2006/main">
              <a:ext uri="{FF2B5EF4-FFF2-40B4-BE49-F238E27FC236}">
                <a16:creationId xmlns:a16="http://schemas.microsoft.com/office/drawing/2014/main" id="{6F4F9A19-4220-44BE-B290-9CC63390D4FC}"/>
              </a:ext>
            </a:extLst>
          </p:cNvPr>
          <p:cNvSpPr>
            <a:spLocks xmlns:a="http://schemas.openxmlformats.org/drawingml/2006/main" noGrp="1"/>
          </p:cNvSpPr>
          <p:nvPr/>
        </p:nvSpPr>
        <p:spPr>
          <a:xfrm xmlns:a="http://schemas.openxmlformats.org/drawingml/2006/main" flipV="1">
            <a:off x="7080199" y="3397781"/>
            <a:ext cx="93451" cy="96631"/>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5" name="Connector 74">
            <a:extLst xmlns:a="http://schemas.openxmlformats.org/drawingml/2006/main">
              <a:ext uri="{FF2B5EF4-FFF2-40B4-BE49-F238E27FC236}">
                <a16:creationId xmlns:a16="http://schemas.microsoft.com/office/drawing/2014/main" id="{2DFB97D3-E2F3-4419-9FA1-7C1CC7714297}"/>
              </a:ext>
            </a:extLst>
          </p:cNvPr>
          <p:cNvSpPr>
            <a:spLocks xmlns:a="http://schemas.openxmlformats.org/drawingml/2006/main" noGrp="1"/>
          </p:cNvSpPr>
          <p:nvPr/>
        </p:nvSpPr>
        <p:spPr>
          <a:xfrm xmlns:a="http://schemas.openxmlformats.org/drawingml/2006/main" flipV="1">
            <a:off x="7173650" y="3300575"/>
            <a:ext cx="93452" cy="97206"/>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6" name="Connector 75">
            <a:extLst xmlns:a="http://schemas.openxmlformats.org/drawingml/2006/main">
              <a:ext uri="{FF2B5EF4-FFF2-40B4-BE49-F238E27FC236}">
                <a16:creationId xmlns:a16="http://schemas.microsoft.com/office/drawing/2014/main" id="{0051D925-59F7-47E8-994B-BF4EA382BA19}"/>
              </a:ext>
            </a:extLst>
          </p:cNvPr>
          <p:cNvSpPr>
            <a:spLocks xmlns:a="http://schemas.openxmlformats.org/drawingml/2006/main" noGrp="1"/>
          </p:cNvSpPr>
          <p:nvPr/>
        </p:nvSpPr>
        <p:spPr>
          <a:xfrm xmlns:a="http://schemas.openxmlformats.org/drawingml/2006/main" flipV="1">
            <a:off x="7267102" y="3203656"/>
            <a:ext cx="93452" cy="96919"/>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7" name="Connector 76">
            <a:extLst xmlns:a="http://schemas.openxmlformats.org/drawingml/2006/main">
              <a:ext uri="{FF2B5EF4-FFF2-40B4-BE49-F238E27FC236}">
                <a16:creationId xmlns:a16="http://schemas.microsoft.com/office/drawing/2014/main" id="{3F8C9E73-FA1F-4A7C-BCAF-52D526E40B62}"/>
              </a:ext>
            </a:extLst>
          </p:cNvPr>
          <p:cNvSpPr>
            <a:spLocks xmlns:a="http://schemas.openxmlformats.org/drawingml/2006/main" noGrp="1"/>
          </p:cNvSpPr>
          <p:nvPr/>
        </p:nvSpPr>
        <p:spPr>
          <a:xfrm xmlns:a="http://schemas.openxmlformats.org/drawingml/2006/main" flipV="1">
            <a:off x="7360554" y="3107885"/>
            <a:ext cx="93451" cy="95771"/>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8" name="Connector 77">
            <a:extLst xmlns:a="http://schemas.openxmlformats.org/drawingml/2006/main">
              <a:ext uri="{FF2B5EF4-FFF2-40B4-BE49-F238E27FC236}">
                <a16:creationId xmlns:a16="http://schemas.microsoft.com/office/drawing/2014/main" id="{1C7E8E6C-60C4-44DB-9743-2CD4032FBF12}"/>
              </a:ext>
            </a:extLst>
          </p:cNvPr>
          <p:cNvSpPr>
            <a:spLocks xmlns:a="http://schemas.openxmlformats.org/drawingml/2006/main" noGrp="1"/>
          </p:cNvSpPr>
          <p:nvPr/>
        </p:nvSpPr>
        <p:spPr>
          <a:xfrm xmlns:a="http://schemas.openxmlformats.org/drawingml/2006/main" flipV="1">
            <a:off x="7454005" y="3014113"/>
            <a:ext cx="93452" cy="93772"/>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9" name="Connector 78">
            <a:extLst xmlns:a="http://schemas.openxmlformats.org/drawingml/2006/main">
              <a:ext uri="{FF2B5EF4-FFF2-40B4-BE49-F238E27FC236}">
                <a16:creationId xmlns:a16="http://schemas.microsoft.com/office/drawing/2014/main" id="{76902830-BBCC-441B-B293-69C6A26439DC}"/>
              </a:ext>
            </a:extLst>
          </p:cNvPr>
          <p:cNvSpPr>
            <a:spLocks xmlns:a="http://schemas.openxmlformats.org/drawingml/2006/main" noGrp="1"/>
          </p:cNvSpPr>
          <p:nvPr/>
        </p:nvSpPr>
        <p:spPr>
          <a:xfrm xmlns:a="http://schemas.openxmlformats.org/drawingml/2006/main" flipV="1">
            <a:off x="7547457" y="2923170"/>
            <a:ext cx="93452" cy="90943"/>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0" name="Connector 79">
            <a:extLst xmlns:a="http://schemas.openxmlformats.org/drawingml/2006/main">
              <a:ext uri="{FF2B5EF4-FFF2-40B4-BE49-F238E27FC236}">
                <a16:creationId xmlns:a16="http://schemas.microsoft.com/office/drawing/2014/main" id="{FFE37DC8-A7A3-4B3C-A921-198CEF57CB93}"/>
              </a:ext>
            </a:extLst>
          </p:cNvPr>
          <p:cNvSpPr>
            <a:spLocks xmlns:a="http://schemas.openxmlformats.org/drawingml/2006/main" noGrp="1"/>
          </p:cNvSpPr>
          <p:nvPr/>
        </p:nvSpPr>
        <p:spPr>
          <a:xfrm xmlns:a="http://schemas.openxmlformats.org/drawingml/2006/main" flipV="1">
            <a:off x="7640909" y="2835866"/>
            <a:ext cx="93451" cy="87304"/>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1" name="Connector 80">
            <a:extLst xmlns:a="http://schemas.openxmlformats.org/drawingml/2006/main">
              <a:ext uri="{FF2B5EF4-FFF2-40B4-BE49-F238E27FC236}">
                <a16:creationId xmlns:a16="http://schemas.microsoft.com/office/drawing/2014/main" id="{7DC499A5-B037-4E5D-B335-0A77FD14BD01}"/>
              </a:ext>
            </a:extLst>
          </p:cNvPr>
          <p:cNvSpPr>
            <a:spLocks xmlns:a="http://schemas.openxmlformats.org/drawingml/2006/main" noGrp="1"/>
          </p:cNvSpPr>
          <p:nvPr/>
        </p:nvSpPr>
        <p:spPr>
          <a:xfrm xmlns:a="http://schemas.openxmlformats.org/drawingml/2006/main" flipV="1">
            <a:off x="7734360" y="2752973"/>
            <a:ext cx="93452" cy="82893"/>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2" name="Connector 81">
            <a:extLst xmlns:a="http://schemas.openxmlformats.org/drawingml/2006/main">
              <a:ext uri="{FF2B5EF4-FFF2-40B4-BE49-F238E27FC236}">
                <a16:creationId xmlns:a16="http://schemas.microsoft.com/office/drawing/2014/main" id="{925948AA-F0DD-475E-AB7A-EFE409A8B06B}"/>
              </a:ext>
            </a:extLst>
          </p:cNvPr>
          <p:cNvSpPr>
            <a:spLocks xmlns:a="http://schemas.openxmlformats.org/drawingml/2006/main" noGrp="1"/>
          </p:cNvSpPr>
          <p:nvPr/>
        </p:nvSpPr>
        <p:spPr>
          <a:xfrm xmlns:a="http://schemas.openxmlformats.org/drawingml/2006/main" flipV="1">
            <a:off x="7827812" y="2675229"/>
            <a:ext cx="93452" cy="77744"/>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3" name="Connector 82">
            <a:extLst xmlns:a="http://schemas.openxmlformats.org/drawingml/2006/main">
              <a:ext uri="{FF2B5EF4-FFF2-40B4-BE49-F238E27FC236}">
                <a16:creationId xmlns:a16="http://schemas.microsoft.com/office/drawing/2014/main" id="{CA93BE39-3BA0-4E74-8FC0-DF9B455DAFB6}"/>
              </a:ext>
            </a:extLst>
          </p:cNvPr>
          <p:cNvSpPr>
            <a:spLocks xmlns:a="http://schemas.openxmlformats.org/drawingml/2006/main" noGrp="1"/>
          </p:cNvSpPr>
          <p:nvPr/>
        </p:nvSpPr>
        <p:spPr>
          <a:xfrm xmlns:a="http://schemas.openxmlformats.org/drawingml/2006/main" flipV="1">
            <a:off x="7921264" y="2603324"/>
            <a:ext cx="93452" cy="71905"/>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4" name="Connector 83">
            <a:extLst xmlns:a="http://schemas.openxmlformats.org/drawingml/2006/main">
              <a:ext uri="{FF2B5EF4-FFF2-40B4-BE49-F238E27FC236}">
                <a16:creationId xmlns:a16="http://schemas.microsoft.com/office/drawing/2014/main" id="{7927B851-086E-41B4-81AA-15214A789173}"/>
              </a:ext>
            </a:extLst>
          </p:cNvPr>
          <p:cNvSpPr>
            <a:spLocks xmlns:a="http://schemas.openxmlformats.org/drawingml/2006/main" noGrp="1"/>
          </p:cNvSpPr>
          <p:nvPr/>
        </p:nvSpPr>
        <p:spPr>
          <a:xfrm xmlns:a="http://schemas.openxmlformats.org/drawingml/2006/main" flipV="1">
            <a:off x="8014716" y="2537895"/>
            <a:ext cx="93451" cy="65429"/>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5" name="Connector 84">
            <a:extLst xmlns:a="http://schemas.openxmlformats.org/drawingml/2006/main">
              <a:ext uri="{FF2B5EF4-FFF2-40B4-BE49-F238E27FC236}">
                <a16:creationId xmlns:a16="http://schemas.microsoft.com/office/drawing/2014/main" id="{A6412961-44EE-4B1E-BBB0-78AA3241C37A}"/>
              </a:ext>
            </a:extLst>
          </p:cNvPr>
          <p:cNvSpPr>
            <a:spLocks xmlns:a="http://schemas.openxmlformats.org/drawingml/2006/main" noGrp="1"/>
          </p:cNvSpPr>
          <p:nvPr/>
        </p:nvSpPr>
        <p:spPr>
          <a:xfrm xmlns:a="http://schemas.openxmlformats.org/drawingml/2006/main" flipV="1">
            <a:off x="8108167" y="2479523"/>
            <a:ext cx="93452" cy="58372"/>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6" name="Connector 85">
            <a:extLst xmlns:a="http://schemas.openxmlformats.org/drawingml/2006/main">
              <a:ext uri="{FF2B5EF4-FFF2-40B4-BE49-F238E27FC236}">
                <a16:creationId xmlns:a16="http://schemas.microsoft.com/office/drawing/2014/main" id="{77D835CB-9711-4EC7-AD2F-ABA107CF6775}"/>
              </a:ext>
            </a:extLst>
          </p:cNvPr>
          <p:cNvSpPr>
            <a:spLocks xmlns:a="http://schemas.openxmlformats.org/drawingml/2006/main" noGrp="1"/>
          </p:cNvSpPr>
          <p:nvPr/>
        </p:nvSpPr>
        <p:spPr>
          <a:xfrm xmlns:a="http://schemas.openxmlformats.org/drawingml/2006/main" flipV="1">
            <a:off x="8201619" y="2428726"/>
            <a:ext cx="93452" cy="50797"/>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7" name="Connector 86">
            <a:extLst xmlns:a="http://schemas.openxmlformats.org/drawingml/2006/main">
              <a:ext uri="{FF2B5EF4-FFF2-40B4-BE49-F238E27FC236}">
                <a16:creationId xmlns:a16="http://schemas.microsoft.com/office/drawing/2014/main" id="{AAFE276A-17CD-4BAE-81E7-326F5671AC8E}"/>
              </a:ext>
            </a:extLst>
          </p:cNvPr>
          <p:cNvSpPr>
            <a:spLocks xmlns:a="http://schemas.openxmlformats.org/drawingml/2006/main" noGrp="1"/>
          </p:cNvSpPr>
          <p:nvPr/>
        </p:nvSpPr>
        <p:spPr>
          <a:xfrm xmlns:a="http://schemas.openxmlformats.org/drawingml/2006/main" flipV="1">
            <a:off x="8295071" y="2385956"/>
            <a:ext cx="93451" cy="42770"/>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8" name="Connector 87">
            <a:extLst xmlns:a="http://schemas.openxmlformats.org/drawingml/2006/main">
              <a:ext uri="{FF2B5EF4-FFF2-40B4-BE49-F238E27FC236}">
                <a16:creationId xmlns:a16="http://schemas.microsoft.com/office/drawing/2014/main" id="{128486F0-B8CA-40D8-B83C-70B5A5D90BE5}"/>
              </a:ext>
            </a:extLst>
          </p:cNvPr>
          <p:cNvSpPr>
            <a:spLocks xmlns:a="http://schemas.openxmlformats.org/drawingml/2006/main" noGrp="1"/>
          </p:cNvSpPr>
          <p:nvPr/>
        </p:nvSpPr>
        <p:spPr>
          <a:xfrm xmlns:a="http://schemas.openxmlformats.org/drawingml/2006/main" flipV="1">
            <a:off x="8388522" y="2351592"/>
            <a:ext cx="93452" cy="34364"/>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9" name="Connector 88">
            <a:extLst xmlns:a="http://schemas.openxmlformats.org/drawingml/2006/main">
              <a:ext uri="{FF2B5EF4-FFF2-40B4-BE49-F238E27FC236}">
                <a16:creationId xmlns:a16="http://schemas.microsoft.com/office/drawing/2014/main" id="{95983E88-234D-4453-83CC-CB65DC12EC2D}"/>
              </a:ext>
            </a:extLst>
          </p:cNvPr>
          <p:cNvSpPr>
            <a:spLocks xmlns:a="http://schemas.openxmlformats.org/drawingml/2006/main" noGrp="1"/>
          </p:cNvSpPr>
          <p:nvPr/>
        </p:nvSpPr>
        <p:spPr>
          <a:xfrm xmlns:a="http://schemas.openxmlformats.org/drawingml/2006/main" flipV="1">
            <a:off x="8481974" y="2325939"/>
            <a:ext cx="93452" cy="25653"/>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0" name="Connector 89">
            <a:extLst xmlns:a="http://schemas.openxmlformats.org/drawingml/2006/main">
              <a:ext uri="{FF2B5EF4-FFF2-40B4-BE49-F238E27FC236}">
                <a16:creationId xmlns:a16="http://schemas.microsoft.com/office/drawing/2014/main" id="{A05D897D-6267-41DC-AE8A-941ACEE7234A}"/>
              </a:ext>
            </a:extLst>
          </p:cNvPr>
          <p:cNvSpPr>
            <a:spLocks xmlns:a="http://schemas.openxmlformats.org/drawingml/2006/main" noGrp="1"/>
          </p:cNvSpPr>
          <p:nvPr/>
        </p:nvSpPr>
        <p:spPr>
          <a:xfrm xmlns:a="http://schemas.openxmlformats.org/drawingml/2006/main" flipV="1">
            <a:off x="8575426" y="2309224"/>
            <a:ext cx="93451" cy="16715"/>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1" name="Connector 90">
            <a:extLst xmlns:a="http://schemas.openxmlformats.org/drawingml/2006/main">
              <a:ext uri="{FF2B5EF4-FFF2-40B4-BE49-F238E27FC236}">
                <a16:creationId xmlns:a16="http://schemas.microsoft.com/office/drawing/2014/main" id="{39C4487E-E17B-4B9C-B998-EBB8DB949B7F}"/>
              </a:ext>
            </a:extLst>
          </p:cNvPr>
          <p:cNvSpPr>
            <a:spLocks xmlns:a="http://schemas.openxmlformats.org/drawingml/2006/main" noGrp="1"/>
          </p:cNvSpPr>
          <p:nvPr/>
        </p:nvSpPr>
        <p:spPr>
          <a:xfrm xmlns:a="http://schemas.openxmlformats.org/drawingml/2006/main" flipV="1">
            <a:off x="8668877" y="2301596"/>
            <a:ext cx="93452" cy="7628"/>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2" name="Connector 91">
            <a:extLst xmlns:a="http://schemas.openxmlformats.org/drawingml/2006/main">
              <a:ext uri="{FF2B5EF4-FFF2-40B4-BE49-F238E27FC236}">
                <a16:creationId xmlns:a16="http://schemas.microsoft.com/office/drawing/2014/main" id="{D3F90578-C400-470E-89B7-A23968BB76D0}"/>
              </a:ext>
            </a:extLst>
          </p:cNvPr>
          <p:cNvSpPr>
            <a:spLocks xmlns:a="http://schemas.openxmlformats.org/drawingml/2006/main" noGrp="1"/>
          </p:cNvSpPr>
          <p:nvPr/>
        </p:nvSpPr>
        <p:spPr>
          <a:xfrm xmlns:a="http://schemas.openxmlformats.org/drawingml/2006/main">
            <a:off x="8762329" y="2301596"/>
            <a:ext cx="93452" cy="1527"/>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3" name="Connector 92">
            <a:extLst xmlns:a="http://schemas.openxmlformats.org/drawingml/2006/main">
              <a:ext uri="{FF2B5EF4-FFF2-40B4-BE49-F238E27FC236}">
                <a16:creationId xmlns:a16="http://schemas.microsoft.com/office/drawing/2014/main" id="{6E66116C-9E7B-490A-AEE5-072300F268B5}"/>
              </a:ext>
            </a:extLst>
          </p:cNvPr>
          <p:cNvSpPr>
            <a:spLocks xmlns:a="http://schemas.openxmlformats.org/drawingml/2006/main" noGrp="1"/>
          </p:cNvSpPr>
          <p:nvPr/>
        </p:nvSpPr>
        <p:spPr>
          <a:xfrm xmlns:a="http://schemas.openxmlformats.org/drawingml/2006/main">
            <a:off x="8855781" y="2303123"/>
            <a:ext cx="93451" cy="10669"/>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4" name="Connector 93">
            <a:extLst xmlns:a="http://schemas.openxmlformats.org/drawingml/2006/main">
              <a:ext uri="{FF2B5EF4-FFF2-40B4-BE49-F238E27FC236}">
                <a16:creationId xmlns:a16="http://schemas.microsoft.com/office/drawing/2014/main" id="{E845F5FE-FD3D-40C7-B9FD-6EB1DD71E2DA}"/>
              </a:ext>
            </a:extLst>
          </p:cNvPr>
          <p:cNvSpPr>
            <a:spLocks xmlns:a="http://schemas.openxmlformats.org/drawingml/2006/main" noGrp="1"/>
          </p:cNvSpPr>
          <p:nvPr/>
        </p:nvSpPr>
        <p:spPr>
          <a:xfrm xmlns:a="http://schemas.openxmlformats.org/drawingml/2006/main">
            <a:off x="8949232" y="2313792"/>
            <a:ext cx="93452" cy="19714"/>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5" name="Connector 94">
            <a:extLst xmlns:a="http://schemas.openxmlformats.org/drawingml/2006/main">
              <a:ext uri="{FF2B5EF4-FFF2-40B4-BE49-F238E27FC236}">
                <a16:creationId xmlns:a16="http://schemas.microsoft.com/office/drawing/2014/main" id="{5A59398D-E90A-405B-A3A5-EFE0C22B61F4}"/>
              </a:ext>
            </a:extLst>
          </p:cNvPr>
          <p:cNvSpPr>
            <a:spLocks xmlns:a="http://schemas.openxmlformats.org/drawingml/2006/main" noGrp="1"/>
          </p:cNvSpPr>
          <p:nvPr/>
        </p:nvSpPr>
        <p:spPr>
          <a:xfrm xmlns:a="http://schemas.openxmlformats.org/drawingml/2006/main">
            <a:off x="9042684" y="2333506"/>
            <a:ext cx="93452" cy="28586"/>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6" name="Connector 95">
            <a:extLst xmlns:a="http://schemas.openxmlformats.org/drawingml/2006/main">
              <a:ext uri="{FF2B5EF4-FFF2-40B4-BE49-F238E27FC236}">
                <a16:creationId xmlns:a16="http://schemas.microsoft.com/office/drawing/2014/main" id="{4B53C68E-466E-4670-A28D-D4806669674C}"/>
              </a:ext>
            </a:extLst>
          </p:cNvPr>
          <p:cNvSpPr>
            <a:spLocks xmlns:a="http://schemas.openxmlformats.org/drawingml/2006/main" noGrp="1"/>
          </p:cNvSpPr>
          <p:nvPr/>
        </p:nvSpPr>
        <p:spPr>
          <a:xfrm xmlns:a="http://schemas.openxmlformats.org/drawingml/2006/main">
            <a:off x="9136136" y="2362092"/>
            <a:ext cx="93451" cy="37204"/>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7" name="Connector 96">
            <a:extLst xmlns:a="http://schemas.openxmlformats.org/drawingml/2006/main">
              <a:ext uri="{FF2B5EF4-FFF2-40B4-BE49-F238E27FC236}">
                <a16:creationId xmlns:a16="http://schemas.microsoft.com/office/drawing/2014/main" id="{8BF1E08F-90F7-47C5-AFF9-8C55BC696EDF}"/>
              </a:ext>
            </a:extLst>
          </p:cNvPr>
          <p:cNvSpPr>
            <a:spLocks xmlns:a="http://schemas.openxmlformats.org/drawingml/2006/main" noGrp="1"/>
          </p:cNvSpPr>
          <p:nvPr/>
        </p:nvSpPr>
        <p:spPr>
          <a:xfrm xmlns:a="http://schemas.openxmlformats.org/drawingml/2006/main">
            <a:off x="9229587" y="2399296"/>
            <a:ext cx="93452" cy="45491"/>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8" name="Connector 97">
            <a:extLst xmlns:a="http://schemas.openxmlformats.org/drawingml/2006/main">
              <a:ext uri="{FF2B5EF4-FFF2-40B4-BE49-F238E27FC236}">
                <a16:creationId xmlns:a16="http://schemas.microsoft.com/office/drawing/2014/main" id="{403E72CE-C590-48A1-BA7F-4ED61EEACB1D}"/>
              </a:ext>
            </a:extLst>
          </p:cNvPr>
          <p:cNvSpPr>
            <a:spLocks xmlns:a="http://schemas.openxmlformats.org/drawingml/2006/main" noGrp="1"/>
          </p:cNvSpPr>
          <p:nvPr/>
        </p:nvSpPr>
        <p:spPr>
          <a:xfrm xmlns:a="http://schemas.openxmlformats.org/drawingml/2006/main">
            <a:off x="9323039" y="2444787"/>
            <a:ext cx="93452" cy="53376"/>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9" name="Connector 98">
            <a:extLst xmlns:a="http://schemas.openxmlformats.org/drawingml/2006/main">
              <a:ext uri="{FF2B5EF4-FFF2-40B4-BE49-F238E27FC236}">
                <a16:creationId xmlns:a16="http://schemas.microsoft.com/office/drawing/2014/main" id="{481F8CB2-D268-424E-9573-26C09EE8C92F}"/>
              </a:ext>
            </a:extLst>
          </p:cNvPr>
          <p:cNvSpPr>
            <a:spLocks xmlns:a="http://schemas.openxmlformats.org/drawingml/2006/main" noGrp="1"/>
          </p:cNvSpPr>
          <p:nvPr/>
        </p:nvSpPr>
        <p:spPr>
          <a:xfrm xmlns:a="http://schemas.openxmlformats.org/drawingml/2006/main">
            <a:off x="9416491" y="2498163"/>
            <a:ext cx="93451" cy="60785"/>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0" name="Connector 99">
            <a:extLst xmlns:a="http://schemas.openxmlformats.org/drawingml/2006/main">
              <a:ext uri="{FF2B5EF4-FFF2-40B4-BE49-F238E27FC236}">
                <a16:creationId xmlns:a16="http://schemas.microsoft.com/office/drawing/2014/main" id="{31563754-2764-46A0-B63B-53240492ED43}"/>
              </a:ext>
            </a:extLst>
          </p:cNvPr>
          <p:cNvSpPr>
            <a:spLocks xmlns:a="http://schemas.openxmlformats.org/drawingml/2006/main" noGrp="1"/>
          </p:cNvSpPr>
          <p:nvPr/>
        </p:nvSpPr>
        <p:spPr>
          <a:xfrm xmlns:a="http://schemas.openxmlformats.org/drawingml/2006/main">
            <a:off x="9509942" y="2558948"/>
            <a:ext cx="93452" cy="67655"/>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1" name="Connector 100">
            <a:extLst xmlns:a="http://schemas.openxmlformats.org/drawingml/2006/main">
              <a:ext uri="{FF2B5EF4-FFF2-40B4-BE49-F238E27FC236}">
                <a16:creationId xmlns:a16="http://schemas.microsoft.com/office/drawing/2014/main" id="{F3FE5542-DE8C-4531-8BED-BBB72193CC18}"/>
              </a:ext>
            </a:extLst>
          </p:cNvPr>
          <p:cNvSpPr>
            <a:spLocks xmlns:a="http://schemas.openxmlformats.org/drawingml/2006/main" noGrp="1"/>
          </p:cNvSpPr>
          <p:nvPr/>
        </p:nvSpPr>
        <p:spPr>
          <a:xfrm xmlns:a="http://schemas.openxmlformats.org/drawingml/2006/main">
            <a:off x="9603394" y="2626603"/>
            <a:ext cx="93452" cy="73925"/>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2" name="Connector 101">
            <a:extLst xmlns:a="http://schemas.openxmlformats.org/drawingml/2006/main">
              <a:ext uri="{FF2B5EF4-FFF2-40B4-BE49-F238E27FC236}">
                <a16:creationId xmlns:a16="http://schemas.microsoft.com/office/drawing/2014/main" id="{AB47A69E-1AD2-4722-BD0B-F07FAD91FB79}"/>
              </a:ext>
            </a:extLst>
          </p:cNvPr>
          <p:cNvSpPr>
            <a:spLocks xmlns:a="http://schemas.openxmlformats.org/drawingml/2006/main" noGrp="1"/>
          </p:cNvSpPr>
          <p:nvPr/>
        </p:nvSpPr>
        <p:spPr>
          <a:xfrm xmlns:a="http://schemas.openxmlformats.org/drawingml/2006/main">
            <a:off x="9696846" y="2700528"/>
            <a:ext cx="93451" cy="79540"/>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3" name="Connector 102">
            <a:extLst xmlns:a="http://schemas.openxmlformats.org/drawingml/2006/main">
              <a:ext uri="{FF2B5EF4-FFF2-40B4-BE49-F238E27FC236}">
                <a16:creationId xmlns:a16="http://schemas.microsoft.com/office/drawing/2014/main" id="{FE2C3AAD-C64D-49B8-B3C7-07497B94B82E}"/>
              </a:ext>
            </a:extLst>
          </p:cNvPr>
          <p:cNvSpPr>
            <a:spLocks xmlns:a="http://schemas.openxmlformats.org/drawingml/2006/main" noGrp="1"/>
          </p:cNvSpPr>
          <p:nvPr/>
        </p:nvSpPr>
        <p:spPr>
          <a:xfrm xmlns:a="http://schemas.openxmlformats.org/drawingml/2006/main">
            <a:off x="9790297" y="2780068"/>
            <a:ext cx="93452" cy="84447"/>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4" name="Connector 103">
            <a:extLst xmlns:a="http://schemas.openxmlformats.org/drawingml/2006/main">
              <a:ext uri="{FF2B5EF4-FFF2-40B4-BE49-F238E27FC236}">
                <a16:creationId xmlns:a16="http://schemas.microsoft.com/office/drawing/2014/main" id="{2598D05E-CFAD-4793-B48E-C8AB00585067}"/>
              </a:ext>
            </a:extLst>
          </p:cNvPr>
          <p:cNvSpPr>
            <a:spLocks xmlns:a="http://schemas.openxmlformats.org/drawingml/2006/main" noGrp="1"/>
          </p:cNvSpPr>
          <p:nvPr/>
        </p:nvSpPr>
        <p:spPr>
          <a:xfrm xmlns:a="http://schemas.openxmlformats.org/drawingml/2006/main">
            <a:off x="9883749" y="2864515"/>
            <a:ext cx="93452" cy="88605"/>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5" name="Connector 104">
            <a:extLst xmlns:a="http://schemas.openxmlformats.org/drawingml/2006/main">
              <a:ext uri="{FF2B5EF4-FFF2-40B4-BE49-F238E27FC236}">
                <a16:creationId xmlns:a16="http://schemas.microsoft.com/office/drawing/2014/main" id="{06744FBA-5522-47C9-B77C-E5EDD6C26C7F}"/>
              </a:ext>
            </a:extLst>
          </p:cNvPr>
          <p:cNvSpPr>
            <a:spLocks xmlns:a="http://schemas.openxmlformats.org/drawingml/2006/main" noGrp="1"/>
          </p:cNvSpPr>
          <p:nvPr/>
        </p:nvSpPr>
        <p:spPr>
          <a:xfrm xmlns:a="http://schemas.openxmlformats.org/drawingml/2006/main">
            <a:off x="9977201" y="2953120"/>
            <a:ext cx="93451" cy="91976"/>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6" name="Connector 105">
            <a:extLst xmlns:a="http://schemas.openxmlformats.org/drawingml/2006/main">
              <a:ext uri="{FF2B5EF4-FFF2-40B4-BE49-F238E27FC236}">
                <a16:creationId xmlns:a16="http://schemas.microsoft.com/office/drawing/2014/main" id="{95339104-E7F6-4AE3-8915-F99F9BCE8D9D}"/>
              </a:ext>
            </a:extLst>
          </p:cNvPr>
          <p:cNvSpPr>
            <a:spLocks xmlns:a="http://schemas.openxmlformats.org/drawingml/2006/main" noGrp="1"/>
          </p:cNvSpPr>
          <p:nvPr/>
        </p:nvSpPr>
        <p:spPr>
          <a:xfrm xmlns:a="http://schemas.openxmlformats.org/drawingml/2006/main">
            <a:off x="10070652" y="3045096"/>
            <a:ext cx="93452" cy="94533"/>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7" name="Connector 106">
            <a:extLst xmlns:a="http://schemas.openxmlformats.org/drawingml/2006/main">
              <a:ext uri="{FF2B5EF4-FFF2-40B4-BE49-F238E27FC236}">
                <a16:creationId xmlns:a16="http://schemas.microsoft.com/office/drawing/2014/main" id="{7B0E329A-DF0A-462A-B03C-F922D7B3CD8C}"/>
              </a:ext>
            </a:extLst>
          </p:cNvPr>
          <p:cNvSpPr>
            <a:spLocks xmlns:a="http://schemas.openxmlformats.org/drawingml/2006/main" noGrp="1"/>
          </p:cNvSpPr>
          <p:nvPr/>
        </p:nvSpPr>
        <p:spPr>
          <a:xfrm xmlns:a="http://schemas.openxmlformats.org/drawingml/2006/main">
            <a:off x="10164104" y="3139629"/>
            <a:ext cx="93452" cy="96248"/>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8" name="Connector 107">
            <a:extLst xmlns:a="http://schemas.openxmlformats.org/drawingml/2006/main">
              <a:ext uri="{FF2B5EF4-FFF2-40B4-BE49-F238E27FC236}">
                <a16:creationId xmlns:a16="http://schemas.microsoft.com/office/drawing/2014/main" id="{CB3533F9-4ECC-4C45-A7C5-DBBCC375B1A9}"/>
              </a:ext>
            </a:extLst>
          </p:cNvPr>
          <p:cNvSpPr>
            <a:spLocks xmlns:a="http://schemas.openxmlformats.org/drawingml/2006/main" noGrp="1"/>
          </p:cNvSpPr>
          <p:nvPr/>
        </p:nvSpPr>
        <p:spPr>
          <a:xfrm xmlns:a="http://schemas.openxmlformats.org/drawingml/2006/main">
            <a:off x="10257556" y="3235877"/>
            <a:ext cx="93452" cy="97110"/>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9" name="Oval 108">
            <a:extLst xmlns:a="http://schemas.openxmlformats.org/drawingml/2006/main">
              <a:ext uri="{FF2B5EF4-FFF2-40B4-BE49-F238E27FC236}">
                <a16:creationId xmlns:a16="http://schemas.microsoft.com/office/drawing/2014/main" id="{285953E1-C0DC-4359-9161-A9EA6DB8A3A0}"/>
              </a:ext>
            </a:extLst>
          </p:cNvPr>
          <p:cNvSpPr>
            <a:spLocks xmlns:a="http://schemas.openxmlformats.org/drawingml/2006/main" noGrp="1"/>
          </p:cNvSpPr>
          <p:nvPr/>
        </p:nvSpPr>
        <p:spPr>
          <a:xfrm xmlns:a="http://schemas.openxmlformats.org/drawingml/2006/main">
            <a:off x="944575" y="3271723"/>
            <a:ext cx="122529" cy="122529"/>
          </a:xfrm>
          <a:prstGeom xmlns:a="http://schemas.openxmlformats.org/drawingml/2006/main" prst="ellipse">
            <a:avLst/>
          </a:prstGeom>
          <a:solidFill xmlns:a="http://schemas.openxmlformats.org/drawingml/2006/main">
            <a:srgbClr val="00B0F0"/>
          </a:solidFill>
          <a:ln xmlns:a="http://schemas.openxmlformats.org/drawingml/2006/main" w="127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10" name="Oval 109">
            <a:extLst xmlns:a="http://schemas.openxmlformats.org/drawingml/2006/main">
              <a:ext uri="{FF2B5EF4-FFF2-40B4-BE49-F238E27FC236}">
                <a16:creationId xmlns:a16="http://schemas.microsoft.com/office/drawing/2014/main" id="{66939170-15D9-4A0D-A73D-03AFF266A90D}"/>
              </a:ext>
            </a:extLst>
          </p:cNvPr>
          <p:cNvSpPr>
            <a:spLocks xmlns:a="http://schemas.openxmlformats.org/drawingml/2006/main" noGrp="1"/>
          </p:cNvSpPr>
          <p:nvPr/>
        </p:nvSpPr>
        <p:spPr>
          <a:xfrm xmlns:a="http://schemas.openxmlformats.org/drawingml/2006/main">
            <a:off x="1879091" y="2436898"/>
            <a:ext cx="122529" cy="122529"/>
          </a:xfrm>
          <a:prstGeom xmlns:a="http://schemas.openxmlformats.org/drawingml/2006/main" prst="ellipse">
            <a:avLst/>
          </a:prstGeom>
          <a:solidFill xmlns:a="http://schemas.openxmlformats.org/drawingml/2006/main">
            <a:srgbClr val="00B0F0"/>
          </a:solidFill>
          <a:ln xmlns:a="http://schemas.openxmlformats.org/drawingml/2006/main" w="127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11" name="Oval 110">
            <a:extLst xmlns:a="http://schemas.openxmlformats.org/drawingml/2006/main">
              <a:ext uri="{FF2B5EF4-FFF2-40B4-BE49-F238E27FC236}">
                <a16:creationId xmlns:a16="http://schemas.microsoft.com/office/drawing/2014/main" id="{C0AD0A84-9EF9-4C84-AA74-29550FCEF3AB}"/>
              </a:ext>
            </a:extLst>
          </p:cNvPr>
          <p:cNvSpPr>
            <a:spLocks xmlns:a="http://schemas.openxmlformats.org/drawingml/2006/main" noGrp="1"/>
          </p:cNvSpPr>
          <p:nvPr/>
        </p:nvSpPr>
        <p:spPr>
          <a:xfrm xmlns:a="http://schemas.openxmlformats.org/drawingml/2006/main">
            <a:off x="2813608" y="2290327"/>
            <a:ext cx="122529" cy="122529"/>
          </a:xfrm>
          <a:prstGeom xmlns:a="http://schemas.openxmlformats.org/drawingml/2006/main" prst="ellipse">
            <a:avLst/>
          </a:prstGeom>
          <a:solidFill xmlns:a="http://schemas.openxmlformats.org/drawingml/2006/main">
            <a:srgbClr val="00B0F0"/>
          </a:solidFill>
          <a:ln xmlns:a="http://schemas.openxmlformats.org/drawingml/2006/main" w="127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12" name="Oval 111">
            <a:extLst xmlns:a="http://schemas.openxmlformats.org/drawingml/2006/main">
              <a:ext uri="{FF2B5EF4-FFF2-40B4-BE49-F238E27FC236}">
                <a16:creationId xmlns:a16="http://schemas.microsoft.com/office/drawing/2014/main" id="{A71DAED3-B2CA-4961-A41C-53B4906106D0}"/>
              </a:ext>
            </a:extLst>
          </p:cNvPr>
          <p:cNvSpPr>
            <a:spLocks xmlns:a="http://schemas.openxmlformats.org/drawingml/2006/main" noGrp="1"/>
          </p:cNvSpPr>
          <p:nvPr/>
        </p:nvSpPr>
        <p:spPr>
          <a:xfrm xmlns:a="http://schemas.openxmlformats.org/drawingml/2006/main">
            <a:off x="3748125" y="2952848"/>
            <a:ext cx="122529" cy="122529"/>
          </a:xfrm>
          <a:prstGeom xmlns:a="http://schemas.openxmlformats.org/drawingml/2006/main" prst="ellipse">
            <a:avLst/>
          </a:prstGeom>
          <a:solidFill xmlns:a="http://schemas.openxmlformats.org/drawingml/2006/main">
            <a:srgbClr val="00B0F0"/>
          </a:solidFill>
          <a:ln xmlns:a="http://schemas.openxmlformats.org/drawingml/2006/main" w="127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13" name="Oval 112">
            <a:extLst xmlns:a="http://schemas.openxmlformats.org/drawingml/2006/main">
              <a:ext uri="{FF2B5EF4-FFF2-40B4-BE49-F238E27FC236}">
                <a16:creationId xmlns:a16="http://schemas.microsoft.com/office/drawing/2014/main" id="{4FD1E485-25D3-4761-8419-46E896906AFB}"/>
              </a:ext>
            </a:extLst>
          </p:cNvPr>
          <p:cNvSpPr>
            <a:spLocks xmlns:a="http://schemas.openxmlformats.org/drawingml/2006/main" noGrp="1"/>
          </p:cNvSpPr>
          <p:nvPr/>
        </p:nvSpPr>
        <p:spPr>
          <a:xfrm xmlns:a="http://schemas.openxmlformats.org/drawingml/2006/main">
            <a:off x="4682642" y="3878259"/>
            <a:ext cx="122529" cy="122529"/>
          </a:xfrm>
          <a:prstGeom xmlns:a="http://schemas.openxmlformats.org/drawingml/2006/main" prst="ellipse">
            <a:avLst/>
          </a:prstGeom>
          <a:solidFill xmlns:a="http://schemas.openxmlformats.org/drawingml/2006/main">
            <a:srgbClr val="00B0F0"/>
          </a:solidFill>
          <a:ln xmlns:a="http://schemas.openxmlformats.org/drawingml/2006/main" w="127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14" name="Oval 113">
            <a:extLst xmlns:a="http://schemas.openxmlformats.org/drawingml/2006/main">
              <a:ext uri="{FF2B5EF4-FFF2-40B4-BE49-F238E27FC236}">
                <a16:creationId xmlns:a16="http://schemas.microsoft.com/office/drawing/2014/main" id="{DCA4BD4B-9895-4650-81B6-76D8104B8A0C}"/>
              </a:ext>
            </a:extLst>
          </p:cNvPr>
          <p:cNvSpPr>
            <a:spLocks xmlns:a="http://schemas.openxmlformats.org/drawingml/2006/main" noGrp="1"/>
          </p:cNvSpPr>
          <p:nvPr/>
        </p:nvSpPr>
        <p:spPr>
          <a:xfrm xmlns:a="http://schemas.openxmlformats.org/drawingml/2006/main">
            <a:off x="5617159" y="4303623"/>
            <a:ext cx="122529" cy="122529"/>
          </a:xfrm>
          <a:prstGeom xmlns:a="http://schemas.openxmlformats.org/drawingml/2006/main" prst="ellipse">
            <a:avLst/>
          </a:prstGeom>
          <a:solidFill xmlns:a="http://schemas.openxmlformats.org/drawingml/2006/main">
            <a:srgbClr val="00B0F0"/>
          </a:solidFill>
          <a:ln xmlns:a="http://schemas.openxmlformats.org/drawingml/2006/main" w="127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15" name="Oval 114">
            <a:extLst xmlns:a="http://schemas.openxmlformats.org/drawingml/2006/main">
              <a:ext uri="{FF2B5EF4-FFF2-40B4-BE49-F238E27FC236}">
                <a16:creationId xmlns:a16="http://schemas.microsoft.com/office/drawing/2014/main" id="{199CB5F3-5FA8-469A-B773-B10A540853AA}"/>
              </a:ext>
            </a:extLst>
          </p:cNvPr>
          <p:cNvSpPr>
            <a:spLocks xmlns:a="http://schemas.openxmlformats.org/drawingml/2006/main" noGrp="1"/>
          </p:cNvSpPr>
          <p:nvPr/>
        </p:nvSpPr>
        <p:spPr>
          <a:xfrm xmlns:a="http://schemas.openxmlformats.org/drawingml/2006/main">
            <a:off x="6551676" y="3878259"/>
            <a:ext cx="122529" cy="122529"/>
          </a:xfrm>
          <a:prstGeom xmlns:a="http://schemas.openxmlformats.org/drawingml/2006/main" prst="ellipse">
            <a:avLst/>
          </a:prstGeom>
          <a:solidFill xmlns:a="http://schemas.openxmlformats.org/drawingml/2006/main">
            <a:srgbClr val="00B0F0"/>
          </a:solidFill>
          <a:ln xmlns:a="http://schemas.openxmlformats.org/drawingml/2006/main" w="127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16" name="Oval 115">
            <a:extLst xmlns:a="http://schemas.openxmlformats.org/drawingml/2006/main">
              <a:ext uri="{FF2B5EF4-FFF2-40B4-BE49-F238E27FC236}">
                <a16:creationId xmlns:a16="http://schemas.microsoft.com/office/drawing/2014/main" id="{B6CEFB21-5B97-43BE-B97D-DEA92AF2E45B}"/>
              </a:ext>
            </a:extLst>
          </p:cNvPr>
          <p:cNvSpPr>
            <a:spLocks xmlns:a="http://schemas.openxmlformats.org/drawingml/2006/main" noGrp="1"/>
          </p:cNvSpPr>
          <p:nvPr/>
        </p:nvSpPr>
        <p:spPr>
          <a:xfrm xmlns:a="http://schemas.openxmlformats.org/drawingml/2006/main">
            <a:off x="7486192" y="2952848"/>
            <a:ext cx="122529" cy="122529"/>
          </a:xfrm>
          <a:prstGeom xmlns:a="http://schemas.openxmlformats.org/drawingml/2006/main" prst="ellipse">
            <a:avLst/>
          </a:prstGeom>
          <a:solidFill xmlns:a="http://schemas.openxmlformats.org/drawingml/2006/main">
            <a:srgbClr val="00B0F0"/>
          </a:solidFill>
          <a:ln xmlns:a="http://schemas.openxmlformats.org/drawingml/2006/main" w="127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17" name="Oval 116">
            <a:extLst xmlns:a="http://schemas.openxmlformats.org/drawingml/2006/main">
              <a:ext uri="{FF2B5EF4-FFF2-40B4-BE49-F238E27FC236}">
                <a16:creationId xmlns:a16="http://schemas.microsoft.com/office/drawing/2014/main" id="{843590FA-FC56-4D94-B7F2-2D1AFD7AB967}"/>
              </a:ext>
            </a:extLst>
          </p:cNvPr>
          <p:cNvSpPr>
            <a:spLocks xmlns:a="http://schemas.openxmlformats.org/drawingml/2006/main" noGrp="1"/>
          </p:cNvSpPr>
          <p:nvPr/>
        </p:nvSpPr>
        <p:spPr>
          <a:xfrm xmlns:a="http://schemas.openxmlformats.org/drawingml/2006/main">
            <a:off x="8420709" y="2290327"/>
            <a:ext cx="122529" cy="122529"/>
          </a:xfrm>
          <a:prstGeom xmlns:a="http://schemas.openxmlformats.org/drawingml/2006/main" prst="ellipse">
            <a:avLst/>
          </a:prstGeom>
          <a:solidFill xmlns:a="http://schemas.openxmlformats.org/drawingml/2006/main">
            <a:srgbClr val="00B0F0"/>
          </a:solidFill>
          <a:ln xmlns:a="http://schemas.openxmlformats.org/drawingml/2006/main" w="127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18" name="Oval 117">
            <a:extLst xmlns:a="http://schemas.openxmlformats.org/drawingml/2006/main">
              <a:ext uri="{FF2B5EF4-FFF2-40B4-BE49-F238E27FC236}">
                <a16:creationId xmlns:a16="http://schemas.microsoft.com/office/drawing/2014/main" id="{45156F10-B920-414A-93F2-18A9A80EAC0C}"/>
              </a:ext>
            </a:extLst>
          </p:cNvPr>
          <p:cNvSpPr>
            <a:spLocks xmlns:a="http://schemas.openxmlformats.org/drawingml/2006/main" noGrp="1"/>
          </p:cNvSpPr>
          <p:nvPr/>
        </p:nvSpPr>
        <p:spPr>
          <a:xfrm xmlns:a="http://schemas.openxmlformats.org/drawingml/2006/main">
            <a:off x="9355226" y="2436898"/>
            <a:ext cx="122529" cy="122529"/>
          </a:xfrm>
          <a:prstGeom xmlns:a="http://schemas.openxmlformats.org/drawingml/2006/main" prst="ellipse">
            <a:avLst/>
          </a:prstGeom>
          <a:solidFill xmlns:a="http://schemas.openxmlformats.org/drawingml/2006/main">
            <a:srgbClr val="00B0F0"/>
          </a:solidFill>
          <a:ln xmlns:a="http://schemas.openxmlformats.org/drawingml/2006/main" w="127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19" name="Oval 118">
            <a:extLst xmlns:a="http://schemas.openxmlformats.org/drawingml/2006/main">
              <a:ext uri="{FF2B5EF4-FFF2-40B4-BE49-F238E27FC236}">
                <a16:creationId xmlns:a16="http://schemas.microsoft.com/office/drawing/2014/main" id="{01BC1F96-D87F-411B-92CC-56AEB812316E}"/>
              </a:ext>
            </a:extLst>
          </p:cNvPr>
          <p:cNvSpPr>
            <a:spLocks xmlns:a="http://schemas.openxmlformats.org/drawingml/2006/main" noGrp="1"/>
          </p:cNvSpPr>
          <p:nvPr/>
        </p:nvSpPr>
        <p:spPr>
          <a:xfrm xmlns:a="http://schemas.openxmlformats.org/drawingml/2006/main">
            <a:off x="3690518" y="2895241"/>
            <a:ext cx="237744" cy="237744"/>
          </a:xfrm>
          <a:prstGeom xmlns:a="http://schemas.openxmlformats.org/drawingml/2006/main" prst="ellipse">
            <a:avLst/>
          </a:prstGeom>
          <a:solidFill xmlns:a="http://schemas.openxmlformats.org/drawingml/2006/main">
            <a:srgbClr val="FFFFFF"/>
          </a:solidFill>
          <a:ln xmlns:a="http://schemas.openxmlformats.org/drawingml/2006/main" w="38100">
            <a:solidFill>
              <a:srgbClr val="FF000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20" name="TextBox 119">
            <a:extLst xmlns:a="http://schemas.openxmlformats.org/drawingml/2006/main">
              <a:ext uri="{FF2B5EF4-FFF2-40B4-BE49-F238E27FC236}">
                <a16:creationId xmlns:a16="http://schemas.microsoft.com/office/drawing/2014/main" id="{E865C035-2452-45CE-B435-F9A198D3D415}"/>
              </a:ext>
            </a:extLst>
          </p:cNvPr>
          <p:cNvSpPr>
            <a:spLocks xmlns:a="http://schemas.openxmlformats.org/drawingml/2006/main" noGrp="1"/>
          </p:cNvSpPr>
          <p:nvPr/>
        </p:nvSpPr>
        <p:spPr>
          <a:xfrm xmlns:a="http://schemas.openxmlformats.org/drawingml/2006/main">
            <a:off x="3973982" y="2611777"/>
            <a:ext cx="2880360"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200" b="1">
                <a:solidFill>
                  <a:srgbClr val="8C64E1"/>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2200" b="1">
                <a:solidFill>
                  <a:srgbClr val="8C64E1"/>
                </a:solidFill>
                <a:latin typeface="Alibaba PuHuiTi 3.0 115 Black"/>
                <a:ea typeface="Alibaba PuHuiTi 3.0 115 Black"/>
                <a:cs typeface="Alibaba PuHuiTi 3.0 115 Black"/>
              </a:defRPr>
            </a:pPr>
            <a:r>
              <a:rPr sz="2200" b="1">
                <a:solidFill>
                  <a:srgbClr val="8C64E1"/>
                </a:solidFill>
                <a:latin typeface="Alibaba PuHuiTi 3.0 115 Black"/>
                <a:ea typeface="Alibaba PuHuiTi 3.0 115 Black"/>
                <a:cs typeface="Alibaba PuHuiTi 3.0 115 Black"/>
              </a:rPr>
              <a:t>某个样本：3.71</a:t>
            </a:r>
          </a:p>
        </p:txBody>
      </p:sp>
      <p:sp>
        <p:nvSpPr>
          <p:cNvPr id="121" name="TextBox 120">
            <a:extLst xmlns:a="http://schemas.openxmlformats.org/drawingml/2006/main">
              <a:ext uri="{FF2B5EF4-FFF2-40B4-BE49-F238E27FC236}">
                <a16:creationId xmlns:a16="http://schemas.microsoft.com/office/drawing/2014/main" id="{D4F43D32-B596-42DC-9C61-E853AD7C3F42}"/>
              </a:ext>
            </a:extLst>
          </p:cNvPr>
          <p:cNvSpPr>
            <a:spLocks xmlns:a="http://schemas.openxmlformats.org/drawingml/2006/main" noGrp="1"/>
          </p:cNvSpPr>
          <p:nvPr/>
        </p:nvSpPr>
        <p:spPr>
          <a:xfrm xmlns:a="http://schemas.openxmlformats.org/drawingml/2006/main">
            <a:off x="777240" y="5879592"/>
            <a:ext cx="10789920" cy="33528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新问题：如果只允许8个振幅等级，怎么记录这些值？</a:t>
            </a:r>
          </a:p>
        </p:txBody>
      </p:sp>
    </p:spTree>
    <p:extLst>
      <p:ext uri="{BB962C8B-B14F-4D97-AF65-F5344CB8AC3E}">
        <p14:creationId xmlns:p14="http://schemas.microsoft.com/office/powerpoint/2010/main" val="1872643955"/>
      </p:ext>
    </p:extLst>
  </p:cSld>
</p:sld>
</file>

<file path=ppt/slides/slide16.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D905ED6C-4771-4517-B860-BBABC22E1AC9}"/>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450C718D-9001-4717-9264-8B49D518E036}"/>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B372F20C-5A41-4EFB-ABBB-21586E4E16EF}"/>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把振幅划分成0～7，共几个等级？</a:t>
            </a:r>
          </a:p>
        </p:txBody>
      </p:sp>
      <p:sp>
        <p:nvSpPr>
          <p:cNvPr id="5" name="Connector 4">
            <a:extLst xmlns:a="http://schemas.openxmlformats.org/drawingml/2006/main">
              <a:ext uri="{FF2B5EF4-FFF2-40B4-BE49-F238E27FC236}">
                <a16:creationId xmlns:a16="http://schemas.microsoft.com/office/drawing/2014/main" id="{7308A4C6-5C9F-4048-B7EC-2FA2D8ABABB9}"/>
              </a:ext>
            </a:extLst>
          </p:cNvPr>
          <p:cNvSpPr>
            <a:spLocks xmlns:a="http://schemas.openxmlformats.org/drawingml/2006/main" noGrp="1"/>
          </p:cNvSpPr>
          <p:nvPr/>
        </p:nvSpPr>
        <p:spPr>
          <a:xfrm xmlns:a="http://schemas.openxmlformats.org/drawingml/2006/main">
            <a:off x="1600200" y="5394960"/>
            <a:ext cx="8001000" cy="0"/>
          </a:xfrm>
          <a:prstGeom xmlns:a="http://schemas.openxmlformats.org/drawingml/2006/main" prst="line">
            <a:avLst/>
          </a:prstGeom>
          <a:ln xmlns:a="http://schemas.openxmlformats.org/drawingml/2006/main" w="1905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 name="TextBox 5">
            <a:extLst xmlns:a="http://schemas.openxmlformats.org/drawingml/2006/main">
              <a:ext uri="{FF2B5EF4-FFF2-40B4-BE49-F238E27FC236}">
                <a16:creationId xmlns:a16="http://schemas.microsoft.com/office/drawing/2014/main" id="{8F773CD3-E2E5-42F6-B33D-9C7B3D44646B}"/>
              </a:ext>
            </a:extLst>
          </p:cNvPr>
          <p:cNvSpPr>
            <a:spLocks xmlns:a="http://schemas.openxmlformats.org/drawingml/2006/main" noGrp="1"/>
          </p:cNvSpPr>
          <p:nvPr/>
        </p:nvSpPr>
        <p:spPr>
          <a:xfrm xmlns:a="http://schemas.openxmlformats.org/drawingml/2006/main">
            <a:off x="813816" y="5230368"/>
            <a:ext cx="594360" cy="28956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1900" b="1">
                <a:solidFill>
                  <a:srgbClr val="8C64E1"/>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1900" b="1">
                <a:solidFill>
                  <a:srgbClr val="8C64E1"/>
                </a:solidFill>
                <a:latin typeface="Alibaba PuHuiTi 3.0 115 Black"/>
                <a:ea typeface="Alibaba PuHuiTi 3.0 115 Black"/>
                <a:cs typeface="Alibaba PuHuiTi 3.0 115 Black"/>
              </a:defRPr>
            </a:pPr>
            <a:r>
              <a:rPr sz="1900" b="1">
                <a:solidFill>
                  <a:srgbClr val="8C64E1"/>
                </a:solidFill>
                <a:latin typeface="Alibaba PuHuiTi 3.0 115 Black"/>
                <a:ea typeface="Alibaba PuHuiTi 3.0 115 Black"/>
                <a:cs typeface="Alibaba PuHuiTi 3.0 115 Black"/>
              </a:rPr>
              <a:t>0</a:t>
            </a:r>
          </a:p>
        </p:txBody>
      </p:sp>
      <p:sp>
        <p:nvSpPr>
          <p:cNvPr id="7" name="Connector 6">
            <a:extLst xmlns:a="http://schemas.openxmlformats.org/drawingml/2006/main">
              <a:ext uri="{FF2B5EF4-FFF2-40B4-BE49-F238E27FC236}">
                <a16:creationId xmlns:a16="http://schemas.microsoft.com/office/drawing/2014/main" id="{C06F269D-488C-4719-987E-D11891957228}"/>
              </a:ext>
            </a:extLst>
          </p:cNvPr>
          <p:cNvSpPr>
            <a:spLocks xmlns:a="http://schemas.openxmlformats.org/drawingml/2006/main" noGrp="1"/>
          </p:cNvSpPr>
          <p:nvPr/>
        </p:nvSpPr>
        <p:spPr>
          <a:xfrm xmlns:a="http://schemas.openxmlformats.org/drawingml/2006/main">
            <a:off x="1600200" y="4910328"/>
            <a:ext cx="8001000" cy="0"/>
          </a:xfrm>
          <a:prstGeom xmlns:a="http://schemas.openxmlformats.org/drawingml/2006/main" prst="line">
            <a:avLst/>
          </a:prstGeom>
          <a:ln xmlns:a="http://schemas.openxmlformats.org/drawingml/2006/main" w="19050">
            <a:solidFill>
              <a:srgbClr val="E2E2E7"/>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 name="TextBox 7">
            <a:extLst xmlns:a="http://schemas.openxmlformats.org/drawingml/2006/main">
              <a:ext uri="{FF2B5EF4-FFF2-40B4-BE49-F238E27FC236}">
                <a16:creationId xmlns:a16="http://schemas.microsoft.com/office/drawing/2014/main" id="{2403BB82-8302-4F79-A009-EE10F89CBAFA}"/>
              </a:ext>
            </a:extLst>
          </p:cNvPr>
          <p:cNvSpPr>
            <a:spLocks xmlns:a="http://schemas.openxmlformats.org/drawingml/2006/main" noGrp="1"/>
          </p:cNvSpPr>
          <p:nvPr/>
        </p:nvSpPr>
        <p:spPr>
          <a:xfrm xmlns:a="http://schemas.openxmlformats.org/drawingml/2006/main">
            <a:off x="813816" y="4745736"/>
            <a:ext cx="594360" cy="28956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1900" b="1">
                <a:solidFill>
                  <a:srgbClr val="8C64E1"/>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1900" b="1">
                <a:solidFill>
                  <a:srgbClr val="8C64E1"/>
                </a:solidFill>
                <a:latin typeface="Alibaba PuHuiTi 3.0 115 Black"/>
                <a:ea typeface="Alibaba PuHuiTi 3.0 115 Black"/>
                <a:cs typeface="Alibaba PuHuiTi 3.0 115 Black"/>
              </a:defRPr>
            </a:pPr>
            <a:r>
              <a:rPr sz="1900" b="1">
                <a:solidFill>
                  <a:srgbClr val="8C64E1"/>
                </a:solidFill>
                <a:latin typeface="Alibaba PuHuiTi 3.0 115 Black"/>
                <a:ea typeface="Alibaba PuHuiTi 3.0 115 Black"/>
                <a:cs typeface="Alibaba PuHuiTi 3.0 115 Black"/>
              </a:rPr>
              <a:t>1</a:t>
            </a:r>
          </a:p>
        </p:txBody>
      </p:sp>
      <p:sp>
        <p:nvSpPr>
          <p:cNvPr id="9" name="Connector 8">
            <a:extLst xmlns:a="http://schemas.openxmlformats.org/drawingml/2006/main">
              <a:ext uri="{FF2B5EF4-FFF2-40B4-BE49-F238E27FC236}">
                <a16:creationId xmlns:a16="http://schemas.microsoft.com/office/drawing/2014/main" id="{F5B8323C-05B0-4281-80A6-7DFB9EF0F718}"/>
              </a:ext>
            </a:extLst>
          </p:cNvPr>
          <p:cNvSpPr>
            <a:spLocks xmlns:a="http://schemas.openxmlformats.org/drawingml/2006/main" noGrp="1"/>
          </p:cNvSpPr>
          <p:nvPr/>
        </p:nvSpPr>
        <p:spPr>
          <a:xfrm xmlns:a="http://schemas.openxmlformats.org/drawingml/2006/main">
            <a:off x="1600200" y="4425696"/>
            <a:ext cx="8001000" cy="0"/>
          </a:xfrm>
          <a:prstGeom xmlns:a="http://schemas.openxmlformats.org/drawingml/2006/main" prst="line">
            <a:avLst/>
          </a:prstGeom>
          <a:ln xmlns:a="http://schemas.openxmlformats.org/drawingml/2006/main" w="1905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 name="TextBox 9">
            <a:extLst xmlns:a="http://schemas.openxmlformats.org/drawingml/2006/main">
              <a:ext uri="{FF2B5EF4-FFF2-40B4-BE49-F238E27FC236}">
                <a16:creationId xmlns:a16="http://schemas.microsoft.com/office/drawing/2014/main" id="{187350A6-0579-4497-9460-DD64059DB641}"/>
              </a:ext>
            </a:extLst>
          </p:cNvPr>
          <p:cNvSpPr>
            <a:spLocks xmlns:a="http://schemas.openxmlformats.org/drawingml/2006/main" noGrp="1"/>
          </p:cNvSpPr>
          <p:nvPr/>
        </p:nvSpPr>
        <p:spPr>
          <a:xfrm xmlns:a="http://schemas.openxmlformats.org/drawingml/2006/main">
            <a:off x="813816" y="4261104"/>
            <a:ext cx="594360" cy="28956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1900" b="1">
                <a:solidFill>
                  <a:srgbClr val="8C64E1"/>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1900" b="1">
                <a:solidFill>
                  <a:srgbClr val="8C64E1"/>
                </a:solidFill>
                <a:latin typeface="Alibaba PuHuiTi 3.0 115 Black"/>
                <a:ea typeface="Alibaba PuHuiTi 3.0 115 Black"/>
                <a:cs typeface="Alibaba PuHuiTi 3.0 115 Black"/>
              </a:defRPr>
            </a:pPr>
            <a:r>
              <a:rPr sz="1900" b="1">
                <a:solidFill>
                  <a:srgbClr val="8C64E1"/>
                </a:solidFill>
                <a:latin typeface="Alibaba PuHuiTi 3.0 115 Black"/>
                <a:ea typeface="Alibaba PuHuiTi 3.0 115 Black"/>
                <a:cs typeface="Alibaba PuHuiTi 3.0 115 Black"/>
              </a:rPr>
              <a:t>2</a:t>
            </a:r>
          </a:p>
        </p:txBody>
      </p:sp>
      <p:sp>
        <p:nvSpPr>
          <p:cNvPr id="11" name="Connector 10">
            <a:extLst xmlns:a="http://schemas.openxmlformats.org/drawingml/2006/main">
              <a:ext uri="{FF2B5EF4-FFF2-40B4-BE49-F238E27FC236}">
                <a16:creationId xmlns:a16="http://schemas.microsoft.com/office/drawing/2014/main" id="{1FB19D07-FF1B-4E9D-B008-79B7E93195F6}"/>
              </a:ext>
            </a:extLst>
          </p:cNvPr>
          <p:cNvSpPr>
            <a:spLocks xmlns:a="http://schemas.openxmlformats.org/drawingml/2006/main" noGrp="1"/>
          </p:cNvSpPr>
          <p:nvPr/>
        </p:nvSpPr>
        <p:spPr>
          <a:xfrm xmlns:a="http://schemas.openxmlformats.org/drawingml/2006/main">
            <a:off x="1600200" y="3941064"/>
            <a:ext cx="8001000" cy="0"/>
          </a:xfrm>
          <a:prstGeom xmlns:a="http://schemas.openxmlformats.org/drawingml/2006/main" prst="line">
            <a:avLst/>
          </a:prstGeom>
          <a:ln xmlns:a="http://schemas.openxmlformats.org/drawingml/2006/main" w="19050">
            <a:solidFill>
              <a:srgbClr val="E2E2E7"/>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2" name="TextBox 11">
            <a:extLst xmlns:a="http://schemas.openxmlformats.org/drawingml/2006/main">
              <a:ext uri="{FF2B5EF4-FFF2-40B4-BE49-F238E27FC236}">
                <a16:creationId xmlns:a16="http://schemas.microsoft.com/office/drawing/2014/main" id="{06FAEA57-E3CF-475F-9552-D6733C47E161}"/>
              </a:ext>
            </a:extLst>
          </p:cNvPr>
          <p:cNvSpPr>
            <a:spLocks xmlns:a="http://schemas.openxmlformats.org/drawingml/2006/main" noGrp="1"/>
          </p:cNvSpPr>
          <p:nvPr/>
        </p:nvSpPr>
        <p:spPr>
          <a:xfrm xmlns:a="http://schemas.openxmlformats.org/drawingml/2006/main">
            <a:off x="813816" y="3776472"/>
            <a:ext cx="594360" cy="28956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1900" b="1">
                <a:solidFill>
                  <a:srgbClr val="8C64E1"/>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1900" b="1">
                <a:solidFill>
                  <a:srgbClr val="8C64E1"/>
                </a:solidFill>
                <a:latin typeface="Alibaba PuHuiTi 3.0 115 Black"/>
                <a:ea typeface="Alibaba PuHuiTi 3.0 115 Black"/>
                <a:cs typeface="Alibaba PuHuiTi 3.0 115 Black"/>
              </a:defRPr>
            </a:pPr>
            <a:r>
              <a:rPr sz="1900" b="1">
                <a:solidFill>
                  <a:srgbClr val="8C64E1"/>
                </a:solidFill>
                <a:latin typeface="Alibaba PuHuiTi 3.0 115 Black"/>
                <a:ea typeface="Alibaba PuHuiTi 3.0 115 Black"/>
                <a:cs typeface="Alibaba PuHuiTi 3.0 115 Black"/>
              </a:rPr>
              <a:t>3</a:t>
            </a:r>
          </a:p>
        </p:txBody>
      </p:sp>
      <p:sp>
        <p:nvSpPr>
          <p:cNvPr id="13" name="Connector 12">
            <a:extLst xmlns:a="http://schemas.openxmlformats.org/drawingml/2006/main">
              <a:ext uri="{FF2B5EF4-FFF2-40B4-BE49-F238E27FC236}">
                <a16:creationId xmlns:a16="http://schemas.microsoft.com/office/drawing/2014/main" id="{3AF95A32-32B3-4694-935E-52A54C9C6BCE}"/>
              </a:ext>
            </a:extLst>
          </p:cNvPr>
          <p:cNvSpPr>
            <a:spLocks xmlns:a="http://schemas.openxmlformats.org/drawingml/2006/main" noGrp="1"/>
          </p:cNvSpPr>
          <p:nvPr/>
        </p:nvSpPr>
        <p:spPr>
          <a:xfrm xmlns:a="http://schemas.openxmlformats.org/drawingml/2006/main">
            <a:off x="1600200" y="3456432"/>
            <a:ext cx="8001000" cy="0"/>
          </a:xfrm>
          <a:prstGeom xmlns:a="http://schemas.openxmlformats.org/drawingml/2006/main" prst="line">
            <a:avLst/>
          </a:prstGeom>
          <a:ln xmlns:a="http://schemas.openxmlformats.org/drawingml/2006/main" w="1905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4" name="TextBox 13">
            <a:extLst xmlns:a="http://schemas.openxmlformats.org/drawingml/2006/main">
              <a:ext uri="{FF2B5EF4-FFF2-40B4-BE49-F238E27FC236}">
                <a16:creationId xmlns:a16="http://schemas.microsoft.com/office/drawing/2014/main" id="{336B8B17-F7C9-4255-B3A1-5CF1F7E8F07C}"/>
              </a:ext>
            </a:extLst>
          </p:cNvPr>
          <p:cNvSpPr>
            <a:spLocks xmlns:a="http://schemas.openxmlformats.org/drawingml/2006/main" noGrp="1"/>
          </p:cNvSpPr>
          <p:nvPr/>
        </p:nvSpPr>
        <p:spPr>
          <a:xfrm xmlns:a="http://schemas.openxmlformats.org/drawingml/2006/main">
            <a:off x="813816" y="3291840"/>
            <a:ext cx="594360" cy="28956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1900" b="1">
                <a:solidFill>
                  <a:srgbClr val="8C64E1"/>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1900" b="1">
                <a:solidFill>
                  <a:srgbClr val="8C64E1"/>
                </a:solidFill>
                <a:latin typeface="Alibaba PuHuiTi 3.0 115 Black"/>
                <a:ea typeface="Alibaba PuHuiTi 3.0 115 Black"/>
                <a:cs typeface="Alibaba PuHuiTi 3.0 115 Black"/>
              </a:defRPr>
            </a:pPr>
            <a:r>
              <a:rPr sz="1900" b="1">
                <a:solidFill>
                  <a:srgbClr val="8C64E1"/>
                </a:solidFill>
                <a:latin typeface="Alibaba PuHuiTi 3.0 115 Black"/>
                <a:ea typeface="Alibaba PuHuiTi 3.0 115 Black"/>
                <a:cs typeface="Alibaba PuHuiTi 3.0 115 Black"/>
              </a:rPr>
              <a:t>4</a:t>
            </a:r>
          </a:p>
        </p:txBody>
      </p:sp>
      <p:sp>
        <p:nvSpPr>
          <p:cNvPr id="15" name="Connector 14">
            <a:extLst xmlns:a="http://schemas.openxmlformats.org/drawingml/2006/main">
              <a:ext uri="{FF2B5EF4-FFF2-40B4-BE49-F238E27FC236}">
                <a16:creationId xmlns:a16="http://schemas.microsoft.com/office/drawing/2014/main" id="{4573FF73-7DFC-4867-85D7-A832F34C9877}"/>
              </a:ext>
            </a:extLst>
          </p:cNvPr>
          <p:cNvSpPr>
            <a:spLocks xmlns:a="http://schemas.openxmlformats.org/drawingml/2006/main" noGrp="1"/>
          </p:cNvSpPr>
          <p:nvPr/>
        </p:nvSpPr>
        <p:spPr>
          <a:xfrm xmlns:a="http://schemas.openxmlformats.org/drawingml/2006/main">
            <a:off x="1600200" y="2971800"/>
            <a:ext cx="8001000" cy="0"/>
          </a:xfrm>
          <a:prstGeom xmlns:a="http://schemas.openxmlformats.org/drawingml/2006/main" prst="line">
            <a:avLst/>
          </a:prstGeom>
          <a:ln xmlns:a="http://schemas.openxmlformats.org/drawingml/2006/main" w="19050">
            <a:solidFill>
              <a:srgbClr val="E2E2E7"/>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6" name="TextBox 15">
            <a:extLst xmlns:a="http://schemas.openxmlformats.org/drawingml/2006/main">
              <a:ext uri="{FF2B5EF4-FFF2-40B4-BE49-F238E27FC236}">
                <a16:creationId xmlns:a16="http://schemas.microsoft.com/office/drawing/2014/main" id="{C43CF1DF-4358-4B2D-939D-376EC30AE464}"/>
              </a:ext>
            </a:extLst>
          </p:cNvPr>
          <p:cNvSpPr>
            <a:spLocks xmlns:a="http://schemas.openxmlformats.org/drawingml/2006/main" noGrp="1"/>
          </p:cNvSpPr>
          <p:nvPr/>
        </p:nvSpPr>
        <p:spPr>
          <a:xfrm xmlns:a="http://schemas.openxmlformats.org/drawingml/2006/main">
            <a:off x="813816" y="2807208"/>
            <a:ext cx="594360" cy="28956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1900" b="1">
                <a:solidFill>
                  <a:srgbClr val="8C64E1"/>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1900" b="1">
                <a:solidFill>
                  <a:srgbClr val="8C64E1"/>
                </a:solidFill>
                <a:latin typeface="Alibaba PuHuiTi 3.0 115 Black"/>
                <a:ea typeface="Alibaba PuHuiTi 3.0 115 Black"/>
                <a:cs typeface="Alibaba PuHuiTi 3.0 115 Black"/>
              </a:defRPr>
            </a:pPr>
            <a:r>
              <a:rPr sz="1900" b="1">
                <a:solidFill>
                  <a:srgbClr val="8C64E1"/>
                </a:solidFill>
                <a:latin typeface="Alibaba PuHuiTi 3.0 115 Black"/>
                <a:ea typeface="Alibaba PuHuiTi 3.0 115 Black"/>
                <a:cs typeface="Alibaba PuHuiTi 3.0 115 Black"/>
              </a:rPr>
              <a:t>5</a:t>
            </a:r>
          </a:p>
        </p:txBody>
      </p:sp>
      <p:sp>
        <p:nvSpPr>
          <p:cNvPr id="17" name="Connector 16">
            <a:extLst xmlns:a="http://schemas.openxmlformats.org/drawingml/2006/main">
              <a:ext uri="{FF2B5EF4-FFF2-40B4-BE49-F238E27FC236}">
                <a16:creationId xmlns:a16="http://schemas.microsoft.com/office/drawing/2014/main" id="{13FDDF8D-81CC-4365-B90F-969B17A96C01}"/>
              </a:ext>
            </a:extLst>
          </p:cNvPr>
          <p:cNvSpPr>
            <a:spLocks xmlns:a="http://schemas.openxmlformats.org/drawingml/2006/main" noGrp="1"/>
          </p:cNvSpPr>
          <p:nvPr/>
        </p:nvSpPr>
        <p:spPr>
          <a:xfrm xmlns:a="http://schemas.openxmlformats.org/drawingml/2006/main">
            <a:off x="1600200" y="2487168"/>
            <a:ext cx="8001000" cy="0"/>
          </a:xfrm>
          <a:prstGeom xmlns:a="http://schemas.openxmlformats.org/drawingml/2006/main" prst="line">
            <a:avLst/>
          </a:prstGeom>
          <a:ln xmlns:a="http://schemas.openxmlformats.org/drawingml/2006/main" w="1905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8" name="TextBox 17">
            <a:extLst xmlns:a="http://schemas.openxmlformats.org/drawingml/2006/main">
              <a:ext uri="{FF2B5EF4-FFF2-40B4-BE49-F238E27FC236}">
                <a16:creationId xmlns:a16="http://schemas.microsoft.com/office/drawing/2014/main" id="{8EBEB4EB-895F-4B2F-AE82-5C4F9008536F}"/>
              </a:ext>
            </a:extLst>
          </p:cNvPr>
          <p:cNvSpPr>
            <a:spLocks xmlns:a="http://schemas.openxmlformats.org/drawingml/2006/main" noGrp="1"/>
          </p:cNvSpPr>
          <p:nvPr/>
        </p:nvSpPr>
        <p:spPr>
          <a:xfrm xmlns:a="http://schemas.openxmlformats.org/drawingml/2006/main">
            <a:off x="813816" y="2322576"/>
            <a:ext cx="594360" cy="28956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1900" b="1">
                <a:solidFill>
                  <a:srgbClr val="8C64E1"/>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1900" b="1">
                <a:solidFill>
                  <a:srgbClr val="8C64E1"/>
                </a:solidFill>
                <a:latin typeface="Alibaba PuHuiTi 3.0 115 Black"/>
                <a:ea typeface="Alibaba PuHuiTi 3.0 115 Black"/>
                <a:cs typeface="Alibaba PuHuiTi 3.0 115 Black"/>
              </a:defRPr>
            </a:pPr>
            <a:r>
              <a:rPr sz="1900" b="1">
                <a:solidFill>
                  <a:srgbClr val="8C64E1"/>
                </a:solidFill>
                <a:latin typeface="Alibaba PuHuiTi 3.0 115 Black"/>
                <a:ea typeface="Alibaba PuHuiTi 3.0 115 Black"/>
                <a:cs typeface="Alibaba PuHuiTi 3.0 115 Black"/>
              </a:rPr>
              <a:t>6</a:t>
            </a:r>
          </a:p>
        </p:txBody>
      </p:sp>
      <p:sp>
        <p:nvSpPr>
          <p:cNvPr id="19" name="Connector 18">
            <a:extLst xmlns:a="http://schemas.openxmlformats.org/drawingml/2006/main">
              <a:ext uri="{FF2B5EF4-FFF2-40B4-BE49-F238E27FC236}">
                <a16:creationId xmlns:a16="http://schemas.microsoft.com/office/drawing/2014/main" id="{9EDE924A-27FC-4AE0-9243-2B28E5FD83AB}"/>
              </a:ext>
            </a:extLst>
          </p:cNvPr>
          <p:cNvSpPr>
            <a:spLocks xmlns:a="http://schemas.openxmlformats.org/drawingml/2006/main" noGrp="1"/>
          </p:cNvSpPr>
          <p:nvPr/>
        </p:nvSpPr>
        <p:spPr>
          <a:xfrm xmlns:a="http://schemas.openxmlformats.org/drawingml/2006/main">
            <a:off x="1600200" y="2002536"/>
            <a:ext cx="8001000" cy="0"/>
          </a:xfrm>
          <a:prstGeom xmlns:a="http://schemas.openxmlformats.org/drawingml/2006/main" prst="line">
            <a:avLst/>
          </a:prstGeom>
          <a:ln xmlns:a="http://schemas.openxmlformats.org/drawingml/2006/main" w="19050">
            <a:solidFill>
              <a:srgbClr val="E2E2E7"/>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0" name="TextBox 19">
            <a:extLst xmlns:a="http://schemas.openxmlformats.org/drawingml/2006/main">
              <a:ext uri="{FF2B5EF4-FFF2-40B4-BE49-F238E27FC236}">
                <a16:creationId xmlns:a16="http://schemas.microsoft.com/office/drawing/2014/main" id="{8C95705D-90F2-4144-B8C4-D2D805238CA3}"/>
              </a:ext>
            </a:extLst>
          </p:cNvPr>
          <p:cNvSpPr>
            <a:spLocks xmlns:a="http://schemas.openxmlformats.org/drawingml/2006/main" noGrp="1"/>
          </p:cNvSpPr>
          <p:nvPr/>
        </p:nvSpPr>
        <p:spPr>
          <a:xfrm xmlns:a="http://schemas.openxmlformats.org/drawingml/2006/main">
            <a:off x="813816" y="1837944"/>
            <a:ext cx="594360" cy="28956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1900" b="1">
                <a:solidFill>
                  <a:srgbClr val="8C64E1"/>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1900" b="1">
                <a:solidFill>
                  <a:srgbClr val="8C64E1"/>
                </a:solidFill>
                <a:latin typeface="Alibaba PuHuiTi 3.0 115 Black"/>
                <a:ea typeface="Alibaba PuHuiTi 3.0 115 Black"/>
                <a:cs typeface="Alibaba PuHuiTi 3.0 115 Black"/>
              </a:defRPr>
            </a:pPr>
            <a:r>
              <a:rPr sz="1900" b="1">
                <a:solidFill>
                  <a:srgbClr val="8C64E1"/>
                </a:solidFill>
                <a:latin typeface="Alibaba PuHuiTi 3.0 115 Black"/>
                <a:ea typeface="Alibaba PuHuiTi 3.0 115 Black"/>
                <a:cs typeface="Alibaba PuHuiTi 3.0 115 Black"/>
              </a:rPr>
              <a:t>7</a:t>
            </a:r>
          </a:p>
        </p:txBody>
      </p:sp>
      <p:sp>
        <p:nvSpPr>
          <p:cNvPr id="21" name="TextBox 20">
            <a:extLst xmlns:a="http://schemas.openxmlformats.org/drawingml/2006/main">
              <a:ext uri="{FF2B5EF4-FFF2-40B4-BE49-F238E27FC236}">
                <a16:creationId xmlns:a16="http://schemas.microsoft.com/office/drawing/2014/main" id="{ACD38D55-40ED-431C-A0DF-6FD326EF8BFC}"/>
              </a:ext>
            </a:extLst>
          </p:cNvPr>
          <p:cNvSpPr>
            <a:spLocks xmlns:a="http://schemas.openxmlformats.org/drawingml/2006/main" noGrp="1"/>
          </p:cNvSpPr>
          <p:nvPr/>
        </p:nvSpPr>
        <p:spPr>
          <a:xfrm xmlns:a="http://schemas.openxmlformats.org/drawingml/2006/main">
            <a:off x="777240" y="5879592"/>
            <a:ext cx="10789920" cy="33528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0也是一个等级，所以一共有8个等级。</a:t>
            </a:r>
          </a:p>
        </p:txBody>
      </p:sp>
    </p:spTree>
    <p:extLst>
      <p:ext uri="{BB962C8B-B14F-4D97-AF65-F5344CB8AC3E}">
        <p14:creationId xmlns:p14="http://schemas.microsoft.com/office/powerpoint/2010/main" val="836099634"/>
      </p:ext>
    </p:extLst>
  </p:cSld>
</p:sld>
</file>

<file path=ppt/slides/slide17.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CB0F54F5-B77A-40F7-A237-923EB39E171F}"/>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06BA8FBF-4015-4630-9C2A-914651AF4A2B}"/>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F94990D2-496D-4EC4-8B4E-20732949883D}"/>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3.71 应记为等级3，还是等级4？</a:t>
            </a:r>
          </a:p>
        </p:txBody>
      </p:sp>
      <p:sp>
        <p:nvSpPr>
          <p:cNvPr id="5" name="TextBox 4">
            <a:extLst xmlns:a="http://schemas.openxmlformats.org/drawingml/2006/main">
              <a:ext uri="{FF2B5EF4-FFF2-40B4-BE49-F238E27FC236}">
                <a16:creationId xmlns:a16="http://schemas.microsoft.com/office/drawing/2014/main" id="{5B528359-246E-4286-B635-9661CEFA722D}"/>
              </a:ext>
            </a:extLst>
          </p:cNvPr>
          <p:cNvSpPr>
            <a:spLocks xmlns:a="http://schemas.openxmlformats.org/drawingml/2006/main" noGrp="1"/>
          </p:cNvSpPr>
          <p:nvPr/>
        </p:nvSpPr>
        <p:spPr>
          <a:xfrm xmlns:a="http://schemas.openxmlformats.org/drawingml/2006/main">
            <a:off x="822960" y="1700784"/>
            <a:ext cx="10789920" cy="38100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500" b="0">
                <a:solidFill>
                  <a:srgbClr val="262626"/>
                </a:solidFill>
                <a:latin typeface="Alibaba PuHuiTi 3.0 55 Regular"/>
                <a:ea typeface="Alibaba PuHuiTi 3.0 55 Regular"/>
                <a:cs typeface="Alibaba PuHuiTi 3.0 55 Regular"/>
              </a:defRPr>
            </a:defPPr>
          </a:lstStyle>
          <a:p xmlns:a="http://schemas.openxmlformats.org/drawingml/2006/main">
            <a:pPr algn="l">
              <a:buNone/>
              <a:defRPr sz="2500" b="0">
                <a:solidFill>
                  <a:srgbClr val="262626"/>
                </a:solidFill>
                <a:latin typeface="Alibaba PuHuiTi 3.0 55 Regular"/>
                <a:ea typeface="Alibaba PuHuiTi 3.0 55 Regular"/>
                <a:cs typeface="Alibaba PuHuiTi 3.0 55 Regular"/>
              </a:defRPr>
            </a:pPr>
            <a:r>
              <a:rPr sz="2500" b="0">
                <a:solidFill>
                  <a:srgbClr val="262626"/>
                </a:solidFill>
                <a:latin typeface="Alibaba PuHuiTi 3.0 55 Regular"/>
                <a:ea typeface="Alibaba PuHuiTi 3.0 55 Regular"/>
                <a:cs typeface="Alibaba PuHuiTi 3.0 55 Regular"/>
              </a:rPr>
              <a:t>幅度范围 [0,8) 划成8段，等级编号为 0～7。</a:t>
            </a:r>
          </a:p>
        </p:txBody>
      </p:sp>
      <p:sp>
        <p:nvSpPr>
          <p:cNvPr id="6" name="Rectangle 5">
            <a:extLst xmlns:a="http://schemas.openxmlformats.org/drawingml/2006/main">
              <a:ext uri="{FF2B5EF4-FFF2-40B4-BE49-F238E27FC236}">
                <a16:creationId xmlns:a16="http://schemas.microsoft.com/office/drawing/2014/main" id="{9A74D0B9-F6FA-4D6B-83E1-F745968DB01B}"/>
              </a:ext>
            </a:extLst>
          </p:cNvPr>
          <p:cNvSpPr>
            <a:spLocks xmlns:a="http://schemas.openxmlformats.org/drawingml/2006/main" noGrp="1"/>
          </p:cNvSpPr>
          <p:nvPr/>
        </p:nvSpPr>
        <p:spPr>
          <a:xfrm xmlns:a="http://schemas.openxmlformats.org/drawingml/2006/main">
            <a:off x="868680" y="2880360"/>
            <a:ext cx="1097280" cy="914400"/>
          </a:xfrm>
          <a:prstGeom xmlns:a="http://schemas.openxmlformats.org/drawingml/2006/main" prst="rect">
            <a:avLst/>
          </a:prstGeom>
          <a:noFill xmlns:a="http://schemas.openxmlformats.org/drawingml/2006/main"/>
          <a:ln xmlns:a="http://schemas.openxmlformats.org/drawingml/2006/main" w="19050">
            <a:solidFill>
              <a:srgbClr val="DDDDE7"/>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7" name="TextBox 6">
            <a:extLst xmlns:a="http://schemas.openxmlformats.org/drawingml/2006/main">
              <a:ext uri="{FF2B5EF4-FFF2-40B4-BE49-F238E27FC236}">
                <a16:creationId xmlns:a16="http://schemas.microsoft.com/office/drawing/2014/main" id="{A409CDBB-8647-478C-9D82-8920435728E9}"/>
              </a:ext>
            </a:extLst>
          </p:cNvPr>
          <p:cNvSpPr>
            <a:spLocks xmlns:a="http://schemas.openxmlformats.org/drawingml/2006/main" noGrp="1"/>
          </p:cNvSpPr>
          <p:nvPr/>
        </p:nvSpPr>
        <p:spPr>
          <a:xfrm xmlns:a="http://schemas.openxmlformats.org/drawingml/2006/main">
            <a:off x="868680" y="3026664"/>
            <a:ext cx="109728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3000" b="1">
                <a:solidFill>
                  <a:srgbClr val="828282"/>
                </a:solidFill>
                <a:latin typeface="Alibaba PuHuiTi 3.0 115 Black"/>
                <a:ea typeface="Alibaba PuHuiTi 3.0 115 Black"/>
                <a:cs typeface="Alibaba PuHuiTi 3.0 115 Black"/>
              </a:defRPr>
            </a:defPPr>
          </a:lstStyle>
          <a:p xmlns:a="http://schemas.openxmlformats.org/drawingml/2006/main">
            <a:pPr algn="ctr">
              <a:buNone/>
              <a:defRPr sz="3000" b="1">
                <a:solidFill>
                  <a:srgbClr val="828282"/>
                </a:solidFill>
                <a:latin typeface="Alibaba PuHuiTi 3.0 115 Black"/>
                <a:ea typeface="Alibaba PuHuiTi 3.0 115 Black"/>
                <a:cs typeface="Alibaba PuHuiTi 3.0 115 Black"/>
              </a:defRPr>
            </a:pPr>
            <a:r>
              <a:rPr sz="3000" b="1">
                <a:solidFill>
                  <a:srgbClr val="828282"/>
                </a:solidFill>
                <a:latin typeface="Alibaba PuHuiTi 3.0 115 Black"/>
                <a:ea typeface="Alibaba PuHuiTi 3.0 115 Black"/>
                <a:cs typeface="Alibaba PuHuiTi 3.0 115 Black"/>
              </a:rPr>
              <a:t>0</a:t>
            </a:r>
          </a:p>
        </p:txBody>
      </p:sp>
      <p:sp>
        <p:nvSpPr>
          <p:cNvPr id="8" name="Rectangle 7">
            <a:extLst xmlns:a="http://schemas.openxmlformats.org/drawingml/2006/main">
              <a:ext uri="{FF2B5EF4-FFF2-40B4-BE49-F238E27FC236}">
                <a16:creationId xmlns:a16="http://schemas.microsoft.com/office/drawing/2014/main" id="{44C0115D-8822-4D36-A62B-BBBDA6C7A20B}"/>
              </a:ext>
            </a:extLst>
          </p:cNvPr>
          <p:cNvSpPr>
            <a:spLocks xmlns:a="http://schemas.openxmlformats.org/drawingml/2006/main" noGrp="1"/>
          </p:cNvSpPr>
          <p:nvPr/>
        </p:nvSpPr>
        <p:spPr>
          <a:xfrm xmlns:a="http://schemas.openxmlformats.org/drawingml/2006/main">
            <a:off x="2240280" y="2880360"/>
            <a:ext cx="1097280" cy="914400"/>
          </a:xfrm>
          <a:prstGeom xmlns:a="http://schemas.openxmlformats.org/drawingml/2006/main" prst="rect">
            <a:avLst/>
          </a:prstGeom>
          <a:noFill xmlns:a="http://schemas.openxmlformats.org/drawingml/2006/main"/>
          <a:ln xmlns:a="http://schemas.openxmlformats.org/drawingml/2006/main" w="19050">
            <a:solidFill>
              <a:srgbClr val="DDDDE7"/>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9" name="TextBox 8">
            <a:extLst xmlns:a="http://schemas.openxmlformats.org/drawingml/2006/main">
              <a:ext uri="{FF2B5EF4-FFF2-40B4-BE49-F238E27FC236}">
                <a16:creationId xmlns:a16="http://schemas.microsoft.com/office/drawing/2014/main" id="{EB6CAE22-8E57-417E-BB77-4717F9655B95}"/>
              </a:ext>
            </a:extLst>
          </p:cNvPr>
          <p:cNvSpPr>
            <a:spLocks xmlns:a="http://schemas.openxmlformats.org/drawingml/2006/main" noGrp="1"/>
          </p:cNvSpPr>
          <p:nvPr/>
        </p:nvSpPr>
        <p:spPr>
          <a:xfrm xmlns:a="http://schemas.openxmlformats.org/drawingml/2006/main">
            <a:off x="2240280" y="3026664"/>
            <a:ext cx="109728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3000" b="1">
                <a:solidFill>
                  <a:srgbClr val="828282"/>
                </a:solidFill>
                <a:latin typeface="Alibaba PuHuiTi 3.0 115 Black"/>
                <a:ea typeface="Alibaba PuHuiTi 3.0 115 Black"/>
                <a:cs typeface="Alibaba PuHuiTi 3.0 115 Black"/>
              </a:defRPr>
            </a:defPPr>
          </a:lstStyle>
          <a:p xmlns:a="http://schemas.openxmlformats.org/drawingml/2006/main">
            <a:pPr algn="ctr">
              <a:buNone/>
              <a:defRPr sz="3000" b="1">
                <a:solidFill>
                  <a:srgbClr val="828282"/>
                </a:solidFill>
                <a:latin typeface="Alibaba PuHuiTi 3.0 115 Black"/>
                <a:ea typeface="Alibaba PuHuiTi 3.0 115 Black"/>
                <a:cs typeface="Alibaba PuHuiTi 3.0 115 Black"/>
              </a:defRPr>
            </a:pPr>
            <a:r>
              <a:rPr sz="3000" b="1">
                <a:solidFill>
                  <a:srgbClr val="828282"/>
                </a:solidFill>
                <a:latin typeface="Alibaba PuHuiTi 3.0 115 Black"/>
                <a:ea typeface="Alibaba PuHuiTi 3.0 115 Black"/>
                <a:cs typeface="Alibaba PuHuiTi 3.0 115 Black"/>
              </a:rPr>
              <a:t>1</a:t>
            </a:r>
          </a:p>
        </p:txBody>
      </p:sp>
      <p:sp>
        <p:nvSpPr>
          <p:cNvPr id="10" name="Rectangle 9">
            <a:extLst xmlns:a="http://schemas.openxmlformats.org/drawingml/2006/main">
              <a:ext uri="{FF2B5EF4-FFF2-40B4-BE49-F238E27FC236}">
                <a16:creationId xmlns:a16="http://schemas.microsoft.com/office/drawing/2014/main" id="{4174739A-152F-4F94-85A1-79571792A5DA}"/>
              </a:ext>
            </a:extLst>
          </p:cNvPr>
          <p:cNvSpPr>
            <a:spLocks xmlns:a="http://schemas.openxmlformats.org/drawingml/2006/main" noGrp="1"/>
          </p:cNvSpPr>
          <p:nvPr/>
        </p:nvSpPr>
        <p:spPr>
          <a:xfrm xmlns:a="http://schemas.openxmlformats.org/drawingml/2006/main">
            <a:off x="3611880" y="2880360"/>
            <a:ext cx="1097280" cy="914400"/>
          </a:xfrm>
          <a:prstGeom xmlns:a="http://schemas.openxmlformats.org/drawingml/2006/main" prst="rect">
            <a:avLst/>
          </a:prstGeom>
          <a:noFill xmlns:a="http://schemas.openxmlformats.org/drawingml/2006/main"/>
          <a:ln xmlns:a="http://schemas.openxmlformats.org/drawingml/2006/main" w="19050">
            <a:solidFill>
              <a:srgbClr val="DDDDE7"/>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1" name="TextBox 10">
            <a:extLst xmlns:a="http://schemas.openxmlformats.org/drawingml/2006/main">
              <a:ext uri="{FF2B5EF4-FFF2-40B4-BE49-F238E27FC236}">
                <a16:creationId xmlns:a16="http://schemas.microsoft.com/office/drawing/2014/main" id="{587D66B1-316D-4C41-8C71-589C585360DB}"/>
              </a:ext>
            </a:extLst>
          </p:cNvPr>
          <p:cNvSpPr>
            <a:spLocks xmlns:a="http://schemas.openxmlformats.org/drawingml/2006/main" noGrp="1"/>
          </p:cNvSpPr>
          <p:nvPr/>
        </p:nvSpPr>
        <p:spPr>
          <a:xfrm xmlns:a="http://schemas.openxmlformats.org/drawingml/2006/main">
            <a:off x="3611880" y="3026664"/>
            <a:ext cx="109728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3000" b="1">
                <a:solidFill>
                  <a:srgbClr val="828282"/>
                </a:solidFill>
                <a:latin typeface="Alibaba PuHuiTi 3.0 115 Black"/>
                <a:ea typeface="Alibaba PuHuiTi 3.0 115 Black"/>
                <a:cs typeface="Alibaba PuHuiTi 3.0 115 Black"/>
              </a:defRPr>
            </a:defPPr>
          </a:lstStyle>
          <a:p xmlns:a="http://schemas.openxmlformats.org/drawingml/2006/main">
            <a:pPr algn="ctr">
              <a:buNone/>
              <a:defRPr sz="3000" b="1">
                <a:solidFill>
                  <a:srgbClr val="828282"/>
                </a:solidFill>
                <a:latin typeface="Alibaba PuHuiTi 3.0 115 Black"/>
                <a:ea typeface="Alibaba PuHuiTi 3.0 115 Black"/>
                <a:cs typeface="Alibaba PuHuiTi 3.0 115 Black"/>
              </a:defRPr>
            </a:pPr>
            <a:r>
              <a:rPr sz="3000" b="1">
                <a:solidFill>
                  <a:srgbClr val="828282"/>
                </a:solidFill>
                <a:latin typeface="Alibaba PuHuiTi 3.0 115 Black"/>
                <a:ea typeface="Alibaba PuHuiTi 3.0 115 Black"/>
                <a:cs typeface="Alibaba PuHuiTi 3.0 115 Black"/>
              </a:rPr>
              <a:t>2</a:t>
            </a:r>
          </a:p>
        </p:txBody>
      </p:sp>
      <p:sp>
        <p:nvSpPr>
          <p:cNvPr id="12" name="Rectangle 11">
            <a:extLst xmlns:a="http://schemas.openxmlformats.org/drawingml/2006/main">
              <a:ext uri="{FF2B5EF4-FFF2-40B4-BE49-F238E27FC236}">
                <a16:creationId xmlns:a16="http://schemas.microsoft.com/office/drawing/2014/main" id="{DB68A1BD-8348-4923-A563-AC57EE4919EF}"/>
              </a:ext>
            </a:extLst>
          </p:cNvPr>
          <p:cNvSpPr>
            <a:spLocks xmlns:a="http://schemas.openxmlformats.org/drawingml/2006/main" noGrp="1"/>
          </p:cNvSpPr>
          <p:nvPr/>
        </p:nvSpPr>
        <p:spPr>
          <a:xfrm xmlns:a="http://schemas.openxmlformats.org/drawingml/2006/main">
            <a:off x="4983480" y="2880360"/>
            <a:ext cx="1097280" cy="914400"/>
          </a:xfrm>
          <a:prstGeom xmlns:a="http://schemas.openxmlformats.org/drawingml/2006/main" prst="rect">
            <a:avLst/>
          </a:prstGeom>
          <a:noFill xmlns:a="http://schemas.openxmlformats.org/drawingml/2006/main"/>
          <a:ln xmlns:a="http://schemas.openxmlformats.org/drawingml/2006/main" w="19050">
            <a:solidFill>
              <a:srgbClr val="8C64E1"/>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3" name="TextBox 12">
            <a:extLst xmlns:a="http://schemas.openxmlformats.org/drawingml/2006/main">
              <a:ext uri="{FF2B5EF4-FFF2-40B4-BE49-F238E27FC236}">
                <a16:creationId xmlns:a16="http://schemas.microsoft.com/office/drawing/2014/main" id="{5D6F52AE-2F8F-493A-AC72-1A545409E3DC}"/>
              </a:ext>
            </a:extLst>
          </p:cNvPr>
          <p:cNvSpPr>
            <a:spLocks xmlns:a="http://schemas.openxmlformats.org/drawingml/2006/main" noGrp="1"/>
          </p:cNvSpPr>
          <p:nvPr/>
        </p:nvSpPr>
        <p:spPr>
          <a:xfrm xmlns:a="http://schemas.openxmlformats.org/drawingml/2006/main">
            <a:off x="4983480" y="3026664"/>
            <a:ext cx="109728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3000" b="1">
                <a:solidFill>
                  <a:srgbClr val="8C64E1"/>
                </a:solidFill>
                <a:latin typeface="Alibaba PuHuiTi 3.0 115 Black"/>
                <a:ea typeface="Alibaba PuHuiTi 3.0 115 Black"/>
                <a:cs typeface="Alibaba PuHuiTi 3.0 115 Black"/>
              </a:defRPr>
            </a:defPPr>
          </a:lstStyle>
          <a:p xmlns:a="http://schemas.openxmlformats.org/drawingml/2006/main">
            <a:pPr algn="ctr">
              <a:buNone/>
              <a:defRPr sz="3000" b="1">
                <a:solidFill>
                  <a:srgbClr val="8C64E1"/>
                </a:solidFill>
                <a:latin typeface="Alibaba PuHuiTi 3.0 115 Black"/>
                <a:ea typeface="Alibaba PuHuiTi 3.0 115 Black"/>
                <a:cs typeface="Alibaba PuHuiTi 3.0 115 Black"/>
              </a:defRPr>
            </a:pPr>
            <a:r>
              <a:rPr sz="3000" b="1">
                <a:solidFill>
                  <a:srgbClr val="8C64E1"/>
                </a:solidFill>
                <a:latin typeface="Alibaba PuHuiTi 3.0 115 Black"/>
                <a:ea typeface="Alibaba PuHuiTi 3.0 115 Black"/>
                <a:cs typeface="Alibaba PuHuiTi 3.0 115 Black"/>
              </a:rPr>
              <a:t>3</a:t>
            </a:r>
          </a:p>
        </p:txBody>
      </p:sp>
      <p:sp>
        <p:nvSpPr>
          <p:cNvPr id="14" name="Rectangle 13">
            <a:extLst xmlns:a="http://schemas.openxmlformats.org/drawingml/2006/main">
              <a:ext uri="{FF2B5EF4-FFF2-40B4-BE49-F238E27FC236}">
                <a16:creationId xmlns:a16="http://schemas.microsoft.com/office/drawing/2014/main" id="{115ECCA4-0BDB-4CB1-A031-8F770A8AB561}"/>
              </a:ext>
            </a:extLst>
          </p:cNvPr>
          <p:cNvSpPr>
            <a:spLocks xmlns:a="http://schemas.openxmlformats.org/drawingml/2006/main" noGrp="1"/>
          </p:cNvSpPr>
          <p:nvPr/>
        </p:nvSpPr>
        <p:spPr>
          <a:xfrm xmlns:a="http://schemas.openxmlformats.org/drawingml/2006/main">
            <a:off x="6355080" y="2880360"/>
            <a:ext cx="1097280" cy="914400"/>
          </a:xfrm>
          <a:prstGeom xmlns:a="http://schemas.openxmlformats.org/drawingml/2006/main" prst="rect">
            <a:avLst/>
          </a:prstGeom>
          <a:noFill xmlns:a="http://schemas.openxmlformats.org/drawingml/2006/main"/>
          <a:ln xmlns:a="http://schemas.openxmlformats.org/drawingml/2006/main" w="19050">
            <a:solidFill>
              <a:srgbClr val="8C64E1"/>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5" name="TextBox 14">
            <a:extLst xmlns:a="http://schemas.openxmlformats.org/drawingml/2006/main">
              <a:ext uri="{FF2B5EF4-FFF2-40B4-BE49-F238E27FC236}">
                <a16:creationId xmlns:a16="http://schemas.microsoft.com/office/drawing/2014/main" id="{0181EBE2-8CE5-4069-ABD7-D82B615D927B}"/>
              </a:ext>
            </a:extLst>
          </p:cNvPr>
          <p:cNvSpPr>
            <a:spLocks xmlns:a="http://schemas.openxmlformats.org/drawingml/2006/main" noGrp="1"/>
          </p:cNvSpPr>
          <p:nvPr/>
        </p:nvSpPr>
        <p:spPr>
          <a:xfrm xmlns:a="http://schemas.openxmlformats.org/drawingml/2006/main">
            <a:off x="6355080" y="3026664"/>
            <a:ext cx="109728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3000" b="1">
                <a:solidFill>
                  <a:srgbClr val="8C64E1"/>
                </a:solidFill>
                <a:latin typeface="Alibaba PuHuiTi 3.0 115 Black"/>
                <a:ea typeface="Alibaba PuHuiTi 3.0 115 Black"/>
                <a:cs typeface="Alibaba PuHuiTi 3.0 115 Black"/>
              </a:defRPr>
            </a:defPPr>
          </a:lstStyle>
          <a:p xmlns:a="http://schemas.openxmlformats.org/drawingml/2006/main">
            <a:pPr algn="ctr">
              <a:buNone/>
              <a:defRPr sz="3000" b="1">
                <a:solidFill>
                  <a:srgbClr val="8C64E1"/>
                </a:solidFill>
                <a:latin typeface="Alibaba PuHuiTi 3.0 115 Black"/>
                <a:ea typeface="Alibaba PuHuiTi 3.0 115 Black"/>
                <a:cs typeface="Alibaba PuHuiTi 3.0 115 Black"/>
              </a:defRPr>
            </a:pPr>
            <a:r>
              <a:rPr sz="3000" b="1">
                <a:solidFill>
                  <a:srgbClr val="8C64E1"/>
                </a:solidFill>
                <a:latin typeface="Alibaba PuHuiTi 3.0 115 Black"/>
                <a:ea typeface="Alibaba PuHuiTi 3.0 115 Black"/>
                <a:cs typeface="Alibaba PuHuiTi 3.0 115 Black"/>
              </a:rPr>
              <a:t>4</a:t>
            </a:r>
          </a:p>
        </p:txBody>
      </p:sp>
      <p:sp>
        <p:nvSpPr>
          <p:cNvPr id="16" name="Rectangle 15">
            <a:extLst xmlns:a="http://schemas.openxmlformats.org/drawingml/2006/main">
              <a:ext uri="{FF2B5EF4-FFF2-40B4-BE49-F238E27FC236}">
                <a16:creationId xmlns:a16="http://schemas.microsoft.com/office/drawing/2014/main" id="{E97C7F43-5FB8-410D-9D22-305D8FA94056}"/>
              </a:ext>
            </a:extLst>
          </p:cNvPr>
          <p:cNvSpPr>
            <a:spLocks xmlns:a="http://schemas.openxmlformats.org/drawingml/2006/main" noGrp="1"/>
          </p:cNvSpPr>
          <p:nvPr/>
        </p:nvSpPr>
        <p:spPr>
          <a:xfrm xmlns:a="http://schemas.openxmlformats.org/drawingml/2006/main">
            <a:off x="7726679" y="2880360"/>
            <a:ext cx="1097280" cy="914400"/>
          </a:xfrm>
          <a:prstGeom xmlns:a="http://schemas.openxmlformats.org/drawingml/2006/main" prst="rect">
            <a:avLst/>
          </a:prstGeom>
          <a:noFill xmlns:a="http://schemas.openxmlformats.org/drawingml/2006/main"/>
          <a:ln xmlns:a="http://schemas.openxmlformats.org/drawingml/2006/main" w="19050">
            <a:solidFill>
              <a:srgbClr val="DDDDE7"/>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7" name="TextBox 16">
            <a:extLst xmlns:a="http://schemas.openxmlformats.org/drawingml/2006/main">
              <a:ext uri="{FF2B5EF4-FFF2-40B4-BE49-F238E27FC236}">
                <a16:creationId xmlns:a16="http://schemas.microsoft.com/office/drawing/2014/main" id="{148E5808-FED0-4CD9-A43C-6E0751A3F803}"/>
              </a:ext>
            </a:extLst>
          </p:cNvPr>
          <p:cNvSpPr>
            <a:spLocks xmlns:a="http://schemas.openxmlformats.org/drawingml/2006/main" noGrp="1"/>
          </p:cNvSpPr>
          <p:nvPr/>
        </p:nvSpPr>
        <p:spPr>
          <a:xfrm xmlns:a="http://schemas.openxmlformats.org/drawingml/2006/main">
            <a:off x="7726679" y="3026664"/>
            <a:ext cx="109728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3000" b="1">
                <a:solidFill>
                  <a:srgbClr val="828282"/>
                </a:solidFill>
                <a:latin typeface="Alibaba PuHuiTi 3.0 115 Black"/>
                <a:ea typeface="Alibaba PuHuiTi 3.0 115 Black"/>
                <a:cs typeface="Alibaba PuHuiTi 3.0 115 Black"/>
              </a:defRPr>
            </a:defPPr>
          </a:lstStyle>
          <a:p xmlns:a="http://schemas.openxmlformats.org/drawingml/2006/main">
            <a:pPr algn="ctr">
              <a:buNone/>
              <a:defRPr sz="3000" b="1">
                <a:solidFill>
                  <a:srgbClr val="828282"/>
                </a:solidFill>
                <a:latin typeface="Alibaba PuHuiTi 3.0 115 Black"/>
                <a:ea typeface="Alibaba PuHuiTi 3.0 115 Black"/>
                <a:cs typeface="Alibaba PuHuiTi 3.0 115 Black"/>
              </a:defRPr>
            </a:pPr>
            <a:r>
              <a:rPr sz="3000" b="1">
                <a:solidFill>
                  <a:srgbClr val="828282"/>
                </a:solidFill>
                <a:latin typeface="Alibaba PuHuiTi 3.0 115 Black"/>
                <a:ea typeface="Alibaba PuHuiTi 3.0 115 Black"/>
                <a:cs typeface="Alibaba PuHuiTi 3.0 115 Black"/>
              </a:rPr>
              <a:t>5</a:t>
            </a:r>
          </a:p>
        </p:txBody>
      </p:sp>
      <p:sp>
        <p:nvSpPr>
          <p:cNvPr id="18" name="Rectangle 17">
            <a:extLst xmlns:a="http://schemas.openxmlformats.org/drawingml/2006/main">
              <a:ext uri="{FF2B5EF4-FFF2-40B4-BE49-F238E27FC236}">
                <a16:creationId xmlns:a16="http://schemas.microsoft.com/office/drawing/2014/main" id="{6D428098-6743-4CEE-BDA0-E84447FCA119}"/>
              </a:ext>
            </a:extLst>
          </p:cNvPr>
          <p:cNvSpPr>
            <a:spLocks xmlns:a="http://schemas.openxmlformats.org/drawingml/2006/main" noGrp="1"/>
          </p:cNvSpPr>
          <p:nvPr/>
        </p:nvSpPr>
        <p:spPr>
          <a:xfrm xmlns:a="http://schemas.openxmlformats.org/drawingml/2006/main">
            <a:off x="9098280" y="2880360"/>
            <a:ext cx="1097280" cy="914400"/>
          </a:xfrm>
          <a:prstGeom xmlns:a="http://schemas.openxmlformats.org/drawingml/2006/main" prst="rect">
            <a:avLst/>
          </a:prstGeom>
          <a:noFill xmlns:a="http://schemas.openxmlformats.org/drawingml/2006/main"/>
          <a:ln xmlns:a="http://schemas.openxmlformats.org/drawingml/2006/main" w="19050">
            <a:solidFill>
              <a:srgbClr val="DDDDE7"/>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9" name="TextBox 18">
            <a:extLst xmlns:a="http://schemas.openxmlformats.org/drawingml/2006/main">
              <a:ext uri="{FF2B5EF4-FFF2-40B4-BE49-F238E27FC236}">
                <a16:creationId xmlns:a16="http://schemas.microsoft.com/office/drawing/2014/main" id="{0DD9AF4E-3C0D-43DC-B335-7D8AD6700D56}"/>
              </a:ext>
            </a:extLst>
          </p:cNvPr>
          <p:cNvSpPr>
            <a:spLocks xmlns:a="http://schemas.openxmlformats.org/drawingml/2006/main" noGrp="1"/>
          </p:cNvSpPr>
          <p:nvPr/>
        </p:nvSpPr>
        <p:spPr>
          <a:xfrm xmlns:a="http://schemas.openxmlformats.org/drawingml/2006/main">
            <a:off x="9098280" y="3026664"/>
            <a:ext cx="109728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3000" b="1">
                <a:solidFill>
                  <a:srgbClr val="828282"/>
                </a:solidFill>
                <a:latin typeface="Alibaba PuHuiTi 3.0 115 Black"/>
                <a:ea typeface="Alibaba PuHuiTi 3.0 115 Black"/>
                <a:cs typeface="Alibaba PuHuiTi 3.0 115 Black"/>
              </a:defRPr>
            </a:defPPr>
          </a:lstStyle>
          <a:p xmlns:a="http://schemas.openxmlformats.org/drawingml/2006/main">
            <a:pPr algn="ctr">
              <a:buNone/>
              <a:defRPr sz="3000" b="1">
                <a:solidFill>
                  <a:srgbClr val="828282"/>
                </a:solidFill>
                <a:latin typeface="Alibaba PuHuiTi 3.0 115 Black"/>
                <a:ea typeface="Alibaba PuHuiTi 3.0 115 Black"/>
                <a:cs typeface="Alibaba PuHuiTi 3.0 115 Black"/>
              </a:defRPr>
            </a:pPr>
            <a:r>
              <a:rPr sz="3000" b="1">
                <a:solidFill>
                  <a:srgbClr val="828282"/>
                </a:solidFill>
                <a:latin typeface="Alibaba PuHuiTi 3.0 115 Black"/>
                <a:ea typeface="Alibaba PuHuiTi 3.0 115 Black"/>
                <a:cs typeface="Alibaba PuHuiTi 3.0 115 Black"/>
              </a:rPr>
              <a:t>6</a:t>
            </a:r>
          </a:p>
        </p:txBody>
      </p:sp>
      <p:sp>
        <p:nvSpPr>
          <p:cNvPr id="20" name="Rectangle 19">
            <a:extLst xmlns:a="http://schemas.openxmlformats.org/drawingml/2006/main">
              <a:ext uri="{FF2B5EF4-FFF2-40B4-BE49-F238E27FC236}">
                <a16:creationId xmlns:a16="http://schemas.microsoft.com/office/drawing/2014/main" id="{8F5B3073-FC68-4F2E-BACE-A6BDB00353E3}"/>
              </a:ext>
            </a:extLst>
          </p:cNvPr>
          <p:cNvSpPr>
            <a:spLocks xmlns:a="http://schemas.openxmlformats.org/drawingml/2006/main" noGrp="1"/>
          </p:cNvSpPr>
          <p:nvPr/>
        </p:nvSpPr>
        <p:spPr>
          <a:xfrm xmlns:a="http://schemas.openxmlformats.org/drawingml/2006/main">
            <a:off x="10469880" y="2880360"/>
            <a:ext cx="1097280" cy="914400"/>
          </a:xfrm>
          <a:prstGeom xmlns:a="http://schemas.openxmlformats.org/drawingml/2006/main" prst="rect">
            <a:avLst/>
          </a:prstGeom>
          <a:noFill xmlns:a="http://schemas.openxmlformats.org/drawingml/2006/main"/>
          <a:ln xmlns:a="http://schemas.openxmlformats.org/drawingml/2006/main" w="19050">
            <a:solidFill>
              <a:srgbClr val="DDDDE7"/>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1" name="TextBox 20">
            <a:extLst xmlns:a="http://schemas.openxmlformats.org/drawingml/2006/main">
              <a:ext uri="{FF2B5EF4-FFF2-40B4-BE49-F238E27FC236}">
                <a16:creationId xmlns:a16="http://schemas.microsoft.com/office/drawing/2014/main" id="{23E14CA9-39F4-414C-ADF9-44289EA609A5}"/>
              </a:ext>
            </a:extLst>
          </p:cNvPr>
          <p:cNvSpPr>
            <a:spLocks xmlns:a="http://schemas.openxmlformats.org/drawingml/2006/main" noGrp="1"/>
          </p:cNvSpPr>
          <p:nvPr/>
        </p:nvSpPr>
        <p:spPr>
          <a:xfrm xmlns:a="http://schemas.openxmlformats.org/drawingml/2006/main">
            <a:off x="10469880" y="3026664"/>
            <a:ext cx="109728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3000" b="1">
                <a:solidFill>
                  <a:srgbClr val="828282"/>
                </a:solidFill>
                <a:latin typeface="Alibaba PuHuiTi 3.0 115 Black"/>
                <a:ea typeface="Alibaba PuHuiTi 3.0 115 Black"/>
                <a:cs typeface="Alibaba PuHuiTi 3.0 115 Black"/>
              </a:defRPr>
            </a:defPPr>
          </a:lstStyle>
          <a:p xmlns:a="http://schemas.openxmlformats.org/drawingml/2006/main">
            <a:pPr algn="ctr">
              <a:buNone/>
              <a:defRPr sz="3000" b="1">
                <a:solidFill>
                  <a:srgbClr val="828282"/>
                </a:solidFill>
                <a:latin typeface="Alibaba PuHuiTi 3.0 115 Black"/>
                <a:ea typeface="Alibaba PuHuiTi 3.0 115 Black"/>
                <a:cs typeface="Alibaba PuHuiTi 3.0 115 Black"/>
              </a:defRPr>
            </a:pPr>
            <a:r>
              <a:rPr sz="3000" b="1">
                <a:solidFill>
                  <a:srgbClr val="828282"/>
                </a:solidFill>
                <a:latin typeface="Alibaba PuHuiTi 3.0 115 Black"/>
                <a:ea typeface="Alibaba PuHuiTi 3.0 115 Black"/>
                <a:cs typeface="Alibaba PuHuiTi 3.0 115 Black"/>
              </a:rPr>
              <a:t>7</a:t>
            </a:r>
          </a:p>
        </p:txBody>
      </p:sp>
      <p:sp>
        <p:nvSpPr>
          <p:cNvPr id="22" name="TextBox 21">
            <a:extLst xmlns:a="http://schemas.openxmlformats.org/drawingml/2006/main">
              <a:ext uri="{FF2B5EF4-FFF2-40B4-BE49-F238E27FC236}">
                <a16:creationId xmlns:a16="http://schemas.microsoft.com/office/drawing/2014/main" id="{D41501F2-04A3-4029-913F-5AE1E91A5604}"/>
              </a:ext>
            </a:extLst>
          </p:cNvPr>
          <p:cNvSpPr>
            <a:spLocks xmlns:a="http://schemas.openxmlformats.org/drawingml/2006/main" noGrp="1"/>
          </p:cNvSpPr>
          <p:nvPr/>
        </p:nvSpPr>
        <p:spPr>
          <a:xfrm xmlns:a="http://schemas.openxmlformats.org/drawingml/2006/main">
            <a:off x="868680" y="4242816"/>
            <a:ext cx="4846320" cy="44196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900" b="1">
                <a:solidFill>
                  <a:srgbClr val="262626"/>
                </a:solidFill>
                <a:latin typeface="Alibaba PuHuiTi 3.0 115 Black"/>
                <a:ea typeface="Alibaba PuHuiTi 3.0 115 Black"/>
                <a:cs typeface="Alibaba PuHuiTi 3.0 115 Black"/>
              </a:defRPr>
            </a:defPPr>
          </a:lstStyle>
          <a:p xmlns:a="http://schemas.openxmlformats.org/drawingml/2006/main">
            <a:pPr algn="l">
              <a:buNone/>
              <a:defRPr sz="2900" b="1">
                <a:solidFill>
                  <a:srgbClr val="262626"/>
                </a:solidFill>
                <a:latin typeface="Alibaba PuHuiTi 3.0 115 Black"/>
                <a:ea typeface="Alibaba PuHuiTi 3.0 115 Black"/>
                <a:cs typeface="Alibaba PuHuiTi 3.0 115 Black"/>
              </a:defRPr>
            </a:pPr>
            <a:r>
              <a:rPr sz="2900" b="1">
                <a:solidFill>
                  <a:srgbClr val="262626"/>
                </a:solidFill>
                <a:latin typeface="Alibaba PuHuiTi 3.0 115 Black"/>
                <a:ea typeface="Alibaba PuHuiTi 3.0 115 Black"/>
                <a:cs typeface="Alibaba PuHuiTi 3.0 115 Black"/>
              </a:rPr>
              <a:t>采样值：3.71</a:t>
            </a:r>
          </a:p>
        </p:txBody>
      </p:sp>
      <p:sp>
        <p:nvSpPr>
          <p:cNvPr id="23" name="TextBox 22">
            <a:extLst xmlns:a="http://schemas.openxmlformats.org/drawingml/2006/main">
              <a:ext uri="{FF2B5EF4-FFF2-40B4-BE49-F238E27FC236}">
                <a16:creationId xmlns:a16="http://schemas.microsoft.com/office/drawing/2014/main" id="{956BE813-7F56-4811-BD4C-1F2248DB039D}"/>
              </a:ext>
            </a:extLst>
          </p:cNvPr>
          <p:cNvSpPr>
            <a:spLocks xmlns:a="http://schemas.openxmlformats.org/drawingml/2006/main" noGrp="1"/>
          </p:cNvSpPr>
          <p:nvPr/>
        </p:nvSpPr>
        <p:spPr>
          <a:xfrm xmlns:a="http://schemas.openxmlformats.org/drawingml/2006/main">
            <a:off x="868680" y="5129784"/>
            <a:ext cx="10515600" cy="4114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700" b="1">
                <a:solidFill>
                  <a:srgbClr val="8C64E1"/>
                </a:solidFill>
                <a:latin typeface="Alibaba PuHuiTi 3.0 115 Black"/>
                <a:ea typeface="Alibaba PuHuiTi 3.0 115 Black"/>
                <a:cs typeface="Alibaba PuHuiTi 3.0 115 Black"/>
              </a:defRPr>
            </a:defPPr>
          </a:lstStyle>
          <a:p xmlns:a="http://schemas.openxmlformats.org/drawingml/2006/main">
            <a:pPr algn="l">
              <a:buNone/>
              <a:defRPr sz="2700" b="1">
                <a:solidFill>
                  <a:srgbClr val="8C64E1"/>
                </a:solidFill>
                <a:latin typeface="Alibaba PuHuiTi 3.0 115 Black"/>
                <a:ea typeface="Alibaba PuHuiTi 3.0 115 Black"/>
                <a:cs typeface="Alibaba PuHuiTi 3.0 115 Black"/>
              </a:defRPr>
            </a:pPr>
            <a:r>
              <a:rPr sz="2700" b="1">
                <a:solidFill>
                  <a:srgbClr val="8C64E1"/>
                </a:solidFill>
                <a:latin typeface="Alibaba PuHuiTi 3.0 115 Black"/>
                <a:ea typeface="Alibaba PuHuiTi 3.0 115 Black"/>
                <a:cs typeface="Alibaba PuHuiTi 3.0 115 Black"/>
              </a:rPr>
              <a:t>你预测：进入3号等级，还是4号等级？</a:t>
            </a:r>
          </a:p>
        </p:txBody>
      </p:sp>
    </p:spTree>
    <p:extLst>
      <p:ext uri="{BB962C8B-B14F-4D97-AF65-F5344CB8AC3E}">
        <p14:creationId xmlns:p14="http://schemas.microsoft.com/office/powerpoint/2010/main" val="188261090"/>
      </p:ext>
    </p:extLst>
  </p:cSld>
</p:sld>
</file>

<file path=ppt/slides/slide18.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2FED0F8C-9CCE-4876-B4F9-A4BBF27848C3}"/>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E44D8768-DA2E-4099-903E-44870C2CF467}"/>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7753E4B4-651E-4AED-8644-3D458D36E4F4}"/>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量化：用有限代表值近似样本</a:t>
            </a:r>
          </a:p>
        </p:txBody>
      </p:sp>
      <p:sp>
        <p:nvSpPr>
          <p:cNvPr id="5" name="text">
            <a:extLst xmlns:a="http://schemas.openxmlformats.org/drawingml/2006/main">
              <a:ext uri="{FF2B5EF4-FFF2-40B4-BE49-F238E27FC236}">
                <a16:creationId xmlns:a16="http://schemas.microsoft.com/office/drawing/2014/main" id="{0BED98FD-FCEB-4681-BF63-2F0D6EE0A922}"/>
              </a:ext>
            </a:extLst>
          </p:cNvPr>
          <p:cNvSpPr>
            <a:spLocks xmlns:a="http://schemas.openxmlformats.org/drawingml/2006/main" noGrp="1"/>
          </p:cNvSpPr>
          <p:nvPr/>
        </p:nvSpPr>
        <p:spPr>
          <a:xfrm xmlns:a="http://schemas.openxmlformats.org/drawingml/2006/main">
            <a:off x="609600" y="1581150"/>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范围 [0,8)；按 [n,n+1) 分档。</a:t>
            </a:r>
          </a:p>
        </p:txBody>
      </p:sp>
      <p:sp>
        <p:nvSpPr>
          <p:cNvPr id="6" name="quant-bin-0">
            <a:extLst xmlns:a="http://schemas.openxmlformats.org/drawingml/2006/main">
              <a:ext uri="{FF2B5EF4-FFF2-40B4-BE49-F238E27FC236}">
                <a16:creationId xmlns:a16="http://schemas.microsoft.com/office/drawing/2014/main" id="{11BF3656-051C-427F-A4EB-9F78685242EB}"/>
              </a:ext>
            </a:extLst>
          </p:cNvPr>
          <p:cNvSpPr>
            <a:spLocks xmlns:a="http://schemas.openxmlformats.org/drawingml/2006/main" noGrp="1"/>
          </p:cNvSpPr>
          <p:nvPr/>
        </p:nvSpPr>
        <p:spPr>
          <a:xfrm xmlns:a="http://schemas.openxmlformats.org/drawingml/2006/main">
            <a:off x="1524000" y="2714625"/>
            <a:ext cx="1143000" cy="971550"/>
          </a:xfrm>
          <a:prstGeom xmlns:a="http://schemas.openxmlformats.org/drawingml/2006/main" prst="rect">
            <a:avLst/>
          </a:prstGeom>
          <a:noFill xmlns:a="http://schemas.openxmlformats.org/drawingml/2006/main"/>
          <a:ln xmlns:a="http://schemas.openxmlformats.org/drawingml/2006/main" w="9525">
            <a:solidFill>
              <a:srgbClr val="D7D7DE"/>
            </a:solidFill>
          </a:ln>
        </p:spPr>
      </p:sp>
      <p:sp>
        <p:nvSpPr>
          <p:cNvPr id="7" name="quant-grade-0">
            <a:extLst xmlns:a="http://schemas.openxmlformats.org/drawingml/2006/main">
              <a:ext uri="{FF2B5EF4-FFF2-40B4-BE49-F238E27FC236}">
                <a16:creationId xmlns:a16="http://schemas.microsoft.com/office/drawing/2014/main" id="{239E6CA8-47C0-4F20-B745-8EA4A51D8419}"/>
              </a:ext>
            </a:extLst>
          </p:cNvPr>
          <p:cNvSpPr>
            <a:spLocks xmlns:a="http://schemas.openxmlformats.org/drawingml/2006/main" noGrp="1"/>
          </p:cNvSpPr>
          <p:nvPr/>
        </p:nvSpPr>
        <p:spPr>
          <a:xfrm xmlns:a="http://schemas.openxmlformats.org/drawingml/2006/main">
            <a:off x="1524000" y="3876675"/>
            <a:ext cx="1143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2100" b="0">
                <a:solidFill>
                  <a:srgbClr val="808080"/>
                </a:solidFill>
                <a:latin typeface="Alibaba PuHuiTi 3.0 55 Regular"/>
                <a:ea typeface="Alibaba PuHuiTi 3.0 55 Regular"/>
                <a:cs typeface="Alibaba PuHuiTi 3.0 55 Regular"/>
              </a:defRPr>
            </a:defPPr>
          </a:lstStyle>
          <a:p xmlns:a="http://schemas.openxmlformats.org/drawingml/2006/main">
            <a:pPr algn="ctr">
              <a:buNone/>
              <a:defRPr sz="2100" b="0">
                <a:solidFill>
                  <a:srgbClr val="808080"/>
                </a:solidFill>
                <a:latin typeface="Alibaba PuHuiTi 3.0 55 Regular"/>
                <a:ea typeface="Alibaba PuHuiTi 3.0 55 Regular"/>
                <a:cs typeface="Alibaba PuHuiTi 3.0 55 Regular"/>
              </a:defRPr>
            </a:pPr>
            <a:r>
              <a:rPr sz="2100" b="0">
                <a:solidFill>
                  <a:srgbClr val="808080"/>
                </a:solidFill>
                <a:latin typeface="Alibaba PuHuiTi 3.0 55 Regular"/>
                <a:ea typeface="Alibaba PuHuiTi 3.0 55 Regular"/>
                <a:cs typeface="Alibaba PuHuiTi 3.0 55 Regular"/>
              </a:rPr>
              <a:t>L0</a:t>
            </a:r>
          </a:p>
        </p:txBody>
      </p:sp>
      <p:sp>
        <p:nvSpPr>
          <p:cNvPr id="8" name="quant-bin-1">
            <a:extLst xmlns:a="http://schemas.openxmlformats.org/drawingml/2006/main">
              <a:ext uri="{FF2B5EF4-FFF2-40B4-BE49-F238E27FC236}">
                <a16:creationId xmlns:a16="http://schemas.microsoft.com/office/drawing/2014/main" id="{0CF99069-03C2-4EE8-91B4-A9D872ABDDB6}"/>
              </a:ext>
            </a:extLst>
          </p:cNvPr>
          <p:cNvSpPr>
            <a:spLocks xmlns:a="http://schemas.openxmlformats.org/drawingml/2006/main" noGrp="1"/>
          </p:cNvSpPr>
          <p:nvPr/>
        </p:nvSpPr>
        <p:spPr>
          <a:xfrm xmlns:a="http://schemas.openxmlformats.org/drawingml/2006/main">
            <a:off x="2667000" y="2714625"/>
            <a:ext cx="1143000" cy="971550"/>
          </a:xfrm>
          <a:prstGeom xmlns:a="http://schemas.openxmlformats.org/drawingml/2006/main" prst="rect">
            <a:avLst/>
          </a:prstGeom>
          <a:noFill xmlns:a="http://schemas.openxmlformats.org/drawingml/2006/main"/>
          <a:ln xmlns:a="http://schemas.openxmlformats.org/drawingml/2006/main" w="9525">
            <a:solidFill>
              <a:srgbClr val="D7D7DE"/>
            </a:solidFill>
          </a:ln>
        </p:spPr>
      </p:sp>
      <p:sp>
        <p:nvSpPr>
          <p:cNvPr id="9" name="quant-grade-1">
            <a:extLst xmlns:a="http://schemas.openxmlformats.org/drawingml/2006/main">
              <a:ext uri="{FF2B5EF4-FFF2-40B4-BE49-F238E27FC236}">
                <a16:creationId xmlns:a16="http://schemas.microsoft.com/office/drawing/2014/main" id="{FA111489-C863-4CEF-BC14-1B054D947986}"/>
              </a:ext>
            </a:extLst>
          </p:cNvPr>
          <p:cNvSpPr>
            <a:spLocks xmlns:a="http://schemas.openxmlformats.org/drawingml/2006/main" noGrp="1"/>
          </p:cNvSpPr>
          <p:nvPr/>
        </p:nvSpPr>
        <p:spPr>
          <a:xfrm xmlns:a="http://schemas.openxmlformats.org/drawingml/2006/main">
            <a:off x="2667000" y="3876675"/>
            <a:ext cx="1143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2100" b="0">
                <a:solidFill>
                  <a:srgbClr val="808080"/>
                </a:solidFill>
                <a:latin typeface="Alibaba PuHuiTi 3.0 55 Regular"/>
                <a:ea typeface="Alibaba PuHuiTi 3.0 55 Regular"/>
                <a:cs typeface="Alibaba PuHuiTi 3.0 55 Regular"/>
              </a:defRPr>
            </a:defPPr>
          </a:lstStyle>
          <a:p xmlns:a="http://schemas.openxmlformats.org/drawingml/2006/main">
            <a:pPr algn="ctr">
              <a:buNone/>
              <a:defRPr sz="2100" b="0">
                <a:solidFill>
                  <a:srgbClr val="808080"/>
                </a:solidFill>
                <a:latin typeface="Alibaba PuHuiTi 3.0 55 Regular"/>
                <a:ea typeface="Alibaba PuHuiTi 3.0 55 Regular"/>
                <a:cs typeface="Alibaba PuHuiTi 3.0 55 Regular"/>
              </a:defRPr>
            </a:pPr>
            <a:r>
              <a:rPr sz="2100" b="0">
                <a:solidFill>
                  <a:srgbClr val="808080"/>
                </a:solidFill>
                <a:latin typeface="Alibaba PuHuiTi 3.0 55 Regular"/>
                <a:ea typeface="Alibaba PuHuiTi 3.0 55 Regular"/>
                <a:cs typeface="Alibaba PuHuiTi 3.0 55 Regular"/>
              </a:rPr>
              <a:t>L1</a:t>
            </a:r>
          </a:p>
        </p:txBody>
      </p:sp>
      <p:sp>
        <p:nvSpPr>
          <p:cNvPr id="10" name="quant-bin-2">
            <a:extLst xmlns:a="http://schemas.openxmlformats.org/drawingml/2006/main">
              <a:ext uri="{FF2B5EF4-FFF2-40B4-BE49-F238E27FC236}">
                <a16:creationId xmlns:a16="http://schemas.microsoft.com/office/drawing/2014/main" id="{4369CAD9-51A9-459A-9320-ADD3294846F9}"/>
              </a:ext>
            </a:extLst>
          </p:cNvPr>
          <p:cNvSpPr>
            <a:spLocks xmlns:a="http://schemas.openxmlformats.org/drawingml/2006/main" noGrp="1"/>
          </p:cNvSpPr>
          <p:nvPr/>
        </p:nvSpPr>
        <p:spPr>
          <a:xfrm xmlns:a="http://schemas.openxmlformats.org/drawingml/2006/main">
            <a:off x="3810000" y="2714625"/>
            <a:ext cx="1143000" cy="971550"/>
          </a:xfrm>
          <a:prstGeom xmlns:a="http://schemas.openxmlformats.org/drawingml/2006/main" prst="rect">
            <a:avLst/>
          </a:prstGeom>
          <a:noFill xmlns:a="http://schemas.openxmlformats.org/drawingml/2006/main"/>
          <a:ln xmlns:a="http://schemas.openxmlformats.org/drawingml/2006/main" w="9525">
            <a:solidFill>
              <a:srgbClr val="D7D7DE"/>
            </a:solidFill>
          </a:ln>
        </p:spPr>
      </p:sp>
      <p:sp>
        <p:nvSpPr>
          <p:cNvPr id="11" name="quant-grade-2">
            <a:extLst xmlns:a="http://schemas.openxmlformats.org/drawingml/2006/main">
              <a:ext uri="{FF2B5EF4-FFF2-40B4-BE49-F238E27FC236}">
                <a16:creationId xmlns:a16="http://schemas.microsoft.com/office/drawing/2014/main" id="{60082282-7ADC-4A8B-80CE-548F1B3FAB71}"/>
              </a:ext>
            </a:extLst>
          </p:cNvPr>
          <p:cNvSpPr>
            <a:spLocks xmlns:a="http://schemas.openxmlformats.org/drawingml/2006/main" noGrp="1"/>
          </p:cNvSpPr>
          <p:nvPr/>
        </p:nvSpPr>
        <p:spPr>
          <a:xfrm xmlns:a="http://schemas.openxmlformats.org/drawingml/2006/main">
            <a:off x="3810000" y="3876675"/>
            <a:ext cx="1143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2100" b="0">
                <a:solidFill>
                  <a:srgbClr val="808080"/>
                </a:solidFill>
                <a:latin typeface="Alibaba PuHuiTi 3.0 55 Regular"/>
                <a:ea typeface="Alibaba PuHuiTi 3.0 55 Regular"/>
                <a:cs typeface="Alibaba PuHuiTi 3.0 55 Regular"/>
              </a:defRPr>
            </a:defPPr>
          </a:lstStyle>
          <a:p xmlns:a="http://schemas.openxmlformats.org/drawingml/2006/main">
            <a:pPr algn="ctr">
              <a:buNone/>
              <a:defRPr sz="2100" b="0">
                <a:solidFill>
                  <a:srgbClr val="808080"/>
                </a:solidFill>
                <a:latin typeface="Alibaba PuHuiTi 3.0 55 Regular"/>
                <a:ea typeface="Alibaba PuHuiTi 3.0 55 Regular"/>
                <a:cs typeface="Alibaba PuHuiTi 3.0 55 Regular"/>
              </a:defRPr>
            </a:pPr>
            <a:r>
              <a:rPr sz="2100" b="0">
                <a:solidFill>
                  <a:srgbClr val="808080"/>
                </a:solidFill>
                <a:latin typeface="Alibaba PuHuiTi 3.0 55 Regular"/>
                <a:ea typeface="Alibaba PuHuiTi 3.0 55 Regular"/>
                <a:cs typeface="Alibaba PuHuiTi 3.0 55 Regular"/>
              </a:rPr>
              <a:t>L2</a:t>
            </a:r>
          </a:p>
        </p:txBody>
      </p:sp>
      <p:sp>
        <p:nvSpPr>
          <p:cNvPr id="12" name="quant-bin-3">
            <a:extLst xmlns:a="http://schemas.openxmlformats.org/drawingml/2006/main">
              <a:ext uri="{FF2B5EF4-FFF2-40B4-BE49-F238E27FC236}">
                <a16:creationId xmlns:a16="http://schemas.microsoft.com/office/drawing/2014/main" id="{FC09C72F-D017-4A06-9405-FD6782C175E1}"/>
              </a:ext>
            </a:extLst>
          </p:cNvPr>
          <p:cNvSpPr>
            <a:spLocks xmlns:a="http://schemas.openxmlformats.org/drawingml/2006/main" noGrp="1"/>
          </p:cNvSpPr>
          <p:nvPr/>
        </p:nvSpPr>
        <p:spPr>
          <a:xfrm xmlns:a="http://schemas.openxmlformats.org/drawingml/2006/main">
            <a:off x="4953000" y="2714625"/>
            <a:ext cx="1143000" cy="971550"/>
          </a:xfrm>
          <a:prstGeom xmlns:a="http://schemas.openxmlformats.org/drawingml/2006/main" prst="rect">
            <a:avLst/>
          </a:prstGeom>
          <a:noFill xmlns:a="http://schemas.openxmlformats.org/drawingml/2006/main"/>
          <a:ln xmlns:a="http://schemas.openxmlformats.org/drawingml/2006/main" w="28575">
            <a:solidFill>
              <a:srgbClr val="FF0000"/>
            </a:solidFill>
          </a:ln>
        </p:spPr>
      </p:sp>
      <p:sp>
        <p:nvSpPr>
          <p:cNvPr id="13" name="quant-grade-3">
            <a:extLst xmlns:a="http://schemas.openxmlformats.org/drawingml/2006/main">
              <a:ext uri="{FF2B5EF4-FFF2-40B4-BE49-F238E27FC236}">
                <a16:creationId xmlns:a16="http://schemas.microsoft.com/office/drawing/2014/main" id="{5BDDCC92-7472-4CD9-9735-4D2C17332905}"/>
              </a:ext>
            </a:extLst>
          </p:cNvPr>
          <p:cNvSpPr>
            <a:spLocks xmlns:a="http://schemas.openxmlformats.org/drawingml/2006/main" noGrp="1"/>
          </p:cNvSpPr>
          <p:nvPr/>
        </p:nvSpPr>
        <p:spPr>
          <a:xfrm xmlns:a="http://schemas.openxmlformats.org/drawingml/2006/main">
            <a:off x="4953000" y="3876675"/>
            <a:ext cx="1143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2100" b="1">
                <a:solidFill>
                  <a:srgbClr val="8C64E1"/>
                </a:solidFill>
                <a:latin typeface="Alibaba PuHuiTi 3.0 115 Black"/>
                <a:ea typeface="Alibaba PuHuiTi 3.0 115 Black"/>
                <a:cs typeface="Alibaba PuHuiTi 3.0 115 Black"/>
              </a:defRPr>
            </a:defPPr>
          </a:lstStyle>
          <a:p xmlns:a="http://schemas.openxmlformats.org/drawingml/2006/main">
            <a:pPr algn="ctr">
              <a:buNone/>
              <a:defRPr sz="2100" b="1">
                <a:solidFill>
                  <a:srgbClr val="8C64E1"/>
                </a:solidFill>
                <a:latin typeface="Alibaba PuHuiTi 3.0 115 Black"/>
                <a:ea typeface="Alibaba PuHuiTi 3.0 115 Black"/>
                <a:cs typeface="Alibaba PuHuiTi 3.0 115 Black"/>
              </a:defRPr>
            </a:pPr>
            <a:r>
              <a:rPr sz="2100" b="1">
                <a:solidFill>
                  <a:srgbClr val="8C64E1"/>
                </a:solidFill>
                <a:latin typeface="Alibaba PuHuiTi 3.0 115 Black"/>
                <a:ea typeface="Alibaba PuHuiTi 3.0 115 Black"/>
                <a:cs typeface="Alibaba PuHuiTi 3.0 115 Black"/>
              </a:rPr>
              <a:t>L3</a:t>
            </a:r>
          </a:p>
        </p:txBody>
      </p:sp>
      <p:sp>
        <p:nvSpPr>
          <p:cNvPr id="14" name="quant-bin-4">
            <a:extLst xmlns:a="http://schemas.openxmlformats.org/drawingml/2006/main">
              <a:ext uri="{FF2B5EF4-FFF2-40B4-BE49-F238E27FC236}">
                <a16:creationId xmlns:a16="http://schemas.microsoft.com/office/drawing/2014/main" id="{38F0D89A-3BF4-40DC-876F-2380E8E9241C}"/>
              </a:ext>
            </a:extLst>
          </p:cNvPr>
          <p:cNvSpPr>
            <a:spLocks xmlns:a="http://schemas.openxmlformats.org/drawingml/2006/main" noGrp="1"/>
          </p:cNvSpPr>
          <p:nvPr/>
        </p:nvSpPr>
        <p:spPr>
          <a:xfrm xmlns:a="http://schemas.openxmlformats.org/drawingml/2006/main">
            <a:off x="6096000" y="2714625"/>
            <a:ext cx="1143000" cy="971550"/>
          </a:xfrm>
          <a:prstGeom xmlns:a="http://schemas.openxmlformats.org/drawingml/2006/main" prst="rect">
            <a:avLst/>
          </a:prstGeom>
          <a:noFill xmlns:a="http://schemas.openxmlformats.org/drawingml/2006/main"/>
          <a:ln xmlns:a="http://schemas.openxmlformats.org/drawingml/2006/main" w="9525">
            <a:solidFill>
              <a:srgbClr val="D7D7DE"/>
            </a:solidFill>
          </a:ln>
        </p:spPr>
      </p:sp>
      <p:sp>
        <p:nvSpPr>
          <p:cNvPr id="15" name="quant-grade-4">
            <a:extLst xmlns:a="http://schemas.openxmlformats.org/drawingml/2006/main">
              <a:ext uri="{FF2B5EF4-FFF2-40B4-BE49-F238E27FC236}">
                <a16:creationId xmlns:a16="http://schemas.microsoft.com/office/drawing/2014/main" id="{A59870AF-AA8E-43BB-8884-8A4938019046}"/>
              </a:ext>
            </a:extLst>
          </p:cNvPr>
          <p:cNvSpPr>
            <a:spLocks xmlns:a="http://schemas.openxmlformats.org/drawingml/2006/main" noGrp="1"/>
          </p:cNvSpPr>
          <p:nvPr/>
        </p:nvSpPr>
        <p:spPr>
          <a:xfrm xmlns:a="http://schemas.openxmlformats.org/drawingml/2006/main">
            <a:off x="6096000" y="3876675"/>
            <a:ext cx="1143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2100" b="0">
                <a:solidFill>
                  <a:srgbClr val="808080"/>
                </a:solidFill>
                <a:latin typeface="Alibaba PuHuiTi 3.0 55 Regular"/>
                <a:ea typeface="Alibaba PuHuiTi 3.0 55 Regular"/>
                <a:cs typeface="Alibaba PuHuiTi 3.0 55 Regular"/>
              </a:defRPr>
            </a:defPPr>
          </a:lstStyle>
          <a:p xmlns:a="http://schemas.openxmlformats.org/drawingml/2006/main">
            <a:pPr algn="ctr">
              <a:buNone/>
              <a:defRPr sz="2100" b="0">
                <a:solidFill>
                  <a:srgbClr val="808080"/>
                </a:solidFill>
                <a:latin typeface="Alibaba PuHuiTi 3.0 55 Regular"/>
                <a:ea typeface="Alibaba PuHuiTi 3.0 55 Regular"/>
                <a:cs typeface="Alibaba PuHuiTi 3.0 55 Regular"/>
              </a:defRPr>
            </a:pPr>
            <a:r>
              <a:rPr sz="2100" b="0">
                <a:solidFill>
                  <a:srgbClr val="808080"/>
                </a:solidFill>
                <a:latin typeface="Alibaba PuHuiTi 3.0 55 Regular"/>
                <a:ea typeface="Alibaba PuHuiTi 3.0 55 Regular"/>
                <a:cs typeface="Alibaba PuHuiTi 3.0 55 Regular"/>
              </a:rPr>
              <a:t>L4</a:t>
            </a:r>
          </a:p>
        </p:txBody>
      </p:sp>
      <p:sp>
        <p:nvSpPr>
          <p:cNvPr id="16" name="quant-bin-5">
            <a:extLst xmlns:a="http://schemas.openxmlformats.org/drawingml/2006/main">
              <a:ext uri="{FF2B5EF4-FFF2-40B4-BE49-F238E27FC236}">
                <a16:creationId xmlns:a16="http://schemas.microsoft.com/office/drawing/2014/main" id="{31CDFFBC-5D07-42B3-B0B8-01209C3FD7C1}"/>
              </a:ext>
            </a:extLst>
          </p:cNvPr>
          <p:cNvSpPr>
            <a:spLocks xmlns:a="http://schemas.openxmlformats.org/drawingml/2006/main" noGrp="1"/>
          </p:cNvSpPr>
          <p:nvPr/>
        </p:nvSpPr>
        <p:spPr>
          <a:xfrm xmlns:a="http://schemas.openxmlformats.org/drawingml/2006/main">
            <a:off x="7239000" y="2714625"/>
            <a:ext cx="1143000" cy="971550"/>
          </a:xfrm>
          <a:prstGeom xmlns:a="http://schemas.openxmlformats.org/drawingml/2006/main" prst="rect">
            <a:avLst/>
          </a:prstGeom>
          <a:noFill xmlns:a="http://schemas.openxmlformats.org/drawingml/2006/main"/>
          <a:ln xmlns:a="http://schemas.openxmlformats.org/drawingml/2006/main" w="9525">
            <a:solidFill>
              <a:srgbClr val="D7D7DE"/>
            </a:solidFill>
          </a:ln>
        </p:spPr>
      </p:sp>
      <p:sp>
        <p:nvSpPr>
          <p:cNvPr id="17" name="quant-grade-5">
            <a:extLst xmlns:a="http://schemas.openxmlformats.org/drawingml/2006/main">
              <a:ext uri="{FF2B5EF4-FFF2-40B4-BE49-F238E27FC236}">
                <a16:creationId xmlns:a16="http://schemas.microsoft.com/office/drawing/2014/main" id="{D59B42AC-7FA9-452B-89E1-36C6C33280D8}"/>
              </a:ext>
            </a:extLst>
          </p:cNvPr>
          <p:cNvSpPr>
            <a:spLocks xmlns:a="http://schemas.openxmlformats.org/drawingml/2006/main" noGrp="1"/>
          </p:cNvSpPr>
          <p:nvPr/>
        </p:nvSpPr>
        <p:spPr>
          <a:xfrm xmlns:a="http://schemas.openxmlformats.org/drawingml/2006/main">
            <a:off x="7239000" y="3876675"/>
            <a:ext cx="1143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2100" b="0">
                <a:solidFill>
                  <a:srgbClr val="808080"/>
                </a:solidFill>
                <a:latin typeface="Alibaba PuHuiTi 3.0 55 Regular"/>
                <a:ea typeface="Alibaba PuHuiTi 3.0 55 Regular"/>
                <a:cs typeface="Alibaba PuHuiTi 3.0 55 Regular"/>
              </a:defRPr>
            </a:defPPr>
          </a:lstStyle>
          <a:p xmlns:a="http://schemas.openxmlformats.org/drawingml/2006/main">
            <a:pPr algn="ctr">
              <a:buNone/>
              <a:defRPr sz="2100" b="0">
                <a:solidFill>
                  <a:srgbClr val="808080"/>
                </a:solidFill>
                <a:latin typeface="Alibaba PuHuiTi 3.0 55 Regular"/>
                <a:ea typeface="Alibaba PuHuiTi 3.0 55 Regular"/>
                <a:cs typeface="Alibaba PuHuiTi 3.0 55 Regular"/>
              </a:defRPr>
            </a:pPr>
            <a:r>
              <a:rPr sz="2100" b="0">
                <a:solidFill>
                  <a:srgbClr val="808080"/>
                </a:solidFill>
                <a:latin typeface="Alibaba PuHuiTi 3.0 55 Regular"/>
                <a:ea typeface="Alibaba PuHuiTi 3.0 55 Regular"/>
                <a:cs typeface="Alibaba PuHuiTi 3.0 55 Regular"/>
              </a:rPr>
              <a:t>L5</a:t>
            </a:r>
          </a:p>
        </p:txBody>
      </p:sp>
      <p:sp>
        <p:nvSpPr>
          <p:cNvPr id="18" name="quant-bin-6">
            <a:extLst xmlns:a="http://schemas.openxmlformats.org/drawingml/2006/main">
              <a:ext uri="{FF2B5EF4-FFF2-40B4-BE49-F238E27FC236}">
                <a16:creationId xmlns:a16="http://schemas.microsoft.com/office/drawing/2014/main" id="{7AA1483F-11AB-490E-BB64-9B26E9394704}"/>
              </a:ext>
            </a:extLst>
          </p:cNvPr>
          <p:cNvSpPr>
            <a:spLocks xmlns:a="http://schemas.openxmlformats.org/drawingml/2006/main" noGrp="1"/>
          </p:cNvSpPr>
          <p:nvPr/>
        </p:nvSpPr>
        <p:spPr>
          <a:xfrm xmlns:a="http://schemas.openxmlformats.org/drawingml/2006/main">
            <a:off x="8382000" y="2714625"/>
            <a:ext cx="1143000" cy="971550"/>
          </a:xfrm>
          <a:prstGeom xmlns:a="http://schemas.openxmlformats.org/drawingml/2006/main" prst="rect">
            <a:avLst/>
          </a:prstGeom>
          <a:noFill xmlns:a="http://schemas.openxmlformats.org/drawingml/2006/main"/>
          <a:ln xmlns:a="http://schemas.openxmlformats.org/drawingml/2006/main" w="9525">
            <a:solidFill>
              <a:srgbClr val="D7D7DE"/>
            </a:solidFill>
          </a:ln>
        </p:spPr>
      </p:sp>
      <p:sp>
        <p:nvSpPr>
          <p:cNvPr id="19" name="quant-grade-6">
            <a:extLst xmlns:a="http://schemas.openxmlformats.org/drawingml/2006/main">
              <a:ext uri="{FF2B5EF4-FFF2-40B4-BE49-F238E27FC236}">
                <a16:creationId xmlns:a16="http://schemas.microsoft.com/office/drawing/2014/main" id="{C92E4780-E14A-4396-B472-3383F493817B}"/>
              </a:ext>
            </a:extLst>
          </p:cNvPr>
          <p:cNvSpPr>
            <a:spLocks xmlns:a="http://schemas.openxmlformats.org/drawingml/2006/main" noGrp="1"/>
          </p:cNvSpPr>
          <p:nvPr/>
        </p:nvSpPr>
        <p:spPr>
          <a:xfrm xmlns:a="http://schemas.openxmlformats.org/drawingml/2006/main">
            <a:off x="8382000" y="3876675"/>
            <a:ext cx="1143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2100" b="0">
                <a:solidFill>
                  <a:srgbClr val="808080"/>
                </a:solidFill>
                <a:latin typeface="Alibaba PuHuiTi 3.0 55 Regular"/>
                <a:ea typeface="Alibaba PuHuiTi 3.0 55 Regular"/>
                <a:cs typeface="Alibaba PuHuiTi 3.0 55 Regular"/>
              </a:defRPr>
            </a:defPPr>
          </a:lstStyle>
          <a:p xmlns:a="http://schemas.openxmlformats.org/drawingml/2006/main">
            <a:pPr algn="ctr">
              <a:buNone/>
              <a:defRPr sz="2100" b="0">
                <a:solidFill>
                  <a:srgbClr val="808080"/>
                </a:solidFill>
                <a:latin typeface="Alibaba PuHuiTi 3.0 55 Regular"/>
                <a:ea typeface="Alibaba PuHuiTi 3.0 55 Regular"/>
                <a:cs typeface="Alibaba PuHuiTi 3.0 55 Regular"/>
              </a:defRPr>
            </a:pPr>
            <a:r>
              <a:rPr sz="2100" b="0">
                <a:solidFill>
                  <a:srgbClr val="808080"/>
                </a:solidFill>
                <a:latin typeface="Alibaba PuHuiTi 3.0 55 Regular"/>
                <a:ea typeface="Alibaba PuHuiTi 3.0 55 Regular"/>
                <a:cs typeface="Alibaba PuHuiTi 3.0 55 Regular"/>
              </a:rPr>
              <a:t>L6</a:t>
            </a:r>
          </a:p>
        </p:txBody>
      </p:sp>
      <p:sp>
        <p:nvSpPr>
          <p:cNvPr id="20" name="quant-bin-7">
            <a:extLst xmlns:a="http://schemas.openxmlformats.org/drawingml/2006/main">
              <a:ext uri="{FF2B5EF4-FFF2-40B4-BE49-F238E27FC236}">
                <a16:creationId xmlns:a16="http://schemas.microsoft.com/office/drawing/2014/main" id="{682ADB64-280D-4C7E-BC80-6EC423D208D7}"/>
              </a:ext>
            </a:extLst>
          </p:cNvPr>
          <p:cNvSpPr>
            <a:spLocks xmlns:a="http://schemas.openxmlformats.org/drawingml/2006/main" noGrp="1"/>
          </p:cNvSpPr>
          <p:nvPr/>
        </p:nvSpPr>
        <p:spPr>
          <a:xfrm xmlns:a="http://schemas.openxmlformats.org/drawingml/2006/main">
            <a:off x="9525000" y="2714625"/>
            <a:ext cx="1143000" cy="971550"/>
          </a:xfrm>
          <a:prstGeom xmlns:a="http://schemas.openxmlformats.org/drawingml/2006/main" prst="rect">
            <a:avLst/>
          </a:prstGeom>
          <a:noFill xmlns:a="http://schemas.openxmlformats.org/drawingml/2006/main"/>
          <a:ln xmlns:a="http://schemas.openxmlformats.org/drawingml/2006/main" w="9525">
            <a:solidFill>
              <a:srgbClr val="D7D7DE"/>
            </a:solidFill>
          </a:ln>
        </p:spPr>
      </p:sp>
      <p:sp>
        <p:nvSpPr>
          <p:cNvPr id="21" name="quant-grade-7">
            <a:extLst xmlns:a="http://schemas.openxmlformats.org/drawingml/2006/main">
              <a:ext uri="{FF2B5EF4-FFF2-40B4-BE49-F238E27FC236}">
                <a16:creationId xmlns:a16="http://schemas.microsoft.com/office/drawing/2014/main" id="{D4EF72BB-CBE7-452F-8E1D-0A2253868765}"/>
              </a:ext>
            </a:extLst>
          </p:cNvPr>
          <p:cNvSpPr>
            <a:spLocks xmlns:a="http://schemas.openxmlformats.org/drawingml/2006/main" noGrp="1"/>
          </p:cNvSpPr>
          <p:nvPr/>
        </p:nvSpPr>
        <p:spPr>
          <a:xfrm xmlns:a="http://schemas.openxmlformats.org/drawingml/2006/main">
            <a:off x="9525000" y="3876675"/>
            <a:ext cx="1143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2100" b="0">
                <a:solidFill>
                  <a:srgbClr val="808080"/>
                </a:solidFill>
                <a:latin typeface="Alibaba PuHuiTi 3.0 55 Regular"/>
                <a:ea typeface="Alibaba PuHuiTi 3.0 55 Regular"/>
                <a:cs typeface="Alibaba PuHuiTi 3.0 55 Regular"/>
              </a:defRPr>
            </a:defPPr>
          </a:lstStyle>
          <a:p xmlns:a="http://schemas.openxmlformats.org/drawingml/2006/main">
            <a:pPr algn="ctr">
              <a:buNone/>
              <a:defRPr sz="2100" b="0">
                <a:solidFill>
                  <a:srgbClr val="808080"/>
                </a:solidFill>
                <a:latin typeface="Alibaba PuHuiTi 3.0 55 Regular"/>
                <a:ea typeface="Alibaba PuHuiTi 3.0 55 Regular"/>
                <a:cs typeface="Alibaba PuHuiTi 3.0 55 Regular"/>
              </a:defRPr>
            </a:pPr>
            <a:r>
              <a:rPr sz="2100" b="0">
                <a:solidFill>
                  <a:srgbClr val="808080"/>
                </a:solidFill>
                <a:latin typeface="Alibaba PuHuiTi 3.0 55 Regular"/>
                <a:ea typeface="Alibaba PuHuiTi 3.0 55 Regular"/>
                <a:cs typeface="Alibaba PuHuiTi 3.0 55 Regular"/>
              </a:rPr>
              <a:t>L7</a:t>
            </a:r>
          </a:p>
        </p:txBody>
      </p:sp>
      <p:sp>
        <p:nvSpPr>
          <p:cNvPr id="22" name="quant-boundary-0">
            <a:extLst xmlns:a="http://schemas.openxmlformats.org/drawingml/2006/main">
              <a:ext uri="{FF2B5EF4-FFF2-40B4-BE49-F238E27FC236}">
                <a16:creationId xmlns:a16="http://schemas.microsoft.com/office/drawing/2014/main" id="{08565BB8-F41D-4A7F-B202-0180BDF022E7}"/>
              </a:ext>
            </a:extLst>
          </p:cNvPr>
          <p:cNvSpPr>
            <a:spLocks xmlns:a="http://schemas.openxmlformats.org/drawingml/2006/main" noGrp="1"/>
          </p:cNvSpPr>
          <p:nvPr/>
        </p:nvSpPr>
        <p:spPr>
          <a:xfrm xmlns:a="http://schemas.openxmlformats.org/drawingml/2006/main">
            <a:off x="1238250" y="2333625"/>
            <a:ext cx="571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buNone/>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0</a:t>
            </a:r>
          </a:p>
        </p:txBody>
      </p:sp>
      <p:sp>
        <p:nvSpPr>
          <p:cNvPr id="23" name="quant-boundary-1">
            <a:extLst xmlns:a="http://schemas.openxmlformats.org/drawingml/2006/main">
              <a:ext uri="{FF2B5EF4-FFF2-40B4-BE49-F238E27FC236}">
                <a16:creationId xmlns:a16="http://schemas.microsoft.com/office/drawing/2014/main" id="{58755750-3ED4-4017-95AF-273959173DBD}"/>
              </a:ext>
            </a:extLst>
          </p:cNvPr>
          <p:cNvSpPr>
            <a:spLocks xmlns:a="http://schemas.openxmlformats.org/drawingml/2006/main" noGrp="1"/>
          </p:cNvSpPr>
          <p:nvPr/>
        </p:nvSpPr>
        <p:spPr>
          <a:xfrm xmlns:a="http://schemas.openxmlformats.org/drawingml/2006/main">
            <a:off x="2381250" y="2333625"/>
            <a:ext cx="571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buNone/>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1</a:t>
            </a:r>
          </a:p>
        </p:txBody>
      </p:sp>
      <p:sp>
        <p:nvSpPr>
          <p:cNvPr id="24" name="quant-boundary-2">
            <a:extLst xmlns:a="http://schemas.openxmlformats.org/drawingml/2006/main">
              <a:ext uri="{FF2B5EF4-FFF2-40B4-BE49-F238E27FC236}">
                <a16:creationId xmlns:a16="http://schemas.microsoft.com/office/drawing/2014/main" id="{06321FD8-7841-4064-B022-3C977390059A}"/>
              </a:ext>
            </a:extLst>
          </p:cNvPr>
          <p:cNvSpPr>
            <a:spLocks xmlns:a="http://schemas.openxmlformats.org/drawingml/2006/main" noGrp="1"/>
          </p:cNvSpPr>
          <p:nvPr/>
        </p:nvSpPr>
        <p:spPr>
          <a:xfrm xmlns:a="http://schemas.openxmlformats.org/drawingml/2006/main">
            <a:off x="3524250" y="2333625"/>
            <a:ext cx="571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buNone/>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2</a:t>
            </a:r>
          </a:p>
        </p:txBody>
      </p:sp>
      <p:sp>
        <p:nvSpPr>
          <p:cNvPr id="25" name="quant-boundary-3">
            <a:extLst xmlns:a="http://schemas.openxmlformats.org/drawingml/2006/main">
              <a:ext uri="{FF2B5EF4-FFF2-40B4-BE49-F238E27FC236}">
                <a16:creationId xmlns:a16="http://schemas.microsoft.com/office/drawing/2014/main" id="{F2E95FFC-3EF5-447B-8083-4751198E32E4}"/>
              </a:ext>
            </a:extLst>
          </p:cNvPr>
          <p:cNvSpPr>
            <a:spLocks xmlns:a="http://schemas.openxmlformats.org/drawingml/2006/main" noGrp="1"/>
          </p:cNvSpPr>
          <p:nvPr/>
        </p:nvSpPr>
        <p:spPr>
          <a:xfrm xmlns:a="http://schemas.openxmlformats.org/drawingml/2006/main">
            <a:off x="4667250" y="2333625"/>
            <a:ext cx="571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buNone/>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3</a:t>
            </a:r>
          </a:p>
        </p:txBody>
      </p:sp>
      <p:sp>
        <p:nvSpPr>
          <p:cNvPr id="26" name="quant-boundary-4">
            <a:extLst xmlns:a="http://schemas.openxmlformats.org/drawingml/2006/main">
              <a:ext uri="{FF2B5EF4-FFF2-40B4-BE49-F238E27FC236}">
                <a16:creationId xmlns:a16="http://schemas.microsoft.com/office/drawing/2014/main" id="{11168005-4675-4A85-8F5E-083F1E955407}"/>
              </a:ext>
            </a:extLst>
          </p:cNvPr>
          <p:cNvSpPr>
            <a:spLocks xmlns:a="http://schemas.openxmlformats.org/drawingml/2006/main" noGrp="1"/>
          </p:cNvSpPr>
          <p:nvPr/>
        </p:nvSpPr>
        <p:spPr>
          <a:xfrm xmlns:a="http://schemas.openxmlformats.org/drawingml/2006/main">
            <a:off x="5810250" y="2333625"/>
            <a:ext cx="571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buNone/>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4</a:t>
            </a:r>
          </a:p>
        </p:txBody>
      </p:sp>
      <p:sp>
        <p:nvSpPr>
          <p:cNvPr id="27" name="quant-boundary-5">
            <a:extLst xmlns:a="http://schemas.openxmlformats.org/drawingml/2006/main">
              <a:ext uri="{FF2B5EF4-FFF2-40B4-BE49-F238E27FC236}">
                <a16:creationId xmlns:a16="http://schemas.microsoft.com/office/drawing/2014/main" id="{7AE21D50-D29D-42B4-8286-F143D3197A67}"/>
              </a:ext>
            </a:extLst>
          </p:cNvPr>
          <p:cNvSpPr>
            <a:spLocks xmlns:a="http://schemas.openxmlformats.org/drawingml/2006/main" noGrp="1"/>
          </p:cNvSpPr>
          <p:nvPr/>
        </p:nvSpPr>
        <p:spPr>
          <a:xfrm xmlns:a="http://schemas.openxmlformats.org/drawingml/2006/main">
            <a:off x="6953250" y="2333625"/>
            <a:ext cx="571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buNone/>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5</a:t>
            </a:r>
          </a:p>
        </p:txBody>
      </p:sp>
      <p:sp>
        <p:nvSpPr>
          <p:cNvPr id="28" name="quant-boundary-6">
            <a:extLst xmlns:a="http://schemas.openxmlformats.org/drawingml/2006/main">
              <a:ext uri="{FF2B5EF4-FFF2-40B4-BE49-F238E27FC236}">
                <a16:creationId xmlns:a16="http://schemas.microsoft.com/office/drawing/2014/main" id="{2A9513CA-B7E1-4AB2-8A2A-136279817927}"/>
              </a:ext>
            </a:extLst>
          </p:cNvPr>
          <p:cNvSpPr>
            <a:spLocks xmlns:a="http://schemas.openxmlformats.org/drawingml/2006/main" noGrp="1"/>
          </p:cNvSpPr>
          <p:nvPr/>
        </p:nvSpPr>
        <p:spPr>
          <a:xfrm xmlns:a="http://schemas.openxmlformats.org/drawingml/2006/main">
            <a:off x="8096250" y="2333625"/>
            <a:ext cx="571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buNone/>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6</a:t>
            </a:r>
          </a:p>
        </p:txBody>
      </p:sp>
      <p:sp>
        <p:nvSpPr>
          <p:cNvPr id="29" name="quant-boundary-7">
            <a:extLst xmlns:a="http://schemas.openxmlformats.org/drawingml/2006/main">
              <a:ext uri="{FF2B5EF4-FFF2-40B4-BE49-F238E27FC236}">
                <a16:creationId xmlns:a16="http://schemas.microsoft.com/office/drawing/2014/main" id="{79071AA7-9571-4312-8BAE-5B049DB587D0}"/>
              </a:ext>
            </a:extLst>
          </p:cNvPr>
          <p:cNvSpPr>
            <a:spLocks xmlns:a="http://schemas.openxmlformats.org/drawingml/2006/main" noGrp="1"/>
          </p:cNvSpPr>
          <p:nvPr/>
        </p:nvSpPr>
        <p:spPr>
          <a:xfrm xmlns:a="http://schemas.openxmlformats.org/drawingml/2006/main">
            <a:off x="9239250" y="2333625"/>
            <a:ext cx="571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buNone/>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7</a:t>
            </a:r>
          </a:p>
        </p:txBody>
      </p:sp>
      <p:sp>
        <p:nvSpPr>
          <p:cNvPr id="30" name="quant-boundary-8">
            <a:extLst xmlns:a="http://schemas.openxmlformats.org/drawingml/2006/main">
              <a:ext uri="{FF2B5EF4-FFF2-40B4-BE49-F238E27FC236}">
                <a16:creationId xmlns:a16="http://schemas.microsoft.com/office/drawing/2014/main" id="{CF78D9F1-EB16-40DE-BCE9-65DD4C12EF83}"/>
              </a:ext>
            </a:extLst>
          </p:cNvPr>
          <p:cNvSpPr>
            <a:spLocks xmlns:a="http://schemas.openxmlformats.org/drawingml/2006/main" noGrp="1"/>
          </p:cNvSpPr>
          <p:nvPr/>
        </p:nvSpPr>
        <p:spPr>
          <a:xfrm xmlns:a="http://schemas.openxmlformats.org/drawingml/2006/main">
            <a:off x="10382250" y="2333625"/>
            <a:ext cx="571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buNone/>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8</a:t>
            </a:r>
          </a:p>
        </p:txBody>
      </p:sp>
      <p:sp>
        <p:nvSpPr>
          <p:cNvPr id="31" name="raw-3.71">
            <a:extLst xmlns:a="http://schemas.openxmlformats.org/drawingml/2006/main">
              <a:ext uri="{FF2B5EF4-FFF2-40B4-BE49-F238E27FC236}">
                <a16:creationId xmlns:a16="http://schemas.microsoft.com/office/drawing/2014/main" id="{0F2BA2EE-2A0D-4B51-9CDD-4E1188FF23BE}"/>
              </a:ext>
            </a:extLst>
          </p:cNvPr>
          <p:cNvSpPr>
            <a:spLocks xmlns:a="http://schemas.openxmlformats.org/drawingml/2006/main" noGrp="1"/>
          </p:cNvSpPr>
          <p:nvPr/>
        </p:nvSpPr>
        <p:spPr>
          <a:xfrm xmlns:a="http://schemas.openxmlformats.org/drawingml/2006/main">
            <a:off x="5693093" y="2986088"/>
            <a:ext cx="142875" cy="142875"/>
          </a:xfrm>
          <a:prstGeom xmlns:a="http://schemas.openxmlformats.org/drawingml/2006/main" prst="ellipse">
            <a:avLst/>
          </a:prstGeom>
          <a:solidFill xmlns:a="http://schemas.openxmlformats.org/drawingml/2006/main">
            <a:srgbClr val="FFFFFF"/>
          </a:solidFill>
          <a:ln xmlns:a="http://schemas.openxmlformats.org/drawingml/2006/main" w="19050">
            <a:solidFill>
              <a:srgbClr val="FF0000"/>
            </a:solidFill>
          </a:ln>
        </p:spPr>
      </p:sp>
      <p:sp>
        <p:nvSpPr>
          <p:cNvPr id="32" name="raw-label-guide">
            <a:extLst xmlns:a="http://schemas.openxmlformats.org/drawingml/2006/main">
              <a:ext uri="{FF2B5EF4-FFF2-40B4-BE49-F238E27FC236}">
                <a16:creationId xmlns:a16="http://schemas.microsoft.com/office/drawing/2014/main" id="{D7465545-4D79-4570-AD47-964FA250D266}"/>
              </a:ext>
            </a:extLst>
          </p:cNvPr>
          <p:cNvSpPr>
            <a:spLocks xmlns:a="http://schemas.openxmlformats.org/drawingml/2006/main" noGrp="1"/>
          </p:cNvSpPr>
          <p:nvPr/>
        </p:nvSpPr>
        <p:spPr>
          <a:xfrm xmlns:a="http://schemas.openxmlformats.org/drawingml/2006/main">
            <a:off x="5764530" y="2190750"/>
            <a:ext cx="9525" cy="838200"/>
          </a:xfrm>
          <a:custGeom xmlns:a="http://schemas.openxmlformats.org/drawingml/2006/main">
            <a:pathLst>
              <a:path w="9525" h="838200">
                <a:moveTo>
                  <a:pt x="0" y="838200"/>
                </a:moveTo>
                <a:lnTo>
                  <a:pt x="0" y="0"/>
                </a:lnTo>
              </a:path>
            </a:pathLst>
          </a:custGeom>
          <a:noFill xmlns:a="http://schemas.openxmlformats.org/drawingml/2006/main"/>
          <a:ln xmlns:a="http://schemas.openxmlformats.org/drawingml/2006/main" w="12383">
            <a:solidFill>
              <a:srgbClr val="FF0000"/>
            </a:solidFill>
          </a:ln>
        </p:spPr>
      </p:sp>
      <p:sp>
        <p:nvSpPr>
          <p:cNvPr id="33" name="raw-value-label">
            <a:extLst xmlns:a="http://schemas.openxmlformats.org/drawingml/2006/main">
              <a:ext uri="{FF2B5EF4-FFF2-40B4-BE49-F238E27FC236}">
                <a16:creationId xmlns:a16="http://schemas.microsoft.com/office/drawing/2014/main" id="{BB6E6C7B-5E77-4D89-8F54-80D7890E6CBF}"/>
              </a:ext>
            </a:extLst>
          </p:cNvPr>
          <p:cNvSpPr>
            <a:spLocks xmlns:a="http://schemas.openxmlformats.org/drawingml/2006/main" noGrp="1"/>
          </p:cNvSpPr>
          <p:nvPr/>
        </p:nvSpPr>
        <p:spPr>
          <a:xfrm xmlns:a="http://schemas.openxmlformats.org/drawingml/2006/main">
            <a:off x="5907405" y="1990725"/>
            <a:ext cx="2286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1">
                <a:solidFill>
                  <a:srgbClr val="262626"/>
                </a:solidFill>
                <a:latin typeface="Alibaba PuHuiTi 3.0 115 Black"/>
                <a:ea typeface="Alibaba PuHuiTi 3.0 115 Black"/>
                <a:cs typeface="Alibaba PuHuiTi 3.0 115 Black"/>
              </a:defRPr>
            </a:defPPr>
          </a:lstStyle>
          <a:p xmlns:a="http://schemas.openxmlformats.org/drawingml/2006/main">
            <a:pPr algn="l">
              <a:buNone/>
              <a:defRPr sz="2200" b="1">
                <a:solidFill>
                  <a:srgbClr val="262626"/>
                </a:solidFill>
                <a:latin typeface="Alibaba PuHuiTi 3.0 115 Black"/>
                <a:ea typeface="Alibaba PuHuiTi 3.0 115 Black"/>
                <a:cs typeface="Alibaba PuHuiTi 3.0 115 Black"/>
              </a:defRPr>
            </a:pPr>
            <a:r>
              <a:rPr sz="2200" b="1">
                <a:solidFill>
                  <a:srgbClr val="262626"/>
                </a:solidFill>
                <a:latin typeface="Alibaba PuHuiTi 3.0 115 Black"/>
                <a:ea typeface="Alibaba PuHuiTi 3.0 115 Black"/>
                <a:cs typeface="Alibaba PuHuiTi 3.0 115 Black"/>
              </a:rPr>
              <a:t>原值 3.71</a:t>
            </a:r>
          </a:p>
        </p:txBody>
      </p:sp>
      <p:sp>
        <p:nvSpPr>
          <p:cNvPr id="34" name="representative-3.5">
            <a:extLst xmlns:a="http://schemas.openxmlformats.org/drawingml/2006/main">
              <a:ext uri="{FF2B5EF4-FFF2-40B4-BE49-F238E27FC236}">
                <a16:creationId xmlns:a16="http://schemas.microsoft.com/office/drawing/2014/main" id="{56D82E47-0316-4B0F-A60F-85974947D8A4}"/>
              </a:ext>
            </a:extLst>
          </p:cNvPr>
          <p:cNvSpPr>
            <a:spLocks xmlns:a="http://schemas.openxmlformats.org/drawingml/2006/main" noGrp="1"/>
          </p:cNvSpPr>
          <p:nvPr/>
        </p:nvSpPr>
        <p:spPr>
          <a:xfrm xmlns:a="http://schemas.openxmlformats.org/drawingml/2006/main">
            <a:off x="5453063" y="3405188"/>
            <a:ext cx="142875" cy="142875"/>
          </a:xfrm>
          <a:prstGeom xmlns:a="http://schemas.openxmlformats.org/drawingml/2006/main" prst="ellipse">
            <a:avLst/>
          </a:prstGeom>
          <a:solidFill xmlns:a="http://schemas.openxmlformats.org/drawingml/2006/main">
            <a:srgbClr val="00B0F0"/>
          </a:solidFill>
          <a:ln xmlns:a="http://schemas.openxmlformats.org/drawingml/2006/main" w="0">
            <a:solidFill>
              <a:srgbClr val="00B0F0"/>
            </a:solidFill>
          </a:ln>
        </p:spPr>
      </p:sp>
      <p:sp>
        <p:nvSpPr>
          <p:cNvPr id="35" name="representative-guide">
            <a:extLst xmlns:a="http://schemas.openxmlformats.org/drawingml/2006/main">
              <a:ext uri="{FF2B5EF4-FFF2-40B4-BE49-F238E27FC236}">
                <a16:creationId xmlns:a16="http://schemas.microsoft.com/office/drawing/2014/main" id="{5A41A2E6-6103-40E2-BECA-48FE9BB9B378}"/>
              </a:ext>
            </a:extLst>
          </p:cNvPr>
          <p:cNvSpPr>
            <a:spLocks xmlns:a="http://schemas.openxmlformats.org/drawingml/2006/main" noGrp="1"/>
          </p:cNvSpPr>
          <p:nvPr/>
        </p:nvSpPr>
        <p:spPr>
          <a:xfrm xmlns:a="http://schemas.openxmlformats.org/drawingml/2006/main">
            <a:off x="5524500" y="3524250"/>
            <a:ext cx="9525" cy="171450"/>
          </a:xfrm>
          <a:custGeom xmlns:a="http://schemas.openxmlformats.org/drawingml/2006/main">
            <a:pathLst>
              <a:path w="9525" h="171450">
                <a:moveTo>
                  <a:pt x="0" y="0"/>
                </a:moveTo>
                <a:lnTo>
                  <a:pt x="0" y="171450"/>
                </a:lnTo>
              </a:path>
            </a:pathLst>
          </a:custGeom>
          <a:noFill xmlns:a="http://schemas.openxmlformats.org/drawingml/2006/main"/>
          <a:ln xmlns:a="http://schemas.openxmlformats.org/drawingml/2006/main" w="12383">
            <a:solidFill>
              <a:srgbClr val="007C9B"/>
            </a:solidFill>
          </a:ln>
        </p:spPr>
      </p:sp>
      <p:sp>
        <p:nvSpPr>
          <p:cNvPr id="36" name="quant-mapping">
            <a:extLst xmlns:a="http://schemas.openxmlformats.org/drawingml/2006/main">
              <a:ext uri="{FF2B5EF4-FFF2-40B4-BE49-F238E27FC236}">
                <a16:creationId xmlns:a16="http://schemas.microsoft.com/office/drawing/2014/main" id="{ACCEB812-F2E6-4F09-A208-E43F292C70F0}"/>
              </a:ext>
            </a:extLst>
          </p:cNvPr>
          <p:cNvSpPr>
            <a:spLocks xmlns:a="http://schemas.openxmlformats.org/drawingml/2006/main" noGrp="1"/>
          </p:cNvSpPr>
          <p:nvPr/>
        </p:nvSpPr>
        <p:spPr>
          <a:xfrm xmlns:a="http://schemas.openxmlformats.org/drawingml/2006/main">
            <a:off x="3048000" y="4724400"/>
            <a:ext cx="7239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2400" b="1">
                <a:solidFill>
                  <a:srgbClr val="8C64E1"/>
                </a:solidFill>
                <a:latin typeface="Alibaba PuHuiTi 3.0 115 Black"/>
                <a:ea typeface="Alibaba PuHuiTi 3.0 115 Black"/>
                <a:cs typeface="Alibaba PuHuiTi 3.0 115 Black"/>
              </a:defRPr>
            </a:defPPr>
          </a:lstStyle>
          <a:p xmlns:a="http://schemas.openxmlformats.org/drawingml/2006/main">
            <a:pPr algn="ctr">
              <a:buNone/>
              <a:defRPr sz="2400" b="1">
                <a:solidFill>
                  <a:srgbClr val="8C64E1"/>
                </a:solidFill>
                <a:latin typeface="Alibaba PuHuiTi 3.0 115 Black"/>
                <a:ea typeface="Alibaba PuHuiTi 3.0 115 Black"/>
                <a:cs typeface="Alibaba PuHuiTi 3.0 115 Black"/>
              </a:defRPr>
            </a:pPr>
            <a:r>
              <a:rPr sz="2400" b="1">
                <a:solidFill>
                  <a:srgbClr val="8C64E1"/>
                </a:solidFill>
                <a:latin typeface="Alibaba PuHuiTi 3.0 115 Black"/>
                <a:ea typeface="Alibaba PuHuiTi 3.0 115 Black"/>
                <a:cs typeface="Alibaba PuHuiTi 3.0 115 Black"/>
              </a:rPr>
              <a:t>等级编号 L3；对应代表值 3.5</a:t>
            </a:r>
          </a:p>
        </p:txBody>
      </p:sp>
      <p:sp>
        <p:nvSpPr>
          <p:cNvPr id="37" name="text">
            <a:extLst xmlns:a="http://schemas.openxmlformats.org/drawingml/2006/main">
              <a:ext uri="{FF2B5EF4-FFF2-40B4-BE49-F238E27FC236}">
                <a16:creationId xmlns:a16="http://schemas.microsoft.com/office/drawing/2014/main" id="{D90E01A9-F279-48CE-8673-1206599F70F0}"/>
              </a:ext>
            </a:extLst>
          </p:cNvPr>
          <p:cNvSpPr>
            <a:spLocks xmlns:a="http://schemas.openxmlformats.org/drawingml/2006/main" noGrp="1"/>
          </p:cNvSpPr>
          <p:nvPr/>
        </p:nvSpPr>
        <p:spPr>
          <a:xfrm xmlns:a="http://schemas.openxmlformats.org/drawingml/2006/main">
            <a:off x="609600" y="5810250"/>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编号表示哪一档；代表值用于近似原幅度。</a:t>
            </a:r>
          </a:p>
        </p:txBody>
      </p:sp>
    </p:spTree>
    <p:extLst>
      <p:ext uri="{BB962C8B-B14F-4D97-AF65-F5344CB8AC3E}">
        <p14:creationId xmlns:p14="http://schemas.microsoft.com/office/powerpoint/2010/main" val="762112558"/>
      </p:ext>
    </p:extLst>
  </p:cSld>
</p:sld>
</file>

<file path=ppt/slides/slide19.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D97A01A3-57AB-4816-BA2B-32FE40C4387C}"/>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32E266EA-2CA2-48D1-9610-F186BC0BD260}"/>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E75A5FED-D748-47FA-A181-3FD651155343}"/>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10个样本，怎样依次编码？</a:t>
            </a:r>
          </a:p>
        </p:txBody>
      </p:sp>
      <p:sp>
        <p:nvSpPr>
          <p:cNvPr id="5" name="TextBox 4">
            <a:extLst xmlns:a="http://schemas.openxmlformats.org/drawingml/2006/main">
              <a:ext uri="{FF2B5EF4-FFF2-40B4-BE49-F238E27FC236}">
                <a16:creationId xmlns:a16="http://schemas.microsoft.com/office/drawing/2014/main" id="{7A2ECE19-69DE-41D5-9FD4-B2A3E70BAAE2}"/>
              </a:ext>
            </a:extLst>
          </p:cNvPr>
          <p:cNvSpPr>
            <a:spLocks xmlns:a="http://schemas.openxmlformats.org/drawingml/2006/main" noGrp="1"/>
          </p:cNvSpPr>
          <p:nvPr/>
        </p:nvSpPr>
        <p:spPr>
          <a:xfrm xmlns:a="http://schemas.openxmlformats.org/drawingml/2006/main">
            <a:off x="713232" y="1847088"/>
            <a:ext cx="1828800"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200" b="1">
                <a:solidFill>
                  <a:srgbClr val="8C64E1"/>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2200" b="1">
                <a:solidFill>
                  <a:srgbClr val="8C64E1"/>
                </a:solidFill>
                <a:latin typeface="Alibaba PuHuiTi 3.0 115 Black"/>
                <a:ea typeface="Alibaba PuHuiTi 3.0 115 Black"/>
                <a:cs typeface="Alibaba PuHuiTi 3.0 115 Black"/>
              </a:defRPr>
            </a:pPr>
            <a:r>
              <a:rPr sz="2200" b="1">
                <a:solidFill>
                  <a:srgbClr val="8C64E1"/>
                </a:solidFill>
                <a:latin typeface="Alibaba PuHuiTi 3.0 115 Black"/>
                <a:ea typeface="Alibaba PuHuiTi 3.0 115 Black"/>
                <a:cs typeface="Alibaba PuHuiTi 3.0 115 Black"/>
              </a:rPr>
              <a:t>采样顺序</a:t>
            </a:r>
          </a:p>
        </p:txBody>
      </p:sp>
      <p:sp>
        <p:nvSpPr>
          <p:cNvPr id="6" name="TextBox 5">
            <a:extLst xmlns:a="http://schemas.openxmlformats.org/drawingml/2006/main">
              <a:ext uri="{FF2B5EF4-FFF2-40B4-BE49-F238E27FC236}">
                <a16:creationId xmlns:a16="http://schemas.microsoft.com/office/drawing/2014/main" id="{966EB03F-1582-4F47-9FC0-F22B5A05AD53}"/>
              </a:ext>
            </a:extLst>
          </p:cNvPr>
          <p:cNvSpPr>
            <a:spLocks xmlns:a="http://schemas.openxmlformats.org/drawingml/2006/main" noGrp="1"/>
          </p:cNvSpPr>
          <p:nvPr/>
        </p:nvSpPr>
        <p:spPr>
          <a:xfrm xmlns:a="http://schemas.openxmlformats.org/drawingml/2006/main">
            <a:off x="713232" y="2816352"/>
            <a:ext cx="1828800"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200" b="1">
                <a:solidFill>
                  <a:srgbClr val="8C64E1"/>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2200" b="1">
                <a:solidFill>
                  <a:srgbClr val="8C64E1"/>
                </a:solidFill>
                <a:latin typeface="Alibaba PuHuiTi 3.0 115 Black"/>
                <a:ea typeface="Alibaba PuHuiTi 3.0 115 Black"/>
                <a:cs typeface="Alibaba PuHuiTi 3.0 115 Black"/>
              </a:defRPr>
            </a:pPr>
            <a:r>
              <a:rPr sz="2200" b="1">
                <a:solidFill>
                  <a:srgbClr val="8C64E1"/>
                </a:solidFill>
                <a:latin typeface="Alibaba PuHuiTi 3.0 115 Black"/>
                <a:ea typeface="Alibaba PuHuiTi 3.0 115 Black"/>
                <a:cs typeface="Alibaba PuHuiTi 3.0 115 Black"/>
              </a:rPr>
              <a:t>量化等级</a:t>
            </a:r>
          </a:p>
        </p:txBody>
      </p:sp>
      <p:sp>
        <p:nvSpPr>
          <p:cNvPr id="7" name="TextBox 6">
            <a:extLst xmlns:a="http://schemas.openxmlformats.org/drawingml/2006/main">
              <a:ext uri="{FF2B5EF4-FFF2-40B4-BE49-F238E27FC236}">
                <a16:creationId xmlns:a16="http://schemas.microsoft.com/office/drawing/2014/main" id="{0441492D-BA89-4AC0-B631-61C9F0354A57}"/>
              </a:ext>
            </a:extLst>
          </p:cNvPr>
          <p:cNvSpPr>
            <a:spLocks xmlns:a="http://schemas.openxmlformats.org/drawingml/2006/main" noGrp="1"/>
          </p:cNvSpPr>
          <p:nvPr/>
        </p:nvSpPr>
        <p:spPr>
          <a:xfrm xmlns:a="http://schemas.openxmlformats.org/drawingml/2006/main">
            <a:off x="713232" y="3776472"/>
            <a:ext cx="1828800"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200" b="1">
                <a:solidFill>
                  <a:srgbClr val="8C64E1"/>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2200" b="1">
                <a:solidFill>
                  <a:srgbClr val="8C64E1"/>
                </a:solidFill>
                <a:latin typeface="Alibaba PuHuiTi 3.0 115 Black"/>
                <a:ea typeface="Alibaba PuHuiTi 3.0 115 Black"/>
                <a:cs typeface="Alibaba PuHuiTi 3.0 115 Black"/>
              </a:defRPr>
            </a:pPr>
            <a:r>
              <a:rPr sz="2200" b="1">
                <a:solidFill>
                  <a:srgbClr val="8C64E1"/>
                </a:solidFill>
                <a:latin typeface="Alibaba PuHuiTi 3.0 115 Black"/>
                <a:ea typeface="Alibaba PuHuiTi 3.0 115 Black"/>
                <a:cs typeface="Alibaba PuHuiTi 3.0 115 Black"/>
              </a:rPr>
              <a:t>3 bit码字</a:t>
            </a:r>
          </a:p>
        </p:txBody>
      </p:sp>
      <p:sp>
        <p:nvSpPr>
          <p:cNvPr id="8" name="TextBox 7">
            <a:extLst xmlns:a="http://schemas.openxmlformats.org/drawingml/2006/main">
              <a:ext uri="{FF2B5EF4-FFF2-40B4-BE49-F238E27FC236}">
                <a16:creationId xmlns:a16="http://schemas.microsoft.com/office/drawing/2014/main" id="{8AD01868-7CD8-41E2-A49F-E22BFE5306AD}"/>
              </a:ext>
            </a:extLst>
          </p:cNvPr>
          <p:cNvSpPr>
            <a:spLocks xmlns:a="http://schemas.openxmlformats.org/drawingml/2006/main" noGrp="1"/>
          </p:cNvSpPr>
          <p:nvPr/>
        </p:nvSpPr>
        <p:spPr>
          <a:xfrm xmlns:a="http://schemas.openxmlformats.org/drawingml/2006/main">
            <a:off x="2688336" y="1856231"/>
            <a:ext cx="7315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spcBef>
                <a:spcPts val="0"/>
              </a:spcBef>
              <a:spcAft>
                <a:spcPts val="200"/>
              </a:spcAft>
              <a:buNone/>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1</a:t>
            </a:r>
          </a:p>
        </p:txBody>
      </p:sp>
      <p:sp>
        <p:nvSpPr>
          <p:cNvPr id="9" name="TextBox 8">
            <a:extLst xmlns:a="http://schemas.openxmlformats.org/drawingml/2006/main">
              <a:ext uri="{FF2B5EF4-FFF2-40B4-BE49-F238E27FC236}">
                <a16:creationId xmlns:a16="http://schemas.microsoft.com/office/drawing/2014/main" id="{39F9D479-BD82-4403-87C9-96564BF706F7}"/>
              </a:ext>
            </a:extLst>
          </p:cNvPr>
          <p:cNvSpPr>
            <a:spLocks xmlns:a="http://schemas.openxmlformats.org/drawingml/2006/main" noGrp="1"/>
          </p:cNvSpPr>
          <p:nvPr/>
        </p:nvSpPr>
        <p:spPr>
          <a:xfrm xmlns:a="http://schemas.openxmlformats.org/drawingml/2006/main">
            <a:off x="2688336" y="2807208"/>
            <a:ext cx="731520" cy="3505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2300" b="1">
                <a:solidFill>
                  <a:srgbClr val="8C64E1"/>
                </a:solidFill>
                <a:latin typeface="Alibaba PuHuiTi 3.0 115 Black"/>
                <a:ea typeface="Alibaba PuHuiTi 3.0 115 Black"/>
                <a:cs typeface="Alibaba PuHuiTi 3.0 115 Black"/>
              </a:defRPr>
            </a:defPPr>
          </a:lstStyle>
          <a:p xmlns:a="http://schemas.openxmlformats.org/drawingml/2006/main">
            <a:pPr algn="ctr">
              <a:spcBef>
                <a:spcPts val="0"/>
              </a:spcBef>
              <a:spcAft>
                <a:spcPts val="200"/>
              </a:spcAft>
              <a:buNone/>
              <a:defRPr sz="2300" b="1">
                <a:solidFill>
                  <a:srgbClr val="8C64E1"/>
                </a:solidFill>
                <a:latin typeface="Alibaba PuHuiTi 3.0 115 Black"/>
                <a:ea typeface="Alibaba PuHuiTi 3.0 115 Black"/>
                <a:cs typeface="Alibaba PuHuiTi 3.0 115 Black"/>
              </a:defRPr>
            </a:pPr>
            <a:r>
              <a:rPr sz="2300" b="1">
                <a:solidFill>
                  <a:srgbClr val="8C64E1"/>
                </a:solidFill>
                <a:latin typeface="Alibaba PuHuiTi 3.0 115 Black"/>
                <a:ea typeface="Alibaba PuHuiTi 3.0 115 Black"/>
                <a:cs typeface="Alibaba PuHuiTi 3.0 115 Black"/>
              </a:rPr>
              <a:t>3</a:t>
            </a:r>
          </a:p>
        </p:txBody>
      </p:sp>
      <p:sp>
        <p:nvSpPr>
          <p:cNvPr id="10" name="TextBox 9">
            <a:extLst xmlns:a="http://schemas.openxmlformats.org/drawingml/2006/main">
              <a:ext uri="{FF2B5EF4-FFF2-40B4-BE49-F238E27FC236}">
                <a16:creationId xmlns:a16="http://schemas.microsoft.com/office/drawing/2014/main" id="{7177F453-711E-4E55-8515-2AEB0DC80051}"/>
              </a:ext>
            </a:extLst>
          </p:cNvPr>
          <p:cNvSpPr>
            <a:spLocks xmlns:a="http://schemas.openxmlformats.org/drawingml/2006/main" noGrp="1"/>
          </p:cNvSpPr>
          <p:nvPr/>
        </p:nvSpPr>
        <p:spPr>
          <a:xfrm xmlns:a="http://schemas.openxmlformats.org/drawingml/2006/main">
            <a:off x="2688336" y="3776472"/>
            <a:ext cx="731520" cy="28956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1900" b="1">
                <a:solidFill>
                  <a:srgbClr val="007C9B"/>
                </a:solidFill>
                <a:latin typeface="Alibaba PuHuiTi 3.0 115 Black"/>
                <a:ea typeface="Alibaba PuHuiTi 3.0 115 Black"/>
                <a:cs typeface="Alibaba PuHuiTi 3.0 115 Black"/>
              </a:defRPr>
            </a:defPPr>
          </a:lstStyle>
          <a:p xmlns:a="http://schemas.openxmlformats.org/drawingml/2006/main">
            <a:pPr algn="ctr">
              <a:spcBef>
                <a:spcPts val="0"/>
              </a:spcBef>
              <a:spcAft>
                <a:spcPts val="200"/>
              </a:spcAft>
              <a:buNone/>
              <a:defRPr sz="1900" b="1">
                <a:solidFill>
                  <a:srgbClr val="007C9B"/>
                </a:solidFill>
                <a:latin typeface="Alibaba PuHuiTi 3.0 115 Black"/>
                <a:ea typeface="Alibaba PuHuiTi 3.0 115 Black"/>
                <a:cs typeface="Alibaba PuHuiTi 3.0 115 Black"/>
              </a:defRPr>
            </a:pPr>
            <a:r>
              <a:rPr sz="1900" b="1">
                <a:solidFill>
                  <a:srgbClr val="007C9B"/>
                </a:solidFill>
                <a:latin typeface="Alibaba PuHuiTi 3.0 115 Black"/>
                <a:ea typeface="Alibaba PuHuiTi 3.0 115 Black"/>
                <a:cs typeface="Alibaba PuHuiTi 3.0 115 Black"/>
              </a:rPr>
              <a:t>011</a:t>
            </a:r>
          </a:p>
        </p:txBody>
      </p:sp>
      <p:sp>
        <p:nvSpPr>
          <p:cNvPr id="11" name="Connector 10">
            <a:extLst xmlns:a="http://schemas.openxmlformats.org/drawingml/2006/main">
              <a:ext uri="{FF2B5EF4-FFF2-40B4-BE49-F238E27FC236}">
                <a16:creationId xmlns:a16="http://schemas.microsoft.com/office/drawing/2014/main" id="{F06CF8EC-559F-44CE-A742-E902BD8639A9}"/>
              </a:ext>
            </a:extLst>
          </p:cNvPr>
          <p:cNvSpPr>
            <a:spLocks xmlns:a="http://schemas.openxmlformats.org/drawingml/2006/main" noGrp="1"/>
          </p:cNvSpPr>
          <p:nvPr/>
        </p:nvSpPr>
        <p:spPr>
          <a:xfrm xmlns:a="http://schemas.openxmlformats.org/drawingml/2006/main">
            <a:off x="3044952" y="2249424"/>
            <a:ext cx="0" cy="466344"/>
          </a:xfrm>
          <a:prstGeom xmlns:a="http://schemas.openxmlformats.org/drawingml/2006/main" prst="line">
            <a:avLst/>
          </a:prstGeom>
          <a:ln xmlns:a="http://schemas.openxmlformats.org/drawingml/2006/main" w="12700">
            <a:solidFill>
              <a:srgbClr val="E2E2E7"/>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2" name="Connector 11">
            <a:extLst xmlns:a="http://schemas.openxmlformats.org/drawingml/2006/main">
              <a:ext uri="{FF2B5EF4-FFF2-40B4-BE49-F238E27FC236}">
                <a16:creationId xmlns:a16="http://schemas.microsoft.com/office/drawing/2014/main" id="{2C5DFDE1-85E6-4206-A41A-1DA64EAD7015}"/>
              </a:ext>
            </a:extLst>
          </p:cNvPr>
          <p:cNvSpPr>
            <a:spLocks xmlns:a="http://schemas.openxmlformats.org/drawingml/2006/main" noGrp="1"/>
          </p:cNvSpPr>
          <p:nvPr/>
        </p:nvSpPr>
        <p:spPr>
          <a:xfrm xmlns:a="http://schemas.openxmlformats.org/drawingml/2006/main">
            <a:off x="3044952" y="3191256"/>
            <a:ext cx="0" cy="493776"/>
          </a:xfrm>
          <a:prstGeom xmlns:a="http://schemas.openxmlformats.org/drawingml/2006/main" prst="line">
            <a:avLst/>
          </a:prstGeom>
          <a:ln xmlns:a="http://schemas.openxmlformats.org/drawingml/2006/main" w="12700">
            <a:solidFill>
              <a:srgbClr val="E2E2E7"/>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3" name="TextBox 12">
            <a:extLst xmlns:a="http://schemas.openxmlformats.org/drawingml/2006/main">
              <a:ext uri="{FF2B5EF4-FFF2-40B4-BE49-F238E27FC236}">
                <a16:creationId xmlns:a16="http://schemas.microsoft.com/office/drawing/2014/main" id="{7A050BF2-FD55-4683-8F07-1DC9A4B51A73}"/>
              </a:ext>
            </a:extLst>
          </p:cNvPr>
          <p:cNvSpPr>
            <a:spLocks xmlns:a="http://schemas.openxmlformats.org/drawingml/2006/main" noGrp="1"/>
          </p:cNvSpPr>
          <p:nvPr/>
        </p:nvSpPr>
        <p:spPr>
          <a:xfrm xmlns:a="http://schemas.openxmlformats.org/drawingml/2006/main">
            <a:off x="3547872" y="1856231"/>
            <a:ext cx="7315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spcBef>
                <a:spcPts val="0"/>
              </a:spcBef>
              <a:spcAft>
                <a:spcPts val="200"/>
              </a:spcAft>
              <a:buNone/>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2</a:t>
            </a:r>
          </a:p>
        </p:txBody>
      </p:sp>
      <p:sp>
        <p:nvSpPr>
          <p:cNvPr id="14" name="TextBox 13">
            <a:extLst xmlns:a="http://schemas.openxmlformats.org/drawingml/2006/main">
              <a:ext uri="{FF2B5EF4-FFF2-40B4-BE49-F238E27FC236}">
                <a16:creationId xmlns:a16="http://schemas.microsoft.com/office/drawing/2014/main" id="{17C3EA80-3BAF-43D4-A383-612B00F6AFAE}"/>
              </a:ext>
            </a:extLst>
          </p:cNvPr>
          <p:cNvSpPr>
            <a:spLocks xmlns:a="http://schemas.openxmlformats.org/drawingml/2006/main" noGrp="1"/>
          </p:cNvSpPr>
          <p:nvPr/>
        </p:nvSpPr>
        <p:spPr>
          <a:xfrm xmlns:a="http://schemas.openxmlformats.org/drawingml/2006/main">
            <a:off x="3547872" y="2807208"/>
            <a:ext cx="731520" cy="3505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2300" b="1">
                <a:solidFill>
                  <a:srgbClr val="8C64E1"/>
                </a:solidFill>
                <a:latin typeface="Alibaba PuHuiTi 3.0 115 Black"/>
                <a:ea typeface="Alibaba PuHuiTi 3.0 115 Black"/>
                <a:cs typeface="Alibaba PuHuiTi 3.0 115 Black"/>
              </a:defRPr>
            </a:defPPr>
          </a:lstStyle>
          <a:p xmlns:a="http://schemas.openxmlformats.org/drawingml/2006/main">
            <a:pPr algn="ctr">
              <a:spcBef>
                <a:spcPts val="0"/>
              </a:spcBef>
              <a:spcAft>
                <a:spcPts val="200"/>
              </a:spcAft>
              <a:buNone/>
              <a:defRPr sz="2300" b="1">
                <a:solidFill>
                  <a:srgbClr val="8C64E1"/>
                </a:solidFill>
                <a:latin typeface="Alibaba PuHuiTi 3.0 115 Black"/>
                <a:ea typeface="Alibaba PuHuiTi 3.0 115 Black"/>
                <a:cs typeface="Alibaba PuHuiTi 3.0 115 Black"/>
              </a:defRPr>
            </a:pPr>
            <a:r>
              <a:rPr sz="2300" b="1">
                <a:solidFill>
                  <a:srgbClr val="8C64E1"/>
                </a:solidFill>
                <a:latin typeface="Alibaba PuHuiTi 3.0 115 Black"/>
                <a:ea typeface="Alibaba PuHuiTi 3.0 115 Black"/>
                <a:cs typeface="Alibaba PuHuiTi 3.0 115 Black"/>
              </a:rPr>
              <a:t>5</a:t>
            </a:r>
          </a:p>
        </p:txBody>
      </p:sp>
      <p:sp>
        <p:nvSpPr>
          <p:cNvPr id="15" name="TextBox 14">
            <a:extLst xmlns:a="http://schemas.openxmlformats.org/drawingml/2006/main">
              <a:ext uri="{FF2B5EF4-FFF2-40B4-BE49-F238E27FC236}">
                <a16:creationId xmlns:a16="http://schemas.microsoft.com/office/drawing/2014/main" id="{4FC0545E-FD5A-498C-AB87-3DF4015BAA6F}"/>
              </a:ext>
            </a:extLst>
          </p:cNvPr>
          <p:cNvSpPr>
            <a:spLocks xmlns:a="http://schemas.openxmlformats.org/drawingml/2006/main" noGrp="1"/>
          </p:cNvSpPr>
          <p:nvPr/>
        </p:nvSpPr>
        <p:spPr>
          <a:xfrm xmlns:a="http://schemas.openxmlformats.org/drawingml/2006/main">
            <a:off x="3547872" y="3776472"/>
            <a:ext cx="731520" cy="28956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1900" b="1">
                <a:solidFill>
                  <a:srgbClr val="007C9B"/>
                </a:solidFill>
                <a:latin typeface="Alibaba PuHuiTi 3.0 115 Black"/>
                <a:ea typeface="Alibaba PuHuiTi 3.0 115 Black"/>
                <a:cs typeface="Alibaba PuHuiTi 3.0 115 Black"/>
              </a:defRPr>
            </a:defPPr>
          </a:lstStyle>
          <a:p xmlns:a="http://schemas.openxmlformats.org/drawingml/2006/main">
            <a:pPr algn="ctr">
              <a:spcBef>
                <a:spcPts val="0"/>
              </a:spcBef>
              <a:spcAft>
                <a:spcPts val="200"/>
              </a:spcAft>
              <a:buNone/>
              <a:defRPr sz="1900" b="1">
                <a:solidFill>
                  <a:srgbClr val="007C9B"/>
                </a:solidFill>
                <a:latin typeface="Alibaba PuHuiTi 3.0 115 Black"/>
                <a:ea typeface="Alibaba PuHuiTi 3.0 115 Black"/>
                <a:cs typeface="Alibaba PuHuiTi 3.0 115 Black"/>
              </a:defRPr>
            </a:pPr>
            <a:r>
              <a:rPr sz="1900" b="1">
                <a:solidFill>
                  <a:srgbClr val="007C9B"/>
                </a:solidFill>
                <a:latin typeface="Alibaba PuHuiTi 3.0 115 Black"/>
                <a:ea typeface="Alibaba PuHuiTi 3.0 115 Black"/>
                <a:cs typeface="Alibaba PuHuiTi 3.0 115 Black"/>
              </a:rPr>
              <a:t>101</a:t>
            </a:r>
          </a:p>
        </p:txBody>
      </p:sp>
      <p:sp>
        <p:nvSpPr>
          <p:cNvPr id="16" name="Connector 15">
            <a:extLst xmlns:a="http://schemas.openxmlformats.org/drawingml/2006/main">
              <a:ext uri="{FF2B5EF4-FFF2-40B4-BE49-F238E27FC236}">
                <a16:creationId xmlns:a16="http://schemas.microsoft.com/office/drawing/2014/main" id="{3F845908-817D-4FEF-939D-FEAC204421D6}"/>
              </a:ext>
            </a:extLst>
          </p:cNvPr>
          <p:cNvSpPr>
            <a:spLocks xmlns:a="http://schemas.openxmlformats.org/drawingml/2006/main" noGrp="1"/>
          </p:cNvSpPr>
          <p:nvPr/>
        </p:nvSpPr>
        <p:spPr>
          <a:xfrm xmlns:a="http://schemas.openxmlformats.org/drawingml/2006/main">
            <a:off x="3904487" y="2249424"/>
            <a:ext cx="0" cy="466344"/>
          </a:xfrm>
          <a:prstGeom xmlns:a="http://schemas.openxmlformats.org/drawingml/2006/main" prst="line">
            <a:avLst/>
          </a:prstGeom>
          <a:ln xmlns:a="http://schemas.openxmlformats.org/drawingml/2006/main" w="12700">
            <a:solidFill>
              <a:srgbClr val="E2E2E7"/>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7" name="Connector 16">
            <a:extLst xmlns:a="http://schemas.openxmlformats.org/drawingml/2006/main">
              <a:ext uri="{FF2B5EF4-FFF2-40B4-BE49-F238E27FC236}">
                <a16:creationId xmlns:a16="http://schemas.microsoft.com/office/drawing/2014/main" id="{056AC343-FF70-4CA0-96DA-71622ED41742}"/>
              </a:ext>
            </a:extLst>
          </p:cNvPr>
          <p:cNvSpPr>
            <a:spLocks xmlns:a="http://schemas.openxmlformats.org/drawingml/2006/main" noGrp="1"/>
          </p:cNvSpPr>
          <p:nvPr/>
        </p:nvSpPr>
        <p:spPr>
          <a:xfrm xmlns:a="http://schemas.openxmlformats.org/drawingml/2006/main">
            <a:off x="3904487" y="3191256"/>
            <a:ext cx="0" cy="493776"/>
          </a:xfrm>
          <a:prstGeom xmlns:a="http://schemas.openxmlformats.org/drawingml/2006/main" prst="line">
            <a:avLst/>
          </a:prstGeom>
          <a:ln xmlns:a="http://schemas.openxmlformats.org/drawingml/2006/main" w="12700">
            <a:solidFill>
              <a:srgbClr val="E2E2E7"/>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8" name="TextBox 17">
            <a:extLst xmlns:a="http://schemas.openxmlformats.org/drawingml/2006/main">
              <a:ext uri="{FF2B5EF4-FFF2-40B4-BE49-F238E27FC236}">
                <a16:creationId xmlns:a16="http://schemas.microsoft.com/office/drawing/2014/main" id="{792CCD3F-98D9-439C-A7E8-CFCE29FA23C8}"/>
              </a:ext>
            </a:extLst>
          </p:cNvPr>
          <p:cNvSpPr>
            <a:spLocks xmlns:a="http://schemas.openxmlformats.org/drawingml/2006/main" noGrp="1"/>
          </p:cNvSpPr>
          <p:nvPr/>
        </p:nvSpPr>
        <p:spPr>
          <a:xfrm xmlns:a="http://schemas.openxmlformats.org/drawingml/2006/main">
            <a:off x="4407408" y="1856231"/>
            <a:ext cx="7315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spcBef>
                <a:spcPts val="0"/>
              </a:spcBef>
              <a:spcAft>
                <a:spcPts val="200"/>
              </a:spcAft>
              <a:buNone/>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3</a:t>
            </a:r>
          </a:p>
        </p:txBody>
      </p:sp>
      <p:sp>
        <p:nvSpPr>
          <p:cNvPr id="19" name="TextBox 18">
            <a:extLst xmlns:a="http://schemas.openxmlformats.org/drawingml/2006/main">
              <a:ext uri="{FF2B5EF4-FFF2-40B4-BE49-F238E27FC236}">
                <a16:creationId xmlns:a16="http://schemas.microsoft.com/office/drawing/2014/main" id="{A9D3C3F7-30A8-4F96-8ACF-98582007FEC7}"/>
              </a:ext>
            </a:extLst>
          </p:cNvPr>
          <p:cNvSpPr>
            <a:spLocks xmlns:a="http://schemas.openxmlformats.org/drawingml/2006/main" noGrp="1"/>
          </p:cNvSpPr>
          <p:nvPr/>
        </p:nvSpPr>
        <p:spPr>
          <a:xfrm xmlns:a="http://schemas.openxmlformats.org/drawingml/2006/main">
            <a:off x="4407408" y="2807208"/>
            <a:ext cx="731520" cy="3505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2300" b="1">
                <a:solidFill>
                  <a:srgbClr val="8C64E1"/>
                </a:solidFill>
                <a:latin typeface="Alibaba PuHuiTi 3.0 115 Black"/>
                <a:ea typeface="Alibaba PuHuiTi 3.0 115 Black"/>
                <a:cs typeface="Alibaba PuHuiTi 3.0 115 Black"/>
              </a:defRPr>
            </a:defPPr>
          </a:lstStyle>
          <a:p xmlns:a="http://schemas.openxmlformats.org/drawingml/2006/main">
            <a:pPr algn="ctr">
              <a:spcBef>
                <a:spcPts val="0"/>
              </a:spcBef>
              <a:spcAft>
                <a:spcPts val="200"/>
              </a:spcAft>
              <a:buNone/>
              <a:defRPr sz="2300" b="1">
                <a:solidFill>
                  <a:srgbClr val="8C64E1"/>
                </a:solidFill>
                <a:latin typeface="Alibaba PuHuiTi 3.0 115 Black"/>
                <a:ea typeface="Alibaba PuHuiTi 3.0 115 Black"/>
                <a:cs typeface="Alibaba PuHuiTi 3.0 115 Black"/>
              </a:defRPr>
            </a:pPr>
            <a:r>
              <a:rPr sz="2300" b="1">
                <a:solidFill>
                  <a:srgbClr val="8C64E1"/>
                </a:solidFill>
                <a:latin typeface="Alibaba PuHuiTi 3.0 115 Black"/>
                <a:ea typeface="Alibaba PuHuiTi 3.0 115 Black"/>
                <a:cs typeface="Alibaba PuHuiTi 3.0 115 Black"/>
              </a:rPr>
              <a:t>7</a:t>
            </a:r>
          </a:p>
        </p:txBody>
      </p:sp>
      <p:sp>
        <p:nvSpPr>
          <p:cNvPr id="20" name="TextBox 19">
            <a:extLst xmlns:a="http://schemas.openxmlformats.org/drawingml/2006/main">
              <a:ext uri="{FF2B5EF4-FFF2-40B4-BE49-F238E27FC236}">
                <a16:creationId xmlns:a16="http://schemas.microsoft.com/office/drawing/2014/main" id="{CA309B0D-6045-46B1-81F0-D5A87ABA5F18}"/>
              </a:ext>
            </a:extLst>
          </p:cNvPr>
          <p:cNvSpPr>
            <a:spLocks xmlns:a="http://schemas.openxmlformats.org/drawingml/2006/main" noGrp="1"/>
          </p:cNvSpPr>
          <p:nvPr/>
        </p:nvSpPr>
        <p:spPr>
          <a:xfrm xmlns:a="http://schemas.openxmlformats.org/drawingml/2006/main">
            <a:off x="4407408" y="3776472"/>
            <a:ext cx="731520" cy="28956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1900" b="1">
                <a:solidFill>
                  <a:srgbClr val="007C9B"/>
                </a:solidFill>
                <a:latin typeface="Alibaba PuHuiTi 3.0 115 Black"/>
                <a:ea typeface="Alibaba PuHuiTi 3.0 115 Black"/>
                <a:cs typeface="Alibaba PuHuiTi 3.0 115 Black"/>
              </a:defRPr>
            </a:defPPr>
          </a:lstStyle>
          <a:p xmlns:a="http://schemas.openxmlformats.org/drawingml/2006/main">
            <a:pPr algn="ctr">
              <a:spcBef>
                <a:spcPts val="0"/>
              </a:spcBef>
              <a:spcAft>
                <a:spcPts val="200"/>
              </a:spcAft>
              <a:buNone/>
              <a:defRPr sz="1900" b="1">
                <a:solidFill>
                  <a:srgbClr val="007C9B"/>
                </a:solidFill>
                <a:latin typeface="Alibaba PuHuiTi 3.0 115 Black"/>
                <a:ea typeface="Alibaba PuHuiTi 3.0 115 Black"/>
                <a:cs typeface="Alibaba PuHuiTi 3.0 115 Black"/>
              </a:defRPr>
            </a:pPr>
            <a:r>
              <a:rPr sz="1900" b="1">
                <a:solidFill>
                  <a:srgbClr val="007C9B"/>
                </a:solidFill>
                <a:latin typeface="Alibaba PuHuiTi 3.0 115 Black"/>
                <a:ea typeface="Alibaba PuHuiTi 3.0 115 Black"/>
                <a:cs typeface="Alibaba PuHuiTi 3.0 115 Black"/>
              </a:rPr>
              <a:t>111</a:t>
            </a:r>
          </a:p>
        </p:txBody>
      </p:sp>
      <p:sp>
        <p:nvSpPr>
          <p:cNvPr id="21" name="Connector 20">
            <a:extLst xmlns:a="http://schemas.openxmlformats.org/drawingml/2006/main">
              <a:ext uri="{FF2B5EF4-FFF2-40B4-BE49-F238E27FC236}">
                <a16:creationId xmlns:a16="http://schemas.microsoft.com/office/drawing/2014/main" id="{1F86F0B0-4E98-438D-8B70-43875728D7AA}"/>
              </a:ext>
            </a:extLst>
          </p:cNvPr>
          <p:cNvSpPr>
            <a:spLocks xmlns:a="http://schemas.openxmlformats.org/drawingml/2006/main" noGrp="1"/>
          </p:cNvSpPr>
          <p:nvPr/>
        </p:nvSpPr>
        <p:spPr>
          <a:xfrm xmlns:a="http://schemas.openxmlformats.org/drawingml/2006/main">
            <a:off x="4764024" y="2249424"/>
            <a:ext cx="0" cy="466344"/>
          </a:xfrm>
          <a:prstGeom xmlns:a="http://schemas.openxmlformats.org/drawingml/2006/main" prst="line">
            <a:avLst/>
          </a:prstGeom>
          <a:ln xmlns:a="http://schemas.openxmlformats.org/drawingml/2006/main" w="12700">
            <a:solidFill>
              <a:srgbClr val="E2E2E7"/>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2" name="Connector 21">
            <a:extLst xmlns:a="http://schemas.openxmlformats.org/drawingml/2006/main">
              <a:ext uri="{FF2B5EF4-FFF2-40B4-BE49-F238E27FC236}">
                <a16:creationId xmlns:a16="http://schemas.microsoft.com/office/drawing/2014/main" id="{C004B8A0-0E40-4EE4-ADC1-C8B6B8EBA3B0}"/>
              </a:ext>
            </a:extLst>
          </p:cNvPr>
          <p:cNvSpPr>
            <a:spLocks xmlns:a="http://schemas.openxmlformats.org/drawingml/2006/main" noGrp="1"/>
          </p:cNvSpPr>
          <p:nvPr/>
        </p:nvSpPr>
        <p:spPr>
          <a:xfrm xmlns:a="http://schemas.openxmlformats.org/drawingml/2006/main">
            <a:off x="4764024" y="3191256"/>
            <a:ext cx="0" cy="493776"/>
          </a:xfrm>
          <a:prstGeom xmlns:a="http://schemas.openxmlformats.org/drawingml/2006/main" prst="line">
            <a:avLst/>
          </a:prstGeom>
          <a:ln xmlns:a="http://schemas.openxmlformats.org/drawingml/2006/main" w="12700">
            <a:solidFill>
              <a:srgbClr val="E2E2E7"/>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3" name="TextBox 22">
            <a:extLst xmlns:a="http://schemas.openxmlformats.org/drawingml/2006/main">
              <a:ext uri="{FF2B5EF4-FFF2-40B4-BE49-F238E27FC236}">
                <a16:creationId xmlns:a16="http://schemas.microsoft.com/office/drawing/2014/main" id="{4A742956-08C3-4EE1-98B8-D925E8AB8B3B}"/>
              </a:ext>
            </a:extLst>
          </p:cNvPr>
          <p:cNvSpPr>
            <a:spLocks xmlns:a="http://schemas.openxmlformats.org/drawingml/2006/main" noGrp="1"/>
          </p:cNvSpPr>
          <p:nvPr/>
        </p:nvSpPr>
        <p:spPr>
          <a:xfrm xmlns:a="http://schemas.openxmlformats.org/drawingml/2006/main">
            <a:off x="5266944" y="1856231"/>
            <a:ext cx="7315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spcBef>
                <a:spcPts val="0"/>
              </a:spcBef>
              <a:spcAft>
                <a:spcPts val="200"/>
              </a:spcAft>
              <a:buNone/>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4</a:t>
            </a:r>
          </a:p>
        </p:txBody>
      </p:sp>
      <p:sp>
        <p:nvSpPr>
          <p:cNvPr id="24" name="TextBox 23">
            <a:extLst xmlns:a="http://schemas.openxmlformats.org/drawingml/2006/main">
              <a:ext uri="{FF2B5EF4-FFF2-40B4-BE49-F238E27FC236}">
                <a16:creationId xmlns:a16="http://schemas.microsoft.com/office/drawing/2014/main" id="{3486A997-184F-46A3-950F-4AF911F85CA7}"/>
              </a:ext>
            </a:extLst>
          </p:cNvPr>
          <p:cNvSpPr>
            <a:spLocks xmlns:a="http://schemas.openxmlformats.org/drawingml/2006/main" noGrp="1"/>
          </p:cNvSpPr>
          <p:nvPr/>
        </p:nvSpPr>
        <p:spPr>
          <a:xfrm xmlns:a="http://schemas.openxmlformats.org/drawingml/2006/main">
            <a:off x="5266944" y="2807208"/>
            <a:ext cx="731520" cy="3505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2300" b="1">
                <a:solidFill>
                  <a:srgbClr val="8C64E1"/>
                </a:solidFill>
                <a:latin typeface="Alibaba PuHuiTi 3.0 115 Black"/>
                <a:ea typeface="Alibaba PuHuiTi 3.0 115 Black"/>
                <a:cs typeface="Alibaba PuHuiTi 3.0 115 Black"/>
              </a:defRPr>
            </a:defPPr>
          </a:lstStyle>
          <a:p xmlns:a="http://schemas.openxmlformats.org/drawingml/2006/main">
            <a:pPr algn="ctr">
              <a:spcBef>
                <a:spcPts val="0"/>
              </a:spcBef>
              <a:spcAft>
                <a:spcPts val="200"/>
              </a:spcAft>
              <a:buNone/>
              <a:defRPr sz="2300" b="1">
                <a:solidFill>
                  <a:srgbClr val="8C64E1"/>
                </a:solidFill>
                <a:latin typeface="Alibaba PuHuiTi 3.0 115 Black"/>
                <a:ea typeface="Alibaba PuHuiTi 3.0 115 Black"/>
                <a:cs typeface="Alibaba PuHuiTi 3.0 115 Black"/>
              </a:defRPr>
            </a:pPr>
            <a:r>
              <a:rPr sz="2300" b="1">
                <a:solidFill>
                  <a:srgbClr val="8C64E1"/>
                </a:solidFill>
                <a:latin typeface="Alibaba PuHuiTi 3.0 115 Black"/>
                <a:ea typeface="Alibaba PuHuiTi 3.0 115 Black"/>
                <a:cs typeface="Alibaba PuHuiTi 3.0 115 Black"/>
              </a:rPr>
              <a:t>6</a:t>
            </a:r>
          </a:p>
        </p:txBody>
      </p:sp>
      <p:sp>
        <p:nvSpPr>
          <p:cNvPr id="25" name="TextBox 24">
            <a:extLst xmlns:a="http://schemas.openxmlformats.org/drawingml/2006/main">
              <a:ext uri="{FF2B5EF4-FFF2-40B4-BE49-F238E27FC236}">
                <a16:creationId xmlns:a16="http://schemas.microsoft.com/office/drawing/2014/main" id="{8F5EDC05-A739-4509-8CD9-A1710D3CC965}"/>
              </a:ext>
            </a:extLst>
          </p:cNvPr>
          <p:cNvSpPr>
            <a:spLocks xmlns:a="http://schemas.openxmlformats.org/drawingml/2006/main" noGrp="1"/>
          </p:cNvSpPr>
          <p:nvPr/>
        </p:nvSpPr>
        <p:spPr>
          <a:xfrm xmlns:a="http://schemas.openxmlformats.org/drawingml/2006/main">
            <a:off x="5266944" y="3776472"/>
            <a:ext cx="731520" cy="28956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1900" b="1">
                <a:solidFill>
                  <a:srgbClr val="007C9B"/>
                </a:solidFill>
                <a:latin typeface="Alibaba PuHuiTi 3.0 115 Black"/>
                <a:ea typeface="Alibaba PuHuiTi 3.0 115 Black"/>
                <a:cs typeface="Alibaba PuHuiTi 3.0 115 Black"/>
              </a:defRPr>
            </a:defPPr>
          </a:lstStyle>
          <a:p xmlns:a="http://schemas.openxmlformats.org/drawingml/2006/main">
            <a:pPr algn="ctr">
              <a:spcBef>
                <a:spcPts val="0"/>
              </a:spcBef>
              <a:spcAft>
                <a:spcPts val="200"/>
              </a:spcAft>
              <a:buNone/>
              <a:defRPr sz="1900" b="1">
                <a:solidFill>
                  <a:srgbClr val="007C9B"/>
                </a:solidFill>
                <a:latin typeface="Alibaba PuHuiTi 3.0 115 Black"/>
                <a:ea typeface="Alibaba PuHuiTi 3.0 115 Black"/>
                <a:cs typeface="Alibaba PuHuiTi 3.0 115 Black"/>
              </a:defRPr>
            </a:pPr>
            <a:r>
              <a:rPr sz="1900" b="1">
                <a:solidFill>
                  <a:srgbClr val="007C9B"/>
                </a:solidFill>
                <a:latin typeface="Alibaba PuHuiTi 3.0 115 Black"/>
                <a:ea typeface="Alibaba PuHuiTi 3.0 115 Black"/>
                <a:cs typeface="Alibaba PuHuiTi 3.0 115 Black"/>
              </a:rPr>
              <a:t>110</a:t>
            </a:r>
          </a:p>
        </p:txBody>
      </p:sp>
      <p:sp>
        <p:nvSpPr>
          <p:cNvPr id="26" name="Connector 25">
            <a:extLst xmlns:a="http://schemas.openxmlformats.org/drawingml/2006/main">
              <a:ext uri="{FF2B5EF4-FFF2-40B4-BE49-F238E27FC236}">
                <a16:creationId xmlns:a16="http://schemas.microsoft.com/office/drawing/2014/main" id="{45DBD30E-730D-402B-9674-75E1B8679AB5}"/>
              </a:ext>
            </a:extLst>
          </p:cNvPr>
          <p:cNvSpPr>
            <a:spLocks xmlns:a="http://schemas.openxmlformats.org/drawingml/2006/main" noGrp="1"/>
          </p:cNvSpPr>
          <p:nvPr/>
        </p:nvSpPr>
        <p:spPr>
          <a:xfrm xmlns:a="http://schemas.openxmlformats.org/drawingml/2006/main">
            <a:off x="5623559" y="2249424"/>
            <a:ext cx="0" cy="466344"/>
          </a:xfrm>
          <a:prstGeom xmlns:a="http://schemas.openxmlformats.org/drawingml/2006/main" prst="line">
            <a:avLst/>
          </a:prstGeom>
          <a:ln xmlns:a="http://schemas.openxmlformats.org/drawingml/2006/main" w="12700">
            <a:solidFill>
              <a:srgbClr val="E2E2E7"/>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7" name="Connector 26">
            <a:extLst xmlns:a="http://schemas.openxmlformats.org/drawingml/2006/main">
              <a:ext uri="{FF2B5EF4-FFF2-40B4-BE49-F238E27FC236}">
                <a16:creationId xmlns:a16="http://schemas.microsoft.com/office/drawing/2014/main" id="{687B655B-B01C-4AC4-B592-B19A255420CB}"/>
              </a:ext>
            </a:extLst>
          </p:cNvPr>
          <p:cNvSpPr>
            <a:spLocks xmlns:a="http://schemas.openxmlformats.org/drawingml/2006/main" noGrp="1"/>
          </p:cNvSpPr>
          <p:nvPr/>
        </p:nvSpPr>
        <p:spPr>
          <a:xfrm xmlns:a="http://schemas.openxmlformats.org/drawingml/2006/main">
            <a:off x="5623559" y="3191256"/>
            <a:ext cx="0" cy="493776"/>
          </a:xfrm>
          <a:prstGeom xmlns:a="http://schemas.openxmlformats.org/drawingml/2006/main" prst="line">
            <a:avLst/>
          </a:prstGeom>
          <a:ln xmlns:a="http://schemas.openxmlformats.org/drawingml/2006/main" w="12700">
            <a:solidFill>
              <a:srgbClr val="E2E2E7"/>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8" name="TextBox 27">
            <a:extLst xmlns:a="http://schemas.openxmlformats.org/drawingml/2006/main">
              <a:ext uri="{FF2B5EF4-FFF2-40B4-BE49-F238E27FC236}">
                <a16:creationId xmlns:a16="http://schemas.microsoft.com/office/drawing/2014/main" id="{8CD72118-B58A-4F89-87D0-16F2B071081E}"/>
              </a:ext>
            </a:extLst>
          </p:cNvPr>
          <p:cNvSpPr>
            <a:spLocks xmlns:a="http://schemas.openxmlformats.org/drawingml/2006/main" noGrp="1"/>
          </p:cNvSpPr>
          <p:nvPr/>
        </p:nvSpPr>
        <p:spPr>
          <a:xfrm xmlns:a="http://schemas.openxmlformats.org/drawingml/2006/main">
            <a:off x="6126479" y="1856231"/>
            <a:ext cx="7315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spcBef>
                <a:spcPts val="0"/>
              </a:spcBef>
              <a:spcAft>
                <a:spcPts val="200"/>
              </a:spcAft>
              <a:buNone/>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5</a:t>
            </a:r>
          </a:p>
        </p:txBody>
      </p:sp>
      <p:sp>
        <p:nvSpPr>
          <p:cNvPr id="29" name="TextBox 28">
            <a:extLst xmlns:a="http://schemas.openxmlformats.org/drawingml/2006/main">
              <a:ext uri="{FF2B5EF4-FFF2-40B4-BE49-F238E27FC236}">
                <a16:creationId xmlns:a16="http://schemas.microsoft.com/office/drawing/2014/main" id="{214C56D7-0767-49BE-B400-80B20EEBC753}"/>
              </a:ext>
            </a:extLst>
          </p:cNvPr>
          <p:cNvSpPr>
            <a:spLocks xmlns:a="http://schemas.openxmlformats.org/drawingml/2006/main" noGrp="1"/>
          </p:cNvSpPr>
          <p:nvPr/>
        </p:nvSpPr>
        <p:spPr>
          <a:xfrm xmlns:a="http://schemas.openxmlformats.org/drawingml/2006/main">
            <a:off x="6126479" y="2807208"/>
            <a:ext cx="731520" cy="3505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2300" b="1">
                <a:solidFill>
                  <a:srgbClr val="8C64E1"/>
                </a:solidFill>
                <a:latin typeface="Alibaba PuHuiTi 3.0 115 Black"/>
                <a:ea typeface="Alibaba PuHuiTi 3.0 115 Black"/>
                <a:cs typeface="Alibaba PuHuiTi 3.0 115 Black"/>
              </a:defRPr>
            </a:defPPr>
          </a:lstStyle>
          <a:p xmlns:a="http://schemas.openxmlformats.org/drawingml/2006/main">
            <a:pPr algn="ctr">
              <a:spcBef>
                <a:spcPts val="0"/>
              </a:spcBef>
              <a:spcAft>
                <a:spcPts val="200"/>
              </a:spcAft>
              <a:buNone/>
              <a:defRPr sz="2300" b="1">
                <a:solidFill>
                  <a:srgbClr val="8C64E1"/>
                </a:solidFill>
                <a:latin typeface="Alibaba PuHuiTi 3.0 115 Black"/>
                <a:ea typeface="Alibaba PuHuiTi 3.0 115 Black"/>
                <a:cs typeface="Alibaba PuHuiTi 3.0 115 Black"/>
              </a:defRPr>
            </a:pPr>
            <a:r>
              <a:rPr sz="2300" b="1">
                <a:solidFill>
                  <a:srgbClr val="8C64E1"/>
                </a:solidFill>
                <a:latin typeface="Alibaba PuHuiTi 3.0 115 Black"/>
                <a:ea typeface="Alibaba PuHuiTi 3.0 115 Black"/>
                <a:cs typeface="Alibaba PuHuiTi 3.0 115 Black"/>
              </a:rPr>
              <a:t>4</a:t>
            </a:r>
          </a:p>
        </p:txBody>
      </p:sp>
      <p:sp>
        <p:nvSpPr>
          <p:cNvPr id="30" name="TextBox 29">
            <a:extLst xmlns:a="http://schemas.openxmlformats.org/drawingml/2006/main">
              <a:ext uri="{FF2B5EF4-FFF2-40B4-BE49-F238E27FC236}">
                <a16:creationId xmlns:a16="http://schemas.microsoft.com/office/drawing/2014/main" id="{69F4FC64-CAA3-4755-8671-CBE748E84876}"/>
              </a:ext>
            </a:extLst>
          </p:cNvPr>
          <p:cNvSpPr>
            <a:spLocks xmlns:a="http://schemas.openxmlformats.org/drawingml/2006/main" noGrp="1"/>
          </p:cNvSpPr>
          <p:nvPr/>
        </p:nvSpPr>
        <p:spPr>
          <a:xfrm xmlns:a="http://schemas.openxmlformats.org/drawingml/2006/main">
            <a:off x="6126479" y="3776472"/>
            <a:ext cx="731520" cy="28956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1900" b="1">
                <a:solidFill>
                  <a:srgbClr val="007C9B"/>
                </a:solidFill>
                <a:latin typeface="Alibaba PuHuiTi 3.0 115 Black"/>
                <a:ea typeface="Alibaba PuHuiTi 3.0 115 Black"/>
                <a:cs typeface="Alibaba PuHuiTi 3.0 115 Black"/>
              </a:defRPr>
            </a:defPPr>
          </a:lstStyle>
          <a:p xmlns:a="http://schemas.openxmlformats.org/drawingml/2006/main">
            <a:pPr algn="ctr">
              <a:spcBef>
                <a:spcPts val="0"/>
              </a:spcBef>
              <a:spcAft>
                <a:spcPts val="200"/>
              </a:spcAft>
              <a:buNone/>
              <a:defRPr sz="1900" b="1">
                <a:solidFill>
                  <a:srgbClr val="007C9B"/>
                </a:solidFill>
                <a:latin typeface="Alibaba PuHuiTi 3.0 115 Black"/>
                <a:ea typeface="Alibaba PuHuiTi 3.0 115 Black"/>
                <a:cs typeface="Alibaba PuHuiTi 3.0 115 Black"/>
              </a:defRPr>
            </a:pPr>
            <a:r>
              <a:rPr sz="1900" b="1">
                <a:solidFill>
                  <a:srgbClr val="007C9B"/>
                </a:solidFill>
                <a:latin typeface="Alibaba PuHuiTi 3.0 115 Black"/>
                <a:ea typeface="Alibaba PuHuiTi 3.0 115 Black"/>
                <a:cs typeface="Alibaba PuHuiTi 3.0 115 Black"/>
              </a:rPr>
              <a:t>100</a:t>
            </a:r>
          </a:p>
        </p:txBody>
      </p:sp>
      <p:sp>
        <p:nvSpPr>
          <p:cNvPr id="31" name="Connector 30">
            <a:extLst xmlns:a="http://schemas.openxmlformats.org/drawingml/2006/main">
              <a:ext uri="{FF2B5EF4-FFF2-40B4-BE49-F238E27FC236}">
                <a16:creationId xmlns:a16="http://schemas.microsoft.com/office/drawing/2014/main" id="{0AD72C24-197F-4B6A-86F1-76F6356D3CC2}"/>
              </a:ext>
            </a:extLst>
          </p:cNvPr>
          <p:cNvSpPr>
            <a:spLocks xmlns:a="http://schemas.openxmlformats.org/drawingml/2006/main" noGrp="1"/>
          </p:cNvSpPr>
          <p:nvPr/>
        </p:nvSpPr>
        <p:spPr>
          <a:xfrm xmlns:a="http://schemas.openxmlformats.org/drawingml/2006/main">
            <a:off x="6483095" y="2249424"/>
            <a:ext cx="0" cy="466344"/>
          </a:xfrm>
          <a:prstGeom xmlns:a="http://schemas.openxmlformats.org/drawingml/2006/main" prst="line">
            <a:avLst/>
          </a:prstGeom>
          <a:ln xmlns:a="http://schemas.openxmlformats.org/drawingml/2006/main" w="12700">
            <a:solidFill>
              <a:srgbClr val="E2E2E7"/>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2" name="Connector 31">
            <a:extLst xmlns:a="http://schemas.openxmlformats.org/drawingml/2006/main">
              <a:ext uri="{FF2B5EF4-FFF2-40B4-BE49-F238E27FC236}">
                <a16:creationId xmlns:a16="http://schemas.microsoft.com/office/drawing/2014/main" id="{E7ACF2C4-ED96-4D10-A0CB-9A83F89607C2}"/>
              </a:ext>
            </a:extLst>
          </p:cNvPr>
          <p:cNvSpPr>
            <a:spLocks xmlns:a="http://schemas.openxmlformats.org/drawingml/2006/main" noGrp="1"/>
          </p:cNvSpPr>
          <p:nvPr/>
        </p:nvSpPr>
        <p:spPr>
          <a:xfrm xmlns:a="http://schemas.openxmlformats.org/drawingml/2006/main">
            <a:off x="6483095" y="3191256"/>
            <a:ext cx="0" cy="493776"/>
          </a:xfrm>
          <a:prstGeom xmlns:a="http://schemas.openxmlformats.org/drawingml/2006/main" prst="line">
            <a:avLst/>
          </a:prstGeom>
          <a:ln xmlns:a="http://schemas.openxmlformats.org/drawingml/2006/main" w="12700">
            <a:solidFill>
              <a:srgbClr val="E2E2E7"/>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3" name="TextBox 32">
            <a:extLst xmlns:a="http://schemas.openxmlformats.org/drawingml/2006/main">
              <a:ext uri="{FF2B5EF4-FFF2-40B4-BE49-F238E27FC236}">
                <a16:creationId xmlns:a16="http://schemas.microsoft.com/office/drawing/2014/main" id="{4D2A3BAD-E4FC-4C66-B4A6-11F48F414C68}"/>
              </a:ext>
            </a:extLst>
          </p:cNvPr>
          <p:cNvSpPr>
            <a:spLocks xmlns:a="http://schemas.openxmlformats.org/drawingml/2006/main" noGrp="1"/>
          </p:cNvSpPr>
          <p:nvPr/>
        </p:nvSpPr>
        <p:spPr>
          <a:xfrm xmlns:a="http://schemas.openxmlformats.org/drawingml/2006/main">
            <a:off x="6986015" y="1856231"/>
            <a:ext cx="7315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spcBef>
                <a:spcPts val="0"/>
              </a:spcBef>
              <a:spcAft>
                <a:spcPts val="200"/>
              </a:spcAft>
              <a:buNone/>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6</a:t>
            </a:r>
          </a:p>
        </p:txBody>
      </p:sp>
      <p:sp>
        <p:nvSpPr>
          <p:cNvPr id="34" name="TextBox 33">
            <a:extLst xmlns:a="http://schemas.openxmlformats.org/drawingml/2006/main">
              <a:ext uri="{FF2B5EF4-FFF2-40B4-BE49-F238E27FC236}">
                <a16:creationId xmlns:a16="http://schemas.microsoft.com/office/drawing/2014/main" id="{D5DE91B9-4228-4624-BC77-80B5B1741036}"/>
              </a:ext>
            </a:extLst>
          </p:cNvPr>
          <p:cNvSpPr>
            <a:spLocks xmlns:a="http://schemas.openxmlformats.org/drawingml/2006/main" noGrp="1"/>
          </p:cNvSpPr>
          <p:nvPr/>
        </p:nvSpPr>
        <p:spPr>
          <a:xfrm xmlns:a="http://schemas.openxmlformats.org/drawingml/2006/main">
            <a:off x="6986015" y="2807208"/>
            <a:ext cx="731520" cy="3505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2300" b="1">
                <a:solidFill>
                  <a:srgbClr val="8C64E1"/>
                </a:solidFill>
                <a:latin typeface="Alibaba PuHuiTi 3.0 115 Black"/>
                <a:ea typeface="Alibaba PuHuiTi 3.0 115 Black"/>
                <a:cs typeface="Alibaba PuHuiTi 3.0 115 Black"/>
              </a:defRPr>
            </a:defPPr>
          </a:lstStyle>
          <a:p xmlns:a="http://schemas.openxmlformats.org/drawingml/2006/main">
            <a:pPr algn="ctr">
              <a:spcBef>
                <a:spcPts val="0"/>
              </a:spcBef>
              <a:spcAft>
                <a:spcPts val="200"/>
              </a:spcAft>
              <a:buNone/>
              <a:defRPr sz="2300" b="1">
                <a:solidFill>
                  <a:srgbClr val="8C64E1"/>
                </a:solidFill>
                <a:latin typeface="Alibaba PuHuiTi 3.0 115 Black"/>
                <a:ea typeface="Alibaba PuHuiTi 3.0 115 Black"/>
                <a:cs typeface="Alibaba PuHuiTi 3.0 115 Black"/>
              </a:defRPr>
            </a:pPr>
            <a:r>
              <a:rPr sz="2300" b="1">
                <a:solidFill>
                  <a:srgbClr val="8C64E1"/>
                </a:solidFill>
                <a:latin typeface="Alibaba PuHuiTi 3.0 115 Black"/>
                <a:ea typeface="Alibaba PuHuiTi 3.0 115 Black"/>
                <a:cs typeface="Alibaba PuHuiTi 3.0 115 Black"/>
              </a:rPr>
              <a:t>2</a:t>
            </a:r>
          </a:p>
        </p:txBody>
      </p:sp>
      <p:sp>
        <p:nvSpPr>
          <p:cNvPr id="35" name="TextBox 34">
            <a:extLst xmlns:a="http://schemas.openxmlformats.org/drawingml/2006/main">
              <a:ext uri="{FF2B5EF4-FFF2-40B4-BE49-F238E27FC236}">
                <a16:creationId xmlns:a16="http://schemas.microsoft.com/office/drawing/2014/main" id="{29F8D345-ECA6-40F4-8A00-DF0CF6826476}"/>
              </a:ext>
            </a:extLst>
          </p:cNvPr>
          <p:cNvSpPr>
            <a:spLocks xmlns:a="http://schemas.openxmlformats.org/drawingml/2006/main" noGrp="1"/>
          </p:cNvSpPr>
          <p:nvPr/>
        </p:nvSpPr>
        <p:spPr>
          <a:xfrm xmlns:a="http://schemas.openxmlformats.org/drawingml/2006/main">
            <a:off x="6986015" y="3776472"/>
            <a:ext cx="731520" cy="28956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1900" b="1">
                <a:solidFill>
                  <a:srgbClr val="007C9B"/>
                </a:solidFill>
                <a:latin typeface="Alibaba PuHuiTi 3.0 115 Black"/>
                <a:ea typeface="Alibaba PuHuiTi 3.0 115 Black"/>
                <a:cs typeface="Alibaba PuHuiTi 3.0 115 Black"/>
              </a:defRPr>
            </a:defPPr>
          </a:lstStyle>
          <a:p xmlns:a="http://schemas.openxmlformats.org/drawingml/2006/main">
            <a:pPr algn="ctr">
              <a:spcBef>
                <a:spcPts val="0"/>
              </a:spcBef>
              <a:spcAft>
                <a:spcPts val="200"/>
              </a:spcAft>
              <a:buNone/>
              <a:defRPr sz="1900" b="1">
                <a:solidFill>
                  <a:srgbClr val="007C9B"/>
                </a:solidFill>
                <a:latin typeface="Alibaba PuHuiTi 3.0 115 Black"/>
                <a:ea typeface="Alibaba PuHuiTi 3.0 115 Black"/>
                <a:cs typeface="Alibaba PuHuiTi 3.0 115 Black"/>
              </a:defRPr>
            </a:pPr>
            <a:r>
              <a:rPr sz="1900" b="1">
                <a:solidFill>
                  <a:srgbClr val="007C9B"/>
                </a:solidFill>
                <a:latin typeface="Alibaba PuHuiTi 3.0 115 Black"/>
                <a:ea typeface="Alibaba PuHuiTi 3.0 115 Black"/>
                <a:cs typeface="Alibaba PuHuiTi 3.0 115 Black"/>
              </a:rPr>
              <a:t>010</a:t>
            </a:r>
          </a:p>
        </p:txBody>
      </p:sp>
      <p:sp>
        <p:nvSpPr>
          <p:cNvPr id="36" name="Connector 35">
            <a:extLst xmlns:a="http://schemas.openxmlformats.org/drawingml/2006/main">
              <a:ext uri="{FF2B5EF4-FFF2-40B4-BE49-F238E27FC236}">
                <a16:creationId xmlns:a16="http://schemas.microsoft.com/office/drawing/2014/main" id="{36B147D0-AEB5-4FCF-8136-AB5A33F805E4}"/>
              </a:ext>
            </a:extLst>
          </p:cNvPr>
          <p:cNvSpPr>
            <a:spLocks xmlns:a="http://schemas.openxmlformats.org/drawingml/2006/main" noGrp="1"/>
          </p:cNvSpPr>
          <p:nvPr/>
        </p:nvSpPr>
        <p:spPr>
          <a:xfrm xmlns:a="http://schemas.openxmlformats.org/drawingml/2006/main">
            <a:off x="7342631" y="2249424"/>
            <a:ext cx="0" cy="466344"/>
          </a:xfrm>
          <a:prstGeom xmlns:a="http://schemas.openxmlformats.org/drawingml/2006/main" prst="line">
            <a:avLst/>
          </a:prstGeom>
          <a:ln xmlns:a="http://schemas.openxmlformats.org/drawingml/2006/main" w="12700">
            <a:solidFill>
              <a:srgbClr val="E2E2E7"/>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7" name="Connector 36">
            <a:extLst xmlns:a="http://schemas.openxmlformats.org/drawingml/2006/main">
              <a:ext uri="{FF2B5EF4-FFF2-40B4-BE49-F238E27FC236}">
                <a16:creationId xmlns:a16="http://schemas.microsoft.com/office/drawing/2014/main" id="{7042E456-B295-41FD-B430-A68E149B438A}"/>
              </a:ext>
            </a:extLst>
          </p:cNvPr>
          <p:cNvSpPr>
            <a:spLocks xmlns:a="http://schemas.openxmlformats.org/drawingml/2006/main" noGrp="1"/>
          </p:cNvSpPr>
          <p:nvPr/>
        </p:nvSpPr>
        <p:spPr>
          <a:xfrm xmlns:a="http://schemas.openxmlformats.org/drawingml/2006/main">
            <a:off x="7342631" y="3191256"/>
            <a:ext cx="0" cy="493776"/>
          </a:xfrm>
          <a:prstGeom xmlns:a="http://schemas.openxmlformats.org/drawingml/2006/main" prst="line">
            <a:avLst/>
          </a:prstGeom>
          <a:ln xmlns:a="http://schemas.openxmlformats.org/drawingml/2006/main" w="12700">
            <a:solidFill>
              <a:srgbClr val="E2E2E7"/>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8" name="TextBox 37">
            <a:extLst xmlns:a="http://schemas.openxmlformats.org/drawingml/2006/main">
              <a:ext uri="{FF2B5EF4-FFF2-40B4-BE49-F238E27FC236}">
                <a16:creationId xmlns:a16="http://schemas.microsoft.com/office/drawing/2014/main" id="{0367D094-5EDA-42EB-9586-6D89730ED745}"/>
              </a:ext>
            </a:extLst>
          </p:cNvPr>
          <p:cNvSpPr>
            <a:spLocks xmlns:a="http://schemas.openxmlformats.org/drawingml/2006/main" noGrp="1"/>
          </p:cNvSpPr>
          <p:nvPr/>
        </p:nvSpPr>
        <p:spPr>
          <a:xfrm xmlns:a="http://schemas.openxmlformats.org/drawingml/2006/main">
            <a:off x="7845552" y="1856231"/>
            <a:ext cx="7315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spcBef>
                <a:spcPts val="0"/>
              </a:spcBef>
              <a:spcAft>
                <a:spcPts val="200"/>
              </a:spcAft>
              <a:buNone/>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7</a:t>
            </a:r>
          </a:p>
        </p:txBody>
      </p:sp>
      <p:sp>
        <p:nvSpPr>
          <p:cNvPr id="39" name="TextBox 38">
            <a:extLst xmlns:a="http://schemas.openxmlformats.org/drawingml/2006/main">
              <a:ext uri="{FF2B5EF4-FFF2-40B4-BE49-F238E27FC236}">
                <a16:creationId xmlns:a16="http://schemas.microsoft.com/office/drawing/2014/main" id="{06B0E22A-7508-4F9F-9FBF-5BAF33765637}"/>
              </a:ext>
            </a:extLst>
          </p:cNvPr>
          <p:cNvSpPr>
            <a:spLocks xmlns:a="http://schemas.openxmlformats.org/drawingml/2006/main" noGrp="1"/>
          </p:cNvSpPr>
          <p:nvPr/>
        </p:nvSpPr>
        <p:spPr>
          <a:xfrm xmlns:a="http://schemas.openxmlformats.org/drawingml/2006/main">
            <a:off x="7845552" y="2807208"/>
            <a:ext cx="731520" cy="3505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2300" b="1">
                <a:solidFill>
                  <a:srgbClr val="8C64E1"/>
                </a:solidFill>
                <a:latin typeface="Alibaba PuHuiTi 3.0 115 Black"/>
                <a:ea typeface="Alibaba PuHuiTi 3.0 115 Black"/>
                <a:cs typeface="Alibaba PuHuiTi 3.0 115 Black"/>
              </a:defRPr>
            </a:defPPr>
          </a:lstStyle>
          <a:p xmlns:a="http://schemas.openxmlformats.org/drawingml/2006/main">
            <a:pPr algn="ctr">
              <a:spcBef>
                <a:spcPts val="0"/>
              </a:spcBef>
              <a:spcAft>
                <a:spcPts val="200"/>
              </a:spcAft>
              <a:buNone/>
              <a:defRPr sz="2300" b="1">
                <a:solidFill>
                  <a:srgbClr val="8C64E1"/>
                </a:solidFill>
                <a:latin typeface="Alibaba PuHuiTi 3.0 115 Black"/>
                <a:ea typeface="Alibaba PuHuiTi 3.0 115 Black"/>
                <a:cs typeface="Alibaba PuHuiTi 3.0 115 Black"/>
              </a:defRPr>
            </a:pPr>
            <a:r>
              <a:rPr sz="2300" b="1">
                <a:solidFill>
                  <a:srgbClr val="8C64E1"/>
                </a:solidFill>
                <a:latin typeface="Alibaba PuHuiTi 3.0 115 Black"/>
                <a:ea typeface="Alibaba PuHuiTi 3.0 115 Black"/>
                <a:cs typeface="Alibaba PuHuiTi 3.0 115 Black"/>
              </a:rPr>
              <a:t>0</a:t>
            </a:r>
          </a:p>
        </p:txBody>
      </p:sp>
      <p:sp>
        <p:nvSpPr>
          <p:cNvPr id="40" name="TextBox 39">
            <a:extLst xmlns:a="http://schemas.openxmlformats.org/drawingml/2006/main">
              <a:ext uri="{FF2B5EF4-FFF2-40B4-BE49-F238E27FC236}">
                <a16:creationId xmlns:a16="http://schemas.microsoft.com/office/drawing/2014/main" id="{A2B7266F-2924-4B5C-9BCC-D13778AB73A1}"/>
              </a:ext>
            </a:extLst>
          </p:cNvPr>
          <p:cNvSpPr>
            <a:spLocks xmlns:a="http://schemas.openxmlformats.org/drawingml/2006/main" noGrp="1"/>
          </p:cNvSpPr>
          <p:nvPr/>
        </p:nvSpPr>
        <p:spPr>
          <a:xfrm xmlns:a="http://schemas.openxmlformats.org/drawingml/2006/main">
            <a:off x="7845552" y="3776472"/>
            <a:ext cx="731520" cy="28956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1900" b="1">
                <a:solidFill>
                  <a:srgbClr val="007C9B"/>
                </a:solidFill>
                <a:latin typeface="Alibaba PuHuiTi 3.0 115 Black"/>
                <a:ea typeface="Alibaba PuHuiTi 3.0 115 Black"/>
                <a:cs typeface="Alibaba PuHuiTi 3.0 115 Black"/>
              </a:defRPr>
            </a:defPPr>
          </a:lstStyle>
          <a:p xmlns:a="http://schemas.openxmlformats.org/drawingml/2006/main">
            <a:pPr algn="ctr">
              <a:spcBef>
                <a:spcPts val="0"/>
              </a:spcBef>
              <a:spcAft>
                <a:spcPts val="200"/>
              </a:spcAft>
              <a:buNone/>
              <a:defRPr sz="1900" b="1">
                <a:solidFill>
                  <a:srgbClr val="007C9B"/>
                </a:solidFill>
                <a:latin typeface="Alibaba PuHuiTi 3.0 115 Black"/>
                <a:ea typeface="Alibaba PuHuiTi 3.0 115 Black"/>
                <a:cs typeface="Alibaba PuHuiTi 3.0 115 Black"/>
              </a:defRPr>
            </a:pPr>
            <a:r>
              <a:rPr sz="1900" b="1">
                <a:solidFill>
                  <a:srgbClr val="007C9B"/>
                </a:solidFill>
                <a:latin typeface="Alibaba PuHuiTi 3.0 115 Black"/>
                <a:ea typeface="Alibaba PuHuiTi 3.0 115 Black"/>
                <a:cs typeface="Alibaba PuHuiTi 3.0 115 Black"/>
              </a:rPr>
              <a:t>000</a:t>
            </a:r>
          </a:p>
        </p:txBody>
      </p:sp>
      <p:sp>
        <p:nvSpPr>
          <p:cNvPr id="41" name="Connector 40">
            <a:extLst xmlns:a="http://schemas.openxmlformats.org/drawingml/2006/main">
              <a:ext uri="{FF2B5EF4-FFF2-40B4-BE49-F238E27FC236}">
                <a16:creationId xmlns:a16="http://schemas.microsoft.com/office/drawing/2014/main" id="{0DF08073-27B8-4205-9DB7-706BC78E998B}"/>
              </a:ext>
            </a:extLst>
          </p:cNvPr>
          <p:cNvSpPr>
            <a:spLocks xmlns:a="http://schemas.openxmlformats.org/drawingml/2006/main" noGrp="1"/>
          </p:cNvSpPr>
          <p:nvPr/>
        </p:nvSpPr>
        <p:spPr>
          <a:xfrm xmlns:a="http://schemas.openxmlformats.org/drawingml/2006/main">
            <a:off x="8202168" y="2249424"/>
            <a:ext cx="0" cy="466344"/>
          </a:xfrm>
          <a:prstGeom xmlns:a="http://schemas.openxmlformats.org/drawingml/2006/main" prst="line">
            <a:avLst/>
          </a:prstGeom>
          <a:ln xmlns:a="http://schemas.openxmlformats.org/drawingml/2006/main" w="12700">
            <a:solidFill>
              <a:srgbClr val="E2E2E7"/>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2" name="Connector 41">
            <a:extLst xmlns:a="http://schemas.openxmlformats.org/drawingml/2006/main">
              <a:ext uri="{FF2B5EF4-FFF2-40B4-BE49-F238E27FC236}">
                <a16:creationId xmlns:a16="http://schemas.microsoft.com/office/drawing/2014/main" id="{AA3A3905-E9D2-4C9D-A573-A404D38B72FF}"/>
              </a:ext>
            </a:extLst>
          </p:cNvPr>
          <p:cNvSpPr>
            <a:spLocks xmlns:a="http://schemas.openxmlformats.org/drawingml/2006/main" noGrp="1"/>
          </p:cNvSpPr>
          <p:nvPr/>
        </p:nvSpPr>
        <p:spPr>
          <a:xfrm xmlns:a="http://schemas.openxmlformats.org/drawingml/2006/main">
            <a:off x="8202168" y="3191256"/>
            <a:ext cx="0" cy="493776"/>
          </a:xfrm>
          <a:prstGeom xmlns:a="http://schemas.openxmlformats.org/drawingml/2006/main" prst="line">
            <a:avLst/>
          </a:prstGeom>
          <a:ln xmlns:a="http://schemas.openxmlformats.org/drawingml/2006/main" w="12700">
            <a:solidFill>
              <a:srgbClr val="E2E2E7"/>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3" name="TextBox 42">
            <a:extLst xmlns:a="http://schemas.openxmlformats.org/drawingml/2006/main">
              <a:ext uri="{FF2B5EF4-FFF2-40B4-BE49-F238E27FC236}">
                <a16:creationId xmlns:a16="http://schemas.microsoft.com/office/drawing/2014/main" id="{E4CD5710-596C-45FE-B39F-5E22F5EDADAF}"/>
              </a:ext>
            </a:extLst>
          </p:cNvPr>
          <p:cNvSpPr>
            <a:spLocks xmlns:a="http://schemas.openxmlformats.org/drawingml/2006/main" noGrp="1"/>
          </p:cNvSpPr>
          <p:nvPr/>
        </p:nvSpPr>
        <p:spPr>
          <a:xfrm xmlns:a="http://schemas.openxmlformats.org/drawingml/2006/main">
            <a:off x="8705088" y="1856231"/>
            <a:ext cx="7315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spcBef>
                <a:spcPts val="0"/>
              </a:spcBef>
              <a:spcAft>
                <a:spcPts val="200"/>
              </a:spcAft>
              <a:buNone/>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8</a:t>
            </a:r>
          </a:p>
        </p:txBody>
      </p:sp>
      <p:sp>
        <p:nvSpPr>
          <p:cNvPr id="44" name="TextBox 43">
            <a:extLst xmlns:a="http://schemas.openxmlformats.org/drawingml/2006/main">
              <a:ext uri="{FF2B5EF4-FFF2-40B4-BE49-F238E27FC236}">
                <a16:creationId xmlns:a16="http://schemas.microsoft.com/office/drawing/2014/main" id="{FE9823A9-693D-4EA8-90ED-B84A8B3A1D73}"/>
              </a:ext>
            </a:extLst>
          </p:cNvPr>
          <p:cNvSpPr>
            <a:spLocks xmlns:a="http://schemas.openxmlformats.org/drawingml/2006/main" noGrp="1"/>
          </p:cNvSpPr>
          <p:nvPr/>
        </p:nvSpPr>
        <p:spPr>
          <a:xfrm xmlns:a="http://schemas.openxmlformats.org/drawingml/2006/main">
            <a:off x="8705088" y="2807208"/>
            <a:ext cx="731520" cy="3505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2300" b="1">
                <a:solidFill>
                  <a:srgbClr val="8C64E1"/>
                </a:solidFill>
                <a:latin typeface="Alibaba PuHuiTi 3.0 115 Black"/>
                <a:ea typeface="Alibaba PuHuiTi 3.0 115 Black"/>
                <a:cs typeface="Alibaba PuHuiTi 3.0 115 Black"/>
              </a:defRPr>
            </a:defPPr>
          </a:lstStyle>
          <a:p xmlns:a="http://schemas.openxmlformats.org/drawingml/2006/main">
            <a:pPr algn="ctr">
              <a:spcBef>
                <a:spcPts val="0"/>
              </a:spcBef>
              <a:spcAft>
                <a:spcPts val="200"/>
              </a:spcAft>
              <a:buNone/>
              <a:defRPr sz="2300" b="1">
                <a:solidFill>
                  <a:srgbClr val="8C64E1"/>
                </a:solidFill>
                <a:latin typeface="Alibaba PuHuiTi 3.0 115 Black"/>
                <a:ea typeface="Alibaba PuHuiTi 3.0 115 Black"/>
                <a:cs typeface="Alibaba PuHuiTi 3.0 115 Black"/>
              </a:defRPr>
            </a:pPr>
            <a:r>
              <a:rPr sz="2300" b="1">
                <a:solidFill>
                  <a:srgbClr val="8C64E1"/>
                </a:solidFill>
                <a:latin typeface="Alibaba PuHuiTi 3.0 115 Black"/>
                <a:ea typeface="Alibaba PuHuiTi 3.0 115 Black"/>
                <a:cs typeface="Alibaba PuHuiTi 3.0 115 Black"/>
              </a:rPr>
              <a:t>1</a:t>
            </a:r>
          </a:p>
        </p:txBody>
      </p:sp>
      <p:sp>
        <p:nvSpPr>
          <p:cNvPr id="45" name="TextBox 44">
            <a:extLst xmlns:a="http://schemas.openxmlformats.org/drawingml/2006/main">
              <a:ext uri="{FF2B5EF4-FFF2-40B4-BE49-F238E27FC236}">
                <a16:creationId xmlns:a16="http://schemas.microsoft.com/office/drawing/2014/main" id="{B06699E4-0254-4D9F-8FC8-F2A4EC3EA618}"/>
              </a:ext>
            </a:extLst>
          </p:cNvPr>
          <p:cNvSpPr>
            <a:spLocks xmlns:a="http://schemas.openxmlformats.org/drawingml/2006/main" noGrp="1"/>
          </p:cNvSpPr>
          <p:nvPr/>
        </p:nvSpPr>
        <p:spPr>
          <a:xfrm xmlns:a="http://schemas.openxmlformats.org/drawingml/2006/main">
            <a:off x="8705088" y="3776472"/>
            <a:ext cx="731520" cy="28956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1900" b="1">
                <a:solidFill>
                  <a:srgbClr val="007C9B"/>
                </a:solidFill>
                <a:latin typeface="Alibaba PuHuiTi 3.0 115 Black"/>
                <a:ea typeface="Alibaba PuHuiTi 3.0 115 Black"/>
                <a:cs typeface="Alibaba PuHuiTi 3.0 115 Black"/>
              </a:defRPr>
            </a:defPPr>
          </a:lstStyle>
          <a:p xmlns:a="http://schemas.openxmlformats.org/drawingml/2006/main">
            <a:pPr algn="ctr">
              <a:spcBef>
                <a:spcPts val="0"/>
              </a:spcBef>
              <a:spcAft>
                <a:spcPts val="200"/>
              </a:spcAft>
              <a:buNone/>
              <a:defRPr sz="1900" b="1">
                <a:solidFill>
                  <a:srgbClr val="007C9B"/>
                </a:solidFill>
                <a:latin typeface="Alibaba PuHuiTi 3.0 115 Black"/>
                <a:ea typeface="Alibaba PuHuiTi 3.0 115 Black"/>
                <a:cs typeface="Alibaba PuHuiTi 3.0 115 Black"/>
              </a:defRPr>
            </a:pPr>
            <a:r>
              <a:rPr sz="1900" b="1">
                <a:solidFill>
                  <a:srgbClr val="007C9B"/>
                </a:solidFill>
                <a:latin typeface="Alibaba PuHuiTi 3.0 115 Black"/>
                <a:ea typeface="Alibaba PuHuiTi 3.0 115 Black"/>
                <a:cs typeface="Alibaba PuHuiTi 3.0 115 Black"/>
              </a:rPr>
              <a:t>001</a:t>
            </a:r>
          </a:p>
        </p:txBody>
      </p:sp>
      <p:sp>
        <p:nvSpPr>
          <p:cNvPr id="46" name="Connector 45">
            <a:extLst xmlns:a="http://schemas.openxmlformats.org/drawingml/2006/main">
              <a:ext uri="{FF2B5EF4-FFF2-40B4-BE49-F238E27FC236}">
                <a16:creationId xmlns:a16="http://schemas.microsoft.com/office/drawing/2014/main" id="{76586CE8-0527-4C87-9C1F-9129FDDC48A8}"/>
              </a:ext>
            </a:extLst>
          </p:cNvPr>
          <p:cNvSpPr>
            <a:spLocks xmlns:a="http://schemas.openxmlformats.org/drawingml/2006/main" noGrp="1"/>
          </p:cNvSpPr>
          <p:nvPr/>
        </p:nvSpPr>
        <p:spPr>
          <a:xfrm xmlns:a="http://schemas.openxmlformats.org/drawingml/2006/main">
            <a:off x="9061704" y="2249424"/>
            <a:ext cx="0" cy="466344"/>
          </a:xfrm>
          <a:prstGeom xmlns:a="http://schemas.openxmlformats.org/drawingml/2006/main" prst="line">
            <a:avLst/>
          </a:prstGeom>
          <a:ln xmlns:a="http://schemas.openxmlformats.org/drawingml/2006/main" w="12700">
            <a:solidFill>
              <a:srgbClr val="E2E2E7"/>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7" name="Connector 46">
            <a:extLst xmlns:a="http://schemas.openxmlformats.org/drawingml/2006/main">
              <a:ext uri="{FF2B5EF4-FFF2-40B4-BE49-F238E27FC236}">
                <a16:creationId xmlns:a16="http://schemas.microsoft.com/office/drawing/2014/main" id="{8953ECD3-D7CB-469E-A74F-9DB67284976F}"/>
              </a:ext>
            </a:extLst>
          </p:cNvPr>
          <p:cNvSpPr>
            <a:spLocks xmlns:a="http://schemas.openxmlformats.org/drawingml/2006/main" noGrp="1"/>
          </p:cNvSpPr>
          <p:nvPr/>
        </p:nvSpPr>
        <p:spPr>
          <a:xfrm xmlns:a="http://schemas.openxmlformats.org/drawingml/2006/main">
            <a:off x="9061704" y="3191256"/>
            <a:ext cx="0" cy="493776"/>
          </a:xfrm>
          <a:prstGeom xmlns:a="http://schemas.openxmlformats.org/drawingml/2006/main" prst="line">
            <a:avLst/>
          </a:prstGeom>
          <a:ln xmlns:a="http://schemas.openxmlformats.org/drawingml/2006/main" w="12700">
            <a:solidFill>
              <a:srgbClr val="E2E2E7"/>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8" name="TextBox 47">
            <a:extLst xmlns:a="http://schemas.openxmlformats.org/drawingml/2006/main">
              <a:ext uri="{FF2B5EF4-FFF2-40B4-BE49-F238E27FC236}">
                <a16:creationId xmlns:a16="http://schemas.microsoft.com/office/drawing/2014/main" id="{9FF66FCE-4F38-407A-B23E-499B5CE6DA81}"/>
              </a:ext>
            </a:extLst>
          </p:cNvPr>
          <p:cNvSpPr>
            <a:spLocks xmlns:a="http://schemas.openxmlformats.org/drawingml/2006/main" noGrp="1"/>
          </p:cNvSpPr>
          <p:nvPr/>
        </p:nvSpPr>
        <p:spPr>
          <a:xfrm xmlns:a="http://schemas.openxmlformats.org/drawingml/2006/main">
            <a:off x="9564624" y="1856231"/>
            <a:ext cx="7315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spcBef>
                <a:spcPts val="0"/>
              </a:spcBef>
              <a:spcAft>
                <a:spcPts val="200"/>
              </a:spcAft>
              <a:buNone/>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9</a:t>
            </a:r>
          </a:p>
        </p:txBody>
      </p:sp>
      <p:sp>
        <p:nvSpPr>
          <p:cNvPr id="49" name="TextBox 48">
            <a:extLst xmlns:a="http://schemas.openxmlformats.org/drawingml/2006/main">
              <a:ext uri="{FF2B5EF4-FFF2-40B4-BE49-F238E27FC236}">
                <a16:creationId xmlns:a16="http://schemas.microsoft.com/office/drawing/2014/main" id="{E59B8CE9-D129-4643-B482-64FE08894880}"/>
              </a:ext>
            </a:extLst>
          </p:cNvPr>
          <p:cNvSpPr>
            <a:spLocks xmlns:a="http://schemas.openxmlformats.org/drawingml/2006/main" noGrp="1"/>
          </p:cNvSpPr>
          <p:nvPr/>
        </p:nvSpPr>
        <p:spPr>
          <a:xfrm xmlns:a="http://schemas.openxmlformats.org/drawingml/2006/main">
            <a:off x="9564624" y="2807208"/>
            <a:ext cx="731520" cy="3505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2300" b="1">
                <a:solidFill>
                  <a:srgbClr val="8C64E1"/>
                </a:solidFill>
                <a:latin typeface="Alibaba PuHuiTi 3.0 115 Black"/>
                <a:ea typeface="Alibaba PuHuiTi 3.0 115 Black"/>
                <a:cs typeface="Alibaba PuHuiTi 3.0 115 Black"/>
              </a:defRPr>
            </a:defPPr>
          </a:lstStyle>
          <a:p xmlns:a="http://schemas.openxmlformats.org/drawingml/2006/main">
            <a:pPr algn="ctr">
              <a:spcBef>
                <a:spcPts val="0"/>
              </a:spcBef>
              <a:spcAft>
                <a:spcPts val="200"/>
              </a:spcAft>
              <a:buNone/>
              <a:defRPr sz="2300" b="1">
                <a:solidFill>
                  <a:srgbClr val="8C64E1"/>
                </a:solidFill>
                <a:latin typeface="Alibaba PuHuiTi 3.0 115 Black"/>
                <a:ea typeface="Alibaba PuHuiTi 3.0 115 Black"/>
                <a:cs typeface="Alibaba PuHuiTi 3.0 115 Black"/>
              </a:defRPr>
            </a:pPr>
            <a:r>
              <a:rPr sz="2300" b="1">
                <a:solidFill>
                  <a:srgbClr val="8C64E1"/>
                </a:solidFill>
                <a:latin typeface="Alibaba PuHuiTi 3.0 115 Black"/>
                <a:ea typeface="Alibaba PuHuiTi 3.0 115 Black"/>
                <a:cs typeface="Alibaba PuHuiTi 3.0 115 Black"/>
              </a:rPr>
              <a:t>3</a:t>
            </a:r>
          </a:p>
        </p:txBody>
      </p:sp>
      <p:sp>
        <p:nvSpPr>
          <p:cNvPr id="50" name="TextBox 49">
            <a:extLst xmlns:a="http://schemas.openxmlformats.org/drawingml/2006/main">
              <a:ext uri="{FF2B5EF4-FFF2-40B4-BE49-F238E27FC236}">
                <a16:creationId xmlns:a16="http://schemas.microsoft.com/office/drawing/2014/main" id="{37BC56E6-7085-4DE7-A01A-50AD1A552F9F}"/>
              </a:ext>
            </a:extLst>
          </p:cNvPr>
          <p:cNvSpPr>
            <a:spLocks xmlns:a="http://schemas.openxmlformats.org/drawingml/2006/main" noGrp="1"/>
          </p:cNvSpPr>
          <p:nvPr/>
        </p:nvSpPr>
        <p:spPr>
          <a:xfrm xmlns:a="http://schemas.openxmlformats.org/drawingml/2006/main">
            <a:off x="9564624" y="3776472"/>
            <a:ext cx="731520" cy="28956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1900" b="1">
                <a:solidFill>
                  <a:srgbClr val="007C9B"/>
                </a:solidFill>
                <a:latin typeface="Alibaba PuHuiTi 3.0 115 Black"/>
                <a:ea typeface="Alibaba PuHuiTi 3.0 115 Black"/>
                <a:cs typeface="Alibaba PuHuiTi 3.0 115 Black"/>
              </a:defRPr>
            </a:defPPr>
          </a:lstStyle>
          <a:p xmlns:a="http://schemas.openxmlformats.org/drawingml/2006/main">
            <a:pPr algn="ctr">
              <a:spcBef>
                <a:spcPts val="0"/>
              </a:spcBef>
              <a:spcAft>
                <a:spcPts val="200"/>
              </a:spcAft>
              <a:buNone/>
              <a:defRPr sz="1900" b="1">
                <a:solidFill>
                  <a:srgbClr val="007C9B"/>
                </a:solidFill>
                <a:latin typeface="Alibaba PuHuiTi 3.0 115 Black"/>
                <a:ea typeface="Alibaba PuHuiTi 3.0 115 Black"/>
                <a:cs typeface="Alibaba PuHuiTi 3.0 115 Black"/>
              </a:defRPr>
            </a:pPr>
            <a:r>
              <a:rPr sz="1900" b="1">
                <a:solidFill>
                  <a:srgbClr val="007C9B"/>
                </a:solidFill>
                <a:latin typeface="Alibaba PuHuiTi 3.0 115 Black"/>
                <a:ea typeface="Alibaba PuHuiTi 3.0 115 Black"/>
                <a:cs typeface="Alibaba PuHuiTi 3.0 115 Black"/>
              </a:rPr>
              <a:t>011</a:t>
            </a:r>
          </a:p>
        </p:txBody>
      </p:sp>
      <p:sp>
        <p:nvSpPr>
          <p:cNvPr id="51" name="Connector 50">
            <a:extLst xmlns:a="http://schemas.openxmlformats.org/drawingml/2006/main">
              <a:ext uri="{FF2B5EF4-FFF2-40B4-BE49-F238E27FC236}">
                <a16:creationId xmlns:a16="http://schemas.microsoft.com/office/drawing/2014/main" id="{B625FF5F-DF8C-4912-92CF-4F7687AF1311}"/>
              </a:ext>
            </a:extLst>
          </p:cNvPr>
          <p:cNvSpPr>
            <a:spLocks xmlns:a="http://schemas.openxmlformats.org/drawingml/2006/main" noGrp="1"/>
          </p:cNvSpPr>
          <p:nvPr/>
        </p:nvSpPr>
        <p:spPr>
          <a:xfrm xmlns:a="http://schemas.openxmlformats.org/drawingml/2006/main">
            <a:off x="9921240" y="2249424"/>
            <a:ext cx="0" cy="466344"/>
          </a:xfrm>
          <a:prstGeom xmlns:a="http://schemas.openxmlformats.org/drawingml/2006/main" prst="line">
            <a:avLst/>
          </a:prstGeom>
          <a:ln xmlns:a="http://schemas.openxmlformats.org/drawingml/2006/main" w="12700">
            <a:solidFill>
              <a:srgbClr val="E2E2E7"/>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2" name="Connector 51">
            <a:extLst xmlns:a="http://schemas.openxmlformats.org/drawingml/2006/main">
              <a:ext uri="{FF2B5EF4-FFF2-40B4-BE49-F238E27FC236}">
                <a16:creationId xmlns:a16="http://schemas.microsoft.com/office/drawing/2014/main" id="{C11BA316-78BC-469F-959D-A0958BDFFB72}"/>
              </a:ext>
            </a:extLst>
          </p:cNvPr>
          <p:cNvSpPr>
            <a:spLocks xmlns:a="http://schemas.openxmlformats.org/drawingml/2006/main" noGrp="1"/>
          </p:cNvSpPr>
          <p:nvPr/>
        </p:nvSpPr>
        <p:spPr>
          <a:xfrm xmlns:a="http://schemas.openxmlformats.org/drawingml/2006/main">
            <a:off x="9921240" y="3191256"/>
            <a:ext cx="0" cy="493776"/>
          </a:xfrm>
          <a:prstGeom xmlns:a="http://schemas.openxmlformats.org/drawingml/2006/main" prst="line">
            <a:avLst/>
          </a:prstGeom>
          <a:ln xmlns:a="http://schemas.openxmlformats.org/drawingml/2006/main" w="12700">
            <a:solidFill>
              <a:srgbClr val="E2E2E7"/>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3" name="TextBox 52">
            <a:extLst xmlns:a="http://schemas.openxmlformats.org/drawingml/2006/main">
              <a:ext uri="{FF2B5EF4-FFF2-40B4-BE49-F238E27FC236}">
                <a16:creationId xmlns:a16="http://schemas.microsoft.com/office/drawing/2014/main" id="{A1C45407-0B92-4238-BA02-788036F0AA5D}"/>
              </a:ext>
            </a:extLst>
          </p:cNvPr>
          <p:cNvSpPr>
            <a:spLocks xmlns:a="http://schemas.openxmlformats.org/drawingml/2006/main" noGrp="1"/>
          </p:cNvSpPr>
          <p:nvPr/>
        </p:nvSpPr>
        <p:spPr>
          <a:xfrm xmlns:a="http://schemas.openxmlformats.org/drawingml/2006/main">
            <a:off x="10424159" y="1856231"/>
            <a:ext cx="7315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spcBef>
                <a:spcPts val="0"/>
              </a:spcBef>
              <a:spcAft>
                <a:spcPts val="200"/>
              </a:spcAft>
              <a:buNone/>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10</a:t>
            </a:r>
          </a:p>
        </p:txBody>
      </p:sp>
      <p:sp>
        <p:nvSpPr>
          <p:cNvPr id="54" name="TextBox 53">
            <a:extLst xmlns:a="http://schemas.openxmlformats.org/drawingml/2006/main">
              <a:ext uri="{FF2B5EF4-FFF2-40B4-BE49-F238E27FC236}">
                <a16:creationId xmlns:a16="http://schemas.microsoft.com/office/drawing/2014/main" id="{1B51B2EB-FC86-43F0-99A3-2CBC5C7561D4}"/>
              </a:ext>
            </a:extLst>
          </p:cNvPr>
          <p:cNvSpPr>
            <a:spLocks xmlns:a="http://schemas.openxmlformats.org/drawingml/2006/main" noGrp="1"/>
          </p:cNvSpPr>
          <p:nvPr/>
        </p:nvSpPr>
        <p:spPr>
          <a:xfrm xmlns:a="http://schemas.openxmlformats.org/drawingml/2006/main">
            <a:off x="10424159" y="2807208"/>
            <a:ext cx="731520" cy="3505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2300" b="1">
                <a:solidFill>
                  <a:srgbClr val="8C64E1"/>
                </a:solidFill>
                <a:latin typeface="Alibaba PuHuiTi 3.0 115 Black"/>
                <a:ea typeface="Alibaba PuHuiTi 3.0 115 Black"/>
                <a:cs typeface="Alibaba PuHuiTi 3.0 115 Black"/>
              </a:defRPr>
            </a:defPPr>
          </a:lstStyle>
          <a:p xmlns:a="http://schemas.openxmlformats.org/drawingml/2006/main">
            <a:pPr algn="ctr">
              <a:spcBef>
                <a:spcPts val="0"/>
              </a:spcBef>
              <a:spcAft>
                <a:spcPts val="200"/>
              </a:spcAft>
              <a:buNone/>
              <a:defRPr sz="2300" b="1">
                <a:solidFill>
                  <a:srgbClr val="8C64E1"/>
                </a:solidFill>
                <a:latin typeface="Alibaba PuHuiTi 3.0 115 Black"/>
                <a:ea typeface="Alibaba PuHuiTi 3.0 115 Black"/>
                <a:cs typeface="Alibaba PuHuiTi 3.0 115 Black"/>
              </a:defRPr>
            </a:pPr>
            <a:r>
              <a:rPr sz="2300" b="1">
                <a:solidFill>
                  <a:srgbClr val="8C64E1"/>
                </a:solidFill>
                <a:latin typeface="Alibaba PuHuiTi 3.0 115 Black"/>
                <a:ea typeface="Alibaba PuHuiTi 3.0 115 Black"/>
                <a:cs typeface="Alibaba PuHuiTi 3.0 115 Black"/>
              </a:rPr>
              <a:t>4</a:t>
            </a:r>
          </a:p>
        </p:txBody>
      </p:sp>
      <p:sp>
        <p:nvSpPr>
          <p:cNvPr id="55" name="TextBox 54">
            <a:extLst xmlns:a="http://schemas.openxmlformats.org/drawingml/2006/main">
              <a:ext uri="{FF2B5EF4-FFF2-40B4-BE49-F238E27FC236}">
                <a16:creationId xmlns:a16="http://schemas.microsoft.com/office/drawing/2014/main" id="{6819845B-BF00-4BD5-A4DF-773CACC530C4}"/>
              </a:ext>
            </a:extLst>
          </p:cNvPr>
          <p:cNvSpPr>
            <a:spLocks xmlns:a="http://schemas.openxmlformats.org/drawingml/2006/main" noGrp="1"/>
          </p:cNvSpPr>
          <p:nvPr/>
        </p:nvSpPr>
        <p:spPr>
          <a:xfrm xmlns:a="http://schemas.openxmlformats.org/drawingml/2006/main">
            <a:off x="10424159" y="3776472"/>
            <a:ext cx="731520" cy="28956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1900" b="1">
                <a:solidFill>
                  <a:srgbClr val="007C9B"/>
                </a:solidFill>
                <a:latin typeface="Alibaba PuHuiTi 3.0 115 Black"/>
                <a:ea typeface="Alibaba PuHuiTi 3.0 115 Black"/>
                <a:cs typeface="Alibaba PuHuiTi 3.0 115 Black"/>
              </a:defRPr>
            </a:defPPr>
          </a:lstStyle>
          <a:p xmlns:a="http://schemas.openxmlformats.org/drawingml/2006/main">
            <a:pPr algn="ctr">
              <a:spcBef>
                <a:spcPts val="0"/>
              </a:spcBef>
              <a:spcAft>
                <a:spcPts val="200"/>
              </a:spcAft>
              <a:buNone/>
              <a:defRPr sz="1900" b="1">
                <a:solidFill>
                  <a:srgbClr val="007C9B"/>
                </a:solidFill>
                <a:latin typeface="Alibaba PuHuiTi 3.0 115 Black"/>
                <a:ea typeface="Alibaba PuHuiTi 3.0 115 Black"/>
                <a:cs typeface="Alibaba PuHuiTi 3.0 115 Black"/>
              </a:defRPr>
            </a:pPr>
            <a:r>
              <a:rPr sz="1900" b="1">
                <a:solidFill>
                  <a:srgbClr val="007C9B"/>
                </a:solidFill>
                <a:latin typeface="Alibaba PuHuiTi 3.0 115 Black"/>
                <a:ea typeface="Alibaba PuHuiTi 3.0 115 Black"/>
                <a:cs typeface="Alibaba PuHuiTi 3.0 115 Black"/>
              </a:rPr>
              <a:t>100</a:t>
            </a:r>
          </a:p>
        </p:txBody>
      </p:sp>
      <p:sp>
        <p:nvSpPr>
          <p:cNvPr id="56" name="Connector 55">
            <a:extLst xmlns:a="http://schemas.openxmlformats.org/drawingml/2006/main">
              <a:ext uri="{FF2B5EF4-FFF2-40B4-BE49-F238E27FC236}">
                <a16:creationId xmlns:a16="http://schemas.microsoft.com/office/drawing/2014/main" id="{25616811-D924-41A6-AD2A-8B07272D9816}"/>
              </a:ext>
            </a:extLst>
          </p:cNvPr>
          <p:cNvSpPr>
            <a:spLocks xmlns:a="http://schemas.openxmlformats.org/drawingml/2006/main" noGrp="1"/>
          </p:cNvSpPr>
          <p:nvPr/>
        </p:nvSpPr>
        <p:spPr>
          <a:xfrm xmlns:a="http://schemas.openxmlformats.org/drawingml/2006/main">
            <a:off x="10780776" y="2249424"/>
            <a:ext cx="0" cy="466344"/>
          </a:xfrm>
          <a:prstGeom xmlns:a="http://schemas.openxmlformats.org/drawingml/2006/main" prst="line">
            <a:avLst/>
          </a:prstGeom>
          <a:ln xmlns:a="http://schemas.openxmlformats.org/drawingml/2006/main" w="12700">
            <a:solidFill>
              <a:srgbClr val="E2E2E7"/>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7" name="Connector 56">
            <a:extLst xmlns:a="http://schemas.openxmlformats.org/drawingml/2006/main">
              <a:ext uri="{FF2B5EF4-FFF2-40B4-BE49-F238E27FC236}">
                <a16:creationId xmlns:a16="http://schemas.microsoft.com/office/drawing/2014/main" id="{3A19C82D-4FF0-4C13-A976-D643544485BD}"/>
              </a:ext>
            </a:extLst>
          </p:cNvPr>
          <p:cNvSpPr>
            <a:spLocks xmlns:a="http://schemas.openxmlformats.org/drawingml/2006/main" noGrp="1"/>
          </p:cNvSpPr>
          <p:nvPr/>
        </p:nvSpPr>
        <p:spPr>
          <a:xfrm xmlns:a="http://schemas.openxmlformats.org/drawingml/2006/main">
            <a:off x="10780776" y="3191256"/>
            <a:ext cx="0" cy="493776"/>
          </a:xfrm>
          <a:prstGeom xmlns:a="http://schemas.openxmlformats.org/drawingml/2006/main" prst="line">
            <a:avLst/>
          </a:prstGeom>
          <a:ln xmlns:a="http://schemas.openxmlformats.org/drawingml/2006/main" w="12700">
            <a:solidFill>
              <a:srgbClr val="E2E2E7"/>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8" name="TextBox 57">
            <a:extLst xmlns:a="http://schemas.openxmlformats.org/drawingml/2006/main">
              <a:ext uri="{FF2B5EF4-FFF2-40B4-BE49-F238E27FC236}">
                <a16:creationId xmlns:a16="http://schemas.microsoft.com/office/drawing/2014/main" id="{57ED53B8-6B7C-4075-AC55-4CBC84F6858A}"/>
              </a:ext>
            </a:extLst>
          </p:cNvPr>
          <p:cNvSpPr>
            <a:spLocks xmlns:a="http://schemas.openxmlformats.org/drawingml/2006/main" noGrp="1"/>
          </p:cNvSpPr>
          <p:nvPr/>
        </p:nvSpPr>
        <p:spPr>
          <a:xfrm xmlns:a="http://schemas.openxmlformats.org/drawingml/2006/main">
            <a:off x="777240" y="5879592"/>
            <a:ext cx="10789920" cy="33528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采样决定“什么时候记录”，量化决定“记录哪个等级”，编码决定“用哪些bit表示”。</a:t>
            </a:r>
          </a:p>
        </p:txBody>
      </p:sp>
      <p:sp>
        <p:nvSpPr>
          <p:cNvPr id="59" name="first-sample-focus">
            <a:extLst xmlns:a="http://schemas.openxmlformats.org/drawingml/2006/main">
              <a:ext uri="{FF2B5EF4-FFF2-40B4-BE49-F238E27FC236}">
                <a16:creationId xmlns:a16="http://schemas.microsoft.com/office/drawing/2014/main" id="{2F266E06-E5F4-49C0-84D0-99AEFF3C5E5E}"/>
              </a:ext>
            </a:extLst>
          </p:cNvPr>
          <p:cNvSpPr>
            <a:spLocks xmlns:a="http://schemas.openxmlformats.org/drawingml/2006/main" noGrp="1"/>
          </p:cNvSpPr>
          <p:nvPr/>
        </p:nvSpPr>
        <p:spPr>
          <a:xfrm xmlns:a="http://schemas.openxmlformats.org/drawingml/2006/main">
            <a:off x="2771775" y="1704975"/>
            <a:ext cx="638175" cy="2466975"/>
          </a:xfrm>
          <a:prstGeom xmlns:a="http://schemas.openxmlformats.org/drawingml/2006/main" prst="rect">
            <a:avLst/>
          </a:prstGeom>
          <a:noFill xmlns:a="http://schemas.openxmlformats.org/drawingml/2006/main"/>
          <a:ln xmlns:a="http://schemas.openxmlformats.org/drawingml/2006/main" w="28575">
            <a:solidFill>
              <a:srgbClr val="FF0000"/>
            </a:solidFill>
          </a:ln>
        </p:spPr>
      </p:sp>
    </p:spTree>
    <p:extLst>
      <p:ext uri="{BB962C8B-B14F-4D97-AF65-F5344CB8AC3E}">
        <p14:creationId xmlns:p14="http://schemas.microsoft.com/office/powerpoint/2010/main" val="1924800936"/>
      </p:ext>
    </p:extLst>
  </p:cSld>
</p:sld>
</file>

<file path=ppt/slides/slide20.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076AC8C6-B56A-411D-9B8C-EC74722C3402}"/>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8620E940-3310-472D-9571-C1BE42AC1992}"/>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7467F605-D83E-4B4D-9C2F-57EDB8A253E3}"/>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3.71为什么写成011，而不是100？</a:t>
            </a:r>
          </a:p>
        </p:txBody>
      </p:sp>
      <p:sp>
        <p:nvSpPr>
          <p:cNvPr id="5" name="Rectangle 4">
            <a:extLst xmlns:a="http://schemas.openxmlformats.org/drawingml/2006/main">
              <a:ext uri="{FF2B5EF4-FFF2-40B4-BE49-F238E27FC236}">
                <a16:creationId xmlns:a16="http://schemas.microsoft.com/office/drawing/2014/main" id="{AAC37992-27C5-45DE-820C-FE96C30F480E}"/>
              </a:ext>
            </a:extLst>
          </p:cNvPr>
          <p:cNvSpPr>
            <a:spLocks xmlns:a="http://schemas.openxmlformats.org/drawingml/2006/main" noGrp="1"/>
          </p:cNvSpPr>
          <p:nvPr/>
        </p:nvSpPr>
        <p:spPr>
          <a:xfrm xmlns:a="http://schemas.openxmlformats.org/drawingml/2006/main">
            <a:off x="749808" y="2249424"/>
            <a:ext cx="2432304" cy="1636776"/>
          </a:xfrm>
          <a:prstGeom xmlns:a="http://schemas.openxmlformats.org/drawingml/2006/main" prst="rect">
            <a:avLst/>
          </a:prstGeom>
          <a:solidFill xmlns:a="http://schemas.openxmlformats.org/drawingml/2006/main">
            <a:srgbClr val="FFFFFF"/>
          </a:solidFill>
          <a:ln xmlns:a="http://schemas.openxmlformats.org/drawingml/2006/main" w="19050">
            <a:solidFill>
              <a:srgbClr val="8C64E1"/>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6" name="TextBox 5">
            <a:extLst xmlns:a="http://schemas.openxmlformats.org/drawingml/2006/main">
              <a:ext uri="{FF2B5EF4-FFF2-40B4-BE49-F238E27FC236}">
                <a16:creationId xmlns:a16="http://schemas.microsoft.com/office/drawing/2014/main" id="{B75D73B1-BD74-4B1D-81E7-06300866F86A}"/>
              </a:ext>
            </a:extLst>
          </p:cNvPr>
          <p:cNvSpPr>
            <a:spLocks xmlns:a="http://schemas.openxmlformats.org/drawingml/2006/main" noGrp="1"/>
          </p:cNvSpPr>
          <p:nvPr/>
        </p:nvSpPr>
        <p:spPr>
          <a:xfrm xmlns:a="http://schemas.openxmlformats.org/drawingml/2006/main">
            <a:off x="841247" y="2441448"/>
            <a:ext cx="2267712"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2200" b="0">
                <a:solidFill>
                  <a:srgbClr val="8C64E1"/>
                </a:solidFill>
                <a:latin typeface="Alibaba PuHuiTi 3.0 55 Regular"/>
                <a:ea typeface="Alibaba PuHuiTi 3.0 55 Regular"/>
                <a:cs typeface="Alibaba PuHuiTi 3.0 55 Regular"/>
              </a:defRPr>
            </a:defPPr>
          </a:lstStyle>
          <a:p xmlns:a="http://schemas.openxmlformats.org/drawingml/2006/main">
            <a:pPr algn="ctr">
              <a:buNone/>
              <a:defRPr sz="2200" b="0">
                <a:solidFill>
                  <a:srgbClr val="8C64E1"/>
                </a:solidFill>
                <a:latin typeface="Alibaba PuHuiTi 3.0 55 Regular"/>
                <a:ea typeface="Alibaba PuHuiTi 3.0 55 Regular"/>
                <a:cs typeface="Alibaba PuHuiTi 3.0 55 Regular"/>
              </a:defRPr>
            </a:pPr>
            <a:r>
              <a:rPr sz="2200" b="0">
                <a:solidFill>
                  <a:srgbClr val="8C64E1"/>
                </a:solidFill>
                <a:latin typeface="Alibaba PuHuiTi 3.0 55 Regular"/>
                <a:ea typeface="Alibaba PuHuiTi 3.0 55 Regular"/>
                <a:cs typeface="Alibaba PuHuiTi 3.0 55 Regular"/>
              </a:rPr>
              <a:t>采样原值</a:t>
            </a:r>
          </a:p>
        </p:txBody>
      </p:sp>
      <p:sp>
        <p:nvSpPr>
          <p:cNvPr id="7" name="TextBox 6">
            <a:extLst xmlns:a="http://schemas.openxmlformats.org/drawingml/2006/main">
              <a:ext uri="{FF2B5EF4-FFF2-40B4-BE49-F238E27FC236}">
                <a16:creationId xmlns:a16="http://schemas.microsoft.com/office/drawing/2014/main" id="{BB368C24-2D23-4F5B-BA58-7541C001CD2A}"/>
              </a:ext>
            </a:extLst>
          </p:cNvPr>
          <p:cNvSpPr>
            <a:spLocks xmlns:a="http://schemas.openxmlformats.org/drawingml/2006/main" noGrp="1"/>
          </p:cNvSpPr>
          <p:nvPr/>
        </p:nvSpPr>
        <p:spPr>
          <a:xfrm xmlns:a="http://schemas.openxmlformats.org/drawingml/2006/main">
            <a:off x="841247" y="2980944"/>
            <a:ext cx="2267712" cy="47244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3100" b="1">
                <a:solidFill>
                  <a:srgbClr val="262626"/>
                </a:solidFill>
                <a:latin typeface="Alibaba PuHuiTi 3.0 115 Black"/>
                <a:ea typeface="Alibaba PuHuiTi 3.0 115 Black"/>
                <a:cs typeface="Alibaba PuHuiTi 3.0 115 Black"/>
              </a:defRPr>
            </a:defPPr>
          </a:lstStyle>
          <a:p xmlns:a="http://schemas.openxmlformats.org/drawingml/2006/main">
            <a:pPr algn="ctr">
              <a:buNone/>
              <a:defRPr sz="3100" b="1">
                <a:solidFill>
                  <a:srgbClr val="262626"/>
                </a:solidFill>
                <a:latin typeface="Alibaba PuHuiTi 3.0 115 Black"/>
                <a:ea typeface="Alibaba PuHuiTi 3.0 115 Black"/>
                <a:cs typeface="Alibaba PuHuiTi 3.0 115 Black"/>
              </a:defRPr>
            </a:pPr>
            <a:r>
              <a:rPr sz="3100" b="1">
                <a:solidFill>
                  <a:srgbClr val="262626"/>
                </a:solidFill>
                <a:latin typeface="Alibaba PuHuiTi 3.0 115 Black"/>
                <a:ea typeface="Alibaba PuHuiTi 3.0 115 Black"/>
                <a:cs typeface="Alibaba PuHuiTi 3.0 115 Black"/>
              </a:rPr>
              <a:t>3.71</a:t>
            </a:r>
          </a:p>
        </p:txBody>
      </p:sp>
      <p:sp>
        <p:nvSpPr>
          <p:cNvPr id="8" name="Connector 7">
            <a:extLst xmlns:a="http://schemas.openxmlformats.org/drawingml/2006/main">
              <a:ext uri="{FF2B5EF4-FFF2-40B4-BE49-F238E27FC236}">
                <a16:creationId xmlns:a16="http://schemas.microsoft.com/office/drawing/2014/main" id="{2FBDFA76-F47A-41CA-BB6C-E4DD862F6848}"/>
              </a:ext>
            </a:extLst>
          </p:cNvPr>
          <p:cNvSpPr>
            <a:spLocks xmlns:a="http://schemas.openxmlformats.org/drawingml/2006/main" noGrp="1"/>
          </p:cNvSpPr>
          <p:nvPr/>
        </p:nvSpPr>
        <p:spPr>
          <a:xfrm xmlns:a="http://schemas.openxmlformats.org/drawingml/2006/main">
            <a:off x="3236976" y="3063240"/>
            <a:ext cx="329184" cy="0"/>
          </a:xfrm>
          <a:prstGeom xmlns:a="http://schemas.openxmlformats.org/drawingml/2006/main" prst="line">
            <a:avLst/>
          </a:prstGeom>
          <a:ln xmlns:a="http://schemas.openxmlformats.org/drawingml/2006/main" w="2540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 name="Rectangle 8">
            <a:extLst xmlns:a="http://schemas.openxmlformats.org/drawingml/2006/main">
              <a:ext uri="{FF2B5EF4-FFF2-40B4-BE49-F238E27FC236}">
                <a16:creationId xmlns:a16="http://schemas.microsoft.com/office/drawing/2014/main" id="{BE6293D4-6330-42F7-9CC9-352D81E52BDC}"/>
              </a:ext>
            </a:extLst>
          </p:cNvPr>
          <p:cNvSpPr>
            <a:spLocks xmlns:a="http://schemas.openxmlformats.org/drawingml/2006/main" noGrp="1"/>
          </p:cNvSpPr>
          <p:nvPr/>
        </p:nvSpPr>
        <p:spPr>
          <a:xfrm xmlns:a="http://schemas.openxmlformats.org/drawingml/2006/main">
            <a:off x="3630168" y="2249424"/>
            <a:ext cx="2432304" cy="1636776"/>
          </a:xfrm>
          <a:prstGeom xmlns:a="http://schemas.openxmlformats.org/drawingml/2006/main" prst="rect">
            <a:avLst/>
          </a:prstGeom>
          <a:solidFill xmlns:a="http://schemas.openxmlformats.org/drawingml/2006/main">
            <a:srgbClr val="FFFFFF"/>
          </a:solidFill>
          <a:ln xmlns:a="http://schemas.openxmlformats.org/drawingml/2006/main" w="19050">
            <a:solidFill>
              <a:srgbClr val="8C64E1"/>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0" name="TextBox 9">
            <a:extLst xmlns:a="http://schemas.openxmlformats.org/drawingml/2006/main">
              <a:ext uri="{FF2B5EF4-FFF2-40B4-BE49-F238E27FC236}">
                <a16:creationId xmlns:a16="http://schemas.microsoft.com/office/drawing/2014/main" id="{F7A3DA80-5B97-414C-AC6C-5FDD8EF68A0B}"/>
              </a:ext>
            </a:extLst>
          </p:cNvPr>
          <p:cNvSpPr>
            <a:spLocks xmlns:a="http://schemas.openxmlformats.org/drawingml/2006/main" noGrp="1"/>
          </p:cNvSpPr>
          <p:nvPr/>
        </p:nvSpPr>
        <p:spPr>
          <a:xfrm xmlns:a="http://schemas.openxmlformats.org/drawingml/2006/main">
            <a:off x="3721607" y="2441448"/>
            <a:ext cx="2267712"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2200" b="0">
                <a:solidFill>
                  <a:srgbClr val="8C64E1"/>
                </a:solidFill>
                <a:latin typeface="Alibaba PuHuiTi 3.0 55 Regular"/>
                <a:ea typeface="Alibaba PuHuiTi 3.0 55 Regular"/>
                <a:cs typeface="Alibaba PuHuiTi 3.0 55 Regular"/>
              </a:defRPr>
            </a:defPPr>
          </a:lstStyle>
          <a:p xmlns:a="http://schemas.openxmlformats.org/drawingml/2006/main">
            <a:pPr algn="ctr">
              <a:buNone/>
              <a:defRPr sz="2200" b="0">
                <a:solidFill>
                  <a:srgbClr val="8C64E1"/>
                </a:solidFill>
                <a:latin typeface="Alibaba PuHuiTi 3.0 55 Regular"/>
                <a:ea typeface="Alibaba PuHuiTi 3.0 55 Regular"/>
                <a:cs typeface="Alibaba PuHuiTi 3.0 55 Regular"/>
              </a:defRPr>
            </a:pPr>
            <a:r>
              <a:rPr sz="2200" b="0">
                <a:solidFill>
                  <a:srgbClr val="8C64E1"/>
                </a:solidFill>
                <a:latin typeface="Alibaba PuHuiTi 3.0 55 Regular"/>
                <a:ea typeface="Alibaba PuHuiTi 3.0 55 Regular"/>
                <a:cs typeface="Alibaba PuHuiTi 3.0 55 Regular"/>
              </a:rPr>
              <a:t>输入范围</a:t>
            </a:r>
          </a:p>
        </p:txBody>
      </p:sp>
      <p:sp>
        <p:nvSpPr>
          <p:cNvPr id="11" name="TextBox 10">
            <a:extLst xmlns:a="http://schemas.openxmlformats.org/drawingml/2006/main">
              <a:ext uri="{FF2B5EF4-FFF2-40B4-BE49-F238E27FC236}">
                <a16:creationId xmlns:a16="http://schemas.microsoft.com/office/drawing/2014/main" id="{1BAA9A86-1693-471B-B541-5E8724A0F816}"/>
              </a:ext>
            </a:extLst>
          </p:cNvPr>
          <p:cNvSpPr>
            <a:spLocks xmlns:a="http://schemas.openxmlformats.org/drawingml/2006/main" noGrp="1"/>
          </p:cNvSpPr>
          <p:nvPr/>
        </p:nvSpPr>
        <p:spPr>
          <a:xfrm xmlns:a="http://schemas.openxmlformats.org/drawingml/2006/main">
            <a:off x="3721607" y="2980944"/>
            <a:ext cx="2267712" cy="47244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3100" b="1">
                <a:solidFill>
                  <a:srgbClr val="262626"/>
                </a:solidFill>
                <a:latin typeface="Alibaba PuHuiTi 3.0 115 Black"/>
                <a:ea typeface="Alibaba PuHuiTi 3.0 115 Black"/>
                <a:cs typeface="Alibaba PuHuiTi 3.0 115 Black"/>
              </a:defRPr>
            </a:defPPr>
          </a:lstStyle>
          <a:p xmlns:a="http://schemas.openxmlformats.org/drawingml/2006/main">
            <a:pPr algn="ctr">
              <a:buNone/>
              <a:defRPr sz="3100" b="1">
                <a:solidFill>
                  <a:srgbClr val="262626"/>
                </a:solidFill>
                <a:latin typeface="Alibaba PuHuiTi 3.0 115 Black"/>
                <a:ea typeface="Alibaba PuHuiTi 3.0 115 Black"/>
                <a:cs typeface="Alibaba PuHuiTi 3.0 115 Black"/>
              </a:defRPr>
            </a:pPr>
            <a:r>
              <a:rPr sz="3100" b="1">
                <a:solidFill>
                  <a:srgbClr val="262626"/>
                </a:solidFill>
                <a:latin typeface="Alibaba PuHuiTi 3.0 115 Black"/>
                <a:ea typeface="Alibaba PuHuiTi 3.0 115 Black"/>
                <a:cs typeface="Alibaba PuHuiTi 3.0 115 Black"/>
              </a:rPr>
              <a:t>[3,4)</a:t>
            </a:r>
          </a:p>
        </p:txBody>
      </p:sp>
      <p:sp>
        <p:nvSpPr>
          <p:cNvPr id="12" name="Connector 11">
            <a:extLst xmlns:a="http://schemas.openxmlformats.org/drawingml/2006/main">
              <a:ext uri="{FF2B5EF4-FFF2-40B4-BE49-F238E27FC236}">
                <a16:creationId xmlns:a16="http://schemas.microsoft.com/office/drawing/2014/main" id="{152364CA-0353-4ED6-A71F-1B89222D86C5}"/>
              </a:ext>
            </a:extLst>
          </p:cNvPr>
          <p:cNvSpPr>
            <a:spLocks xmlns:a="http://schemas.openxmlformats.org/drawingml/2006/main" noGrp="1"/>
          </p:cNvSpPr>
          <p:nvPr/>
        </p:nvSpPr>
        <p:spPr>
          <a:xfrm xmlns:a="http://schemas.openxmlformats.org/drawingml/2006/main">
            <a:off x="6117336" y="3063240"/>
            <a:ext cx="329184" cy="0"/>
          </a:xfrm>
          <a:prstGeom xmlns:a="http://schemas.openxmlformats.org/drawingml/2006/main" prst="line">
            <a:avLst/>
          </a:prstGeom>
          <a:ln xmlns:a="http://schemas.openxmlformats.org/drawingml/2006/main" w="2540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3" name="Rectangle 12">
            <a:extLst xmlns:a="http://schemas.openxmlformats.org/drawingml/2006/main">
              <a:ext uri="{FF2B5EF4-FFF2-40B4-BE49-F238E27FC236}">
                <a16:creationId xmlns:a16="http://schemas.microsoft.com/office/drawing/2014/main" id="{39CF90E8-B8C6-4185-917F-5A1FB331FE3D}"/>
              </a:ext>
            </a:extLst>
          </p:cNvPr>
          <p:cNvSpPr>
            <a:spLocks xmlns:a="http://schemas.openxmlformats.org/drawingml/2006/main" noGrp="1"/>
          </p:cNvSpPr>
          <p:nvPr/>
        </p:nvSpPr>
        <p:spPr>
          <a:xfrm xmlns:a="http://schemas.openxmlformats.org/drawingml/2006/main">
            <a:off x="6510528" y="2249424"/>
            <a:ext cx="2432304" cy="1636776"/>
          </a:xfrm>
          <a:prstGeom xmlns:a="http://schemas.openxmlformats.org/drawingml/2006/main" prst="rect">
            <a:avLst/>
          </a:prstGeom>
          <a:solidFill xmlns:a="http://schemas.openxmlformats.org/drawingml/2006/main">
            <a:srgbClr val="FFFFFF"/>
          </a:solidFill>
          <a:ln xmlns:a="http://schemas.openxmlformats.org/drawingml/2006/main" w="19050">
            <a:solidFill>
              <a:srgbClr val="8C64E1"/>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4" name="TextBox 13">
            <a:extLst xmlns:a="http://schemas.openxmlformats.org/drawingml/2006/main">
              <a:ext uri="{FF2B5EF4-FFF2-40B4-BE49-F238E27FC236}">
                <a16:creationId xmlns:a16="http://schemas.microsoft.com/office/drawing/2014/main" id="{5A2CF55E-ACC0-4C8A-BEF0-49EDF760E073}"/>
              </a:ext>
            </a:extLst>
          </p:cNvPr>
          <p:cNvSpPr>
            <a:spLocks xmlns:a="http://schemas.openxmlformats.org/drawingml/2006/main" noGrp="1"/>
          </p:cNvSpPr>
          <p:nvPr/>
        </p:nvSpPr>
        <p:spPr>
          <a:xfrm xmlns:a="http://schemas.openxmlformats.org/drawingml/2006/main">
            <a:off x="6601968" y="2441448"/>
            <a:ext cx="2267712"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2200" b="0">
                <a:solidFill>
                  <a:srgbClr val="8C64E1"/>
                </a:solidFill>
                <a:latin typeface="Alibaba PuHuiTi 3.0 55 Regular"/>
                <a:ea typeface="Alibaba PuHuiTi 3.0 55 Regular"/>
                <a:cs typeface="Alibaba PuHuiTi 3.0 55 Regular"/>
              </a:defRPr>
            </a:defPPr>
          </a:lstStyle>
          <a:p xmlns:a="http://schemas.openxmlformats.org/drawingml/2006/main">
            <a:pPr algn="ctr">
              <a:buNone/>
              <a:defRPr sz="2200" b="0">
                <a:solidFill>
                  <a:srgbClr val="8C64E1"/>
                </a:solidFill>
                <a:latin typeface="Alibaba PuHuiTi 3.0 55 Regular"/>
                <a:ea typeface="Alibaba PuHuiTi 3.0 55 Regular"/>
                <a:cs typeface="Alibaba PuHuiTi 3.0 55 Regular"/>
              </a:defRPr>
            </a:pPr>
            <a:r>
              <a:rPr sz="2200" b="0">
                <a:solidFill>
                  <a:srgbClr val="8C64E1"/>
                </a:solidFill>
                <a:latin typeface="Alibaba PuHuiTi 3.0 55 Regular"/>
                <a:ea typeface="Alibaba PuHuiTi 3.0 55 Regular"/>
                <a:cs typeface="Alibaba PuHuiTi 3.0 55 Regular"/>
              </a:rPr>
              <a:t>量化等级</a:t>
            </a:r>
          </a:p>
        </p:txBody>
      </p:sp>
      <p:sp>
        <p:nvSpPr>
          <p:cNvPr id="15" name="TextBox 14">
            <a:extLst xmlns:a="http://schemas.openxmlformats.org/drawingml/2006/main">
              <a:ext uri="{FF2B5EF4-FFF2-40B4-BE49-F238E27FC236}">
                <a16:creationId xmlns:a16="http://schemas.microsoft.com/office/drawing/2014/main" id="{6228F3CA-EBA4-44E3-821A-D95F9520751E}"/>
              </a:ext>
            </a:extLst>
          </p:cNvPr>
          <p:cNvSpPr>
            <a:spLocks xmlns:a="http://schemas.openxmlformats.org/drawingml/2006/main" noGrp="1"/>
          </p:cNvSpPr>
          <p:nvPr/>
        </p:nvSpPr>
        <p:spPr>
          <a:xfrm xmlns:a="http://schemas.openxmlformats.org/drawingml/2006/main">
            <a:off x="6601968" y="2980944"/>
            <a:ext cx="2267712" cy="47244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3100" b="1">
                <a:solidFill>
                  <a:srgbClr val="262626"/>
                </a:solidFill>
                <a:latin typeface="Alibaba PuHuiTi 3.0 115 Black"/>
                <a:ea typeface="Alibaba PuHuiTi 3.0 115 Black"/>
                <a:cs typeface="Alibaba PuHuiTi 3.0 115 Black"/>
              </a:defRPr>
            </a:defPPr>
          </a:lstStyle>
          <a:p xmlns:a="http://schemas.openxmlformats.org/drawingml/2006/main">
            <a:pPr algn="ctr">
              <a:buNone/>
              <a:defRPr sz="3100" b="1">
                <a:solidFill>
                  <a:srgbClr val="262626"/>
                </a:solidFill>
                <a:latin typeface="Alibaba PuHuiTi 3.0 115 Black"/>
                <a:ea typeface="Alibaba PuHuiTi 3.0 115 Black"/>
                <a:cs typeface="Alibaba PuHuiTi 3.0 115 Black"/>
              </a:defRPr>
            </a:pPr>
            <a:r>
              <a:rPr sz="3100" b="1">
                <a:solidFill>
                  <a:srgbClr val="262626"/>
                </a:solidFill>
                <a:latin typeface="Alibaba PuHuiTi 3.0 115 Black"/>
                <a:ea typeface="Alibaba PuHuiTi 3.0 115 Black"/>
                <a:cs typeface="Alibaba PuHuiTi 3.0 115 Black"/>
              </a:rPr>
              <a:t>L3</a:t>
            </a:r>
          </a:p>
        </p:txBody>
      </p:sp>
      <p:sp>
        <p:nvSpPr>
          <p:cNvPr id="16" name="Connector 15">
            <a:extLst xmlns:a="http://schemas.openxmlformats.org/drawingml/2006/main">
              <a:ext uri="{FF2B5EF4-FFF2-40B4-BE49-F238E27FC236}">
                <a16:creationId xmlns:a16="http://schemas.microsoft.com/office/drawing/2014/main" id="{A8E1AF68-25DB-4076-8DC7-AC2015817778}"/>
              </a:ext>
            </a:extLst>
          </p:cNvPr>
          <p:cNvSpPr>
            <a:spLocks xmlns:a="http://schemas.openxmlformats.org/drawingml/2006/main" noGrp="1"/>
          </p:cNvSpPr>
          <p:nvPr/>
        </p:nvSpPr>
        <p:spPr>
          <a:xfrm xmlns:a="http://schemas.openxmlformats.org/drawingml/2006/main">
            <a:off x="8997696" y="3063240"/>
            <a:ext cx="329184" cy="0"/>
          </a:xfrm>
          <a:prstGeom xmlns:a="http://schemas.openxmlformats.org/drawingml/2006/main" prst="line">
            <a:avLst/>
          </a:prstGeom>
          <a:ln xmlns:a="http://schemas.openxmlformats.org/drawingml/2006/main" w="2540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7" name="Rectangle 16">
            <a:extLst xmlns:a="http://schemas.openxmlformats.org/drawingml/2006/main">
              <a:ext uri="{FF2B5EF4-FFF2-40B4-BE49-F238E27FC236}">
                <a16:creationId xmlns:a16="http://schemas.microsoft.com/office/drawing/2014/main" id="{ADDE7A65-0D92-4107-A808-765A1F9BD514}"/>
              </a:ext>
            </a:extLst>
          </p:cNvPr>
          <p:cNvSpPr>
            <a:spLocks xmlns:a="http://schemas.openxmlformats.org/drawingml/2006/main" noGrp="1"/>
          </p:cNvSpPr>
          <p:nvPr/>
        </p:nvSpPr>
        <p:spPr>
          <a:xfrm xmlns:a="http://schemas.openxmlformats.org/drawingml/2006/main">
            <a:off x="9390888" y="2249424"/>
            <a:ext cx="2432304" cy="1636776"/>
          </a:xfrm>
          <a:prstGeom xmlns:a="http://schemas.openxmlformats.org/drawingml/2006/main" prst="rect">
            <a:avLst/>
          </a:prstGeom>
          <a:solidFill xmlns:a="http://schemas.openxmlformats.org/drawingml/2006/main">
            <a:srgbClr val="F3EFFF"/>
          </a:solidFill>
          <a:ln xmlns:a="http://schemas.openxmlformats.org/drawingml/2006/main" w="19050">
            <a:solidFill>
              <a:srgbClr val="8C64E1"/>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8" name="TextBox 17">
            <a:extLst xmlns:a="http://schemas.openxmlformats.org/drawingml/2006/main">
              <a:ext uri="{FF2B5EF4-FFF2-40B4-BE49-F238E27FC236}">
                <a16:creationId xmlns:a16="http://schemas.microsoft.com/office/drawing/2014/main" id="{E8A87FCE-E5EB-49C5-ABE7-10A5712FDC79}"/>
              </a:ext>
            </a:extLst>
          </p:cNvPr>
          <p:cNvSpPr>
            <a:spLocks xmlns:a="http://schemas.openxmlformats.org/drawingml/2006/main" noGrp="1"/>
          </p:cNvSpPr>
          <p:nvPr/>
        </p:nvSpPr>
        <p:spPr>
          <a:xfrm xmlns:a="http://schemas.openxmlformats.org/drawingml/2006/main">
            <a:off x="9482328" y="2441448"/>
            <a:ext cx="2267712"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2200" b="0">
                <a:solidFill>
                  <a:srgbClr val="8C64E1"/>
                </a:solidFill>
                <a:latin typeface="Alibaba PuHuiTi 3.0 55 Regular"/>
                <a:ea typeface="Alibaba PuHuiTi 3.0 55 Regular"/>
                <a:cs typeface="Alibaba PuHuiTi 3.0 55 Regular"/>
              </a:defRPr>
            </a:defPPr>
          </a:lstStyle>
          <a:p xmlns:a="http://schemas.openxmlformats.org/drawingml/2006/main">
            <a:pPr algn="ctr">
              <a:buNone/>
              <a:defRPr sz="2200" b="0">
                <a:solidFill>
                  <a:srgbClr val="8C64E1"/>
                </a:solidFill>
                <a:latin typeface="Alibaba PuHuiTi 3.0 55 Regular"/>
                <a:ea typeface="Alibaba PuHuiTi 3.0 55 Regular"/>
                <a:cs typeface="Alibaba PuHuiTi 3.0 55 Regular"/>
              </a:defRPr>
            </a:pPr>
            <a:r>
              <a:rPr sz="2200" b="0">
                <a:solidFill>
                  <a:srgbClr val="8C64E1"/>
                </a:solidFill>
                <a:latin typeface="Alibaba PuHuiTi 3.0 55 Regular"/>
                <a:ea typeface="Alibaba PuHuiTi 3.0 55 Regular"/>
                <a:cs typeface="Alibaba PuHuiTi 3.0 55 Regular"/>
              </a:rPr>
              <a:t>3 bit码字</a:t>
            </a:r>
          </a:p>
        </p:txBody>
      </p:sp>
      <p:sp>
        <p:nvSpPr>
          <p:cNvPr id="19" name="TextBox 18">
            <a:extLst xmlns:a="http://schemas.openxmlformats.org/drawingml/2006/main">
              <a:ext uri="{FF2B5EF4-FFF2-40B4-BE49-F238E27FC236}">
                <a16:creationId xmlns:a16="http://schemas.microsoft.com/office/drawing/2014/main" id="{246C493F-3696-4E0F-AE5D-14AF942D4C7E}"/>
              </a:ext>
            </a:extLst>
          </p:cNvPr>
          <p:cNvSpPr>
            <a:spLocks xmlns:a="http://schemas.openxmlformats.org/drawingml/2006/main" noGrp="1"/>
          </p:cNvSpPr>
          <p:nvPr/>
        </p:nvSpPr>
        <p:spPr>
          <a:xfrm xmlns:a="http://schemas.openxmlformats.org/drawingml/2006/main">
            <a:off x="9482328" y="2980944"/>
            <a:ext cx="2267712" cy="47244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3100" b="1">
                <a:solidFill>
                  <a:srgbClr val="8C64E1"/>
                </a:solidFill>
                <a:latin typeface="Alibaba PuHuiTi 3.0 115 Black"/>
                <a:ea typeface="Alibaba PuHuiTi 3.0 115 Black"/>
                <a:cs typeface="Alibaba PuHuiTi 3.0 115 Black"/>
              </a:defRPr>
            </a:defPPr>
          </a:lstStyle>
          <a:p xmlns:a="http://schemas.openxmlformats.org/drawingml/2006/main">
            <a:pPr algn="ctr">
              <a:buNone/>
              <a:defRPr sz="3100" b="1">
                <a:solidFill>
                  <a:srgbClr val="8C64E1"/>
                </a:solidFill>
                <a:latin typeface="Alibaba PuHuiTi 3.0 115 Black"/>
                <a:ea typeface="Alibaba PuHuiTi 3.0 115 Black"/>
                <a:cs typeface="Alibaba PuHuiTi 3.0 115 Black"/>
              </a:defRPr>
            </a:pPr>
            <a:r>
              <a:rPr sz="3100" b="1">
                <a:solidFill>
                  <a:srgbClr val="8C64E1"/>
                </a:solidFill>
                <a:latin typeface="Alibaba PuHuiTi 3.0 115 Black"/>
                <a:ea typeface="Alibaba PuHuiTi 3.0 115 Black"/>
                <a:cs typeface="Alibaba PuHuiTi 3.0 115 Black"/>
              </a:rPr>
              <a:t>011</a:t>
            </a:r>
          </a:p>
        </p:txBody>
      </p:sp>
      <p:sp>
        <p:nvSpPr>
          <p:cNvPr id="20" name="TextBox 19">
            <a:extLst xmlns:a="http://schemas.openxmlformats.org/drawingml/2006/main">
              <a:ext uri="{FF2B5EF4-FFF2-40B4-BE49-F238E27FC236}">
                <a16:creationId xmlns:a16="http://schemas.microsoft.com/office/drawing/2014/main" id="{0B096DE4-28B1-42A7-9B5B-3D88CE1065CA}"/>
              </a:ext>
            </a:extLst>
          </p:cNvPr>
          <p:cNvSpPr>
            <a:spLocks xmlns:a="http://schemas.openxmlformats.org/drawingml/2006/main" noGrp="1"/>
          </p:cNvSpPr>
          <p:nvPr/>
        </p:nvSpPr>
        <p:spPr>
          <a:xfrm xmlns:a="http://schemas.openxmlformats.org/drawingml/2006/main">
            <a:off x="786384" y="4663440"/>
            <a:ext cx="1065276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400" b="1">
                <a:solidFill>
                  <a:srgbClr val="262626"/>
                </a:solidFill>
                <a:latin typeface="Alibaba PuHuiTi 3.0 115 Black"/>
                <a:ea typeface="Alibaba PuHuiTi 3.0 115 Black"/>
                <a:cs typeface="Alibaba PuHuiTi 3.0 115 Black"/>
              </a:defRPr>
            </a:defPPr>
          </a:lstStyle>
          <a:p xmlns:a="http://schemas.openxmlformats.org/drawingml/2006/main">
            <a:pPr algn="l">
              <a:buNone/>
              <a:defRPr sz="2400" b="1">
                <a:solidFill>
                  <a:srgbClr val="262626"/>
                </a:solidFill>
                <a:latin typeface="Alibaba PuHuiTi 3.0 115 Black"/>
                <a:ea typeface="Alibaba PuHuiTi 3.0 115 Black"/>
                <a:cs typeface="Alibaba PuHuiTi 3.0 115 Black"/>
              </a:defRPr>
            </a:pPr>
            <a:r>
              <a:rPr sz="2400" b="1">
                <a:solidFill>
                  <a:srgbClr val="262626"/>
                </a:solidFill>
                <a:latin typeface="Alibaba PuHuiTi 3.0 115 Black"/>
                <a:ea typeface="Alibaba PuHuiTi 3.0 115 Black"/>
                <a:cs typeface="Alibaba PuHuiTi 3.0 115 Black"/>
              </a:rPr>
              <a:t>规则：按输入范围确定等级，再用固定长度的0和1记录等级编号。</a:t>
            </a:r>
          </a:p>
        </p:txBody>
      </p:sp>
      <p:sp>
        <p:nvSpPr>
          <p:cNvPr id="21" name="TextBox 20">
            <a:extLst xmlns:a="http://schemas.openxmlformats.org/drawingml/2006/main">
              <a:ext uri="{FF2B5EF4-FFF2-40B4-BE49-F238E27FC236}">
                <a16:creationId xmlns:a16="http://schemas.microsoft.com/office/drawing/2014/main" id="{C47AD78E-A6A7-4F08-8C9A-7FF5E48559E2}"/>
              </a:ext>
            </a:extLst>
          </p:cNvPr>
          <p:cNvSpPr>
            <a:spLocks xmlns:a="http://schemas.openxmlformats.org/drawingml/2006/main" noGrp="1"/>
          </p:cNvSpPr>
          <p:nvPr/>
        </p:nvSpPr>
        <p:spPr>
          <a:xfrm xmlns:a="http://schemas.openxmlformats.org/drawingml/2006/main">
            <a:off x="795528" y="5824728"/>
            <a:ext cx="10332720" cy="33528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验证：输入值4.15对应的码字是什么？</a:t>
            </a:r>
          </a:p>
        </p:txBody>
      </p:sp>
    </p:spTree>
    <p:extLst>
      <p:ext uri="{BB962C8B-B14F-4D97-AF65-F5344CB8AC3E}">
        <p14:creationId xmlns:p14="http://schemas.microsoft.com/office/powerpoint/2010/main" val="977636810"/>
      </p:ext>
    </p:extLst>
  </p:cSld>
</p:sld>
</file>

<file path=ppt/slides/slide21.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2603668E-86F4-4E4D-82DA-44CB54663632}"/>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C5E9EDC2-64D0-436A-B69E-595600EFA762}"/>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6A075A64-B3D6-484E-AE65-47FFBE727CCC}"/>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一个样本需要几个二进制位？</a:t>
            </a:r>
          </a:p>
        </p:txBody>
      </p:sp>
      <p:sp>
        <p:nvSpPr>
          <p:cNvPr id="5" name="TextBox 4">
            <a:extLst xmlns:a="http://schemas.openxmlformats.org/drawingml/2006/main">
              <a:ext uri="{FF2B5EF4-FFF2-40B4-BE49-F238E27FC236}">
                <a16:creationId xmlns:a16="http://schemas.microsoft.com/office/drawing/2014/main" id="{088FADF3-25EB-431B-84EA-154558DA7225}"/>
              </a:ext>
            </a:extLst>
          </p:cNvPr>
          <p:cNvSpPr>
            <a:spLocks xmlns:a="http://schemas.openxmlformats.org/drawingml/2006/main" noGrp="1"/>
          </p:cNvSpPr>
          <p:nvPr/>
        </p:nvSpPr>
        <p:spPr>
          <a:xfrm xmlns:a="http://schemas.openxmlformats.org/drawingml/2006/main">
            <a:off x="832104" y="1682496"/>
            <a:ext cx="6583680" cy="47244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3100" b="1">
                <a:solidFill>
                  <a:srgbClr val="8C64E1"/>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100" b="1">
                <a:solidFill>
                  <a:srgbClr val="8C64E1"/>
                </a:solidFill>
                <a:latin typeface="Alibaba PuHuiTi 3.0 115 Black"/>
                <a:ea typeface="Alibaba PuHuiTi 3.0 115 Black"/>
                <a:cs typeface="Alibaba PuHuiTi 3.0 115 Black"/>
              </a:defRPr>
            </a:pPr>
            <a:r>
              <a:rPr sz="3100" b="1">
                <a:solidFill>
                  <a:srgbClr val="8C64E1"/>
                </a:solidFill>
                <a:latin typeface="Alibaba PuHuiTi 3.0 115 Black"/>
                <a:ea typeface="Alibaba PuHuiTi 3.0 115 Black"/>
                <a:cs typeface="Alibaba PuHuiTi 3.0 115 Black"/>
              </a:rPr>
              <a:t>8个等级 = 2³</a:t>
            </a:r>
          </a:p>
        </p:txBody>
      </p:sp>
      <p:sp>
        <p:nvSpPr>
          <p:cNvPr id="6" name="Rectangle 5">
            <a:extLst xmlns:a="http://schemas.openxmlformats.org/drawingml/2006/main">
              <a:ext uri="{FF2B5EF4-FFF2-40B4-BE49-F238E27FC236}">
                <a16:creationId xmlns:a16="http://schemas.microsoft.com/office/drawing/2014/main" id="{FD8ABF68-0173-4037-A346-DD6C985D919F}"/>
              </a:ext>
            </a:extLst>
          </p:cNvPr>
          <p:cNvSpPr>
            <a:spLocks xmlns:a="http://schemas.openxmlformats.org/drawingml/2006/main" noGrp="1"/>
          </p:cNvSpPr>
          <p:nvPr/>
        </p:nvSpPr>
        <p:spPr>
          <a:xfrm xmlns:a="http://schemas.openxmlformats.org/drawingml/2006/main">
            <a:off x="914400" y="2724912"/>
            <a:ext cx="2267712" cy="667512"/>
          </a:xfrm>
          <a:prstGeom xmlns:a="http://schemas.openxmlformats.org/drawingml/2006/main" prst="rect">
            <a:avLst/>
          </a:prstGeom>
          <a:noFill xmlns:a="http://schemas.openxmlformats.org/drawingml/2006/main"/>
          <a:ln xmlns:a="http://schemas.openxmlformats.org/drawingml/2006/main" w="25400">
            <a:solidFill>
              <a:srgbClr val="8C64E1"/>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7" name="TextBox 6">
            <a:extLst xmlns:a="http://schemas.openxmlformats.org/drawingml/2006/main">
              <a:ext uri="{FF2B5EF4-FFF2-40B4-BE49-F238E27FC236}">
                <a16:creationId xmlns:a16="http://schemas.microsoft.com/office/drawing/2014/main" id="{E9E6486A-C0F9-40E6-BE5A-917443550F49}"/>
              </a:ext>
            </a:extLst>
          </p:cNvPr>
          <p:cNvSpPr>
            <a:spLocks xmlns:a="http://schemas.openxmlformats.org/drawingml/2006/main" noGrp="1"/>
          </p:cNvSpPr>
          <p:nvPr/>
        </p:nvSpPr>
        <p:spPr>
          <a:xfrm xmlns:a="http://schemas.openxmlformats.org/drawingml/2006/main">
            <a:off x="987552" y="2843784"/>
            <a:ext cx="2121408" cy="3505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2300" b="1">
                <a:solidFill>
                  <a:srgbClr val="8C64E1"/>
                </a:solidFill>
                <a:latin typeface="Alibaba PuHuiTi 3.0 115 Black"/>
                <a:ea typeface="Alibaba PuHuiTi 3.0 115 Black"/>
                <a:cs typeface="Alibaba PuHuiTi 3.0 115 Black"/>
              </a:defRPr>
            </a:defPPr>
          </a:lstStyle>
          <a:p xmlns:a="http://schemas.openxmlformats.org/drawingml/2006/main">
            <a:pPr algn="ctr">
              <a:spcBef>
                <a:spcPts val="0"/>
              </a:spcBef>
              <a:spcAft>
                <a:spcPts val="200"/>
              </a:spcAft>
              <a:buNone/>
              <a:defRPr sz="2300" b="1">
                <a:solidFill>
                  <a:srgbClr val="8C64E1"/>
                </a:solidFill>
                <a:latin typeface="Alibaba PuHuiTi 3.0 115 Black"/>
                <a:ea typeface="Alibaba PuHuiTi 3.0 115 Black"/>
                <a:cs typeface="Alibaba PuHuiTi 3.0 115 Black"/>
              </a:defRPr>
            </a:pPr>
            <a:r>
              <a:rPr sz="2300" b="1">
                <a:solidFill>
                  <a:srgbClr val="8C64E1"/>
                </a:solidFill>
                <a:latin typeface="Alibaba PuHuiTi 3.0 115 Black"/>
                <a:ea typeface="Alibaba PuHuiTi 3.0 115 Black"/>
                <a:cs typeface="Alibaba PuHuiTi 3.0 115 Black"/>
              </a:rPr>
              <a:t>0 → 000</a:t>
            </a:r>
          </a:p>
        </p:txBody>
      </p:sp>
      <p:sp>
        <p:nvSpPr>
          <p:cNvPr id="8" name="Rectangle 7">
            <a:extLst xmlns:a="http://schemas.openxmlformats.org/drawingml/2006/main">
              <a:ext uri="{FF2B5EF4-FFF2-40B4-BE49-F238E27FC236}">
                <a16:creationId xmlns:a16="http://schemas.microsoft.com/office/drawing/2014/main" id="{39CA3101-39FF-4823-946E-1B84940B6341}"/>
              </a:ext>
            </a:extLst>
          </p:cNvPr>
          <p:cNvSpPr>
            <a:spLocks xmlns:a="http://schemas.openxmlformats.org/drawingml/2006/main" noGrp="1"/>
          </p:cNvSpPr>
          <p:nvPr/>
        </p:nvSpPr>
        <p:spPr>
          <a:xfrm xmlns:a="http://schemas.openxmlformats.org/drawingml/2006/main">
            <a:off x="3703320" y="2724912"/>
            <a:ext cx="2267712" cy="667512"/>
          </a:xfrm>
          <a:prstGeom xmlns:a="http://schemas.openxmlformats.org/drawingml/2006/main" prst="rect">
            <a:avLst/>
          </a:prstGeom>
          <a:noFill xmlns:a="http://schemas.openxmlformats.org/drawingml/2006/main"/>
          <a:ln xmlns:a="http://schemas.openxmlformats.org/drawingml/2006/main" w="25400">
            <a:solidFill>
              <a:srgbClr val="8C64E1"/>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9" name="TextBox 8">
            <a:extLst xmlns:a="http://schemas.openxmlformats.org/drawingml/2006/main">
              <a:ext uri="{FF2B5EF4-FFF2-40B4-BE49-F238E27FC236}">
                <a16:creationId xmlns:a16="http://schemas.microsoft.com/office/drawing/2014/main" id="{E90CB6CD-A1D7-4CA3-AB8D-8C2B1D738E00}"/>
              </a:ext>
            </a:extLst>
          </p:cNvPr>
          <p:cNvSpPr>
            <a:spLocks xmlns:a="http://schemas.openxmlformats.org/drawingml/2006/main" noGrp="1"/>
          </p:cNvSpPr>
          <p:nvPr/>
        </p:nvSpPr>
        <p:spPr>
          <a:xfrm xmlns:a="http://schemas.openxmlformats.org/drawingml/2006/main">
            <a:off x="3776472" y="2843784"/>
            <a:ext cx="2121408" cy="3505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2300" b="1">
                <a:solidFill>
                  <a:srgbClr val="8C64E1"/>
                </a:solidFill>
                <a:latin typeface="Alibaba PuHuiTi 3.0 115 Black"/>
                <a:ea typeface="Alibaba PuHuiTi 3.0 115 Black"/>
                <a:cs typeface="Alibaba PuHuiTi 3.0 115 Black"/>
              </a:defRPr>
            </a:defPPr>
          </a:lstStyle>
          <a:p xmlns:a="http://schemas.openxmlformats.org/drawingml/2006/main">
            <a:pPr algn="ctr">
              <a:spcBef>
                <a:spcPts val="0"/>
              </a:spcBef>
              <a:spcAft>
                <a:spcPts val="200"/>
              </a:spcAft>
              <a:buNone/>
              <a:defRPr sz="2300" b="1">
                <a:solidFill>
                  <a:srgbClr val="8C64E1"/>
                </a:solidFill>
                <a:latin typeface="Alibaba PuHuiTi 3.0 115 Black"/>
                <a:ea typeface="Alibaba PuHuiTi 3.0 115 Black"/>
                <a:cs typeface="Alibaba PuHuiTi 3.0 115 Black"/>
              </a:defRPr>
            </a:pPr>
            <a:r>
              <a:rPr sz="2300" b="1">
                <a:solidFill>
                  <a:srgbClr val="8C64E1"/>
                </a:solidFill>
                <a:latin typeface="Alibaba PuHuiTi 3.0 115 Black"/>
                <a:ea typeface="Alibaba PuHuiTi 3.0 115 Black"/>
                <a:cs typeface="Alibaba PuHuiTi 3.0 115 Black"/>
              </a:rPr>
              <a:t>1 → 001</a:t>
            </a:r>
          </a:p>
        </p:txBody>
      </p:sp>
      <p:sp>
        <p:nvSpPr>
          <p:cNvPr id="10" name="Rectangle 9">
            <a:extLst xmlns:a="http://schemas.openxmlformats.org/drawingml/2006/main">
              <a:ext uri="{FF2B5EF4-FFF2-40B4-BE49-F238E27FC236}">
                <a16:creationId xmlns:a16="http://schemas.microsoft.com/office/drawing/2014/main" id="{E649D66F-C561-4FA0-94E0-32B30688C397}"/>
              </a:ext>
            </a:extLst>
          </p:cNvPr>
          <p:cNvSpPr>
            <a:spLocks xmlns:a="http://schemas.openxmlformats.org/drawingml/2006/main" noGrp="1"/>
          </p:cNvSpPr>
          <p:nvPr/>
        </p:nvSpPr>
        <p:spPr>
          <a:xfrm xmlns:a="http://schemas.openxmlformats.org/drawingml/2006/main">
            <a:off x="6492240" y="2724912"/>
            <a:ext cx="2267712" cy="667512"/>
          </a:xfrm>
          <a:prstGeom xmlns:a="http://schemas.openxmlformats.org/drawingml/2006/main" prst="rect">
            <a:avLst/>
          </a:prstGeom>
          <a:noFill xmlns:a="http://schemas.openxmlformats.org/drawingml/2006/main"/>
          <a:ln xmlns:a="http://schemas.openxmlformats.org/drawingml/2006/main" w="25400">
            <a:solidFill>
              <a:srgbClr val="8C64E1"/>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1" name="TextBox 10">
            <a:extLst xmlns:a="http://schemas.openxmlformats.org/drawingml/2006/main">
              <a:ext uri="{FF2B5EF4-FFF2-40B4-BE49-F238E27FC236}">
                <a16:creationId xmlns:a16="http://schemas.microsoft.com/office/drawing/2014/main" id="{FC7E7ACC-EBED-452E-94B1-D2A8793FB9A0}"/>
              </a:ext>
            </a:extLst>
          </p:cNvPr>
          <p:cNvSpPr>
            <a:spLocks xmlns:a="http://schemas.openxmlformats.org/drawingml/2006/main" noGrp="1"/>
          </p:cNvSpPr>
          <p:nvPr/>
        </p:nvSpPr>
        <p:spPr>
          <a:xfrm xmlns:a="http://schemas.openxmlformats.org/drawingml/2006/main">
            <a:off x="6565392" y="2843784"/>
            <a:ext cx="2121408" cy="3505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2300" b="1">
                <a:solidFill>
                  <a:srgbClr val="8C64E1"/>
                </a:solidFill>
                <a:latin typeface="Alibaba PuHuiTi 3.0 115 Black"/>
                <a:ea typeface="Alibaba PuHuiTi 3.0 115 Black"/>
                <a:cs typeface="Alibaba PuHuiTi 3.0 115 Black"/>
              </a:defRPr>
            </a:defPPr>
          </a:lstStyle>
          <a:p xmlns:a="http://schemas.openxmlformats.org/drawingml/2006/main">
            <a:pPr algn="ctr">
              <a:spcBef>
                <a:spcPts val="0"/>
              </a:spcBef>
              <a:spcAft>
                <a:spcPts val="200"/>
              </a:spcAft>
              <a:buNone/>
              <a:defRPr sz="2300" b="1">
                <a:solidFill>
                  <a:srgbClr val="8C64E1"/>
                </a:solidFill>
                <a:latin typeface="Alibaba PuHuiTi 3.0 115 Black"/>
                <a:ea typeface="Alibaba PuHuiTi 3.0 115 Black"/>
                <a:cs typeface="Alibaba PuHuiTi 3.0 115 Black"/>
              </a:defRPr>
            </a:pPr>
            <a:r>
              <a:rPr sz="2300" b="1">
                <a:solidFill>
                  <a:srgbClr val="8C64E1"/>
                </a:solidFill>
                <a:latin typeface="Alibaba PuHuiTi 3.0 115 Black"/>
                <a:ea typeface="Alibaba PuHuiTi 3.0 115 Black"/>
                <a:cs typeface="Alibaba PuHuiTi 3.0 115 Black"/>
              </a:rPr>
              <a:t>2 → 010</a:t>
            </a:r>
          </a:p>
        </p:txBody>
      </p:sp>
      <p:sp>
        <p:nvSpPr>
          <p:cNvPr id="12" name="Rectangle 11">
            <a:extLst xmlns:a="http://schemas.openxmlformats.org/drawingml/2006/main">
              <a:ext uri="{FF2B5EF4-FFF2-40B4-BE49-F238E27FC236}">
                <a16:creationId xmlns:a16="http://schemas.microsoft.com/office/drawing/2014/main" id="{2214256D-57F4-49AF-811D-7E264FDD928E}"/>
              </a:ext>
            </a:extLst>
          </p:cNvPr>
          <p:cNvSpPr>
            <a:spLocks xmlns:a="http://schemas.openxmlformats.org/drawingml/2006/main" noGrp="1"/>
          </p:cNvSpPr>
          <p:nvPr/>
        </p:nvSpPr>
        <p:spPr>
          <a:xfrm xmlns:a="http://schemas.openxmlformats.org/drawingml/2006/main">
            <a:off x="9281159" y="2724912"/>
            <a:ext cx="2267712" cy="667512"/>
          </a:xfrm>
          <a:prstGeom xmlns:a="http://schemas.openxmlformats.org/drawingml/2006/main" prst="rect">
            <a:avLst/>
          </a:prstGeom>
          <a:noFill xmlns:a="http://schemas.openxmlformats.org/drawingml/2006/main"/>
          <a:ln xmlns:a="http://schemas.openxmlformats.org/drawingml/2006/main" w="25400">
            <a:solidFill>
              <a:srgbClr val="8C64E1"/>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3" name="TextBox 12">
            <a:extLst xmlns:a="http://schemas.openxmlformats.org/drawingml/2006/main">
              <a:ext uri="{FF2B5EF4-FFF2-40B4-BE49-F238E27FC236}">
                <a16:creationId xmlns:a16="http://schemas.microsoft.com/office/drawing/2014/main" id="{9D303CCC-5EB6-424A-A79D-0C3214F02948}"/>
              </a:ext>
            </a:extLst>
          </p:cNvPr>
          <p:cNvSpPr>
            <a:spLocks xmlns:a="http://schemas.openxmlformats.org/drawingml/2006/main" noGrp="1"/>
          </p:cNvSpPr>
          <p:nvPr/>
        </p:nvSpPr>
        <p:spPr>
          <a:xfrm xmlns:a="http://schemas.openxmlformats.org/drawingml/2006/main">
            <a:off x="9354311" y="2843784"/>
            <a:ext cx="2121408" cy="3505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2300" b="1">
                <a:solidFill>
                  <a:srgbClr val="8C64E1"/>
                </a:solidFill>
                <a:latin typeface="Alibaba PuHuiTi 3.0 115 Black"/>
                <a:ea typeface="Alibaba PuHuiTi 3.0 115 Black"/>
                <a:cs typeface="Alibaba PuHuiTi 3.0 115 Black"/>
              </a:defRPr>
            </a:defPPr>
          </a:lstStyle>
          <a:p xmlns:a="http://schemas.openxmlformats.org/drawingml/2006/main">
            <a:pPr algn="ctr">
              <a:spcBef>
                <a:spcPts val="0"/>
              </a:spcBef>
              <a:spcAft>
                <a:spcPts val="200"/>
              </a:spcAft>
              <a:buNone/>
              <a:defRPr sz="2300" b="1">
                <a:solidFill>
                  <a:srgbClr val="8C64E1"/>
                </a:solidFill>
                <a:latin typeface="Alibaba PuHuiTi 3.0 115 Black"/>
                <a:ea typeface="Alibaba PuHuiTi 3.0 115 Black"/>
                <a:cs typeface="Alibaba PuHuiTi 3.0 115 Black"/>
              </a:defRPr>
            </a:pPr>
            <a:r>
              <a:rPr sz="2300" b="1">
                <a:solidFill>
                  <a:srgbClr val="8C64E1"/>
                </a:solidFill>
                <a:latin typeface="Alibaba PuHuiTi 3.0 115 Black"/>
                <a:ea typeface="Alibaba PuHuiTi 3.0 115 Black"/>
                <a:cs typeface="Alibaba PuHuiTi 3.0 115 Black"/>
              </a:rPr>
              <a:t>3 → 011</a:t>
            </a:r>
          </a:p>
        </p:txBody>
      </p:sp>
      <p:sp>
        <p:nvSpPr>
          <p:cNvPr id="14" name="Rectangle 13">
            <a:extLst xmlns:a="http://schemas.openxmlformats.org/drawingml/2006/main">
              <a:ext uri="{FF2B5EF4-FFF2-40B4-BE49-F238E27FC236}">
                <a16:creationId xmlns:a16="http://schemas.microsoft.com/office/drawing/2014/main" id="{48F1B847-12BE-4FC0-9695-D4A5CF57D8B7}"/>
              </a:ext>
            </a:extLst>
          </p:cNvPr>
          <p:cNvSpPr>
            <a:spLocks xmlns:a="http://schemas.openxmlformats.org/drawingml/2006/main" noGrp="1"/>
          </p:cNvSpPr>
          <p:nvPr/>
        </p:nvSpPr>
        <p:spPr>
          <a:xfrm xmlns:a="http://schemas.openxmlformats.org/drawingml/2006/main">
            <a:off x="914400" y="3913632"/>
            <a:ext cx="2267712" cy="667512"/>
          </a:xfrm>
          <a:prstGeom xmlns:a="http://schemas.openxmlformats.org/drawingml/2006/main" prst="rect">
            <a:avLst/>
          </a:prstGeom>
          <a:noFill xmlns:a="http://schemas.openxmlformats.org/drawingml/2006/main"/>
          <a:ln xmlns:a="http://schemas.openxmlformats.org/drawingml/2006/main" w="254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5" name="TextBox 14">
            <a:extLst xmlns:a="http://schemas.openxmlformats.org/drawingml/2006/main">
              <a:ext uri="{FF2B5EF4-FFF2-40B4-BE49-F238E27FC236}">
                <a16:creationId xmlns:a16="http://schemas.microsoft.com/office/drawing/2014/main" id="{5084A61C-1548-48E7-8711-D966C1E87DB4}"/>
              </a:ext>
            </a:extLst>
          </p:cNvPr>
          <p:cNvSpPr>
            <a:spLocks xmlns:a="http://schemas.openxmlformats.org/drawingml/2006/main" noGrp="1"/>
          </p:cNvSpPr>
          <p:nvPr/>
        </p:nvSpPr>
        <p:spPr>
          <a:xfrm xmlns:a="http://schemas.openxmlformats.org/drawingml/2006/main">
            <a:off x="987552" y="4032504"/>
            <a:ext cx="2121408" cy="3505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2300" b="1">
                <a:solidFill>
                  <a:srgbClr val="007C9B"/>
                </a:solidFill>
                <a:latin typeface="Alibaba PuHuiTi 3.0 115 Black"/>
                <a:ea typeface="Alibaba PuHuiTi 3.0 115 Black"/>
                <a:cs typeface="Alibaba PuHuiTi 3.0 115 Black"/>
              </a:defRPr>
            </a:defPPr>
          </a:lstStyle>
          <a:p xmlns:a="http://schemas.openxmlformats.org/drawingml/2006/main">
            <a:pPr algn="ctr">
              <a:spcBef>
                <a:spcPts val="0"/>
              </a:spcBef>
              <a:spcAft>
                <a:spcPts val="200"/>
              </a:spcAft>
              <a:buNone/>
              <a:defRPr sz="2300" b="1">
                <a:solidFill>
                  <a:srgbClr val="007C9B"/>
                </a:solidFill>
                <a:latin typeface="Alibaba PuHuiTi 3.0 115 Black"/>
                <a:ea typeface="Alibaba PuHuiTi 3.0 115 Black"/>
                <a:cs typeface="Alibaba PuHuiTi 3.0 115 Black"/>
              </a:defRPr>
            </a:pPr>
            <a:r>
              <a:rPr sz="2300" b="1">
                <a:solidFill>
                  <a:srgbClr val="007C9B"/>
                </a:solidFill>
                <a:latin typeface="Alibaba PuHuiTi 3.0 115 Black"/>
                <a:ea typeface="Alibaba PuHuiTi 3.0 115 Black"/>
                <a:cs typeface="Alibaba PuHuiTi 3.0 115 Black"/>
              </a:rPr>
              <a:t>4 → 100</a:t>
            </a:r>
          </a:p>
        </p:txBody>
      </p:sp>
      <p:sp>
        <p:nvSpPr>
          <p:cNvPr id="16" name="Rectangle 15">
            <a:extLst xmlns:a="http://schemas.openxmlformats.org/drawingml/2006/main">
              <a:ext uri="{FF2B5EF4-FFF2-40B4-BE49-F238E27FC236}">
                <a16:creationId xmlns:a16="http://schemas.microsoft.com/office/drawing/2014/main" id="{1ED943F2-653C-415F-A395-06F338309A66}"/>
              </a:ext>
            </a:extLst>
          </p:cNvPr>
          <p:cNvSpPr>
            <a:spLocks xmlns:a="http://schemas.openxmlformats.org/drawingml/2006/main" noGrp="1"/>
          </p:cNvSpPr>
          <p:nvPr/>
        </p:nvSpPr>
        <p:spPr>
          <a:xfrm xmlns:a="http://schemas.openxmlformats.org/drawingml/2006/main">
            <a:off x="3703320" y="3913632"/>
            <a:ext cx="2267712" cy="667512"/>
          </a:xfrm>
          <a:prstGeom xmlns:a="http://schemas.openxmlformats.org/drawingml/2006/main" prst="rect">
            <a:avLst/>
          </a:prstGeom>
          <a:noFill xmlns:a="http://schemas.openxmlformats.org/drawingml/2006/main"/>
          <a:ln xmlns:a="http://schemas.openxmlformats.org/drawingml/2006/main" w="254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7" name="TextBox 16">
            <a:extLst xmlns:a="http://schemas.openxmlformats.org/drawingml/2006/main">
              <a:ext uri="{FF2B5EF4-FFF2-40B4-BE49-F238E27FC236}">
                <a16:creationId xmlns:a16="http://schemas.microsoft.com/office/drawing/2014/main" id="{48B420D4-B363-4972-9DF8-DB83B919CA26}"/>
              </a:ext>
            </a:extLst>
          </p:cNvPr>
          <p:cNvSpPr>
            <a:spLocks xmlns:a="http://schemas.openxmlformats.org/drawingml/2006/main" noGrp="1"/>
          </p:cNvSpPr>
          <p:nvPr/>
        </p:nvSpPr>
        <p:spPr>
          <a:xfrm xmlns:a="http://schemas.openxmlformats.org/drawingml/2006/main">
            <a:off x="3776472" y="4032504"/>
            <a:ext cx="2121408" cy="3505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2300" b="1">
                <a:solidFill>
                  <a:srgbClr val="007C9B"/>
                </a:solidFill>
                <a:latin typeface="Alibaba PuHuiTi 3.0 115 Black"/>
                <a:ea typeface="Alibaba PuHuiTi 3.0 115 Black"/>
                <a:cs typeface="Alibaba PuHuiTi 3.0 115 Black"/>
              </a:defRPr>
            </a:defPPr>
          </a:lstStyle>
          <a:p xmlns:a="http://schemas.openxmlformats.org/drawingml/2006/main">
            <a:pPr algn="ctr">
              <a:spcBef>
                <a:spcPts val="0"/>
              </a:spcBef>
              <a:spcAft>
                <a:spcPts val="200"/>
              </a:spcAft>
              <a:buNone/>
              <a:defRPr sz="2300" b="1">
                <a:solidFill>
                  <a:srgbClr val="007C9B"/>
                </a:solidFill>
                <a:latin typeface="Alibaba PuHuiTi 3.0 115 Black"/>
                <a:ea typeface="Alibaba PuHuiTi 3.0 115 Black"/>
                <a:cs typeface="Alibaba PuHuiTi 3.0 115 Black"/>
              </a:defRPr>
            </a:pPr>
            <a:r>
              <a:rPr sz="2300" b="1">
                <a:solidFill>
                  <a:srgbClr val="007C9B"/>
                </a:solidFill>
                <a:latin typeface="Alibaba PuHuiTi 3.0 115 Black"/>
                <a:ea typeface="Alibaba PuHuiTi 3.0 115 Black"/>
                <a:cs typeface="Alibaba PuHuiTi 3.0 115 Black"/>
              </a:rPr>
              <a:t>5 → 101</a:t>
            </a:r>
          </a:p>
        </p:txBody>
      </p:sp>
      <p:sp>
        <p:nvSpPr>
          <p:cNvPr id="18" name="Rectangle 17">
            <a:extLst xmlns:a="http://schemas.openxmlformats.org/drawingml/2006/main">
              <a:ext uri="{FF2B5EF4-FFF2-40B4-BE49-F238E27FC236}">
                <a16:creationId xmlns:a16="http://schemas.microsoft.com/office/drawing/2014/main" id="{0513207F-2687-4482-829D-4A3E58828032}"/>
              </a:ext>
            </a:extLst>
          </p:cNvPr>
          <p:cNvSpPr>
            <a:spLocks xmlns:a="http://schemas.openxmlformats.org/drawingml/2006/main" noGrp="1"/>
          </p:cNvSpPr>
          <p:nvPr/>
        </p:nvSpPr>
        <p:spPr>
          <a:xfrm xmlns:a="http://schemas.openxmlformats.org/drawingml/2006/main">
            <a:off x="6492240" y="3913632"/>
            <a:ext cx="2267712" cy="667512"/>
          </a:xfrm>
          <a:prstGeom xmlns:a="http://schemas.openxmlformats.org/drawingml/2006/main" prst="rect">
            <a:avLst/>
          </a:prstGeom>
          <a:noFill xmlns:a="http://schemas.openxmlformats.org/drawingml/2006/main"/>
          <a:ln xmlns:a="http://schemas.openxmlformats.org/drawingml/2006/main" w="254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9" name="TextBox 18">
            <a:extLst xmlns:a="http://schemas.openxmlformats.org/drawingml/2006/main">
              <a:ext uri="{FF2B5EF4-FFF2-40B4-BE49-F238E27FC236}">
                <a16:creationId xmlns:a16="http://schemas.microsoft.com/office/drawing/2014/main" id="{0309550D-2EF6-43B7-8A27-9C06396313E4}"/>
              </a:ext>
            </a:extLst>
          </p:cNvPr>
          <p:cNvSpPr>
            <a:spLocks xmlns:a="http://schemas.openxmlformats.org/drawingml/2006/main" noGrp="1"/>
          </p:cNvSpPr>
          <p:nvPr/>
        </p:nvSpPr>
        <p:spPr>
          <a:xfrm xmlns:a="http://schemas.openxmlformats.org/drawingml/2006/main">
            <a:off x="6565392" y="4032504"/>
            <a:ext cx="2121408" cy="3505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2300" b="1">
                <a:solidFill>
                  <a:srgbClr val="007C9B"/>
                </a:solidFill>
                <a:latin typeface="Alibaba PuHuiTi 3.0 115 Black"/>
                <a:ea typeface="Alibaba PuHuiTi 3.0 115 Black"/>
                <a:cs typeface="Alibaba PuHuiTi 3.0 115 Black"/>
              </a:defRPr>
            </a:defPPr>
          </a:lstStyle>
          <a:p xmlns:a="http://schemas.openxmlformats.org/drawingml/2006/main">
            <a:pPr algn="ctr">
              <a:spcBef>
                <a:spcPts val="0"/>
              </a:spcBef>
              <a:spcAft>
                <a:spcPts val="200"/>
              </a:spcAft>
              <a:buNone/>
              <a:defRPr sz="2300" b="1">
                <a:solidFill>
                  <a:srgbClr val="007C9B"/>
                </a:solidFill>
                <a:latin typeface="Alibaba PuHuiTi 3.0 115 Black"/>
                <a:ea typeface="Alibaba PuHuiTi 3.0 115 Black"/>
                <a:cs typeface="Alibaba PuHuiTi 3.0 115 Black"/>
              </a:defRPr>
            </a:pPr>
            <a:r>
              <a:rPr sz="2300" b="1">
                <a:solidFill>
                  <a:srgbClr val="007C9B"/>
                </a:solidFill>
                <a:latin typeface="Alibaba PuHuiTi 3.0 115 Black"/>
                <a:ea typeface="Alibaba PuHuiTi 3.0 115 Black"/>
                <a:cs typeface="Alibaba PuHuiTi 3.0 115 Black"/>
              </a:rPr>
              <a:t>6 → 110</a:t>
            </a:r>
          </a:p>
        </p:txBody>
      </p:sp>
      <p:sp>
        <p:nvSpPr>
          <p:cNvPr id="20" name="Rectangle 19">
            <a:extLst xmlns:a="http://schemas.openxmlformats.org/drawingml/2006/main">
              <a:ext uri="{FF2B5EF4-FFF2-40B4-BE49-F238E27FC236}">
                <a16:creationId xmlns:a16="http://schemas.microsoft.com/office/drawing/2014/main" id="{DF6F0226-35C8-4779-BE79-46446B00FC22}"/>
              </a:ext>
            </a:extLst>
          </p:cNvPr>
          <p:cNvSpPr>
            <a:spLocks xmlns:a="http://schemas.openxmlformats.org/drawingml/2006/main" noGrp="1"/>
          </p:cNvSpPr>
          <p:nvPr/>
        </p:nvSpPr>
        <p:spPr>
          <a:xfrm xmlns:a="http://schemas.openxmlformats.org/drawingml/2006/main">
            <a:off x="9281159" y="3913632"/>
            <a:ext cx="2267712" cy="667512"/>
          </a:xfrm>
          <a:prstGeom xmlns:a="http://schemas.openxmlformats.org/drawingml/2006/main" prst="rect">
            <a:avLst/>
          </a:prstGeom>
          <a:noFill xmlns:a="http://schemas.openxmlformats.org/drawingml/2006/main"/>
          <a:ln xmlns:a="http://schemas.openxmlformats.org/drawingml/2006/main" w="254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1" name="TextBox 20">
            <a:extLst xmlns:a="http://schemas.openxmlformats.org/drawingml/2006/main">
              <a:ext uri="{FF2B5EF4-FFF2-40B4-BE49-F238E27FC236}">
                <a16:creationId xmlns:a16="http://schemas.microsoft.com/office/drawing/2014/main" id="{EE7D6977-CC25-49AB-A97C-53D5B927E7C8}"/>
              </a:ext>
            </a:extLst>
          </p:cNvPr>
          <p:cNvSpPr>
            <a:spLocks xmlns:a="http://schemas.openxmlformats.org/drawingml/2006/main" noGrp="1"/>
          </p:cNvSpPr>
          <p:nvPr/>
        </p:nvSpPr>
        <p:spPr>
          <a:xfrm xmlns:a="http://schemas.openxmlformats.org/drawingml/2006/main">
            <a:off x="9354311" y="4032504"/>
            <a:ext cx="2121408" cy="3505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2300" b="1">
                <a:solidFill>
                  <a:srgbClr val="007C9B"/>
                </a:solidFill>
                <a:latin typeface="Alibaba PuHuiTi 3.0 115 Black"/>
                <a:ea typeface="Alibaba PuHuiTi 3.0 115 Black"/>
                <a:cs typeface="Alibaba PuHuiTi 3.0 115 Black"/>
              </a:defRPr>
            </a:defPPr>
          </a:lstStyle>
          <a:p xmlns:a="http://schemas.openxmlformats.org/drawingml/2006/main">
            <a:pPr algn="ctr">
              <a:spcBef>
                <a:spcPts val="0"/>
              </a:spcBef>
              <a:spcAft>
                <a:spcPts val="200"/>
              </a:spcAft>
              <a:buNone/>
              <a:defRPr sz="2300" b="1">
                <a:solidFill>
                  <a:srgbClr val="007C9B"/>
                </a:solidFill>
                <a:latin typeface="Alibaba PuHuiTi 3.0 115 Black"/>
                <a:ea typeface="Alibaba PuHuiTi 3.0 115 Black"/>
                <a:cs typeface="Alibaba PuHuiTi 3.0 115 Black"/>
              </a:defRPr>
            </a:pPr>
            <a:r>
              <a:rPr sz="2300" b="1">
                <a:solidFill>
                  <a:srgbClr val="007C9B"/>
                </a:solidFill>
                <a:latin typeface="Alibaba PuHuiTi 3.0 115 Black"/>
                <a:ea typeface="Alibaba PuHuiTi 3.0 115 Black"/>
                <a:cs typeface="Alibaba PuHuiTi 3.0 115 Black"/>
              </a:rPr>
              <a:t>7 → 111</a:t>
            </a:r>
          </a:p>
        </p:txBody>
      </p:sp>
      <p:sp>
        <p:nvSpPr>
          <p:cNvPr id="22" name="TextBox 21">
            <a:extLst xmlns:a="http://schemas.openxmlformats.org/drawingml/2006/main">
              <a:ext uri="{FF2B5EF4-FFF2-40B4-BE49-F238E27FC236}">
                <a16:creationId xmlns:a16="http://schemas.microsoft.com/office/drawing/2014/main" id="{0BF4ACA3-3599-4AE2-8109-5C1E8A049D06}"/>
              </a:ext>
            </a:extLst>
          </p:cNvPr>
          <p:cNvSpPr>
            <a:spLocks xmlns:a="http://schemas.openxmlformats.org/drawingml/2006/main" noGrp="1"/>
          </p:cNvSpPr>
          <p:nvPr/>
        </p:nvSpPr>
        <p:spPr>
          <a:xfrm xmlns:a="http://schemas.openxmlformats.org/drawingml/2006/main">
            <a:off x="777240" y="5879592"/>
            <a:ext cx="10789920" cy="33528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3 bit可以写出8种不同的编码：000～111。</a:t>
            </a:r>
          </a:p>
        </p:txBody>
      </p:sp>
    </p:spTree>
    <p:extLst>
      <p:ext uri="{BB962C8B-B14F-4D97-AF65-F5344CB8AC3E}">
        <p14:creationId xmlns:p14="http://schemas.microsoft.com/office/powerpoint/2010/main" val="397397694"/>
      </p:ext>
    </p:extLst>
  </p:cSld>
</p:sld>
</file>

<file path=ppt/slides/slide22.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4FAC4BE1-67B4-4125-ADE7-59E0B50C7727}"/>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9908546B-2341-46DC-90A3-1B804ACDB437}"/>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8DAB7765-CDF1-4DA8-9D35-0BDF2CE6FB5F}"/>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把量化等级分得更细，会发生什么？</a:t>
            </a:r>
          </a:p>
        </p:txBody>
      </p:sp>
      <p:sp>
        <p:nvSpPr>
          <p:cNvPr id="5" name="TextBox 4">
            <a:extLst xmlns:a="http://schemas.openxmlformats.org/drawingml/2006/main">
              <a:ext uri="{FF2B5EF4-FFF2-40B4-BE49-F238E27FC236}">
                <a16:creationId xmlns:a16="http://schemas.microsoft.com/office/drawing/2014/main" id="{52D2C732-628C-4F81-8315-7FA333ADE7E3}"/>
              </a:ext>
            </a:extLst>
          </p:cNvPr>
          <p:cNvSpPr>
            <a:spLocks xmlns:a="http://schemas.openxmlformats.org/drawingml/2006/main" noGrp="1"/>
          </p:cNvSpPr>
          <p:nvPr/>
        </p:nvSpPr>
        <p:spPr>
          <a:xfrm xmlns:a="http://schemas.openxmlformats.org/drawingml/2006/main">
            <a:off x="1371600" y="1755648"/>
            <a:ext cx="4343400" cy="39624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600" b="1">
                <a:solidFill>
                  <a:srgbClr val="8C64E1"/>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2600" b="1">
                <a:solidFill>
                  <a:srgbClr val="8C64E1"/>
                </a:solidFill>
                <a:latin typeface="Alibaba PuHuiTi 3.0 115 Black"/>
                <a:ea typeface="Alibaba PuHuiTi 3.0 115 Black"/>
                <a:cs typeface="Alibaba PuHuiTi 3.0 115 Black"/>
              </a:defRPr>
            </a:pPr>
            <a:r>
              <a:rPr sz="2600" b="1">
                <a:solidFill>
                  <a:srgbClr val="8C64E1"/>
                </a:solidFill>
                <a:latin typeface="Alibaba PuHuiTi 3.0 115 Black"/>
                <a:ea typeface="Alibaba PuHuiTi 3.0 115 Black"/>
                <a:cs typeface="Alibaba PuHuiTi 3.0 115 Black"/>
              </a:rPr>
              <a:t>3 bit → 8级</a:t>
            </a:r>
          </a:p>
        </p:txBody>
      </p:sp>
      <p:sp>
        <p:nvSpPr>
          <p:cNvPr id="6" name="Connector 5">
            <a:extLst xmlns:a="http://schemas.openxmlformats.org/drawingml/2006/main">
              <a:ext uri="{FF2B5EF4-FFF2-40B4-BE49-F238E27FC236}">
                <a16:creationId xmlns:a16="http://schemas.microsoft.com/office/drawing/2014/main" id="{312088E4-1AAF-426A-8209-6995DEC4D743}"/>
              </a:ext>
            </a:extLst>
          </p:cNvPr>
          <p:cNvSpPr>
            <a:spLocks xmlns:a="http://schemas.openxmlformats.org/drawingml/2006/main" noGrp="1"/>
          </p:cNvSpPr>
          <p:nvPr/>
        </p:nvSpPr>
        <p:spPr>
          <a:xfrm xmlns:a="http://schemas.openxmlformats.org/drawingml/2006/main">
            <a:off x="1371600" y="5230368"/>
            <a:ext cx="4069080" cy="0"/>
          </a:xfrm>
          <a:prstGeom xmlns:a="http://schemas.openxmlformats.org/drawingml/2006/main" prst="line">
            <a:avLst/>
          </a:prstGeom>
          <a:ln xmlns:a="http://schemas.openxmlformats.org/drawingml/2006/main" w="1270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 name="Connector 6">
            <a:extLst xmlns:a="http://schemas.openxmlformats.org/drawingml/2006/main">
              <a:ext uri="{FF2B5EF4-FFF2-40B4-BE49-F238E27FC236}">
                <a16:creationId xmlns:a16="http://schemas.microsoft.com/office/drawing/2014/main" id="{BD283056-FB2D-414B-B6F3-68774B1E829B}"/>
              </a:ext>
            </a:extLst>
          </p:cNvPr>
          <p:cNvSpPr>
            <a:spLocks xmlns:a="http://schemas.openxmlformats.org/drawingml/2006/main" noGrp="1"/>
          </p:cNvSpPr>
          <p:nvPr/>
        </p:nvSpPr>
        <p:spPr>
          <a:xfrm xmlns:a="http://schemas.openxmlformats.org/drawingml/2006/main">
            <a:off x="1371600" y="4828031"/>
            <a:ext cx="4069080" cy="0"/>
          </a:xfrm>
          <a:prstGeom xmlns:a="http://schemas.openxmlformats.org/drawingml/2006/main" prst="line">
            <a:avLst/>
          </a:prstGeom>
          <a:ln xmlns:a="http://schemas.openxmlformats.org/drawingml/2006/main" w="12700">
            <a:solidFill>
              <a:srgbClr val="E2E2E7"/>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 name="Connector 7">
            <a:extLst xmlns:a="http://schemas.openxmlformats.org/drawingml/2006/main">
              <a:ext uri="{FF2B5EF4-FFF2-40B4-BE49-F238E27FC236}">
                <a16:creationId xmlns:a16="http://schemas.microsoft.com/office/drawing/2014/main" id="{94471116-9957-40A1-AB63-C78C8D114F84}"/>
              </a:ext>
            </a:extLst>
          </p:cNvPr>
          <p:cNvSpPr>
            <a:spLocks xmlns:a="http://schemas.openxmlformats.org/drawingml/2006/main" noGrp="1"/>
          </p:cNvSpPr>
          <p:nvPr/>
        </p:nvSpPr>
        <p:spPr>
          <a:xfrm xmlns:a="http://schemas.openxmlformats.org/drawingml/2006/main">
            <a:off x="1371600" y="4425696"/>
            <a:ext cx="4069080" cy="0"/>
          </a:xfrm>
          <a:prstGeom xmlns:a="http://schemas.openxmlformats.org/drawingml/2006/main" prst="line">
            <a:avLst/>
          </a:prstGeom>
          <a:ln xmlns:a="http://schemas.openxmlformats.org/drawingml/2006/main" w="1270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 name="Connector 8">
            <a:extLst xmlns:a="http://schemas.openxmlformats.org/drawingml/2006/main">
              <a:ext uri="{FF2B5EF4-FFF2-40B4-BE49-F238E27FC236}">
                <a16:creationId xmlns:a16="http://schemas.microsoft.com/office/drawing/2014/main" id="{BF50F5DC-B51A-4B67-921C-173664FEA232}"/>
              </a:ext>
            </a:extLst>
          </p:cNvPr>
          <p:cNvSpPr>
            <a:spLocks xmlns:a="http://schemas.openxmlformats.org/drawingml/2006/main" noGrp="1"/>
          </p:cNvSpPr>
          <p:nvPr/>
        </p:nvSpPr>
        <p:spPr>
          <a:xfrm xmlns:a="http://schemas.openxmlformats.org/drawingml/2006/main">
            <a:off x="1371600" y="4023359"/>
            <a:ext cx="4069080" cy="0"/>
          </a:xfrm>
          <a:prstGeom xmlns:a="http://schemas.openxmlformats.org/drawingml/2006/main" prst="line">
            <a:avLst/>
          </a:prstGeom>
          <a:ln xmlns:a="http://schemas.openxmlformats.org/drawingml/2006/main" w="12700">
            <a:solidFill>
              <a:srgbClr val="E2E2E7"/>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 name="Connector 9">
            <a:extLst xmlns:a="http://schemas.openxmlformats.org/drawingml/2006/main">
              <a:ext uri="{FF2B5EF4-FFF2-40B4-BE49-F238E27FC236}">
                <a16:creationId xmlns:a16="http://schemas.microsoft.com/office/drawing/2014/main" id="{1D262263-8FAA-4778-A511-06FBB5CABC8B}"/>
              </a:ext>
            </a:extLst>
          </p:cNvPr>
          <p:cNvSpPr>
            <a:spLocks xmlns:a="http://schemas.openxmlformats.org/drawingml/2006/main" noGrp="1"/>
          </p:cNvSpPr>
          <p:nvPr/>
        </p:nvSpPr>
        <p:spPr>
          <a:xfrm xmlns:a="http://schemas.openxmlformats.org/drawingml/2006/main">
            <a:off x="1371600" y="3621024"/>
            <a:ext cx="4069080" cy="0"/>
          </a:xfrm>
          <a:prstGeom xmlns:a="http://schemas.openxmlformats.org/drawingml/2006/main" prst="line">
            <a:avLst/>
          </a:prstGeom>
          <a:ln xmlns:a="http://schemas.openxmlformats.org/drawingml/2006/main" w="1270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1" name="Connector 10">
            <a:extLst xmlns:a="http://schemas.openxmlformats.org/drawingml/2006/main">
              <a:ext uri="{FF2B5EF4-FFF2-40B4-BE49-F238E27FC236}">
                <a16:creationId xmlns:a16="http://schemas.microsoft.com/office/drawing/2014/main" id="{E8785199-AF91-4CC6-9690-E0FC83D8520E}"/>
              </a:ext>
            </a:extLst>
          </p:cNvPr>
          <p:cNvSpPr>
            <a:spLocks xmlns:a="http://schemas.openxmlformats.org/drawingml/2006/main" noGrp="1"/>
          </p:cNvSpPr>
          <p:nvPr/>
        </p:nvSpPr>
        <p:spPr>
          <a:xfrm xmlns:a="http://schemas.openxmlformats.org/drawingml/2006/main">
            <a:off x="1371600" y="3218687"/>
            <a:ext cx="4069080" cy="0"/>
          </a:xfrm>
          <a:prstGeom xmlns:a="http://schemas.openxmlformats.org/drawingml/2006/main" prst="line">
            <a:avLst/>
          </a:prstGeom>
          <a:ln xmlns:a="http://schemas.openxmlformats.org/drawingml/2006/main" w="12700">
            <a:solidFill>
              <a:srgbClr val="E2E2E7"/>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2" name="Connector 11">
            <a:extLst xmlns:a="http://schemas.openxmlformats.org/drawingml/2006/main">
              <a:ext uri="{FF2B5EF4-FFF2-40B4-BE49-F238E27FC236}">
                <a16:creationId xmlns:a16="http://schemas.microsoft.com/office/drawing/2014/main" id="{F6EA9CA1-B63A-461D-92F7-577EF3B042A6}"/>
              </a:ext>
            </a:extLst>
          </p:cNvPr>
          <p:cNvSpPr>
            <a:spLocks xmlns:a="http://schemas.openxmlformats.org/drawingml/2006/main" noGrp="1"/>
          </p:cNvSpPr>
          <p:nvPr/>
        </p:nvSpPr>
        <p:spPr>
          <a:xfrm xmlns:a="http://schemas.openxmlformats.org/drawingml/2006/main">
            <a:off x="1371600" y="2816351"/>
            <a:ext cx="4069080" cy="0"/>
          </a:xfrm>
          <a:prstGeom xmlns:a="http://schemas.openxmlformats.org/drawingml/2006/main" prst="line">
            <a:avLst/>
          </a:prstGeom>
          <a:ln xmlns:a="http://schemas.openxmlformats.org/drawingml/2006/main" w="1270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3" name="Connector 12">
            <a:extLst xmlns:a="http://schemas.openxmlformats.org/drawingml/2006/main">
              <a:ext uri="{FF2B5EF4-FFF2-40B4-BE49-F238E27FC236}">
                <a16:creationId xmlns:a16="http://schemas.microsoft.com/office/drawing/2014/main" id="{C7724CD4-CAD5-4AEC-8AF4-959DD2092EC3}"/>
              </a:ext>
            </a:extLst>
          </p:cNvPr>
          <p:cNvSpPr>
            <a:spLocks xmlns:a="http://schemas.openxmlformats.org/drawingml/2006/main" noGrp="1"/>
          </p:cNvSpPr>
          <p:nvPr/>
        </p:nvSpPr>
        <p:spPr>
          <a:xfrm xmlns:a="http://schemas.openxmlformats.org/drawingml/2006/main">
            <a:off x="1371600" y="2414015"/>
            <a:ext cx="4069080" cy="0"/>
          </a:xfrm>
          <a:prstGeom xmlns:a="http://schemas.openxmlformats.org/drawingml/2006/main" prst="line">
            <a:avLst/>
          </a:prstGeom>
          <a:ln xmlns:a="http://schemas.openxmlformats.org/drawingml/2006/main" w="12700">
            <a:solidFill>
              <a:srgbClr val="E2E2E7"/>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4" name="TextBox 13">
            <a:extLst xmlns:a="http://schemas.openxmlformats.org/drawingml/2006/main">
              <a:ext uri="{FF2B5EF4-FFF2-40B4-BE49-F238E27FC236}">
                <a16:creationId xmlns:a16="http://schemas.microsoft.com/office/drawing/2014/main" id="{93D08B11-ABB3-410A-8F91-EAB313DE4039}"/>
              </a:ext>
            </a:extLst>
          </p:cNvPr>
          <p:cNvSpPr>
            <a:spLocks xmlns:a="http://schemas.openxmlformats.org/drawingml/2006/main" noGrp="1"/>
          </p:cNvSpPr>
          <p:nvPr/>
        </p:nvSpPr>
        <p:spPr>
          <a:xfrm xmlns:a="http://schemas.openxmlformats.org/drawingml/2006/main">
            <a:off x="1371600" y="5486400"/>
            <a:ext cx="4114800"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可选代表值更密集</a:t>
            </a:r>
          </a:p>
        </p:txBody>
      </p:sp>
      <p:sp>
        <p:nvSpPr>
          <p:cNvPr id="15" name="TextBox 14">
            <a:extLst xmlns:a="http://schemas.openxmlformats.org/drawingml/2006/main">
              <a:ext uri="{FF2B5EF4-FFF2-40B4-BE49-F238E27FC236}">
                <a16:creationId xmlns:a16="http://schemas.microsoft.com/office/drawing/2014/main" id="{FCB694C3-759E-43A7-80B6-B40F9ABE5FE9}"/>
              </a:ext>
            </a:extLst>
          </p:cNvPr>
          <p:cNvSpPr>
            <a:spLocks xmlns:a="http://schemas.openxmlformats.org/drawingml/2006/main" noGrp="1"/>
          </p:cNvSpPr>
          <p:nvPr/>
        </p:nvSpPr>
        <p:spPr>
          <a:xfrm xmlns:a="http://schemas.openxmlformats.org/drawingml/2006/main">
            <a:off x="6858000" y="1755648"/>
            <a:ext cx="4343400" cy="39624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600" b="1">
                <a:solidFill>
                  <a:srgbClr val="007C9B"/>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2600" b="1">
                <a:solidFill>
                  <a:srgbClr val="007C9B"/>
                </a:solidFill>
                <a:latin typeface="Alibaba PuHuiTi 3.0 115 Black"/>
                <a:ea typeface="Alibaba PuHuiTi 3.0 115 Black"/>
                <a:cs typeface="Alibaba PuHuiTi 3.0 115 Black"/>
              </a:defRPr>
            </a:pPr>
            <a:r>
              <a:rPr sz="2600" b="1">
                <a:solidFill>
                  <a:srgbClr val="007C9B"/>
                </a:solidFill>
                <a:latin typeface="Alibaba PuHuiTi 3.0 115 Black"/>
                <a:ea typeface="Alibaba PuHuiTi 3.0 115 Black"/>
                <a:cs typeface="Alibaba PuHuiTi 3.0 115 Black"/>
              </a:rPr>
              <a:t>4 bit → 16级</a:t>
            </a:r>
          </a:p>
        </p:txBody>
      </p:sp>
      <p:sp>
        <p:nvSpPr>
          <p:cNvPr id="16" name="Connector 15">
            <a:extLst xmlns:a="http://schemas.openxmlformats.org/drawingml/2006/main">
              <a:ext uri="{FF2B5EF4-FFF2-40B4-BE49-F238E27FC236}">
                <a16:creationId xmlns:a16="http://schemas.microsoft.com/office/drawing/2014/main" id="{E0210601-1692-46ED-9C79-07393B57FBF7}"/>
              </a:ext>
            </a:extLst>
          </p:cNvPr>
          <p:cNvSpPr>
            <a:spLocks xmlns:a="http://schemas.openxmlformats.org/drawingml/2006/main" noGrp="1"/>
          </p:cNvSpPr>
          <p:nvPr/>
        </p:nvSpPr>
        <p:spPr>
          <a:xfrm xmlns:a="http://schemas.openxmlformats.org/drawingml/2006/main">
            <a:off x="6858000" y="5230368"/>
            <a:ext cx="4069080" cy="0"/>
          </a:xfrm>
          <a:prstGeom xmlns:a="http://schemas.openxmlformats.org/drawingml/2006/main" prst="line">
            <a:avLst/>
          </a:prstGeom>
          <a:ln xmlns:a="http://schemas.openxmlformats.org/drawingml/2006/main" w="12700">
            <a:solidFill>
              <a:srgbClr val="00B0F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7" name="Connector 16">
            <a:extLst xmlns:a="http://schemas.openxmlformats.org/drawingml/2006/main">
              <a:ext uri="{FF2B5EF4-FFF2-40B4-BE49-F238E27FC236}">
                <a16:creationId xmlns:a16="http://schemas.microsoft.com/office/drawing/2014/main" id="{6B9AC6F5-9497-41F6-91DF-74E836822EAE}"/>
              </a:ext>
            </a:extLst>
          </p:cNvPr>
          <p:cNvSpPr>
            <a:spLocks xmlns:a="http://schemas.openxmlformats.org/drawingml/2006/main" noGrp="1"/>
          </p:cNvSpPr>
          <p:nvPr/>
        </p:nvSpPr>
        <p:spPr>
          <a:xfrm xmlns:a="http://schemas.openxmlformats.org/drawingml/2006/main">
            <a:off x="6858000" y="5042611"/>
            <a:ext cx="4069080" cy="0"/>
          </a:xfrm>
          <a:prstGeom xmlns:a="http://schemas.openxmlformats.org/drawingml/2006/main" prst="line">
            <a:avLst/>
          </a:prstGeom>
          <a:ln xmlns:a="http://schemas.openxmlformats.org/drawingml/2006/main" w="12700">
            <a:solidFill>
              <a:srgbClr val="E2E2E7"/>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8" name="Connector 17">
            <a:extLst xmlns:a="http://schemas.openxmlformats.org/drawingml/2006/main">
              <a:ext uri="{FF2B5EF4-FFF2-40B4-BE49-F238E27FC236}">
                <a16:creationId xmlns:a16="http://schemas.microsoft.com/office/drawing/2014/main" id="{18062AE7-BC18-453B-B2BD-6C53EA690A39}"/>
              </a:ext>
            </a:extLst>
          </p:cNvPr>
          <p:cNvSpPr>
            <a:spLocks xmlns:a="http://schemas.openxmlformats.org/drawingml/2006/main" noGrp="1"/>
          </p:cNvSpPr>
          <p:nvPr/>
        </p:nvSpPr>
        <p:spPr>
          <a:xfrm xmlns:a="http://schemas.openxmlformats.org/drawingml/2006/main">
            <a:off x="6858000" y="4854854"/>
            <a:ext cx="4069080" cy="0"/>
          </a:xfrm>
          <a:prstGeom xmlns:a="http://schemas.openxmlformats.org/drawingml/2006/main" prst="line">
            <a:avLst/>
          </a:prstGeom>
          <a:ln xmlns:a="http://schemas.openxmlformats.org/drawingml/2006/main" w="12700">
            <a:solidFill>
              <a:srgbClr val="00B0F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9" name="Connector 18">
            <a:extLst xmlns:a="http://schemas.openxmlformats.org/drawingml/2006/main">
              <a:ext uri="{FF2B5EF4-FFF2-40B4-BE49-F238E27FC236}">
                <a16:creationId xmlns:a16="http://schemas.microsoft.com/office/drawing/2014/main" id="{F9231755-730D-420F-8EC8-79FA407378E0}"/>
              </a:ext>
            </a:extLst>
          </p:cNvPr>
          <p:cNvSpPr>
            <a:spLocks xmlns:a="http://schemas.openxmlformats.org/drawingml/2006/main" noGrp="1"/>
          </p:cNvSpPr>
          <p:nvPr/>
        </p:nvSpPr>
        <p:spPr>
          <a:xfrm xmlns:a="http://schemas.openxmlformats.org/drawingml/2006/main">
            <a:off x="6858000" y="4667097"/>
            <a:ext cx="4069080" cy="0"/>
          </a:xfrm>
          <a:prstGeom xmlns:a="http://schemas.openxmlformats.org/drawingml/2006/main" prst="line">
            <a:avLst/>
          </a:prstGeom>
          <a:ln xmlns:a="http://schemas.openxmlformats.org/drawingml/2006/main" w="12700">
            <a:solidFill>
              <a:srgbClr val="E2E2E7"/>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0" name="Connector 19">
            <a:extLst xmlns:a="http://schemas.openxmlformats.org/drawingml/2006/main">
              <a:ext uri="{FF2B5EF4-FFF2-40B4-BE49-F238E27FC236}">
                <a16:creationId xmlns:a16="http://schemas.microsoft.com/office/drawing/2014/main" id="{4F087512-2A06-4FC5-B5AD-910050EDBF68}"/>
              </a:ext>
            </a:extLst>
          </p:cNvPr>
          <p:cNvSpPr>
            <a:spLocks xmlns:a="http://schemas.openxmlformats.org/drawingml/2006/main" noGrp="1"/>
          </p:cNvSpPr>
          <p:nvPr/>
        </p:nvSpPr>
        <p:spPr>
          <a:xfrm xmlns:a="http://schemas.openxmlformats.org/drawingml/2006/main">
            <a:off x="6858000" y="4479340"/>
            <a:ext cx="4069080" cy="0"/>
          </a:xfrm>
          <a:prstGeom xmlns:a="http://schemas.openxmlformats.org/drawingml/2006/main" prst="line">
            <a:avLst/>
          </a:prstGeom>
          <a:ln xmlns:a="http://schemas.openxmlformats.org/drawingml/2006/main" w="12700">
            <a:solidFill>
              <a:srgbClr val="00B0F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1" name="Connector 20">
            <a:extLst xmlns:a="http://schemas.openxmlformats.org/drawingml/2006/main">
              <a:ext uri="{FF2B5EF4-FFF2-40B4-BE49-F238E27FC236}">
                <a16:creationId xmlns:a16="http://schemas.microsoft.com/office/drawing/2014/main" id="{6068DE10-58B9-48AC-9417-FAB9DA61B8A1}"/>
              </a:ext>
            </a:extLst>
          </p:cNvPr>
          <p:cNvSpPr>
            <a:spLocks xmlns:a="http://schemas.openxmlformats.org/drawingml/2006/main" noGrp="1"/>
          </p:cNvSpPr>
          <p:nvPr/>
        </p:nvSpPr>
        <p:spPr>
          <a:xfrm xmlns:a="http://schemas.openxmlformats.org/drawingml/2006/main">
            <a:off x="6858000" y="4291584"/>
            <a:ext cx="4069080" cy="0"/>
          </a:xfrm>
          <a:prstGeom xmlns:a="http://schemas.openxmlformats.org/drawingml/2006/main" prst="line">
            <a:avLst/>
          </a:prstGeom>
          <a:ln xmlns:a="http://schemas.openxmlformats.org/drawingml/2006/main" w="12700">
            <a:solidFill>
              <a:srgbClr val="E2E2E7"/>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2" name="Connector 21">
            <a:extLst xmlns:a="http://schemas.openxmlformats.org/drawingml/2006/main">
              <a:ext uri="{FF2B5EF4-FFF2-40B4-BE49-F238E27FC236}">
                <a16:creationId xmlns:a16="http://schemas.microsoft.com/office/drawing/2014/main" id="{97F5B569-EC90-4654-AB6A-C8EC43EA8D61}"/>
              </a:ext>
            </a:extLst>
          </p:cNvPr>
          <p:cNvSpPr>
            <a:spLocks xmlns:a="http://schemas.openxmlformats.org/drawingml/2006/main" noGrp="1"/>
          </p:cNvSpPr>
          <p:nvPr/>
        </p:nvSpPr>
        <p:spPr>
          <a:xfrm xmlns:a="http://schemas.openxmlformats.org/drawingml/2006/main">
            <a:off x="6858000" y="4103827"/>
            <a:ext cx="4069080" cy="0"/>
          </a:xfrm>
          <a:prstGeom xmlns:a="http://schemas.openxmlformats.org/drawingml/2006/main" prst="line">
            <a:avLst/>
          </a:prstGeom>
          <a:ln xmlns:a="http://schemas.openxmlformats.org/drawingml/2006/main" w="12700">
            <a:solidFill>
              <a:srgbClr val="00B0F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3" name="Connector 22">
            <a:extLst xmlns:a="http://schemas.openxmlformats.org/drawingml/2006/main">
              <a:ext uri="{FF2B5EF4-FFF2-40B4-BE49-F238E27FC236}">
                <a16:creationId xmlns:a16="http://schemas.microsoft.com/office/drawing/2014/main" id="{E3DBBF9D-FA48-418A-A185-EE831E238C81}"/>
              </a:ext>
            </a:extLst>
          </p:cNvPr>
          <p:cNvSpPr>
            <a:spLocks xmlns:a="http://schemas.openxmlformats.org/drawingml/2006/main" noGrp="1"/>
          </p:cNvSpPr>
          <p:nvPr/>
        </p:nvSpPr>
        <p:spPr>
          <a:xfrm xmlns:a="http://schemas.openxmlformats.org/drawingml/2006/main">
            <a:off x="6858000" y="3916070"/>
            <a:ext cx="4069080" cy="0"/>
          </a:xfrm>
          <a:prstGeom xmlns:a="http://schemas.openxmlformats.org/drawingml/2006/main" prst="line">
            <a:avLst/>
          </a:prstGeom>
          <a:ln xmlns:a="http://schemas.openxmlformats.org/drawingml/2006/main" w="12700">
            <a:solidFill>
              <a:srgbClr val="E2E2E7"/>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4" name="Connector 23">
            <a:extLst xmlns:a="http://schemas.openxmlformats.org/drawingml/2006/main">
              <a:ext uri="{FF2B5EF4-FFF2-40B4-BE49-F238E27FC236}">
                <a16:creationId xmlns:a16="http://schemas.microsoft.com/office/drawing/2014/main" id="{33207B38-2D56-481A-9EFB-B8C6EC7C401A}"/>
              </a:ext>
            </a:extLst>
          </p:cNvPr>
          <p:cNvSpPr>
            <a:spLocks xmlns:a="http://schemas.openxmlformats.org/drawingml/2006/main" noGrp="1"/>
          </p:cNvSpPr>
          <p:nvPr/>
        </p:nvSpPr>
        <p:spPr>
          <a:xfrm xmlns:a="http://schemas.openxmlformats.org/drawingml/2006/main">
            <a:off x="6858000" y="3728313"/>
            <a:ext cx="4069080" cy="0"/>
          </a:xfrm>
          <a:prstGeom xmlns:a="http://schemas.openxmlformats.org/drawingml/2006/main" prst="line">
            <a:avLst/>
          </a:prstGeom>
          <a:ln xmlns:a="http://schemas.openxmlformats.org/drawingml/2006/main" w="12700">
            <a:solidFill>
              <a:srgbClr val="00B0F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5" name="Connector 24">
            <a:extLst xmlns:a="http://schemas.openxmlformats.org/drawingml/2006/main">
              <a:ext uri="{FF2B5EF4-FFF2-40B4-BE49-F238E27FC236}">
                <a16:creationId xmlns:a16="http://schemas.microsoft.com/office/drawing/2014/main" id="{40ED1DE2-CAEC-427C-B24F-261B0C886CAB}"/>
              </a:ext>
            </a:extLst>
          </p:cNvPr>
          <p:cNvSpPr>
            <a:spLocks xmlns:a="http://schemas.openxmlformats.org/drawingml/2006/main" noGrp="1"/>
          </p:cNvSpPr>
          <p:nvPr/>
        </p:nvSpPr>
        <p:spPr>
          <a:xfrm xmlns:a="http://schemas.openxmlformats.org/drawingml/2006/main">
            <a:off x="6858000" y="3540556"/>
            <a:ext cx="4069080" cy="0"/>
          </a:xfrm>
          <a:prstGeom xmlns:a="http://schemas.openxmlformats.org/drawingml/2006/main" prst="line">
            <a:avLst/>
          </a:prstGeom>
          <a:ln xmlns:a="http://schemas.openxmlformats.org/drawingml/2006/main" w="12700">
            <a:solidFill>
              <a:srgbClr val="E2E2E7"/>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6" name="Connector 25">
            <a:extLst xmlns:a="http://schemas.openxmlformats.org/drawingml/2006/main">
              <a:ext uri="{FF2B5EF4-FFF2-40B4-BE49-F238E27FC236}">
                <a16:creationId xmlns:a16="http://schemas.microsoft.com/office/drawing/2014/main" id="{D386BB5B-2D6D-45D1-9CD0-D82098B93DC1}"/>
              </a:ext>
            </a:extLst>
          </p:cNvPr>
          <p:cNvSpPr>
            <a:spLocks xmlns:a="http://schemas.openxmlformats.org/drawingml/2006/main" noGrp="1"/>
          </p:cNvSpPr>
          <p:nvPr/>
        </p:nvSpPr>
        <p:spPr>
          <a:xfrm xmlns:a="http://schemas.openxmlformats.org/drawingml/2006/main">
            <a:off x="6858000" y="3352800"/>
            <a:ext cx="4069080" cy="0"/>
          </a:xfrm>
          <a:prstGeom xmlns:a="http://schemas.openxmlformats.org/drawingml/2006/main" prst="line">
            <a:avLst/>
          </a:prstGeom>
          <a:ln xmlns:a="http://schemas.openxmlformats.org/drawingml/2006/main" w="12700">
            <a:solidFill>
              <a:srgbClr val="00B0F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7" name="Connector 26">
            <a:extLst xmlns:a="http://schemas.openxmlformats.org/drawingml/2006/main">
              <a:ext uri="{FF2B5EF4-FFF2-40B4-BE49-F238E27FC236}">
                <a16:creationId xmlns:a16="http://schemas.microsoft.com/office/drawing/2014/main" id="{6F442263-04A3-4A1B-9437-76F4CC9F3770}"/>
              </a:ext>
            </a:extLst>
          </p:cNvPr>
          <p:cNvSpPr>
            <a:spLocks xmlns:a="http://schemas.openxmlformats.org/drawingml/2006/main" noGrp="1"/>
          </p:cNvSpPr>
          <p:nvPr/>
        </p:nvSpPr>
        <p:spPr>
          <a:xfrm xmlns:a="http://schemas.openxmlformats.org/drawingml/2006/main">
            <a:off x="6858000" y="3165043"/>
            <a:ext cx="4069080" cy="0"/>
          </a:xfrm>
          <a:prstGeom xmlns:a="http://schemas.openxmlformats.org/drawingml/2006/main" prst="line">
            <a:avLst/>
          </a:prstGeom>
          <a:ln xmlns:a="http://schemas.openxmlformats.org/drawingml/2006/main" w="12700">
            <a:solidFill>
              <a:srgbClr val="E2E2E7"/>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8" name="Connector 27">
            <a:extLst xmlns:a="http://schemas.openxmlformats.org/drawingml/2006/main">
              <a:ext uri="{FF2B5EF4-FFF2-40B4-BE49-F238E27FC236}">
                <a16:creationId xmlns:a16="http://schemas.microsoft.com/office/drawing/2014/main" id="{8CB001DF-F11F-4843-91BF-E44FC9E851D5}"/>
              </a:ext>
            </a:extLst>
          </p:cNvPr>
          <p:cNvSpPr>
            <a:spLocks xmlns:a="http://schemas.openxmlformats.org/drawingml/2006/main" noGrp="1"/>
          </p:cNvSpPr>
          <p:nvPr/>
        </p:nvSpPr>
        <p:spPr>
          <a:xfrm xmlns:a="http://schemas.openxmlformats.org/drawingml/2006/main">
            <a:off x="6858000" y="2977286"/>
            <a:ext cx="4069080" cy="0"/>
          </a:xfrm>
          <a:prstGeom xmlns:a="http://schemas.openxmlformats.org/drawingml/2006/main" prst="line">
            <a:avLst/>
          </a:prstGeom>
          <a:ln xmlns:a="http://schemas.openxmlformats.org/drawingml/2006/main" w="12700">
            <a:solidFill>
              <a:srgbClr val="00B0F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9" name="Connector 28">
            <a:extLst xmlns:a="http://schemas.openxmlformats.org/drawingml/2006/main">
              <a:ext uri="{FF2B5EF4-FFF2-40B4-BE49-F238E27FC236}">
                <a16:creationId xmlns:a16="http://schemas.microsoft.com/office/drawing/2014/main" id="{29C03EB4-C563-48E8-BF06-48D1D72F9D21}"/>
              </a:ext>
            </a:extLst>
          </p:cNvPr>
          <p:cNvSpPr>
            <a:spLocks xmlns:a="http://schemas.openxmlformats.org/drawingml/2006/main" noGrp="1"/>
          </p:cNvSpPr>
          <p:nvPr/>
        </p:nvSpPr>
        <p:spPr>
          <a:xfrm xmlns:a="http://schemas.openxmlformats.org/drawingml/2006/main">
            <a:off x="6858000" y="2789529"/>
            <a:ext cx="4069080" cy="0"/>
          </a:xfrm>
          <a:prstGeom xmlns:a="http://schemas.openxmlformats.org/drawingml/2006/main" prst="line">
            <a:avLst/>
          </a:prstGeom>
          <a:ln xmlns:a="http://schemas.openxmlformats.org/drawingml/2006/main" w="12700">
            <a:solidFill>
              <a:srgbClr val="E2E2E7"/>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0" name="Connector 29">
            <a:extLst xmlns:a="http://schemas.openxmlformats.org/drawingml/2006/main">
              <a:ext uri="{FF2B5EF4-FFF2-40B4-BE49-F238E27FC236}">
                <a16:creationId xmlns:a16="http://schemas.microsoft.com/office/drawing/2014/main" id="{0F6BB355-352A-4871-93CD-26D8FA489775}"/>
              </a:ext>
            </a:extLst>
          </p:cNvPr>
          <p:cNvSpPr>
            <a:spLocks xmlns:a="http://schemas.openxmlformats.org/drawingml/2006/main" noGrp="1"/>
          </p:cNvSpPr>
          <p:nvPr/>
        </p:nvSpPr>
        <p:spPr>
          <a:xfrm xmlns:a="http://schemas.openxmlformats.org/drawingml/2006/main">
            <a:off x="6858000" y="2601772"/>
            <a:ext cx="4069080" cy="0"/>
          </a:xfrm>
          <a:prstGeom xmlns:a="http://schemas.openxmlformats.org/drawingml/2006/main" prst="line">
            <a:avLst/>
          </a:prstGeom>
          <a:ln xmlns:a="http://schemas.openxmlformats.org/drawingml/2006/main" w="12700">
            <a:solidFill>
              <a:srgbClr val="00B0F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1" name="Connector 30">
            <a:extLst xmlns:a="http://schemas.openxmlformats.org/drawingml/2006/main">
              <a:ext uri="{FF2B5EF4-FFF2-40B4-BE49-F238E27FC236}">
                <a16:creationId xmlns:a16="http://schemas.microsoft.com/office/drawing/2014/main" id="{4C176F12-77A4-4DB5-B021-2B65399ADEDB}"/>
              </a:ext>
            </a:extLst>
          </p:cNvPr>
          <p:cNvSpPr>
            <a:spLocks xmlns:a="http://schemas.openxmlformats.org/drawingml/2006/main" noGrp="1"/>
          </p:cNvSpPr>
          <p:nvPr/>
        </p:nvSpPr>
        <p:spPr>
          <a:xfrm xmlns:a="http://schemas.openxmlformats.org/drawingml/2006/main">
            <a:off x="6858000" y="2414015"/>
            <a:ext cx="4069080" cy="0"/>
          </a:xfrm>
          <a:prstGeom xmlns:a="http://schemas.openxmlformats.org/drawingml/2006/main" prst="line">
            <a:avLst/>
          </a:prstGeom>
          <a:ln xmlns:a="http://schemas.openxmlformats.org/drawingml/2006/main" w="12700">
            <a:solidFill>
              <a:srgbClr val="E2E2E7"/>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2" name="TextBox 31">
            <a:extLst xmlns:a="http://schemas.openxmlformats.org/drawingml/2006/main">
              <a:ext uri="{FF2B5EF4-FFF2-40B4-BE49-F238E27FC236}">
                <a16:creationId xmlns:a16="http://schemas.microsoft.com/office/drawing/2014/main" id="{F2F37217-BF9B-4D5B-BA6F-59F5484B4AEC}"/>
              </a:ext>
            </a:extLst>
          </p:cNvPr>
          <p:cNvSpPr>
            <a:spLocks xmlns:a="http://schemas.openxmlformats.org/drawingml/2006/main" noGrp="1"/>
          </p:cNvSpPr>
          <p:nvPr/>
        </p:nvSpPr>
        <p:spPr>
          <a:xfrm xmlns:a="http://schemas.openxmlformats.org/drawingml/2006/main">
            <a:off x="6858000" y="5486400"/>
            <a:ext cx="4114800"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可选代表值更密集</a:t>
            </a:r>
          </a:p>
        </p:txBody>
      </p:sp>
    </p:spTree>
    <p:extLst>
      <p:ext uri="{BB962C8B-B14F-4D97-AF65-F5344CB8AC3E}">
        <p14:creationId xmlns:p14="http://schemas.microsoft.com/office/powerpoint/2010/main" val="668672532"/>
      </p:ext>
    </p:extLst>
  </p:cSld>
</p:sld>
</file>

<file path=ppt/slides/slide23.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BFD492E0-1614-4C88-A479-CD0F1ABAF27F}"/>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8888EC00-0445-4E3A-AA06-1167CDDECD56}"/>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0548184F-EF6C-49F6-8564-F5EDA12E909C}"/>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采样率与量化位数，分别控制什么？</a:t>
            </a:r>
          </a:p>
        </p:txBody>
      </p:sp>
      <p:sp>
        <p:nvSpPr>
          <p:cNvPr id="5" name="Connector 4">
            <a:extLst xmlns:a="http://schemas.openxmlformats.org/drawingml/2006/main">
              <a:ext uri="{FF2B5EF4-FFF2-40B4-BE49-F238E27FC236}">
                <a16:creationId xmlns:a16="http://schemas.microsoft.com/office/drawing/2014/main" id="{6CBC8CD5-0F58-48F7-B5CF-6761C12D6309}"/>
              </a:ext>
            </a:extLst>
          </p:cNvPr>
          <p:cNvSpPr>
            <a:spLocks xmlns:a="http://schemas.openxmlformats.org/drawingml/2006/main" noGrp="1"/>
          </p:cNvSpPr>
          <p:nvPr/>
        </p:nvSpPr>
        <p:spPr>
          <a:xfrm xmlns:a="http://schemas.openxmlformats.org/drawingml/2006/main">
            <a:off x="969264" y="3291840"/>
            <a:ext cx="9784080" cy="0"/>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 name="Connector 5">
            <a:extLst xmlns:a="http://schemas.openxmlformats.org/drawingml/2006/main">
              <a:ext uri="{FF2B5EF4-FFF2-40B4-BE49-F238E27FC236}">
                <a16:creationId xmlns:a16="http://schemas.microsoft.com/office/drawing/2014/main" id="{6D94508E-B1F0-44CA-AEB6-39331850C165}"/>
              </a:ext>
            </a:extLst>
          </p:cNvPr>
          <p:cNvSpPr>
            <a:spLocks xmlns:a="http://schemas.openxmlformats.org/drawingml/2006/main" noGrp="1"/>
          </p:cNvSpPr>
          <p:nvPr/>
        </p:nvSpPr>
        <p:spPr>
          <a:xfrm xmlns:a="http://schemas.openxmlformats.org/drawingml/2006/main">
            <a:off x="1060704" y="1956816"/>
            <a:ext cx="0" cy="2679191"/>
          </a:xfrm>
          <a:prstGeom xmlns:a="http://schemas.openxmlformats.org/drawingml/2006/main" prst="line">
            <a:avLst/>
          </a:prstGeom>
          <a:ln xmlns:a="http://schemas.openxmlformats.org/drawingml/2006/main" w="1651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 name="Connector 8">
            <a:extLst xmlns:a="http://schemas.openxmlformats.org/drawingml/2006/main">
              <a:ext uri="{FF2B5EF4-FFF2-40B4-BE49-F238E27FC236}">
                <a16:creationId xmlns:a16="http://schemas.microsoft.com/office/drawing/2014/main" id="{D1D9D89B-05B7-4877-9F55-77FF82FDDE8F}"/>
              </a:ext>
            </a:extLst>
          </p:cNvPr>
          <p:cNvSpPr>
            <a:spLocks xmlns:a="http://schemas.openxmlformats.org/drawingml/2006/main" noGrp="1"/>
          </p:cNvSpPr>
          <p:nvPr/>
        </p:nvSpPr>
        <p:spPr>
          <a:xfrm xmlns:a="http://schemas.openxmlformats.org/drawingml/2006/main" flipV="1">
            <a:off x="1106424" y="3153678"/>
            <a:ext cx="91440" cy="110730"/>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 name="Connector 9">
            <a:extLst xmlns:a="http://schemas.openxmlformats.org/drawingml/2006/main">
              <a:ext uri="{FF2B5EF4-FFF2-40B4-BE49-F238E27FC236}">
                <a16:creationId xmlns:a16="http://schemas.microsoft.com/office/drawing/2014/main" id="{ACF32E1E-9D58-48DA-BB3B-2A4DA3A569D6}"/>
              </a:ext>
            </a:extLst>
          </p:cNvPr>
          <p:cNvSpPr>
            <a:spLocks xmlns:a="http://schemas.openxmlformats.org/drawingml/2006/main" noGrp="1"/>
          </p:cNvSpPr>
          <p:nvPr/>
        </p:nvSpPr>
        <p:spPr>
          <a:xfrm xmlns:a="http://schemas.openxmlformats.org/drawingml/2006/main" flipV="1">
            <a:off x="1197864" y="3044364"/>
            <a:ext cx="91440" cy="109314"/>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1" name="Connector 10">
            <a:extLst xmlns:a="http://schemas.openxmlformats.org/drawingml/2006/main">
              <a:ext uri="{FF2B5EF4-FFF2-40B4-BE49-F238E27FC236}">
                <a16:creationId xmlns:a16="http://schemas.microsoft.com/office/drawing/2014/main" id="{12881943-FF7C-4314-A884-789F9267C2C3}"/>
              </a:ext>
            </a:extLst>
          </p:cNvPr>
          <p:cNvSpPr>
            <a:spLocks xmlns:a="http://schemas.openxmlformats.org/drawingml/2006/main" noGrp="1"/>
          </p:cNvSpPr>
          <p:nvPr/>
        </p:nvSpPr>
        <p:spPr>
          <a:xfrm xmlns:a="http://schemas.openxmlformats.org/drawingml/2006/main" flipV="1">
            <a:off x="1289304" y="2937861"/>
            <a:ext cx="91440" cy="106503"/>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2" name="Connector 11">
            <a:extLst xmlns:a="http://schemas.openxmlformats.org/drawingml/2006/main">
              <a:ext uri="{FF2B5EF4-FFF2-40B4-BE49-F238E27FC236}">
                <a16:creationId xmlns:a16="http://schemas.microsoft.com/office/drawing/2014/main" id="{D710B3E5-A11D-4103-ACBF-E8B01960DBE9}"/>
              </a:ext>
            </a:extLst>
          </p:cNvPr>
          <p:cNvSpPr>
            <a:spLocks xmlns:a="http://schemas.openxmlformats.org/drawingml/2006/main" noGrp="1"/>
          </p:cNvSpPr>
          <p:nvPr/>
        </p:nvSpPr>
        <p:spPr>
          <a:xfrm xmlns:a="http://schemas.openxmlformats.org/drawingml/2006/main" flipV="1">
            <a:off x="1380744" y="2835531"/>
            <a:ext cx="91440" cy="102330"/>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3" name="Connector 12">
            <a:extLst xmlns:a="http://schemas.openxmlformats.org/drawingml/2006/main">
              <a:ext uri="{FF2B5EF4-FFF2-40B4-BE49-F238E27FC236}">
                <a16:creationId xmlns:a16="http://schemas.microsoft.com/office/drawing/2014/main" id="{4EB7DA19-1B3C-474A-933B-E46E9FF2F656}"/>
              </a:ext>
            </a:extLst>
          </p:cNvPr>
          <p:cNvSpPr>
            <a:spLocks xmlns:a="http://schemas.openxmlformats.org/drawingml/2006/main" noGrp="1"/>
          </p:cNvSpPr>
          <p:nvPr/>
        </p:nvSpPr>
        <p:spPr>
          <a:xfrm xmlns:a="http://schemas.openxmlformats.org/drawingml/2006/main" flipV="1">
            <a:off x="1472184" y="2738680"/>
            <a:ext cx="91440" cy="96851"/>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4" name="Connector 13">
            <a:extLst xmlns:a="http://schemas.openxmlformats.org/drawingml/2006/main">
              <a:ext uri="{FF2B5EF4-FFF2-40B4-BE49-F238E27FC236}">
                <a16:creationId xmlns:a16="http://schemas.microsoft.com/office/drawing/2014/main" id="{B671A508-EB2D-44C4-B1BA-9CE31DDB0621}"/>
              </a:ext>
            </a:extLst>
          </p:cNvPr>
          <p:cNvSpPr>
            <a:spLocks xmlns:a="http://schemas.openxmlformats.org/drawingml/2006/main" noGrp="1"/>
          </p:cNvSpPr>
          <p:nvPr/>
        </p:nvSpPr>
        <p:spPr>
          <a:xfrm xmlns:a="http://schemas.openxmlformats.org/drawingml/2006/main" flipV="1">
            <a:off x="1563624" y="2648547"/>
            <a:ext cx="91440" cy="90133"/>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5" name="Connector 14">
            <a:extLst xmlns:a="http://schemas.openxmlformats.org/drawingml/2006/main">
              <a:ext uri="{FF2B5EF4-FFF2-40B4-BE49-F238E27FC236}">
                <a16:creationId xmlns:a16="http://schemas.microsoft.com/office/drawing/2014/main" id="{B426F7D2-2154-4938-98D7-E7AD8B0B5750}"/>
              </a:ext>
            </a:extLst>
          </p:cNvPr>
          <p:cNvSpPr>
            <a:spLocks xmlns:a="http://schemas.openxmlformats.org/drawingml/2006/main" noGrp="1"/>
          </p:cNvSpPr>
          <p:nvPr/>
        </p:nvSpPr>
        <p:spPr>
          <a:xfrm xmlns:a="http://schemas.openxmlformats.org/drawingml/2006/main" flipV="1">
            <a:off x="1655064" y="2566283"/>
            <a:ext cx="91440" cy="82264"/>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6" name="Connector 15">
            <a:extLst xmlns:a="http://schemas.openxmlformats.org/drawingml/2006/main">
              <a:ext uri="{FF2B5EF4-FFF2-40B4-BE49-F238E27FC236}">
                <a16:creationId xmlns:a16="http://schemas.microsoft.com/office/drawing/2014/main" id="{C076E0EA-A2B1-49B9-885A-E5F40C89A304}"/>
              </a:ext>
            </a:extLst>
          </p:cNvPr>
          <p:cNvSpPr>
            <a:spLocks xmlns:a="http://schemas.openxmlformats.org/drawingml/2006/main" noGrp="1"/>
          </p:cNvSpPr>
          <p:nvPr/>
        </p:nvSpPr>
        <p:spPr>
          <a:xfrm xmlns:a="http://schemas.openxmlformats.org/drawingml/2006/main" flipV="1">
            <a:off x="1746504" y="2492940"/>
            <a:ext cx="91439" cy="73343"/>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7" name="Connector 16">
            <a:extLst xmlns:a="http://schemas.openxmlformats.org/drawingml/2006/main">
              <a:ext uri="{FF2B5EF4-FFF2-40B4-BE49-F238E27FC236}">
                <a16:creationId xmlns:a16="http://schemas.microsoft.com/office/drawing/2014/main" id="{F0269687-2784-4876-A4C9-D6B4B458199E}"/>
              </a:ext>
            </a:extLst>
          </p:cNvPr>
          <p:cNvSpPr>
            <a:spLocks xmlns:a="http://schemas.openxmlformats.org/drawingml/2006/main" noGrp="1"/>
          </p:cNvSpPr>
          <p:nvPr/>
        </p:nvSpPr>
        <p:spPr>
          <a:xfrm xmlns:a="http://schemas.openxmlformats.org/drawingml/2006/main" flipV="1">
            <a:off x="1837943" y="2429453"/>
            <a:ext cx="91441" cy="63487"/>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8" name="Connector 17">
            <a:extLst xmlns:a="http://schemas.openxmlformats.org/drawingml/2006/main">
              <a:ext uri="{FF2B5EF4-FFF2-40B4-BE49-F238E27FC236}">
                <a16:creationId xmlns:a16="http://schemas.microsoft.com/office/drawing/2014/main" id="{02730AB0-4091-4107-A7A6-5C9E2F722361}"/>
              </a:ext>
            </a:extLst>
          </p:cNvPr>
          <p:cNvSpPr>
            <a:spLocks xmlns:a="http://schemas.openxmlformats.org/drawingml/2006/main" noGrp="1"/>
          </p:cNvSpPr>
          <p:nvPr/>
        </p:nvSpPr>
        <p:spPr>
          <a:xfrm xmlns:a="http://schemas.openxmlformats.org/drawingml/2006/main" flipV="1">
            <a:off x="1929384" y="2376635"/>
            <a:ext cx="91440" cy="52818"/>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9" name="Connector 18">
            <a:extLst xmlns:a="http://schemas.openxmlformats.org/drawingml/2006/main">
              <a:ext uri="{FF2B5EF4-FFF2-40B4-BE49-F238E27FC236}">
                <a16:creationId xmlns:a16="http://schemas.microsoft.com/office/drawing/2014/main" id="{7E9E2065-252C-45CF-8DBB-D1C10C72E990}"/>
              </a:ext>
            </a:extLst>
          </p:cNvPr>
          <p:cNvSpPr>
            <a:spLocks xmlns:a="http://schemas.openxmlformats.org/drawingml/2006/main" noGrp="1"/>
          </p:cNvSpPr>
          <p:nvPr/>
        </p:nvSpPr>
        <p:spPr>
          <a:xfrm xmlns:a="http://schemas.openxmlformats.org/drawingml/2006/main" flipV="1">
            <a:off x="2020824" y="2335161"/>
            <a:ext cx="91440" cy="41474"/>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0" name="Connector 19">
            <a:extLst xmlns:a="http://schemas.openxmlformats.org/drawingml/2006/main">
              <a:ext uri="{FF2B5EF4-FFF2-40B4-BE49-F238E27FC236}">
                <a16:creationId xmlns:a16="http://schemas.microsoft.com/office/drawing/2014/main" id="{72AA36A3-28AE-453C-8790-39DD92809844}"/>
              </a:ext>
            </a:extLst>
          </p:cNvPr>
          <p:cNvSpPr>
            <a:spLocks xmlns:a="http://schemas.openxmlformats.org/drawingml/2006/main" noGrp="1"/>
          </p:cNvSpPr>
          <p:nvPr/>
        </p:nvSpPr>
        <p:spPr>
          <a:xfrm xmlns:a="http://schemas.openxmlformats.org/drawingml/2006/main" flipV="1">
            <a:off x="2112264" y="2305560"/>
            <a:ext cx="91440" cy="29601"/>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1" name="Connector 20">
            <a:extLst xmlns:a="http://schemas.openxmlformats.org/drawingml/2006/main">
              <a:ext uri="{FF2B5EF4-FFF2-40B4-BE49-F238E27FC236}">
                <a16:creationId xmlns:a16="http://schemas.microsoft.com/office/drawing/2014/main" id="{41476DC9-524A-4B9D-BF8C-4FD50537DFBE}"/>
              </a:ext>
            </a:extLst>
          </p:cNvPr>
          <p:cNvSpPr>
            <a:spLocks xmlns:a="http://schemas.openxmlformats.org/drawingml/2006/main" noGrp="1"/>
          </p:cNvSpPr>
          <p:nvPr/>
        </p:nvSpPr>
        <p:spPr>
          <a:xfrm xmlns:a="http://schemas.openxmlformats.org/drawingml/2006/main" flipV="1">
            <a:off x="2203704" y="2288210"/>
            <a:ext cx="91440" cy="17350"/>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2" name="Connector 21">
            <a:extLst xmlns:a="http://schemas.openxmlformats.org/drawingml/2006/main">
              <a:ext uri="{FF2B5EF4-FFF2-40B4-BE49-F238E27FC236}">
                <a16:creationId xmlns:a16="http://schemas.microsoft.com/office/drawing/2014/main" id="{0E582C9E-5DDF-41E2-9016-858AD4141FBD}"/>
              </a:ext>
            </a:extLst>
          </p:cNvPr>
          <p:cNvSpPr>
            <a:spLocks xmlns:a="http://schemas.openxmlformats.org/drawingml/2006/main" noGrp="1"/>
          </p:cNvSpPr>
          <p:nvPr/>
        </p:nvSpPr>
        <p:spPr>
          <a:xfrm xmlns:a="http://schemas.openxmlformats.org/drawingml/2006/main" flipV="1">
            <a:off x="2295144" y="2283334"/>
            <a:ext cx="91440" cy="4876"/>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3" name="Connector 22">
            <a:extLst xmlns:a="http://schemas.openxmlformats.org/drawingml/2006/main">
              <a:ext uri="{FF2B5EF4-FFF2-40B4-BE49-F238E27FC236}">
                <a16:creationId xmlns:a16="http://schemas.microsoft.com/office/drawing/2014/main" id="{66073F06-5BB5-4232-98AA-AF442F543D7D}"/>
              </a:ext>
            </a:extLst>
          </p:cNvPr>
          <p:cNvSpPr>
            <a:spLocks xmlns:a="http://schemas.openxmlformats.org/drawingml/2006/main" noGrp="1"/>
          </p:cNvSpPr>
          <p:nvPr/>
        </p:nvSpPr>
        <p:spPr>
          <a:xfrm xmlns:a="http://schemas.openxmlformats.org/drawingml/2006/main">
            <a:off x="2386584" y="2283334"/>
            <a:ext cx="91440" cy="7659"/>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4" name="Connector 23">
            <a:extLst xmlns:a="http://schemas.openxmlformats.org/drawingml/2006/main">
              <a:ext uri="{FF2B5EF4-FFF2-40B4-BE49-F238E27FC236}">
                <a16:creationId xmlns:a16="http://schemas.microsoft.com/office/drawing/2014/main" id="{34320AC9-9E98-415F-B51C-E5964E8B8B78}"/>
              </a:ext>
            </a:extLst>
          </p:cNvPr>
          <p:cNvSpPr>
            <a:spLocks xmlns:a="http://schemas.openxmlformats.org/drawingml/2006/main" noGrp="1"/>
          </p:cNvSpPr>
          <p:nvPr/>
        </p:nvSpPr>
        <p:spPr>
          <a:xfrm xmlns:a="http://schemas.openxmlformats.org/drawingml/2006/main">
            <a:off x="2478024" y="2290993"/>
            <a:ext cx="91440" cy="20097"/>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5" name="Connector 24">
            <a:extLst xmlns:a="http://schemas.openxmlformats.org/drawingml/2006/main">
              <a:ext uri="{FF2B5EF4-FFF2-40B4-BE49-F238E27FC236}">
                <a16:creationId xmlns:a16="http://schemas.microsoft.com/office/drawing/2014/main" id="{82EEBC0E-02BB-4236-BDCF-3E73FD0D5423}"/>
              </a:ext>
            </a:extLst>
          </p:cNvPr>
          <p:cNvSpPr>
            <a:spLocks xmlns:a="http://schemas.openxmlformats.org/drawingml/2006/main" noGrp="1"/>
          </p:cNvSpPr>
          <p:nvPr/>
        </p:nvSpPr>
        <p:spPr>
          <a:xfrm xmlns:a="http://schemas.openxmlformats.org/drawingml/2006/main">
            <a:off x="2569464" y="2311090"/>
            <a:ext cx="91440" cy="32278"/>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6" name="Connector 25">
            <a:extLst xmlns:a="http://schemas.openxmlformats.org/drawingml/2006/main">
              <a:ext uri="{FF2B5EF4-FFF2-40B4-BE49-F238E27FC236}">
                <a16:creationId xmlns:a16="http://schemas.microsoft.com/office/drawing/2014/main" id="{44E670CA-55CF-4A85-9D47-87D06C9E87CE}"/>
              </a:ext>
            </a:extLst>
          </p:cNvPr>
          <p:cNvSpPr>
            <a:spLocks xmlns:a="http://schemas.openxmlformats.org/drawingml/2006/main" noGrp="1"/>
          </p:cNvSpPr>
          <p:nvPr/>
        </p:nvSpPr>
        <p:spPr>
          <a:xfrm xmlns:a="http://schemas.openxmlformats.org/drawingml/2006/main">
            <a:off x="2660904" y="2343368"/>
            <a:ext cx="91440" cy="44046"/>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7" name="Connector 26">
            <a:extLst xmlns:a="http://schemas.openxmlformats.org/drawingml/2006/main">
              <a:ext uri="{FF2B5EF4-FFF2-40B4-BE49-F238E27FC236}">
                <a16:creationId xmlns:a16="http://schemas.microsoft.com/office/drawing/2014/main" id="{16F73232-10E1-4398-BE17-A53274080168}"/>
              </a:ext>
            </a:extLst>
          </p:cNvPr>
          <p:cNvSpPr>
            <a:spLocks xmlns:a="http://schemas.openxmlformats.org/drawingml/2006/main" noGrp="1"/>
          </p:cNvSpPr>
          <p:nvPr/>
        </p:nvSpPr>
        <p:spPr>
          <a:xfrm xmlns:a="http://schemas.openxmlformats.org/drawingml/2006/main">
            <a:off x="2752344" y="2387414"/>
            <a:ext cx="91440" cy="55252"/>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8" name="Connector 27">
            <a:extLst xmlns:a="http://schemas.openxmlformats.org/drawingml/2006/main">
              <a:ext uri="{FF2B5EF4-FFF2-40B4-BE49-F238E27FC236}">
                <a16:creationId xmlns:a16="http://schemas.microsoft.com/office/drawing/2014/main" id="{0C6F4AED-2389-431E-8CA0-33F03BF09272}"/>
              </a:ext>
            </a:extLst>
          </p:cNvPr>
          <p:cNvSpPr>
            <a:spLocks xmlns:a="http://schemas.openxmlformats.org/drawingml/2006/main" noGrp="1"/>
          </p:cNvSpPr>
          <p:nvPr/>
        </p:nvSpPr>
        <p:spPr>
          <a:xfrm xmlns:a="http://schemas.openxmlformats.org/drawingml/2006/main">
            <a:off x="2843784" y="2442666"/>
            <a:ext cx="91440" cy="65752"/>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9" name="Connector 28">
            <a:extLst xmlns:a="http://schemas.openxmlformats.org/drawingml/2006/main">
              <a:ext uri="{FF2B5EF4-FFF2-40B4-BE49-F238E27FC236}">
                <a16:creationId xmlns:a16="http://schemas.microsoft.com/office/drawing/2014/main" id="{DA2BBCFF-700B-4D53-948A-CCD56A72D3CA}"/>
              </a:ext>
            </a:extLst>
          </p:cNvPr>
          <p:cNvSpPr>
            <a:spLocks xmlns:a="http://schemas.openxmlformats.org/drawingml/2006/main" noGrp="1"/>
          </p:cNvSpPr>
          <p:nvPr/>
        </p:nvSpPr>
        <p:spPr>
          <a:xfrm xmlns:a="http://schemas.openxmlformats.org/drawingml/2006/main">
            <a:off x="2935224" y="2508418"/>
            <a:ext cx="91440" cy="75411"/>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0" name="Connector 29">
            <a:extLst xmlns:a="http://schemas.openxmlformats.org/drawingml/2006/main">
              <a:ext uri="{FF2B5EF4-FFF2-40B4-BE49-F238E27FC236}">
                <a16:creationId xmlns:a16="http://schemas.microsoft.com/office/drawing/2014/main" id="{E05D58F2-E923-4C07-9251-CCDA0E06D3F8}"/>
              </a:ext>
            </a:extLst>
          </p:cNvPr>
          <p:cNvSpPr>
            <a:spLocks xmlns:a="http://schemas.openxmlformats.org/drawingml/2006/main" noGrp="1"/>
          </p:cNvSpPr>
          <p:nvPr/>
        </p:nvSpPr>
        <p:spPr>
          <a:xfrm xmlns:a="http://schemas.openxmlformats.org/drawingml/2006/main">
            <a:off x="3026664" y="2583829"/>
            <a:ext cx="91440" cy="84107"/>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1" name="Connector 30">
            <a:extLst xmlns:a="http://schemas.openxmlformats.org/drawingml/2006/main">
              <a:ext uri="{FF2B5EF4-FFF2-40B4-BE49-F238E27FC236}">
                <a16:creationId xmlns:a16="http://schemas.microsoft.com/office/drawing/2014/main" id="{AA1952D8-9305-465F-8094-0CAF66E6531C}"/>
              </a:ext>
            </a:extLst>
          </p:cNvPr>
          <p:cNvSpPr>
            <a:spLocks xmlns:a="http://schemas.openxmlformats.org/drawingml/2006/main" noGrp="1"/>
          </p:cNvSpPr>
          <p:nvPr/>
        </p:nvSpPr>
        <p:spPr>
          <a:xfrm xmlns:a="http://schemas.openxmlformats.org/drawingml/2006/main">
            <a:off x="3118104" y="2667936"/>
            <a:ext cx="91440" cy="91729"/>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2" name="Connector 31">
            <a:extLst xmlns:a="http://schemas.openxmlformats.org/drawingml/2006/main">
              <a:ext uri="{FF2B5EF4-FFF2-40B4-BE49-F238E27FC236}">
                <a16:creationId xmlns:a16="http://schemas.microsoft.com/office/drawing/2014/main" id="{DED3B25D-559B-48B6-9765-F2A103B4428F}"/>
              </a:ext>
            </a:extLst>
          </p:cNvPr>
          <p:cNvSpPr>
            <a:spLocks xmlns:a="http://schemas.openxmlformats.org/drawingml/2006/main" noGrp="1"/>
          </p:cNvSpPr>
          <p:nvPr/>
        </p:nvSpPr>
        <p:spPr>
          <a:xfrm xmlns:a="http://schemas.openxmlformats.org/drawingml/2006/main">
            <a:off x="3209544" y="2759665"/>
            <a:ext cx="91440" cy="98177"/>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3" name="Connector 32">
            <a:extLst xmlns:a="http://schemas.openxmlformats.org/drawingml/2006/main">
              <a:ext uri="{FF2B5EF4-FFF2-40B4-BE49-F238E27FC236}">
                <a16:creationId xmlns:a16="http://schemas.microsoft.com/office/drawing/2014/main" id="{A43B3112-782B-4720-97AE-8F7DD72D73B8}"/>
              </a:ext>
            </a:extLst>
          </p:cNvPr>
          <p:cNvSpPr>
            <a:spLocks xmlns:a="http://schemas.openxmlformats.org/drawingml/2006/main" noGrp="1"/>
          </p:cNvSpPr>
          <p:nvPr/>
        </p:nvSpPr>
        <p:spPr>
          <a:xfrm xmlns:a="http://schemas.openxmlformats.org/drawingml/2006/main">
            <a:off x="3300984" y="2857842"/>
            <a:ext cx="91440" cy="103373"/>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4" name="Connector 33">
            <a:extLst xmlns:a="http://schemas.openxmlformats.org/drawingml/2006/main">
              <a:ext uri="{FF2B5EF4-FFF2-40B4-BE49-F238E27FC236}">
                <a16:creationId xmlns:a16="http://schemas.microsoft.com/office/drawing/2014/main" id="{7B278BBE-F1CC-4DDD-8881-BC8B9BFE5A95}"/>
              </a:ext>
            </a:extLst>
          </p:cNvPr>
          <p:cNvSpPr>
            <a:spLocks xmlns:a="http://schemas.openxmlformats.org/drawingml/2006/main" noGrp="1"/>
          </p:cNvSpPr>
          <p:nvPr/>
        </p:nvSpPr>
        <p:spPr>
          <a:xfrm xmlns:a="http://schemas.openxmlformats.org/drawingml/2006/main">
            <a:off x="3392424" y="2961215"/>
            <a:ext cx="91440" cy="107247"/>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5" name="Connector 34">
            <a:extLst xmlns:a="http://schemas.openxmlformats.org/drawingml/2006/main">
              <a:ext uri="{FF2B5EF4-FFF2-40B4-BE49-F238E27FC236}">
                <a16:creationId xmlns:a16="http://schemas.microsoft.com/office/drawing/2014/main" id="{21A29A8E-6482-4708-9A9F-374B36F1729A}"/>
              </a:ext>
            </a:extLst>
          </p:cNvPr>
          <p:cNvSpPr>
            <a:spLocks xmlns:a="http://schemas.openxmlformats.org/drawingml/2006/main" noGrp="1"/>
          </p:cNvSpPr>
          <p:nvPr/>
        </p:nvSpPr>
        <p:spPr>
          <a:xfrm xmlns:a="http://schemas.openxmlformats.org/drawingml/2006/main">
            <a:off x="3483864" y="3068462"/>
            <a:ext cx="91440" cy="109750"/>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6" name="Connector 35">
            <a:extLst xmlns:a="http://schemas.openxmlformats.org/drawingml/2006/main">
              <a:ext uri="{FF2B5EF4-FFF2-40B4-BE49-F238E27FC236}">
                <a16:creationId xmlns:a16="http://schemas.microsoft.com/office/drawing/2014/main" id="{8453F613-E6CB-4F77-A964-E4391AE778B6}"/>
              </a:ext>
            </a:extLst>
          </p:cNvPr>
          <p:cNvSpPr>
            <a:spLocks xmlns:a="http://schemas.openxmlformats.org/drawingml/2006/main" noGrp="1"/>
          </p:cNvSpPr>
          <p:nvPr/>
        </p:nvSpPr>
        <p:spPr>
          <a:xfrm xmlns:a="http://schemas.openxmlformats.org/drawingml/2006/main">
            <a:off x="3575304" y="3178212"/>
            <a:ext cx="91440" cy="110852"/>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7" name="Connector 36">
            <a:extLst xmlns:a="http://schemas.openxmlformats.org/drawingml/2006/main">
              <a:ext uri="{FF2B5EF4-FFF2-40B4-BE49-F238E27FC236}">
                <a16:creationId xmlns:a16="http://schemas.microsoft.com/office/drawing/2014/main" id="{B2BD2320-BF50-4F93-B6DB-DF55C599A9F4}"/>
              </a:ext>
            </a:extLst>
          </p:cNvPr>
          <p:cNvSpPr>
            <a:spLocks xmlns:a="http://schemas.openxmlformats.org/drawingml/2006/main" noGrp="1"/>
          </p:cNvSpPr>
          <p:nvPr/>
        </p:nvSpPr>
        <p:spPr>
          <a:xfrm xmlns:a="http://schemas.openxmlformats.org/drawingml/2006/main">
            <a:off x="3666744" y="3289064"/>
            <a:ext cx="91439" cy="110537"/>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8" name="Connector 37">
            <a:extLst xmlns:a="http://schemas.openxmlformats.org/drawingml/2006/main">
              <a:ext uri="{FF2B5EF4-FFF2-40B4-BE49-F238E27FC236}">
                <a16:creationId xmlns:a16="http://schemas.microsoft.com/office/drawing/2014/main" id="{50C38154-4ECB-405C-B0F6-2EBF5D50D2A6}"/>
              </a:ext>
            </a:extLst>
          </p:cNvPr>
          <p:cNvSpPr>
            <a:spLocks xmlns:a="http://schemas.openxmlformats.org/drawingml/2006/main" noGrp="1"/>
          </p:cNvSpPr>
          <p:nvPr/>
        </p:nvSpPr>
        <p:spPr>
          <a:xfrm xmlns:a="http://schemas.openxmlformats.org/drawingml/2006/main">
            <a:off x="3758183" y="3399601"/>
            <a:ext cx="91441" cy="108809"/>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9" name="Connector 38">
            <a:extLst xmlns:a="http://schemas.openxmlformats.org/drawingml/2006/main">
              <a:ext uri="{FF2B5EF4-FFF2-40B4-BE49-F238E27FC236}">
                <a16:creationId xmlns:a16="http://schemas.microsoft.com/office/drawing/2014/main" id="{6E9F01E2-CB81-4B98-84FB-8602EAF3A792}"/>
              </a:ext>
            </a:extLst>
          </p:cNvPr>
          <p:cNvSpPr>
            <a:spLocks xmlns:a="http://schemas.openxmlformats.org/drawingml/2006/main" noGrp="1"/>
          </p:cNvSpPr>
          <p:nvPr/>
        </p:nvSpPr>
        <p:spPr>
          <a:xfrm xmlns:a="http://schemas.openxmlformats.org/drawingml/2006/main">
            <a:off x="3849624" y="3508410"/>
            <a:ext cx="91440" cy="105691"/>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0" name="Connector 39">
            <a:extLst xmlns:a="http://schemas.openxmlformats.org/drawingml/2006/main">
              <a:ext uri="{FF2B5EF4-FFF2-40B4-BE49-F238E27FC236}">
                <a16:creationId xmlns:a16="http://schemas.microsoft.com/office/drawing/2014/main" id="{0182E8BD-F3B3-40FE-844D-67839BEFD4B3}"/>
              </a:ext>
            </a:extLst>
          </p:cNvPr>
          <p:cNvSpPr>
            <a:spLocks xmlns:a="http://schemas.openxmlformats.org/drawingml/2006/main" noGrp="1"/>
          </p:cNvSpPr>
          <p:nvPr/>
        </p:nvSpPr>
        <p:spPr>
          <a:xfrm xmlns:a="http://schemas.openxmlformats.org/drawingml/2006/main">
            <a:off x="3941064" y="3614101"/>
            <a:ext cx="91440" cy="101224"/>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1" name="Connector 40">
            <a:extLst xmlns:a="http://schemas.openxmlformats.org/drawingml/2006/main">
              <a:ext uri="{FF2B5EF4-FFF2-40B4-BE49-F238E27FC236}">
                <a16:creationId xmlns:a16="http://schemas.microsoft.com/office/drawing/2014/main" id="{ED1BCBF5-B8D4-4CDF-9FA1-ABC2CA5AE1DB}"/>
              </a:ext>
            </a:extLst>
          </p:cNvPr>
          <p:cNvSpPr>
            <a:spLocks xmlns:a="http://schemas.openxmlformats.org/drawingml/2006/main" noGrp="1"/>
          </p:cNvSpPr>
          <p:nvPr/>
        </p:nvSpPr>
        <p:spPr>
          <a:xfrm xmlns:a="http://schemas.openxmlformats.org/drawingml/2006/main">
            <a:off x="4032504" y="3715325"/>
            <a:ext cx="91440" cy="95462"/>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2" name="Connector 41">
            <a:extLst xmlns:a="http://schemas.openxmlformats.org/drawingml/2006/main">
              <a:ext uri="{FF2B5EF4-FFF2-40B4-BE49-F238E27FC236}">
                <a16:creationId xmlns:a16="http://schemas.microsoft.com/office/drawing/2014/main" id="{F87B50FB-AA5E-4E1A-BD78-37A000F1C58C}"/>
              </a:ext>
            </a:extLst>
          </p:cNvPr>
          <p:cNvSpPr>
            <a:spLocks xmlns:a="http://schemas.openxmlformats.org/drawingml/2006/main" noGrp="1"/>
          </p:cNvSpPr>
          <p:nvPr/>
        </p:nvSpPr>
        <p:spPr>
          <a:xfrm xmlns:a="http://schemas.openxmlformats.org/drawingml/2006/main">
            <a:off x="4123944" y="3810787"/>
            <a:ext cx="91440" cy="88480"/>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3" name="Connector 42">
            <a:extLst xmlns:a="http://schemas.openxmlformats.org/drawingml/2006/main">
              <a:ext uri="{FF2B5EF4-FFF2-40B4-BE49-F238E27FC236}">
                <a16:creationId xmlns:a16="http://schemas.microsoft.com/office/drawing/2014/main" id="{EEBCD018-D166-41CA-BC70-3B5F67AF09BE}"/>
              </a:ext>
            </a:extLst>
          </p:cNvPr>
          <p:cNvSpPr>
            <a:spLocks xmlns:a="http://schemas.openxmlformats.org/drawingml/2006/main" noGrp="1"/>
          </p:cNvSpPr>
          <p:nvPr/>
        </p:nvSpPr>
        <p:spPr>
          <a:xfrm xmlns:a="http://schemas.openxmlformats.org/drawingml/2006/main">
            <a:off x="4215384" y="3899267"/>
            <a:ext cx="91440" cy="80369"/>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4" name="Connector 43">
            <a:extLst xmlns:a="http://schemas.openxmlformats.org/drawingml/2006/main">
              <a:ext uri="{FF2B5EF4-FFF2-40B4-BE49-F238E27FC236}">
                <a16:creationId xmlns:a16="http://schemas.microsoft.com/office/drawing/2014/main" id="{33757F5B-35BE-496E-844E-4F640E5D6300}"/>
              </a:ext>
            </a:extLst>
          </p:cNvPr>
          <p:cNvSpPr>
            <a:spLocks xmlns:a="http://schemas.openxmlformats.org/drawingml/2006/main" noGrp="1"/>
          </p:cNvSpPr>
          <p:nvPr/>
        </p:nvSpPr>
        <p:spPr>
          <a:xfrm xmlns:a="http://schemas.openxmlformats.org/drawingml/2006/main">
            <a:off x="4306824" y="3979636"/>
            <a:ext cx="91440" cy="71230"/>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5" name="Connector 44">
            <a:extLst xmlns:a="http://schemas.openxmlformats.org/drawingml/2006/main">
              <a:ext uri="{FF2B5EF4-FFF2-40B4-BE49-F238E27FC236}">
                <a16:creationId xmlns:a16="http://schemas.microsoft.com/office/drawing/2014/main" id="{492134D0-61BA-4FA3-A6D5-385D9AF20010}"/>
              </a:ext>
            </a:extLst>
          </p:cNvPr>
          <p:cNvSpPr>
            <a:spLocks xmlns:a="http://schemas.openxmlformats.org/drawingml/2006/main" noGrp="1"/>
          </p:cNvSpPr>
          <p:nvPr/>
        </p:nvSpPr>
        <p:spPr>
          <a:xfrm xmlns:a="http://schemas.openxmlformats.org/drawingml/2006/main">
            <a:off x="4398264" y="4050866"/>
            <a:ext cx="91440" cy="61181"/>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6" name="Connector 45">
            <a:extLst xmlns:a="http://schemas.openxmlformats.org/drawingml/2006/main">
              <a:ext uri="{FF2B5EF4-FFF2-40B4-BE49-F238E27FC236}">
                <a16:creationId xmlns:a16="http://schemas.microsoft.com/office/drawing/2014/main" id="{C4E89ADB-3E8A-4372-848B-38C53944F358}"/>
              </a:ext>
            </a:extLst>
          </p:cNvPr>
          <p:cNvSpPr>
            <a:spLocks xmlns:a="http://schemas.openxmlformats.org/drawingml/2006/main" noGrp="1"/>
          </p:cNvSpPr>
          <p:nvPr/>
        </p:nvSpPr>
        <p:spPr>
          <a:xfrm xmlns:a="http://schemas.openxmlformats.org/drawingml/2006/main">
            <a:off x="4489704" y="4112047"/>
            <a:ext cx="91440" cy="50350"/>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7" name="Connector 46">
            <a:extLst xmlns:a="http://schemas.openxmlformats.org/drawingml/2006/main">
              <a:ext uri="{FF2B5EF4-FFF2-40B4-BE49-F238E27FC236}">
                <a16:creationId xmlns:a16="http://schemas.microsoft.com/office/drawing/2014/main" id="{19880D37-36A3-4497-821A-B0D2DDE741C3}"/>
              </a:ext>
            </a:extLst>
          </p:cNvPr>
          <p:cNvSpPr>
            <a:spLocks xmlns:a="http://schemas.openxmlformats.org/drawingml/2006/main" noGrp="1"/>
          </p:cNvSpPr>
          <p:nvPr/>
        </p:nvSpPr>
        <p:spPr>
          <a:xfrm xmlns:a="http://schemas.openxmlformats.org/drawingml/2006/main">
            <a:off x="4581144" y="4162397"/>
            <a:ext cx="91440" cy="38877"/>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8" name="Connector 47">
            <a:extLst xmlns:a="http://schemas.openxmlformats.org/drawingml/2006/main">
              <a:ext uri="{FF2B5EF4-FFF2-40B4-BE49-F238E27FC236}">
                <a16:creationId xmlns:a16="http://schemas.microsoft.com/office/drawing/2014/main" id="{5FECE86F-7AED-4CCC-817F-5F1369D40398}"/>
              </a:ext>
            </a:extLst>
          </p:cNvPr>
          <p:cNvSpPr>
            <a:spLocks xmlns:a="http://schemas.openxmlformats.org/drawingml/2006/main" noGrp="1"/>
          </p:cNvSpPr>
          <p:nvPr/>
        </p:nvSpPr>
        <p:spPr>
          <a:xfrm xmlns:a="http://schemas.openxmlformats.org/drawingml/2006/main">
            <a:off x="4672584" y="4201274"/>
            <a:ext cx="91440" cy="26906"/>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9" name="Connector 48">
            <a:extLst xmlns:a="http://schemas.openxmlformats.org/drawingml/2006/main">
              <a:ext uri="{FF2B5EF4-FFF2-40B4-BE49-F238E27FC236}">
                <a16:creationId xmlns:a16="http://schemas.microsoft.com/office/drawing/2014/main" id="{CC25ED13-0234-4C81-BF86-B7EDD2B96A1F}"/>
              </a:ext>
            </a:extLst>
          </p:cNvPr>
          <p:cNvSpPr>
            <a:spLocks xmlns:a="http://schemas.openxmlformats.org/drawingml/2006/main" noGrp="1"/>
          </p:cNvSpPr>
          <p:nvPr/>
        </p:nvSpPr>
        <p:spPr>
          <a:xfrm xmlns:a="http://schemas.openxmlformats.org/drawingml/2006/main">
            <a:off x="4764024" y="4228180"/>
            <a:ext cx="91440" cy="14591"/>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0" name="Connector 49">
            <a:extLst xmlns:a="http://schemas.openxmlformats.org/drawingml/2006/main">
              <a:ext uri="{FF2B5EF4-FFF2-40B4-BE49-F238E27FC236}">
                <a16:creationId xmlns:a16="http://schemas.microsoft.com/office/drawing/2014/main" id="{B4193997-0B22-4F53-B134-772A1C9ECEAB}"/>
              </a:ext>
            </a:extLst>
          </p:cNvPr>
          <p:cNvSpPr>
            <a:spLocks xmlns:a="http://schemas.openxmlformats.org/drawingml/2006/main" noGrp="1"/>
          </p:cNvSpPr>
          <p:nvPr/>
        </p:nvSpPr>
        <p:spPr>
          <a:xfrm xmlns:a="http://schemas.openxmlformats.org/drawingml/2006/main">
            <a:off x="4855464" y="4242771"/>
            <a:ext cx="91440" cy="2091"/>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1" name="Connector 50">
            <a:extLst xmlns:a="http://schemas.openxmlformats.org/drawingml/2006/main">
              <a:ext uri="{FF2B5EF4-FFF2-40B4-BE49-F238E27FC236}">
                <a16:creationId xmlns:a16="http://schemas.microsoft.com/office/drawing/2014/main" id="{2514074A-AC50-4B7D-9506-18F8D497EB4D}"/>
              </a:ext>
            </a:extLst>
          </p:cNvPr>
          <p:cNvSpPr>
            <a:spLocks xmlns:a="http://schemas.openxmlformats.org/drawingml/2006/main" noGrp="1"/>
          </p:cNvSpPr>
          <p:nvPr/>
        </p:nvSpPr>
        <p:spPr>
          <a:xfrm xmlns:a="http://schemas.openxmlformats.org/drawingml/2006/main" flipV="1">
            <a:off x="4946904" y="4234424"/>
            <a:ext cx="91440" cy="10438"/>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2" name="Connector 51">
            <a:extLst xmlns:a="http://schemas.openxmlformats.org/drawingml/2006/main">
              <a:ext uri="{FF2B5EF4-FFF2-40B4-BE49-F238E27FC236}">
                <a16:creationId xmlns:a16="http://schemas.microsoft.com/office/drawing/2014/main" id="{96601F15-E7BE-4F14-88BA-474D85412847}"/>
              </a:ext>
            </a:extLst>
          </p:cNvPr>
          <p:cNvSpPr>
            <a:spLocks xmlns:a="http://schemas.openxmlformats.org/drawingml/2006/main" noGrp="1"/>
          </p:cNvSpPr>
          <p:nvPr/>
        </p:nvSpPr>
        <p:spPr>
          <a:xfrm xmlns:a="http://schemas.openxmlformats.org/drawingml/2006/main" flipV="1">
            <a:off x="5038344" y="4211593"/>
            <a:ext cx="91440" cy="22831"/>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3" name="Connector 52">
            <a:extLst xmlns:a="http://schemas.openxmlformats.org/drawingml/2006/main">
              <a:ext uri="{FF2B5EF4-FFF2-40B4-BE49-F238E27FC236}">
                <a16:creationId xmlns:a16="http://schemas.microsoft.com/office/drawing/2014/main" id="{1B55D072-845B-4999-A3AA-51F4C2C9814C}"/>
              </a:ext>
            </a:extLst>
          </p:cNvPr>
          <p:cNvSpPr>
            <a:spLocks xmlns:a="http://schemas.openxmlformats.org/drawingml/2006/main" noGrp="1"/>
          </p:cNvSpPr>
          <p:nvPr/>
        </p:nvSpPr>
        <p:spPr>
          <a:xfrm xmlns:a="http://schemas.openxmlformats.org/drawingml/2006/main" flipV="1">
            <a:off x="5129784" y="4176659"/>
            <a:ext cx="91440" cy="34934"/>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4" name="Connector 53">
            <a:extLst xmlns:a="http://schemas.openxmlformats.org/drawingml/2006/main">
              <a:ext uri="{FF2B5EF4-FFF2-40B4-BE49-F238E27FC236}">
                <a16:creationId xmlns:a16="http://schemas.microsoft.com/office/drawing/2014/main" id="{3F56C43A-4917-41F4-A85B-B745876B2923}"/>
              </a:ext>
            </a:extLst>
          </p:cNvPr>
          <p:cNvSpPr>
            <a:spLocks xmlns:a="http://schemas.openxmlformats.org/drawingml/2006/main" noGrp="1"/>
          </p:cNvSpPr>
          <p:nvPr/>
        </p:nvSpPr>
        <p:spPr>
          <a:xfrm xmlns:a="http://schemas.openxmlformats.org/drawingml/2006/main" flipV="1">
            <a:off x="5221224" y="4130069"/>
            <a:ext cx="91440" cy="46590"/>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5" name="Connector 54">
            <a:extLst xmlns:a="http://schemas.openxmlformats.org/drawingml/2006/main">
              <a:ext uri="{FF2B5EF4-FFF2-40B4-BE49-F238E27FC236}">
                <a16:creationId xmlns:a16="http://schemas.microsoft.com/office/drawing/2014/main" id="{9CA8657A-C13A-4E34-924D-93A28BB9521E}"/>
              </a:ext>
            </a:extLst>
          </p:cNvPr>
          <p:cNvSpPr>
            <a:spLocks xmlns:a="http://schemas.openxmlformats.org/drawingml/2006/main" noGrp="1"/>
          </p:cNvSpPr>
          <p:nvPr/>
        </p:nvSpPr>
        <p:spPr>
          <a:xfrm xmlns:a="http://schemas.openxmlformats.org/drawingml/2006/main" flipV="1">
            <a:off x="5312664" y="4072417"/>
            <a:ext cx="91439" cy="57652"/>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6" name="Connector 55">
            <a:extLst xmlns:a="http://schemas.openxmlformats.org/drawingml/2006/main">
              <a:ext uri="{FF2B5EF4-FFF2-40B4-BE49-F238E27FC236}">
                <a16:creationId xmlns:a16="http://schemas.microsoft.com/office/drawing/2014/main" id="{9D054910-1F14-4329-8CB1-F47DA0BD1687}"/>
              </a:ext>
            </a:extLst>
          </p:cNvPr>
          <p:cNvSpPr>
            <a:spLocks xmlns:a="http://schemas.openxmlformats.org/drawingml/2006/main" noGrp="1"/>
          </p:cNvSpPr>
          <p:nvPr/>
        </p:nvSpPr>
        <p:spPr>
          <a:xfrm xmlns:a="http://schemas.openxmlformats.org/drawingml/2006/main" flipV="1">
            <a:off x="5404103" y="4004442"/>
            <a:ext cx="91441" cy="67975"/>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7" name="Connector 56">
            <a:extLst xmlns:a="http://schemas.openxmlformats.org/drawingml/2006/main">
              <a:ext uri="{FF2B5EF4-FFF2-40B4-BE49-F238E27FC236}">
                <a16:creationId xmlns:a16="http://schemas.microsoft.com/office/drawing/2014/main" id="{056BE2DB-5A24-48F3-A4D0-06FD3AF61D95}"/>
              </a:ext>
            </a:extLst>
          </p:cNvPr>
          <p:cNvSpPr>
            <a:spLocks xmlns:a="http://schemas.openxmlformats.org/drawingml/2006/main" noGrp="1"/>
          </p:cNvSpPr>
          <p:nvPr/>
        </p:nvSpPr>
        <p:spPr>
          <a:xfrm xmlns:a="http://schemas.openxmlformats.org/drawingml/2006/main" flipV="1">
            <a:off x="5495544" y="3927011"/>
            <a:ext cx="91440" cy="77431"/>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8" name="Connector 57">
            <a:extLst xmlns:a="http://schemas.openxmlformats.org/drawingml/2006/main">
              <a:ext uri="{FF2B5EF4-FFF2-40B4-BE49-F238E27FC236}">
                <a16:creationId xmlns:a16="http://schemas.microsoft.com/office/drawing/2014/main" id="{74738767-A53A-4729-8D41-05F2406DE247}"/>
              </a:ext>
            </a:extLst>
          </p:cNvPr>
          <p:cNvSpPr>
            <a:spLocks xmlns:a="http://schemas.openxmlformats.org/drawingml/2006/main" noGrp="1"/>
          </p:cNvSpPr>
          <p:nvPr/>
        </p:nvSpPr>
        <p:spPr>
          <a:xfrm xmlns:a="http://schemas.openxmlformats.org/drawingml/2006/main" flipV="1">
            <a:off x="5586984" y="3841114"/>
            <a:ext cx="91440" cy="85897"/>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9" name="Connector 58">
            <a:extLst xmlns:a="http://schemas.openxmlformats.org/drawingml/2006/main">
              <a:ext uri="{FF2B5EF4-FFF2-40B4-BE49-F238E27FC236}">
                <a16:creationId xmlns:a16="http://schemas.microsoft.com/office/drawing/2014/main" id="{BBACACEC-21CE-41A9-805B-B73EF9D16C3E}"/>
              </a:ext>
            </a:extLst>
          </p:cNvPr>
          <p:cNvSpPr>
            <a:spLocks xmlns:a="http://schemas.openxmlformats.org/drawingml/2006/main" noGrp="1"/>
          </p:cNvSpPr>
          <p:nvPr/>
        </p:nvSpPr>
        <p:spPr>
          <a:xfrm xmlns:a="http://schemas.openxmlformats.org/drawingml/2006/main" flipV="1">
            <a:off x="5678424" y="3747848"/>
            <a:ext cx="91440" cy="93266"/>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0" name="Connector 59">
            <a:extLst xmlns:a="http://schemas.openxmlformats.org/drawingml/2006/main">
              <a:ext uri="{FF2B5EF4-FFF2-40B4-BE49-F238E27FC236}">
                <a16:creationId xmlns:a16="http://schemas.microsoft.com/office/drawing/2014/main" id="{F46AA1AD-B7C8-43C2-AC83-A9EC0DA98F6C}"/>
              </a:ext>
            </a:extLst>
          </p:cNvPr>
          <p:cNvSpPr>
            <a:spLocks xmlns:a="http://schemas.openxmlformats.org/drawingml/2006/main" noGrp="1"/>
          </p:cNvSpPr>
          <p:nvPr/>
        </p:nvSpPr>
        <p:spPr>
          <a:xfrm xmlns:a="http://schemas.openxmlformats.org/drawingml/2006/main" flipV="1">
            <a:off x="5769864" y="3648404"/>
            <a:ext cx="91440" cy="99444"/>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1" name="Connector 60">
            <a:extLst xmlns:a="http://schemas.openxmlformats.org/drawingml/2006/main">
              <a:ext uri="{FF2B5EF4-FFF2-40B4-BE49-F238E27FC236}">
                <a16:creationId xmlns:a16="http://schemas.microsoft.com/office/drawing/2014/main" id="{C863B3F0-A3DB-44F1-A6D0-7F3FD68A4888}"/>
              </a:ext>
            </a:extLst>
          </p:cNvPr>
          <p:cNvSpPr>
            <a:spLocks xmlns:a="http://schemas.openxmlformats.org/drawingml/2006/main" noGrp="1"/>
          </p:cNvSpPr>
          <p:nvPr/>
        </p:nvSpPr>
        <p:spPr>
          <a:xfrm xmlns:a="http://schemas.openxmlformats.org/drawingml/2006/main" flipV="1">
            <a:off x="5861304" y="3544054"/>
            <a:ext cx="91440" cy="104350"/>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2" name="Connector 61">
            <a:extLst xmlns:a="http://schemas.openxmlformats.org/drawingml/2006/main">
              <a:ext uri="{FF2B5EF4-FFF2-40B4-BE49-F238E27FC236}">
                <a16:creationId xmlns:a16="http://schemas.microsoft.com/office/drawing/2014/main" id="{B6D9D22F-E629-419D-92B3-F22AC8DD1707}"/>
              </a:ext>
            </a:extLst>
          </p:cNvPr>
          <p:cNvSpPr>
            <a:spLocks xmlns:a="http://schemas.openxmlformats.org/drawingml/2006/main" noGrp="1"/>
          </p:cNvSpPr>
          <p:nvPr/>
        </p:nvSpPr>
        <p:spPr>
          <a:xfrm xmlns:a="http://schemas.openxmlformats.org/drawingml/2006/main" flipV="1">
            <a:off x="5952744" y="3436132"/>
            <a:ext cx="91440" cy="107922"/>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3" name="Connector 62">
            <a:extLst xmlns:a="http://schemas.openxmlformats.org/drawingml/2006/main">
              <a:ext uri="{FF2B5EF4-FFF2-40B4-BE49-F238E27FC236}">
                <a16:creationId xmlns:a16="http://schemas.microsoft.com/office/drawing/2014/main" id="{48813B5D-333D-423C-81E1-4B99763F4F54}"/>
              </a:ext>
            </a:extLst>
          </p:cNvPr>
          <p:cNvSpPr>
            <a:spLocks xmlns:a="http://schemas.openxmlformats.org/drawingml/2006/main" noGrp="1"/>
          </p:cNvSpPr>
          <p:nvPr/>
        </p:nvSpPr>
        <p:spPr>
          <a:xfrm xmlns:a="http://schemas.openxmlformats.org/drawingml/2006/main" flipV="1">
            <a:off x="6044184" y="3326014"/>
            <a:ext cx="91440" cy="110118"/>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4" name="Connector 63">
            <a:extLst xmlns:a="http://schemas.openxmlformats.org/drawingml/2006/main">
              <a:ext uri="{FF2B5EF4-FFF2-40B4-BE49-F238E27FC236}">
                <a16:creationId xmlns:a16="http://schemas.microsoft.com/office/drawing/2014/main" id="{118E7580-6F77-4935-A2C7-A86835991425}"/>
              </a:ext>
            </a:extLst>
          </p:cNvPr>
          <p:cNvSpPr>
            <a:spLocks xmlns:a="http://schemas.openxmlformats.org/drawingml/2006/main" noGrp="1"/>
          </p:cNvSpPr>
          <p:nvPr/>
        </p:nvSpPr>
        <p:spPr>
          <a:xfrm xmlns:a="http://schemas.openxmlformats.org/drawingml/2006/main" flipV="1">
            <a:off x="6135624" y="3215110"/>
            <a:ext cx="91440" cy="110904"/>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5" name="Connector 64">
            <a:extLst xmlns:a="http://schemas.openxmlformats.org/drawingml/2006/main">
              <a:ext uri="{FF2B5EF4-FFF2-40B4-BE49-F238E27FC236}">
                <a16:creationId xmlns:a16="http://schemas.microsoft.com/office/drawing/2014/main" id="{585FA919-90B2-426D-9969-3D13B478D2AF}"/>
              </a:ext>
            </a:extLst>
          </p:cNvPr>
          <p:cNvSpPr>
            <a:spLocks xmlns:a="http://schemas.openxmlformats.org/drawingml/2006/main" noGrp="1"/>
          </p:cNvSpPr>
          <p:nvPr/>
        </p:nvSpPr>
        <p:spPr>
          <a:xfrm xmlns:a="http://schemas.openxmlformats.org/drawingml/2006/main" flipV="1">
            <a:off x="6227064" y="3104836"/>
            <a:ext cx="91439" cy="110274"/>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6" name="Connector 65">
            <a:extLst xmlns:a="http://schemas.openxmlformats.org/drawingml/2006/main">
              <a:ext uri="{FF2B5EF4-FFF2-40B4-BE49-F238E27FC236}">
                <a16:creationId xmlns:a16="http://schemas.microsoft.com/office/drawing/2014/main" id="{D1AF7895-5828-4C4F-B664-4EE707845013}"/>
              </a:ext>
            </a:extLst>
          </p:cNvPr>
          <p:cNvSpPr>
            <a:spLocks xmlns:a="http://schemas.openxmlformats.org/drawingml/2006/main" noGrp="1"/>
          </p:cNvSpPr>
          <p:nvPr/>
        </p:nvSpPr>
        <p:spPr>
          <a:xfrm xmlns:a="http://schemas.openxmlformats.org/drawingml/2006/main" flipV="1">
            <a:off x="6318503" y="2996600"/>
            <a:ext cx="91441" cy="108236"/>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7" name="Connector 66">
            <a:extLst xmlns:a="http://schemas.openxmlformats.org/drawingml/2006/main">
              <a:ext uri="{FF2B5EF4-FFF2-40B4-BE49-F238E27FC236}">
                <a16:creationId xmlns:a16="http://schemas.microsoft.com/office/drawing/2014/main" id="{D7996BC0-0CB4-454E-B862-73F0878F08E0}"/>
              </a:ext>
            </a:extLst>
          </p:cNvPr>
          <p:cNvSpPr>
            <a:spLocks xmlns:a="http://schemas.openxmlformats.org/drawingml/2006/main" noGrp="1"/>
          </p:cNvSpPr>
          <p:nvPr/>
        </p:nvSpPr>
        <p:spPr>
          <a:xfrm xmlns:a="http://schemas.openxmlformats.org/drawingml/2006/main" flipV="1">
            <a:off x="6409944" y="2891787"/>
            <a:ext cx="91439" cy="104813"/>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8" name="Connector 67">
            <a:extLst xmlns:a="http://schemas.openxmlformats.org/drawingml/2006/main">
              <a:ext uri="{FF2B5EF4-FFF2-40B4-BE49-F238E27FC236}">
                <a16:creationId xmlns:a16="http://schemas.microsoft.com/office/drawing/2014/main" id="{222FB6A8-78A3-4700-ACB3-F4C9D2B80F4A}"/>
              </a:ext>
            </a:extLst>
          </p:cNvPr>
          <p:cNvSpPr>
            <a:spLocks xmlns:a="http://schemas.openxmlformats.org/drawingml/2006/main" noGrp="1"/>
          </p:cNvSpPr>
          <p:nvPr/>
        </p:nvSpPr>
        <p:spPr>
          <a:xfrm xmlns:a="http://schemas.openxmlformats.org/drawingml/2006/main" flipV="1">
            <a:off x="6501383" y="2791734"/>
            <a:ext cx="91441" cy="100053"/>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9" name="Connector 68">
            <a:extLst xmlns:a="http://schemas.openxmlformats.org/drawingml/2006/main">
              <a:ext uri="{FF2B5EF4-FFF2-40B4-BE49-F238E27FC236}">
                <a16:creationId xmlns:a16="http://schemas.microsoft.com/office/drawing/2014/main" id="{A14AB74E-BB93-4D57-A9D2-244B3D0F91F8}"/>
              </a:ext>
            </a:extLst>
          </p:cNvPr>
          <p:cNvSpPr>
            <a:spLocks xmlns:a="http://schemas.openxmlformats.org/drawingml/2006/main" noGrp="1"/>
          </p:cNvSpPr>
          <p:nvPr/>
        </p:nvSpPr>
        <p:spPr>
          <a:xfrm xmlns:a="http://schemas.openxmlformats.org/drawingml/2006/main" flipV="1">
            <a:off x="6592824" y="2697721"/>
            <a:ext cx="91440" cy="94013"/>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0" name="Connector 69">
            <a:extLst xmlns:a="http://schemas.openxmlformats.org/drawingml/2006/main">
              <a:ext uri="{FF2B5EF4-FFF2-40B4-BE49-F238E27FC236}">
                <a16:creationId xmlns:a16="http://schemas.microsoft.com/office/drawing/2014/main" id="{0C26D157-54B6-4BAB-9423-EAB712F8B96C}"/>
              </a:ext>
            </a:extLst>
          </p:cNvPr>
          <p:cNvSpPr>
            <a:spLocks xmlns:a="http://schemas.openxmlformats.org/drawingml/2006/main" noGrp="1"/>
          </p:cNvSpPr>
          <p:nvPr/>
        </p:nvSpPr>
        <p:spPr>
          <a:xfrm xmlns:a="http://schemas.openxmlformats.org/drawingml/2006/main" flipV="1">
            <a:off x="6684264" y="2610949"/>
            <a:ext cx="91440" cy="86772"/>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1" name="Connector 70">
            <a:extLst xmlns:a="http://schemas.openxmlformats.org/drawingml/2006/main">
              <a:ext uri="{FF2B5EF4-FFF2-40B4-BE49-F238E27FC236}">
                <a16:creationId xmlns:a16="http://schemas.microsoft.com/office/drawing/2014/main" id="{55AF30B7-F36F-4F0D-8799-8230206F5086}"/>
              </a:ext>
            </a:extLst>
          </p:cNvPr>
          <p:cNvSpPr>
            <a:spLocks xmlns:a="http://schemas.openxmlformats.org/drawingml/2006/main" noGrp="1"/>
          </p:cNvSpPr>
          <p:nvPr/>
        </p:nvSpPr>
        <p:spPr>
          <a:xfrm xmlns:a="http://schemas.openxmlformats.org/drawingml/2006/main" flipV="1">
            <a:off x="6775704" y="2532526"/>
            <a:ext cx="91440" cy="78423"/>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2" name="Connector 71">
            <a:extLst xmlns:a="http://schemas.openxmlformats.org/drawingml/2006/main">
              <a:ext uri="{FF2B5EF4-FFF2-40B4-BE49-F238E27FC236}">
                <a16:creationId xmlns:a16="http://schemas.microsoft.com/office/drawing/2014/main" id="{B79F8A0C-B8CA-48E8-A778-4463527BF2A7}"/>
              </a:ext>
            </a:extLst>
          </p:cNvPr>
          <p:cNvSpPr>
            <a:spLocks xmlns:a="http://schemas.openxmlformats.org/drawingml/2006/main" noGrp="1"/>
          </p:cNvSpPr>
          <p:nvPr/>
        </p:nvSpPr>
        <p:spPr>
          <a:xfrm xmlns:a="http://schemas.openxmlformats.org/drawingml/2006/main" flipV="1">
            <a:off x="6867144" y="2463455"/>
            <a:ext cx="91440" cy="69071"/>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3" name="Connector 72">
            <a:extLst xmlns:a="http://schemas.openxmlformats.org/drawingml/2006/main">
              <a:ext uri="{FF2B5EF4-FFF2-40B4-BE49-F238E27FC236}">
                <a16:creationId xmlns:a16="http://schemas.microsoft.com/office/drawing/2014/main" id="{E306F80C-2DEF-41D6-AC82-8892B99BDEF7}"/>
              </a:ext>
            </a:extLst>
          </p:cNvPr>
          <p:cNvSpPr>
            <a:spLocks xmlns:a="http://schemas.openxmlformats.org/drawingml/2006/main" noGrp="1"/>
          </p:cNvSpPr>
          <p:nvPr/>
        </p:nvSpPr>
        <p:spPr>
          <a:xfrm xmlns:a="http://schemas.openxmlformats.org/drawingml/2006/main" flipV="1">
            <a:off x="6958584" y="2404618"/>
            <a:ext cx="91440" cy="58837"/>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4" name="Connector 73">
            <a:extLst xmlns:a="http://schemas.openxmlformats.org/drawingml/2006/main">
              <a:ext uri="{FF2B5EF4-FFF2-40B4-BE49-F238E27FC236}">
                <a16:creationId xmlns:a16="http://schemas.microsoft.com/office/drawing/2014/main" id="{9DBA26BA-AD7B-4533-820D-8F23AD4A7FB9}"/>
              </a:ext>
            </a:extLst>
          </p:cNvPr>
          <p:cNvSpPr>
            <a:spLocks xmlns:a="http://schemas.openxmlformats.org/drawingml/2006/main" noGrp="1"/>
          </p:cNvSpPr>
          <p:nvPr/>
        </p:nvSpPr>
        <p:spPr>
          <a:xfrm xmlns:a="http://schemas.openxmlformats.org/drawingml/2006/main" flipV="1">
            <a:off x="7050024" y="2356767"/>
            <a:ext cx="91440" cy="47851"/>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5" name="Connector 74">
            <a:extLst xmlns:a="http://schemas.openxmlformats.org/drawingml/2006/main">
              <a:ext uri="{FF2B5EF4-FFF2-40B4-BE49-F238E27FC236}">
                <a16:creationId xmlns:a16="http://schemas.microsoft.com/office/drawing/2014/main" id="{459C5010-DB98-4E58-95F7-E0FEDF9E3434}"/>
              </a:ext>
            </a:extLst>
          </p:cNvPr>
          <p:cNvSpPr>
            <a:spLocks xmlns:a="http://schemas.openxmlformats.org/drawingml/2006/main" noGrp="1"/>
          </p:cNvSpPr>
          <p:nvPr/>
        </p:nvSpPr>
        <p:spPr>
          <a:xfrm xmlns:a="http://schemas.openxmlformats.org/drawingml/2006/main" flipV="1">
            <a:off x="7141464" y="2320513"/>
            <a:ext cx="91440" cy="36254"/>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6" name="Connector 75">
            <a:extLst xmlns:a="http://schemas.openxmlformats.org/drawingml/2006/main">
              <a:ext uri="{FF2B5EF4-FFF2-40B4-BE49-F238E27FC236}">
                <a16:creationId xmlns:a16="http://schemas.microsoft.com/office/drawing/2014/main" id="{BE55759C-3235-45E6-8B9A-7901748CAD60}"/>
              </a:ext>
            </a:extLst>
          </p:cNvPr>
          <p:cNvSpPr>
            <a:spLocks xmlns:a="http://schemas.openxmlformats.org/drawingml/2006/main" noGrp="1"/>
          </p:cNvSpPr>
          <p:nvPr/>
        </p:nvSpPr>
        <p:spPr>
          <a:xfrm xmlns:a="http://schemas.openxmlformats.org/drawingml/2006/main" flipV="1">
            <a:off x="7232904" y="2296319"/>
            <a:ext cx="91440" cy="24194"/>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7" name="Connector 76">
            <a:extLst xmlns:a="http://schemas.openxmlformats.org/drawingml/2006/main">
              <a:ext uri="{FF2B5EF4-FFF2-40B4-BE49-F238E27FC236}">
                <a16:creationId xmlns:a16="http://schemas.microsoft.com/office/drawing/2014/main" id="{D2949AF3-5D0E-440C-8E7C-67535D8CCD80}"/>
              </a:ext>
            </a:extLst>
          </p:cNvPr>
          <p:cNvSpPr>
            <a:spLocks xmlns:a="http://schemas.openxmlformats.org/drawingml/2006/main" noGrp="1"/>
          </p:cNvSpPr>
          <p:nvPr/>
        </p:nvSpPr>
        <p:spPr>
          <a:xfrm xmlns:a="http://schemas.openxmlformats.org/drawingml/2006/main" flipV="1">
            <a:off x="7324344" y="2284496"/>
            <a:ext cx="91439" cy="11823"/>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8" name="Connector 77">
            <a:extLst xmlns:a="http://schemas.openxmlformats.org/drawingml/2006/main">
              <a:ext uri="{FF2B5EF4-FFF2-40B4-BE49-F238E27FC236}">
                <a16:creationId xmlns:a16="http://schemas.microsoft.com/office/drawing/2014/main" id="{BA3F592F-C1AB-47C3-9906-9C812FA3CDC9}"/>
              </a:ext>
            </a:extLst>
          </p:cNvPr>
          <p:cNvSpPr>
            <a:spLocks xmlns:a="http://schemas.openxmlformats.org/drawingml/2006/main" noGrp="1"/>
          </p:cNvSpPr>
          <p:nvPr/>
        </p:nvSpPr>
        <p:spPr>
          <a:xfrm xmlns:a="http://schemas.openxmlformats.org/drawingml/2006/main">
            <a:off x="7415783" y="2284496"/>
            <a:ext cx="91441" cy="696"/>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9" name="Connector 78">
            <a:extLst xmlns:a="http://schemas.openxmlformats.org/drawingml/2006/main">
              <a:ext uri="{FF2B5EF4-FFF2-40B4-BE49-F238E27FC236}">
                <a16:creationId xmlns:a16="http://schemas.microsoft.com/office/drawing/2014/main" id="{C78ADE18-FB28-4C89-BB33-1E644C53B0EC}"/>
              </a:ext>
            </a:extLst>
          </p:cNvPr>
          <p:cNvSpPr>
            <a:spLocks xmlns:a="http://schemas.openxmlformats.org/drawingml/2006/main" noGrp="1"/>
          </p:cNvSpPr>
          <p:nvPr/>
        </p:nvSpPr>
        <p:spPr>
          <a:xfrm xmlns:a="http://schemas.openxmlformats.org/drawingml/2006/main">
            <a:off x="7507224" y="2285192"/>
            <a:ext cx="91439" cy="13209"/>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0" name="Connector 79">
            <a:extLst xmlns:a="http://schemas.openxmlformats.org/drawingml/2006/main">
              <a:ext uri="{FF2B5EF4-FFF2-40B4-BE49-F238E27FC236}">
                <a16:creationId xmlns:a16="http://schemas.microsoft.com/office/drawing/2014/main" id="{9461093C-6F94-4116-A9AB-76B7FD4F7174}"/>
              </a:ext>
            </a:extLst>
          </p:cNvPr>
          <p:cNvSpPr>
            <a:spLocks xmlns:a="http://schemas.openxmlformats.org/drawingml/2006/main" noGrp="1"/>
          </p:cNvSpPr>
          <p:nvPr/>
        </p:nvSpPr>
        <p:spPr>
          <a:xfrm xmlns:a="http://schemas.openxmlformats.org/drawingml/2006/main">
            <a:off x="7598663" y="2298401"/>
            <a:ext cx="91441" cy="25552"/>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1" name="Connector 80">
            <a:extLst xmlns:a="http://schemas.openxmlformats.org/drawingml/2006/main">
              <a:ext uri="{FF2B5EF4-FFF2-40B4-BE49-F238E27FC236}">
                <a16:creationId xmlns:a16="http://schemas.microsoft.com/office/drawing/2014/main" id="{72285B1C-8BDE-4C94-AE55-F3E1D7BC54C5}"/>
              </a:ext>
            </a:extLst>
          </p:cNvPr>
          <p:cNvSpPr>
            <a:spLocks xmlns:a="http://schemas.openxmlformats.org/drawingml/2006/main" noGrp="1"/>
          </p:cNvSpPr>
          <p:nvPr/>
        </p:nvSpPr>
        <p:spPr>
          <a:xfrm xmlns:a="http://schemas.openxmlformats.org/drawingml/2006/main">
            <a:off x="7690104" y="2323953"/>
            <a:ext cx="91440" cy="37568"/>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2" name="Connector 81">
            <a:extLst xmlns:a="http://schemas.openxmlformats.org/drawingml/2006/main">
              <a:ext uri="{FF2B5EF4-FFF2-40B4-BE49-F238E27FC236}">
                <a16:creationId xmlns:a16="http://schemas.microsoft.com/office/drawing/2014/main" id="{394AB514-A27B-4C87-A956-DCE1D3BF6250}"/>
              </a:ext>
            </a:extLst>
          </p:cNvPr>
          <p:cNvSpPr>
            <a:spLocks xmlns:a="http://schemas.openxmlformats.org/drawingml/2006/main" noGrp="1"/>
          </p:cNvSpPr>
          <p:nvPr/>
        </p:nvSpPr>
        <p:spPr>
          <a:xfrm xmlns:a="http://schemas.openxmlformats.org/drawingml/2006/main">
            <a:off x="7781544" y="2361521"/>
            <a:ext cx="91439" cy="49105"/>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3" name="Connector 82">
            <a:extLst xmlns:a="http://schemas.openxmlformats.org/drawingml/2006/main">
              <a:ext uri="{FF2B5EF4-FFF2-40B4-BE49-F238E27FC236}">
                <a16:creationId xmlns:a16="http://schemas.microsoft.com/office/drawing/2014/main" id="{CC01C1D3-9238-4A43-A9B3-B4558FDCF62B}"/>
              </a:ext>
            </a:extLst>
          </p:cNvPr>
          <p:cNvSpPr>
            <a:spLocks xmlns:a="http://schemas.openxmlformats.org/drawingml/2006/main" noGrp="1"/>
          </p:cNvSpPr>
          <p:nvPr/>
        </p:nvSpPr>
        <p:spPr>
          <a:xfrm xmlns:a="http://schemas.openxmlformats.org/drawingml/2006/main">
            <a:off x="7872983" y="2410626"/>
            <a:ext cx="91441" cy="60014"/>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4" name="Connector 83">
            <a:extLst xmlns:a="http://schemas.openxmlformats.org/drawingml/2006/main">
              <a:ext uri="{FF2B5EF4-FFF2-40B4-BE49-F238E27FC236}">
                <a16:creationId xmlns:a16="http://schemas.microsoft.com/office/drawing/2014/main" id="{94B91D90-2E19-4211-AE6D-989E79F09539}"/>
              </a:ext>
            </a:extLst>
          </p:cNvPr>
          <p:cNvSpPr>
            <a:spLocks xmlns:a="http://schemas.openxmlformats.org/drawingml/2006/main" noGrp="1"/>
          </p:cNvSpPr>
          <p:nvPr/>
        </p:nvSpPr>
        <p:spPr>
          <a:xfrm xmlns:a="http://schemas.openxmlformats.org/drawingml/2006/main">
            <a:off x="7964424" y="2470640"/>
            <a:ext cx="91439" cy="70156"/>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5" name="Connector 84">
            <a:extLst xmlns:a="http://schemas.openxmlformats.org/drawingml/2006/main">
              <a:ext uri="{FF2B5EF4-FFF2-40B4-BE49-F238E27FC236}">
                <a16:creationId xmlns:a16="http://schemas.microsoft.com/office/drawing/2014/main" id="{690783DE-3B8E-4393-A629-6D7F8185CCD8}"/>
              </a:ext>
            </a:extLst>
          </p:cNvPr>
          <p:cNvSpPr>
            <a:spLocks xmlns:a="http://schemas.openxmlformats.org/drawingml/2006/main" noGrp="1"/>
          </p:cNvSpPr>
          <p:nvPr/>
        </p:nvSpPr>
        <p:spPr>
          <a:xfrm xmlns:a="http://schemas.openxmlformats.org/drawingml/2006/main">
            <a:off x="8055863" y="2540796"/>
            <a:ext cx="91441" cy="79402"/>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6" name="Connector 85">
            <a:extLst xmlns:a="http://schemas.openxmlformats.org/drawingml/2006/main">
              <a:ext uri="{FF2B5EF4-FFF2-40B4-BE49-F238E27FC236}">
                <a16:creationId xmlns:a16="http://schemas.microsoft.com/office/drawing/2014/main" id="{7302A597-A1A5-43C6-BA39-3047E5D4F69E}"/>
              </a:ext>
            </a:extLst>
          </p:cNvPr>
          <p:cNvSpPr>
            <a:spLocks xmlns:a="http://schemas.openxmlformats.org/drawingml/2006/main" noGrp="1"/>
          </p:cNvSpPr>
          <p:nvPr/>
        </p:nvSpPr>
        <p:spPr>
          <a:xfrm xmlns:a="http://schemas.openxmlformats.org/drawingml/2006/main">
            <a:off x="8147304" y="2620198"/>
            <a:ext cx="91440" cy="87633"/>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7" name="Connector 86">
            <a:extLst xmlns:a="http://schemas.openxmlformats.org/drawingml/2006/main">
              <a:ext uri="{FF2B5EF4-FFF2-40B4-BE49-F238E27FC236}">
                <a16:creationId xmlns:a16="http://schemas.microsoft.com/office/drawing/2014/main" id="{230AE398-B3CC-4C94-A42E-407C4BDF9600}"/>
              </a:ext>
            </a:extLst>
          </p:cNvPr>
          <p:cNvSpPr>
            <a:spLocks xmlns:a="http://schemas.openxmlformats.org/drawingml/2006/main" noGrp="1"/>
          </p:cNvSpPr>
          <p:nvPr/>
        </p:nvSpPr>
        <p:spPr>
          <a:xfrm xmlns:a="http://schemas.openxmlformats.org/drawingml/2006/main">
            <a:off x="8238744" y="2707831"/>
            <a:ext cx="91439" cy="94745"/>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8" name="Connector 87">
            <a:extLst xmlns:a="http://schemas.openxmlformats.org/drawingml/2006/main">
              <a:ext uri="{FF2B5EF4-FFF2-40B4-BE49-F238E27FC236}">
                <a16:creationId xmlns:a16="http://schemas.microsoft.com/office/drawing/2014/main" id="{D683384E-945E-4F71-947D-3BC780301D74}"/>
              </a:ext>
            </a:extLst>
          </p:cNvPr>
          <p:cNvSpPr>
            <a:spLocks xmlns:a="http://schemas.openxmlformats.org/drawingml/2006/main" noGrp="1"/>
          </p:cNvSpPr>
          <p:nvPr/>
        </p:nvSpPr>
        <p:spPr>
          <a:xfrm xmlns:a="http://schemas.openxmlformats.org/drawingml/2006/main">
            <a:off x="8330183" y="2802576"/>
            <a:ext cx="91441" cy="100646"/>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9" name="Connector 88">
            <a:extLst xmlns:a="http://schemas.openxmlformats.org/drawingml/2006/main">
              <a:ext uri="{FF2B5EF4-FFF2-40B4-BE49-F238E27FC236}">
                <a16:creationId xmlns:a16="http://schemas.microsoft.com/office/drawing/2014/main" id="{B8980667-05EA-4398-B56B-C03CAE8C309A}"/>
              </a:ext>
            </a:extLst>
          </p:cNvPr>
          <p:cNvSpPr>
            <a:spLocks xmlns:a="http://schemas.openxmlformats.org/drawingml/2006/main" noGrp="1"/>
          </p:cNvSpPr>
          <p:nvPr/>
        </p:nvSpPr>
        <p:spPr>
          <a:xfrm xmlns:a="http://schemas.openxmlformats.org/drawingml/2006/main">
            <a:off x="8421624" y="2903222"/>
            <a:ext cx="91440" cy="105261"/>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0" name="Connector 89">
            <a:extLst xmlns:a="http://schemas.openxmlformats.org/drawingml/2006/main">
              <a:ext uri="{FF2B5EF4-FFF2-40B4-BE49-F238E27FC236}">
                <a16:creationId xmlns:a16="http://schemas.microsoft.com/office/drawing/2014/main" id="{7387C0ED-E39B-4023-AB84-7226FBB4FA24}"/>
              </a:ext>
            </a:extLst>
          </p:cNvPr>
          <p:cNvSpPr>
            <a:spLocks xmlns:a="http://schemas.openxmlformats.org/drawingml/2006/main" noGrp="1"/>
          </p:cNvSpPr>
          <p:nvPr/>
        </p:nvSpPr>
        <p:spPr>
          <a:xfrm xmlns:a="http://schemas.openxmlformats.org/drawingml/2006/main">
            <a:off x="8513064" y="3008483"/>
            <a:ext cx="91440" cy="108530"/>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1" name="Connector 90">
            <a:extLst xmlns:a="http://schemas.openxmlformats.org/drawingml/2006/main">
              <a:ext uri="{FF2B5EF4-FFF2-40B4-BE49-F238E27FC236}">
                <a16:creationId xmlns:a16="http://schemas.microsoft.com/office/drawing/2014/main" id="{C30C55CF-1167-4547-A041-335FEBD30888}"/>
              </a:ext>
            </a:extLst>
          </p:cNvPr>
          <p:cNvSpPr>
            <a:spLocks xmlns:a="http://schemas.openxmlformats.org/drawingml/2006/main" noGrp="1"/>
          </p:cNvSpPr>
          <p:nvPr/>
        </p:nvSpPr>
        <p:spPr>
          <a:xfrm xmlns:a="http://schemas.openxmlformats.org/drawingml/2006/main">
            <a:off x="8604504" y="3117013"/>
            <a:ext cx="91439" cy="110415"/>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2" name="Connector 91">
            <a:extLst xmlns:a="http://schemas.openxmlformats.org/drawingml/2006/main">
              <a:ext uri="{FF2B5EF4-FFF2-40B4-BE49-F238E27FC236}">
                <a16:creationId xmlns:a16="http://schemas.microsoft.com/office/drawing/2014/main" id="{3FBA4024-1860-41E0-BB01-600E139FFD55}"/>
              </a:ext>
            </a:extLst>
          </p:cNvPr>
          <p:cNvSpPr>
            <a:spLocks xmlns:a="http://schemas.openxmlformats.org/drawingml/2006/main" noGrp="1"/>
          </p:cNvSpPr>
          <p:nvPr/>
        </p:nvSpPr>
        <p:spPr>
          <a:xfrm xmlns:a="http://schemas.openxmlformats.org/drawingml/2006/main">
            <a:off x="8695943" y="3227428"/>
            <a:ext cx="91441" cy="110886"/>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3" name="Connector 92">
            <a:extLst xmlns:a="http://schemas.openxmlformats.org/drawingml/2006/main">
              <a:ext uri="{FF2B5EF4-FFF2-40B4-BE49-F238E27FC236}">
                <a16:creationId xmlns:a16="http://schemas.microsoft.com/office/drawing/2014/main" id="{2E15F903-72B2-4BD0-B961-C842A3E97248}"/>
              </a:ext>
            </a:extLst>
          </p:cNvPr>
          <p:cNvSpPr>
            <a:spLocks xmlns:a="http://schemas.openxmlformats.org/drawingml/2006/main" noGrp="1"/>
          </p:cNvSpPr>
          <p:nvPr/>
        </p:nvSpPr>
        <p:spPr>
          <a:xfrm xmlns:a="http://schemas.openxmlformats.org/drawingml/2006/main">
            <a:off x="8787384" y="3338314"/>
            <a:ext cx="91440" cy="109943"/>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4" name="Connector 93">
            <a:extLst xmlns:a="http://schemas.openxmlformats.org/drawingml/2006/main">
              <a:ext uri="{FF2B5EF4-FFF2-40B4-BE49-F238E27FC236}">
                <a16:creationId xmlns:a16="http://schemas.microsoft.com/office/drawing/2014/main" id="{616861DE-DCCA-4DDC-8482-0D52AC0C9E1F}"/>
              </a:ext>
            </a:extLst>
          </p:cNvPr>
          <p:cNvSpPr>
            <a:spLocks xmlns:a="http://schemas.openxmlformats.org/drawingml/2006/main" noGrp="1"/>
          </p:cNvSpPr>
          <p:nvPr/>
        </p:nvSpPr>
        <p:spPr>
          <a:xfrm xmlns:a="http://schemas.openxmlformats.org/drawingml/2006/main">
            <a:off x="8878824" y="3448257"/>
            <a:ext cx="91439" cy="107593"/>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5" name="Connector 94">
            <a:extLst xmlns:a="http://schemas.openxmlformats.org/drawingml/2006/main">
              <a:ext uri="{FF2B5EF4-FFF2-40B4-BE49-F238E27FC236}">
                <a16:creationId xmlns:a16="http://schemas.microsoft.com/office/drawing/2014/main" id="{47AFA1D6-3F3E-460C-939C-E3F15A3D0DD7}"/>
              </a:ext>
            </a:extLst>
          </p:cNvPr>
          <p:cNvSpPr>
            <a:spLocks xmlns:a="http://schemas.openxmlformats.org/drawingml/2006/main" noGrp="1"/>
          </p:cNvSpPr>
          <p:nvPr/>
        </p:nvSpPr>
        <p:spPr>
          <a:xfrm xmlns:a="http://schemas.openxmlformats.org/drawingml/2006/main">
            <a:off x="8970263" y="3555850"/>
            <a:ext cx="91441" cy="103870"/>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6" name="Connector 95">
            <a:extLst xmlns:a="http://schemas.openxmlformats.org/drawingml/2006/main">
              <a:ext uri="{FF2B5EF4-FFF2-40B4-BE49-F238E27FC236}">
                <a16:creationId xmlns:a16="http://schemas.microsoft.com/office/drawing/2014/main" id="{584CF007-AE90-4396-8752-70A29EC621D6}"/>
              </a:ext>
            </a:extLst>
          </p:cNvPr>
          <p:cNvSpPr>
            <a:spLocks xmlns:a="http://schemas.openxmlformats.org/drawingml/2006/main" noGrp="1"/>
          </p:cNvSpPr>
          <p:nvPr/>
        </p:nvSpPr>
        <p:spPr>
          <a:xfrm xmlns:a="http://schemas.openxmlformats.org/drawingml/2006/main">
            <a:off x="9061704" y="3659720"/>
            <a:ext cx="91440" cy="98818"/>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7" name="Connector 96">
            <a:extLst xmlns:a="http://schemas.openxmlformats.org/drawingml/2006/main">
              <a:ext uri="{FF2B5EF4-FFF2-40B4-BE49-F238E27FC236}">
                <a16:creationId xmlns:a16="http://schemas.microsoft.com/office/drawing/2014/main" id="{412289A7-A113-4957-BA94-49024041F591}"/>
              </a:ext>
            </a:extLst>
          </p:cNvPr>
          <p:cNvSpPr>
            <a:spLocks xmlns:a="http://schemas.openxmlformats.org/drawingml/2006/main" noGrp="1"/>
          </p:cNvSpPr>
          <p:nvPr/>
        </p:nvSpPr>
        <p:spPr>
          <a:xfrm xmlns:a="http://schemas.openxmlformats.org/drawingml/2006/main">
            <a:off x="9153144" y="3758538"/>
            <a:ext cx="91440" cy="92505"/>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8" name="Connector 97">
            <a:extLst xmlns:a="http://schemas.openxmlformats.org/drawingml/2006/main">
              <a:ext uri="{FF2B5EF4-FFF2-40B4-BE49-F238E27FC236}">
                <a16:creationId xmlns:a16="http://schemas.microsoft.com/office/drawing/2014/main" id="{A91150EB-3E2F-4B6C-A710-33F628CAA856}"/>
              </a:ext>
            </a:extLst>
          </p:cNvPr>
          <p:cNvSpPr>
            <a:spLocks xmlns:a="http://schemas.openxmlformats.org/drawingml/2006/main" noGrp="1"/>
          </p:cNvSpPr>
          <p:nvPr/>
        </p:nvSpPr>
        <p:spPr>
          <a:xfrm xmlns:a="http://schemas.openxmlformats.org/drawingml/2006/main">
            <a:off x="9244584" y="3851043"/>
            <a:ext cx="91440" cy="85009"/>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9" name="Connector 98">
            <a:extLst xmlns:a="http://schemas.openxmlformats.org/drawingml/2006/main">
              <a:ext uri="{FF2B5EF4-FFF2-40B4-BE49-F238E27FC236}">
                <a16:creationId xmlns:a16="http://schemas.microsoft.com/office/drawing/2014/main" id="{A0F13D22-434C-4DE1-BF7B-1A15F113FACD}"/>
              </a:ext>
            </a:extLst>
          </p:cNvPr>
          <p:cNvSpPr>
            <a:spLocks xmlns:a="http://schemas.openxmlformats.org/drawingml/2006/main" noGrp="1"/>
          </p:cNvSpPr>
          <p:nvPr/>
        </p:nvSpPr>
        <p:spPr>
          <a:xfrm xmlns:a="http://schemas.openxmlformats.org/drawingml/2006/main">
            <a:off x="9336024" y="3936052"/>
            <a:ext cx="91439" cy="76427"/>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0" name="Connector 99">
            <a:extLst xmlns:a="http://schemas.openxmlformats.org/drawingml/2006/main">
              <a:ext uri="{FF2B5EF4-FFF2-40B4-BE49-F238E27FC236}">
                <a16:creationId xmlns:a16="http://schemas.microsoft.com/office/drawing/2014/main" id="{CB470A27-0771-4034-96A3-A2ACFFC7CA5D}"/>
              </a:ext>
            </a:extLst>
          </p:cNvPr>
          <p:cNvSpPr>
            <a:spLocks xmlns:a="http://schemas.openxmlformats.org/drawingml/2006/main" noGrp="1"/>
          </p:cNvSpPr>
          <p:nvPr/>
        </p:nvSpPr>
        <p:spPr>
          <a:xfrm xmlns:a="http://schemas.openxmlformats.org/drawingml/2006/main">
            <a:off x="9427463" y="4012479"/>
            <a:ext cx="91441" cy="66869"/>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1" name="Connector 100">
            <a:extLst xmlns:a="http://schemas.openxmlformats.org/drawingml/2006/main">
              <a:ext uri="{FF2B5EF4-FFF2-40B4-BE49-F238E27FC236}">
                <a16:creationId xmlns:a16="http://schemas.microsoft.com/office/drawing/2014/main" id="{31B6A22C-A747-492D-96E3-028C9DD5F2C4}"/>
              </a:ext>
            </a:extLst>
          </p:cNvPr>
          <p:cNvSpPr>
            <a:spLocks xmlns:a="http://schemas.openxmlformats.org/drawingml/2006/main" noGrp="1"/>
          </p:cNvSpPr>
          <p:nvPr/>
        </p:nvSpPr>
        <p:spPr>
          <a:xfrm xmlns:a="http://schemas.openxmlformats.org/drawingml/2006/main">
            <a:off x="9518904" y="4079348"/>
            <a:ext cx="91440" cy="56456"/>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2" name="Connector 101">
            <a:extLst xmlns:a="http://schemas.openxmlformats.org/drawingml/2006/main">
              <a:ext uri="{FF2B5EF4-FFF2-40B4-BE49-F238E27FC236}">
                <a16:creationId xmlns:a16="http://schemas.microsoft.com/office/drawing/2014/main" id="{F3AFED2C-1696-48EF-A8CA-AFF44BA7E640}"/>
              </a:ext>
            </a:extLst>
          </p:cNvPr>
          <p:cNvSpPr>
            <a:spLocks xmlns:a="http://schemas.openxmlformats.org/drawingml/2006/main" noGrp="1"/>
          </p:cNvSpPr>
          <p:nvPr/>
        </p:nvSpPr>
        <p:spPr>
          <a:xfrm xmlns:a="http://schemas.openxmlformats.org/drawingml/2006/main">
            <a:off x="9610344" y="4135804"/>
            <a:ext cx="91440" cy="45321"/>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3" name="Connector 102">
            <a:extLst xmlns:a="http://schemas.openxmlformats.org/drawingml/2006/main">
              <a:ext uri="{FF2B5EF4-FFF2-40B4-BE49-F238E27FC236}">
                <a16:creationId xmlns:a16="http://schemas.microsoft.com/office/drawing/2014/main" id="{96D60F63-6F52-4F26-B2C3-326AFB369EF5}"/>
              </a:ext>
            </a:extLst>
          </p:cNvPr>
          <p:cNvSpPr>
            <a:spLocks xmlns:a="http://schemas.openxmlformats.org/drawingml/2006/main" noGrp="1"/>
          </p:cNvSpPr>
          <p:nvPr/>
        </p:nvSpPr>
        <p:spPr>
          <a:xfrm xmlns:a="http://schemas.openxmlformats.org/drawingml/2006/main">
            <a:off x="9701784" y="4181125"/>
            <a:ext cx="91440" cy="33609"/>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4" name="Connector 103">
            <a:extLst xmlns:a="http://schemas.openxmlformats.org/drawingml/2006/main">
              <a:ext uri="{FF2B5EF4-FFF2-40B4-BE49-F238E27FC236}">
                <a16:creationId xmlns:a16="http://schemas.microsoft.com/office/drawing/2014/main" id="{E1262B51-DA91-4C1F-93B6-3B7EFE9E2E1B}"/>
              </a:ext>
            </a:extLst>
          </p:cNvPr>
          <p:cNvSpPr>
            <a:spLocks xmlns:a="http://schemas.openxmlformats.org/drawingml/2006/main" noGrp="1"/>
          </p:cNvSpPr>
          <p:nvPr/>
        </p:nvSpPr>
        <p:spPr>
          <a:xfrm xmlns:a="http://schemas.openxmlformats.org/drawingml/2006/main">
            <a:off x="9793224" y="4214734"/>
            <a:ext cx="91439" cy="21466"/>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5" name="Connector 104">
            <a:extLst xmlns:a="http://schemas.openxmlformats.org/drawingml/2006/main">
              <a:ext uri="{FF2B5EF4-FFF2-40B4-BE49-F238E27FC236}">
                <a16:creationId xmlns:a16="http://schemas.microsoft.com/office/drawing/2014/main" id="{E47C706F-F396-4BBF-A9E6-5B4B4089716C}"/>
              </a:ext>
            </a:extLst>
          </p:cNvPr>
          <p:cNvSpPr>
            <a:spLocks xmlns:a="http://schemas.openxmlformats.org/drawingml/2006/main" noGrp="1"/>
          </p:cNvSpPr>
          <p:nvPr/>
        </p:nvSpPr>
        <p:spPr>
          <a:xfrm xmlns:a="http://schemas.openxmlformats.org/drawingml/2006/main">
            <a:off x="9884663" y="4236200"/>
            <a:ext cx="91441" cy="9049"/>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6" name="Connector 105">
            <a:extLst xmlns:a="http://schemas.openxmlformats.org/drawingml/2006/main">
              <a:ext uri="{FF2B5EF4-FFF2-40B4-BE49-F238E27FC236}">
                <a16:creationId xmlns:a16="http://schemas.microsoft.com/office/drawing/2014/main" id="{9F057A7C-EEB0-4BF9-AE36-3925039263DC}"/>
              </a:ext>
            </a:extLst>
          </p:cNvPr>
          <p:cNvSpPr>
            <a:spLocks xmlns:a="http://schemas.openxmlformats.org/drawingml/2006/main" noGrp="1"/>
          </p:cNvSpPr>
          <p:nvPr/>
        </p:nvSpPr>
        <p:spPr>
          <a:xfrm xmlns:a="http://schemas.openxmlformats.org/drawingml/2006/main" flipV="1">
            <a:off x="9976104" y="4241765"/>
            <a:ext cx="91440" cy="3484"/>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7" name="Connector 106">
            <a:extLst xmlns:a="http://schemas.openxmlformats.org/drawingml/2006/main">
              <a:ext uri="{FF2B5EF4-FFF2-40B4-BE49-F238E27FC236}">
                <a16:creationId xmlns:a16="http://schemas.microsoft.com/office/drawing/2014/main" id="{2EE55EB6-F628-45BE-BE3E-F46E7E7EEF4B}"/>
              </a:ext>
            </a:extLst>
          </p:cNvPr>
          <p:cNvSpPr>
            <a:spLocks xmlns:a="http://schemas.openxmlformats.org/drawingml/2006/main" noGrp="1"/>
          </p:cNvSpPr>
          <p:nvPr/>
        </p:nvSpPr>
        <p:spPr>
          <a:xfrm xmlns:a="http://schemas.openxmlformats.org/drawingml/2006/main" flipV="1">
            <a:off x="10067544" y="4225793"/>
            <a:ext cx="91440" cy="15972"/>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8" name="Connector 107">
            <a:extLst xmlns:a="http://schemas.openxmlformats.org/drawingml/2006/main">
              <a:ext uri="{FF2B5EF4-FFF2-40B4-BE49-F238E27FC236}">
                <a16:creationId xmlns:a16="http://schemas.microsoft.com/office/drawing/2014/main" id="{DDE1BFF9-3CFE-4C04-8705-EAEF9BC859F8}"/>
              </a:ext>
            </a:extLst>
          </p:cNvPr>
          <p:cNvSpPr>
            <a:spLocks xmlns:a="http://schemas.openxmlformats.org/drawingml/2006/main" noGrp="1"/>
          </p:cNvSpPr>
          <p:nvPr/>
        </p:nvSpPr>
        <p:spPr>
          <a:xfrm xmlns:a="http://schemas.openxmlformats.org/drawingml/2006/main" flipV="1">
            <a:off x="10158984" y="4197538"/>
            <a:ext cx="91440" cy="28255"/>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9" name="Oval 108">
            <a:extLst xmlns:a="http://schemas.openxmlformats.org/drawingml/2006/main">
              <a:ext uri="{FF2B5EF4-FFF2-40B4-BE49-F238E27FC236}">
                <a16:creationId xmlns:a16="http://schemas.microsoft.com/office/drawing/2014/main" id="{1E5F009F-536B-444E-AB24-1A0484849568}"/>
              </a:ext>
            </a:extLst>
          </p:cNvPr>
          <p:cNvSpPr>
            <a:spLocks xmlns:a="http://schemas.openxmlformats.org/drawingml/2006/main" noGrp="1"/>
          </p:cNvSpPr>
          <p:nvPr/>
        </p:nvSpPr>
        <p:spPr>
          <a:xfrm xmlns:a="http://schemas.openxmlformats.org/drawingml/2006/main">
            <a:off x="1045159" y="3203143"/>
            <a:ext cx="122529" cy="122529"/>
          </a:xfrm>
          <a:prstGeom xmlns:a="http://schemas.openxmlformats.org/drawingml/2006/main" prst="ellipse">
            <a:avLst/>
          </a:prstGeom>
          <a:solidFill xmlns:a="http://schemas.openxmlformats.org/drawingml/2006/main">
            <a:srgbClr val="00B0F0"/>
          </a:solidFill>
          <a:ln xmlns:a="http://schemas.openxmlformats.org/drawingml/2006/main" w="127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10" name="Oval 109">
            <a:extLst xmlns:a="http://schemas.openxmlformats.org/drawingml/2006/main">
              <a:ext uri="{FF2B5EF4-FFF2-40B4-BE49-F238E27FC236}">
                <a16:creationId xmlns:a16="http://schemas.microsoft.com/office/drawing/2014/main" id="{B8E1C4A8-2B96-48DA-BF33-E33138C630F2}"/>
              </a:ext>
            </a:extLst>
          </p:cNvPr>
          <p:cNvSpPr>
            <a:spLocks xmlns:a="http://schemas.openxmlformats.org/drawingml/2006/main" noGrp="1"/>
          </p:cNvSpPr>
          <p:nvPr/>
        </p:nvSpPr>
        <p:spPr>
          <a:xfrm xmlns:a="http://schemas.openxmlformats.org/drawingml/2006/main">
            <a:off x="1748543" y="2453233"/>
            <a:ext cx="122529" cy="122529"/>
          </a:xfrm>
          <a:prstGeom xmlns:a="http://schemas.openxmlformats.org/drawingml/2006/main" prst="ellipse">
            <a:avLst/>
          </a:prstGeom>
          <a:solidFill xmlns:a="http://schemas.openxmlformats.org/drawingml/2006/main">
            <a:srgbClr val="00B0F0"/>
          </a:solidFill>
          <a:ln xmlns:a="http://schemas.openxmlformats.org/drawingml/2006/main" w="127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11" name="Oval 110">
            <a:extLst xmlns:a="http://schemas.openxmlformats.org/drawingml/2006/main">
              <a:ext uri="{FF2B5EF4-FFF2-40B4-BE49-F238E27FC236}">
                <a16:creationId xmlns:a16="http://schemas.microsoft.com/office/drawing/2014/main" id="{5D9D231F-861B-4C71-B5EC-752C25BEE933}"/>
              </a:ext>
            </a:extLst>
          </p:cNvPr>
          <p:cNvSpPr>
            <a:spLocks xmlns:a="http://schemas.openxmlformats.org/drawingml/2006/main" noGrp="1"/>
          </p:cNvSpPr>
          <p:nvPr/>
        </p:nvSpPr>
        <p:spPr>
          <a:xfrm xmlns:a="http://schemas.openxmlformats.org/drawingml/2006/main">
            <a:off x="2451928" y="2235996"/>
            <a:ext cx="122529" cy="122529"/>
          </a:xfrm>
          <a:prstGeom xmlns:a="http://schemas.openxmlformats.org/drawingml/2006/main" prst="ellipse">
            <a:avLst/>
          </a:prstGeom>
          <a:solidFill xmlns:a="http://schemas.openxmlformats.org/drawingml/2006/main">
            <a:srgbClr val="00B0F0"/>
          </a:solidFill>
          <a:ln xmlns:a="http://schemas.openxmlformats.org/drawingml/2006/main" w="127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12" name="Oval 111">
            <a:extLst xmlns:a="http://schemas.openxmlformats.org/drawingml/2006/main">
              <a:ext uri="{FF2B5EF4-FFF2-40B4-BE49-F238E27FC236}">
                <a16:creationId xmlns:a16="http://schemas.microsoft.com/office/drawing/2014/main" id="{607E7285-4DA9-477F-ACAE-80479BA7140E}"/>
              </a:ext>
            </a:extLst>
          </p:cNvPr>
          <p:cNvSpPr>
            <a:spLocks xmlns:a="http://schemas.openxmlformats.org/drawingml/2006/main" noGrp="1"/>
          </p:cNvSpPr>
          <p:nvPr/>
        </p:nvSpPr>
        <p:spPr>
          <a:xfrm xmlns:a="http://schemas.openxmlformats.org/drawingml/2006/main">
            <a:off x="3155313" y="2705738"/>
            <a:ext cx="122529" cy="122529"/>
          </a:xfrm>
          <a:prstGeom xmlns:a="http://schemas.openxmlformats.org/drawingml/2006/main" prst="ellipse">
            <a:avLst/>
          </a:prstGeom>
          <a:solidFill xmlns:a="http://schemas.openxmlformats.org/drawingml/2006/main">
            <a:srgbClr val="00B0F0"/>
          </a:solidFill>
          <a:ln xmlns:a="http://schemas.openxmlformats.org/drawingml/2006/main" w="127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13" name="Oval 112">
            <a:extLst xmlns:a="http://schemas.openxmlformats.org/drawingml/2006/main">
              <a:ext uri="{FF2B5EF4-FFF2-40B4-BE49-F238E27FC236}">
                <a16:creationId xmlns:a16="http://schemas.microsoft.com/office/drawing/2014/main" id="{4A19FA22-516B-4254-84E3-40CAE40A2F2B}"/>
              </a:ext>
            </a:extLst>
          </p:cNvPr>
          <p:cNvSpPr>
            <a:spLocks xmlns:a="http://schemas.openxmlformats.org/drawingml/2006/main" noGrp="1"/>
          </p:cNvSpPr>
          <p:nvPr/>
        </p:nvSpPr>
        <p:spPr>
          <a:xfrm xmlns:a="http://schemas.openxmlformats.org/drawingml/2006/main">
            <a:off x="3858697" y="3528794"/>
            <a:ext cx="122529" cy="122529"/>
          </a:xfrm>
          <a:prstGeom xmlns:a="http://schemas.openxmlformats.org/drawingml/2006/main" prst="ellipse">
            <a:avLst/>
          </a:prstGeom>
          <a:solidFill xmlns:a="http://schemas.openxmlformats.org/drawingml/2006/main">
            <a:srgbClr val="00B0F0"/>
          </a:solidFill>
          <a:ln xmlns:a="http://schemas.openxmlformats.org/drawingml/2006/main" w="127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14" name="Oval 113">
            <a:extLst xmlns:a="http://schemas.openxmlformats.org/drawingml/2006/main">
              <a:ext uri="{FF2B5EF4-FFF2-40B4-BE49-F238E27FC236}">
                <a16:creationId xmlns:a16="http://schemas.microsoft.com/office/drawing/2014/main" id="{1F1304AE-E056-4B3E-9227-935988F0D5BC}"/>
              </a:ext>
            </a:extLst>
          </p:cNvPr>
          <p:cNvSpPr>
            <a:spLocks xmlns:a="http://schemas.openxmlformats.org/drawingml/2006/main" noGrp="1"/>
          </p:cNvSpPr>
          <p:nvPr/>
        </p:nvSpPr>
        <p:spPr>
          <a:xfrm xmlns:a="http://schemas.openxmlformats.org/drawingml/2006/main">
            <a:off x="4562082" y="4120535"/>
            <a:ext cx="122529" cy="122529"/>
          </a:xfrm>
          <a:prstGeom xmlns:a="http://schemas.openxmlformats.org/drawingml/2006/main" prst="ellipse">
            <a:avLst/>
          </a:prstGeom>
          <a:solidFill xmlns:a="http://schemas.openxmlformats.org/drawingml/2006/main">
            <a:srgbClr val="00B0F0"/>
          </a:solidFill>
          <a:ln xmlns:a="http://schemas.openxmlformats.org/drawingml/2006/main" w="127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15" name="Oval 114">
            <a:extLst xmlns:a="http://schemas.openxmlformats.org/drawingml/2006/main">
              <a:ext uri="{FF2B5EF4-FFF2-40B4-BE49-F238E27FC236}">
                <a16:creationId xmlns:a16="http://schemas.microsoft.com/office/drawing/2014/main" id="{87C3E305-7A4D-4C03-9161-D3F15D8D30C0}"/>
              </a:ext>
            </a:extLst>
          </p:cNvPr>
          <p:cNvSpPr>
            <a:spLocks xmlns:a="http://schemas.openxmlformats.org/drawingml/2006/main" noGrp="1"/>
          </p:cNvSpPr>
          <p:nvPr/>
        </p:nvSpPr>
        <p:spPr>
          <a:xfrm xmlns:a="http://schemas.openxmlformats.org/drawingml/2006/main">
            <a:off x="5265466" y="4060637"/>
            <a:ext cx="122529" cy="122529"/>
          </a:xfrm>
          <a:prstGeom xmlns:a="http://schemas.openxmlformats.org/drawingml/2006/main" prst="ellipse">
            <a:avLst/>
          </a:prstGeom>
          <a:solidFill xmlns:a="http://schemas.openxmlformats.org/drawingml/2006/main">
            <a:srgbClr val="00B0F0"/>
          </a:solidFill>
          <a:ln xmlns:a="http://schemas.openxmlformats.org/drawingml/2006/main" w="127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16" name="Oval 115">
            <a:extLst xmlns:a="http://schemas.openxmlformats.org/drawingml/2006/main">
              <a:ext uri="{FF2B5EF4-FFF2-40B4-BE49-F238E27FC236}">
                <a16:creationId xmlns:a16="http://schemas.microsoft.com/office/drawing/2014/main" id="{F4053CDC-FE95-4C65-9B40-07741C7BE4CE}"/>
              </a:ext>
            </a:extLst>
          </p:cNvPr>
          <p:cNvSpPr>
            <a:spLocks xmlns:a="http://schemas.openxmlformats.org/drawingml/2006/main" noGrp="1"/>
          </p:cNvSpPr>
          <p:nvPr/>
        </p:nvSpPr>
        <p:spPr>
          <a:xfrm xmlns:a="http://schemas.openxmlformats.org/drawingml/2006/main">
            <a:off x="5968851" y="3391648"/>
            <a:ext cx="122529" cy="122529"/>
          </a:xfrm>
          <a:prstGeom xmlns:a="http://schemas.openxmlformats.org/drawingml/2006/main" prst="ellipse">
            <a:avLst/>
          </a:prstGeom>
          <a:solidFill xmlns:a="http://schemas.openxmlformats.org/drawingml/2006/main">
            <a:srgbClr val="00B0F0"/>
          </a:solidFill>
          <a:ln xmlns:a="http://schemas.openxmlformats.org/drawingml/2006/main" w="127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17" name="Oval 116">
            <a:extLst xmlns:a="http://schemas.openxmlformats.org/drawingml/2006/main">
              <a:ext uri="{FF2B5EF4-FFF2-40B4-BE49-F238E27FC236}">
                <a16:creationId xmlns:a16="http://schemas.microsoft.com/office/drawing/2014/main" id="{29EB20A2-0AC2-44F0-A285-776814BB4F58}"/>
              </a:ext>
            </a:extLst>
          </p:cNvPr>
          <p:cNvSpPr>
            <a:spLocks xmlns:a="http://schemas.openxmlformats.org/drawingml/2006/main" noGrp="1"/>
          </p:cNvSpPr>
          <p:nvPr/>
        </p:nvSpPr>
        <p:spPr>
          <a:xfrm xmlns:a="http://schemas.openxmlformats.org/drawingml/2006/main">
            <a:off x="6672236" y="2588760"/>
            <a:ext cx="122529" cy="122529"/>
          </a:xfrm>
          <a:prstGeom xmlns:a="http://schemas.openxmlformats.org/drawingml/2006/main" prst="ellipse">
            <a:avLst/>
          </a:prstGeom>
          <a:solidFill xmlns:a="http://schemas.openxmlformats.org/drawingml/2006/main">
            <a:srgbClr val="00B0F0"/>
          </a:solidFill>
          <a:ln xmlns:a="http://schemas.openxmlformats.org/drawingml/2006/main" w="127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18" name="Oval 117">
            <a:extLst xmlns:a="http://schemas.openxmlformats.org/drawingml/2006/main">
              <a:ext uri="{FF2B5EF4-FFF2-40B4-BE49-F238E27FC236}">
                <a16:creationId xmlns:a16="http://schemas.microsoft.com/office/drawing/2014/main" id="{F378AE4F-1F81-4415-87F5-1A8D188FA8C4}"/>
              </a:ext>
            </a:extLst>
          </p:cNvPr>
          <p:cNvSpPr>
            <a:spLocks xmlns:a="http://schemas.openxmlformats.org/drawingml/2006/main" noGrp="1"/>
          </p:cNvSpPr>
          <p:nvPr/>
        </p:nvSpPr>
        <p:spPr>
          <a:xfrm xmlns:a="http://schemas.openxmlformats.org/drawingml/2006/main">
            <a:off x="7375620" y="2222278"/>
            <a:ext cx="122529" cy="122529"/>
          </a:xfrm>
          <a:prstGeom xmlns:a="http://schemas.openxmlformats.org/drawingml/2006/main" prst="ellipse">
            <a:avLst/>
          </a:prstGeom>
          <a:solidFill xmlns:a="http://schemas.openxmlformats.org/drawingml/2006/main">
            <a:srgbClr val="00B0F0"/>
          </a:solidFill>
          <a:ln xmlns:a="http://schemas.openxmlformats.org/drawingml/2006/main" w="127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19" name="Oval 118">
            <a:extLst xmlns:a="http://schemas.openxmlformats.org/drawingml/2006/main">
              <a:ext uri="{FF2B5EF4-FFF2-40B4-BE49-F238E27FC236}">
                <a16:creationId xmlns:a16="http://schemas.microsoft.com/office/drawing/2014/main" id="{020C962B-D5C6-4EE8-A7E8-FA8558124BF4}"/>
              </a:ext>
            </a:extLst>
          </p:cNvPr>
          <p:cNvSpPr>
            <a:spLocks xmlns:a="http://schemas.openxmlformats.org/drawingml/2006/main" noGrp="1"/>
          </p:cNvSpPr>
          <p:nvPr/>
        </p:nvSpPr>
        <p:spPr>
          <a:xfrm xmlns:a="http://schemas.openxmlformats.org/drawingml/2006/main">
            <a:off x="8079005" y="2552519"/>
            <a:ext cx="122529" cy="122529"/>
          </a:xfrm>
          <a:prstGeom xmlns:a="http://schemas.openxmlformats.org/drawingml/2006/main" prst="ellipse">
            <a:avLst/>
          </a:prstGeom>
          <a:solidFill xmlns:a="http://schemas.openxmlformats.org/drawingml/2006/main">
            <a:srgbClr val="00B0F0"/>
          </a:solidFill>
          <a:ln xmlns:a="http://schemas.openxmlformats.org/drawingml/2006/main" w="127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20" name="Oval 119">
            <a:extLst xmlns:a="http://schemas.openxmlformats.org/drawingml/2006/main">
              <a:ext uri="{FF2B5EF4-FFF2-40B4-BE49-F238E27FC236}">
                <a16:creationId xmlns:a16="http://schemas.microsoft.com/office/drawing/2014/main" id="{7C744F23-8178-4E43-AE2F-CFEEF340BD3C}"/>
              </a:ext>
            </a:extLst>
          </p:cNvPr>
          <p:cNvSpPr>
            <a:spLocks xmlns:a="http://schemas.openxmlformats.org/drawingml/2006/main" noGrp="1"/>
          </p:cNvSpPr>
          <p:nvPr/>
        </p:nvSpPr>
        <p:spPr>
          <a:xfrm xmlns:a="http://schemas.openxmlformats.org/drawingml/2006/main">
            <a:off x="8782389" y="3344908"/>
            <a:ext cx="122529" cy="122529"/>
          </a:xfrm>
          <a:prstGeom xmlns:a="http://schemas.openxmlformats.org/drawingml/2006/main" prst="ellipse">
            <a:avLst/>
          </a:prstGeom>
          <a:solidFill xmlns:a="http://schemas.openxmlformats.org/drawingml/2006/main">
            <a:srgbClr val="00B0F0"/>
          </a:solidFill>
          <a:ln xmlns:a="http://schemas.openxmlformats.org/drawingml/2006/main" w="127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21" name="Oval 120">
            <a:extLst xmlns:a="http://schemas.openxmlformats.org/drawingml/2006/main">
              <a:ext uri="{FF2B5EF4-FFF2-40B4-BE49-F238E27FC236}">
                <a16:creationId xmlns:a16="http://schemas.microsoft.com/office/drawing/2014/main" id="{32DEEF72-48F8-4962-9470-1987ABAD973E}"/>
              </a:ext>
            </a:extLst>
          </p:cNvPr>
          <p:cNvSpPr>
            <a:spLocks xmlns:a="http://schemas.openxmlformats.org/drawingml/2006/main" noGrp="1"/>
          </p:cNvSpPr>
          <p:nvPr/>
        </p:nvSpPr>
        <p:spPr>
          <a:xfrm xmlns:a="http://schemas.openxmlformats.org/drawingml/2006/main">
            <a:off x="9485774" y="4036599"/>
            <a:ext cx="122529" cy="122529"/>
          </a:xfrm>
          <a:prstGeom xmlns:a="http://schemas.openxmlformats.org/drawingml/2006/main" prst="ellipse">
            <a:avLst/>
          </a:prstGeom>
          <a:solidFill xmlns:a="http://schemas.openxmlformats.org/drawingml/2006/main">
            <a:srgbClr val="00B0F0"/>
          </a:solidFill>
          <a:ln xmlns:a="http://schemas.openxmlformats.org/drawingml/2006/main" w="127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22" name="Connector 121">
            <a:extLst xmlns:a="http://schemas.openxmlformats.org/drawingml/2006/main">
              <a:ext uri="{FF2B5EF4-FFF2-40B4-BE49-F238E27FC236}">
                <a16:creationId xmlns:a16="http://schemas.microsoft.com/office/drawing/2014/main" id="{96D407DE-E822-4C77-86A4-AC12EA773D89}"/>
              </a:ext>
            </a:extLst>
          </p:cNvPr>
          <p:cNvSpPr>
            <a:spLocks xmlns:a="http://schemas.openxmlformats.org/drawingml/2006/main" noGrp="1"/>
          </p:cNvSpPr>
          <p:nvPr/>
        </p:nvSpPr>
        <p:spPr>
          <a:xfrm xmlns:a="http://schemas.openxmlformats.org/drawingml/2006/main">
            <a:off x="4023360" y="4754880"/>
            <a:ext cx="3200400" cy="0"/>
          </a:xfrm>
          <a:prstGeom xmlns:a="http://schemas.openxmlformats.org/drawingml/2006/main" prst="line">
            <a:avLst/>
          </a:prstGeom>
          <a:ln xmlns:a="http://schemas.openxmlformats.org/drawingml/2006/main" w="50800">
            <a:solidFill>
              <a:srgbClr val="00B0F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23" name="TextBox 122">
            <a:extLst xmlns:a="http://schemas.openxmlformats.org/drawingml/2006/main">
              <a:ext uri="{FF2B5EF4-FFF2-40B4-BE49-F238E27FC236}">
                <a16:creationId xmlns:a16="http://schemas.microsoft.com/office/drawing/2014/main" id="{0D90EF4A-3FBE-4EBF-A44B-A174868688E2}"/>
              </a:ext>
            </a:extLst>
          </p:cNvPr>
          <p:cNvSpPr>
            <a:spLocks xmlns:a="http://schemas.openxmlformats.org/drawingml/2006/main" noGrp="1"/>
          </p:cNvSpPr>
          <p:nvPr/>
        </p:nvSpPr>
        <p:spPr>
          <a:xfrm xmlns:a="http://schemas.openxmlformats.org/drawingml/2006/main">
            <a:off x="3657600" y="5038344"/>
            <a:ext cx="4206240" cy="3505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300" b="1">
                <a:solidFill>
                  <a:srgbClr val="007C9B"/>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2300" b="1">
                <a:solidFill>
                  <a:srgbClr val="007C9B"/>
                </a:solidFill>
                <a:latin typeface="Alibaba PuHuiTi 3.0 115 Black"/>
                <a:ea typeface="Alibaba PuHuiTi 3.0 115 Black"/>
                <a:cs typeface="Alibaba PuHuiTi 3.0 115 Black"/>
              </a:defRPr>
            </a:pPr>
            <a:r>
              <a:rPr sz="2300" b="1">
                <a:solidFill>
                  <a:srgbClr val="007C9B"/>
                </a:solidFill>
                <a:latin typeface="Alibaba PuHuiTi 3.0 115 Black"/>
                <a:ea typeface="Alibaba PuHuiTi 3.0 115 Black"/>
                <a:cs typeface="Alibaba PuHuiTi 3.0 115 Black"/>
              </a:rPr>
              <a:t>采样率：时间方向</a:t>
            </a:r>
          </a:p>
        </p:txBody>
      </p:sp>
      <p:sp>
        <p:nvSpPr>
          <p:cNvPr id="124" name="Connector 123">
            <a:extLst xmlns:a="http://schemas.openxmlformats.org/drawingml/2006/main">
              <a:ext uri="{FF2B5EF4-FFF2-40B4-BE49-F238E27FC236}">
                <a16:creationId xmlns:a16="http://schemas.microsoft.com/office/drawing/2014/main" id="{B2095CDB-8172-4434-8096-D60ACAEF5ECB}"/>
              </a:ext>
            </a:extLst>
          </p:cNvPr>
          <p:cNvSpPr>
            <a:spLocks xmlns:a="http://schemas.openxmlformats.org/drawingml/2006/main" noGrp="1"/>
          </p:cNvSpPr>
          <p:nvPr/>
        </p:nvSpPr>
        <p:spPr>
          <a:xfrm xmlns:a="http://schemas.openxmlformats.org/drawingml/2006/main">
            <a:off x="10625328" y="2103120"/>
            <a:ext cx="0" cy="2395728"/>
          </a:xfrm>
          <a:prstGeom xmlns:a="http://schemas.openxmlformats.org/drawingml/2006/main" prst="line">
            <a:avLst/>
          </a:prstGeom>
          <a:ln xmlns:a="http://schemas.openxmlformats.org/drawingml/2006/main" w="5080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25" name="TextBox 124">
            <a:extLst xmlns:a="http://schemas.openxmlformats.org/drawingml/2006/main">
              <a:ext uri="{FF2B5EF4-FFF2-40B4-BE49-F238E27FC236}">
                <a16:creationId xmlns:a16="http://schemas.microsoft.com/office/drawing/2014/main" id="{3352C22E-77C8-417C-AA1B-9C3850FAA908}"/>
              </a:ext>
            </a:extLst>
          </p:cNvPr>
          <p:cNvSpPr>
            <a:spLocks xmlns:a="http://schemas.openxmlformats.org/drawingml/2006/main" noGrp="1"/>
          </p:cNvSpPr>
          <p:nvPr/>
        </p:nvSpPr>
        <p:spPr>
          <a:xfrm xmlns:a="http://schemas.openxmlformats.org/drawingml/2006/main">
            <a:off x="8905875" y="1952625"/>
            <a:ext cx="2047875" cy="809625"/>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200" b="1">
                <a:solidFill>
                  <a:srgbClr val="8C64E1"/>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2200" b="1">
                <a:solidFill>
                  <a:srgbClr val="8C64E1"/>
                </a:solidFill>
                <a:latin typeface="Alibaba PuHuiTi 3.0 115 Black"/>
                <a:ea typeface="Alibaba PuHuiTi 3.0 115 Black"/>
                <a:cs typeface="Alibaba PuHuiTi 3.0 115 Black"/>
              </a:defRPr>
            </a:pPr>
            <a:r>
              <a:rPr sz="2200" b="1">
                <a:solidFill>
                  <a:srgbClr val="8C64E1"/>
                </a:solidFill>
                <a:latin typeface="Alibaba PuHuiTi 3.0 115 Black"/>
                <a:ea typeface="Alibaba PuHuiTi 3.0 115 Black"/>
                <a:cs typeface="Alibaba PuHuiTi 3.0 115 Black"/>
              </a:rPr>
              <a:t>量化位数</a:t>
            </a:r>
          </a:p>
          <a:p xmlns:a="http://schemas.openxmlformats.org/drawingml/2006/main">
            <a:pPr algn="l">
              <a:spcBef>
                <a:spcPts val="0"/>
              </a:spcBef>
              <a:spcAft>
                <a:spcPts val="200"/>
              </a:spcAft>
              <a:buNone/>
              <a:defRPr sz="2200" b="1">
                <a:solidFill>
                  <a:srgbClr val="8C64E1"/>
                </a:solidFill>
                <a:latin typeface="Alibaba PuHuiTi 3.0 115 Black"/>
                <a:ea typeface="Alibaba PuHuiTi 3.0 115 Black"/>
                <a:cs typeface="Alibaba PuHuiTi 3.0 115 Black"/>
              </a:defRPr>
            </a:pPr>
            <a:r>
              <a:rPr sz="2200" b="1">
                <a:solidFill>
                  <a:srgbClr val="8C64E1"/>
                </a:solidFill>
                <a:latin typeface="Alibaba PuHuiTi 3.0 115 Black"/>
                <a:ea typeface="Alibaba PuHuiTi 3.0 115 Black"/>
                <a:cs typeface="Alibaba PuHuiTi 3.0 115 Black"/>
              </a:rPr>
              <a:t>幅度方向</a:t>
            </a:r>
          </a:p>
        </p:txBody>
      </p:sp>
      <p:sp>
        <p:nvSpPr>
          <p:cNvPr id="7" name="TextBox 6">
            <a:extLst xmlns:a="http://schemas.openxmlformats.org/drawingml/2006/main">
              <a:ext uri="{FF2B5EF4-FFF2-40B4-BE49-F238E27FC236}">
                <a16:creationId xmlns:a16="http://schemas.microsoft.com/office/drawing/2014/main" id="{97C036AB-A39E-4FF1-91E9-D9638F1C0489}"/>
              </a:ext>
            </a:extLst>
          </p:cNvPr>
          <p:cNvSpPr>
            <a:spLocks xmlns:a="http://schemas.openxmlformats.org/drawingml/2006/main" noGrp="1"/>
          </p:cNvSpPr>
          <p:nvPr/>
        </p:nvSpPr>
        <p:spPr>
          <a:xfrm xmlns:a="http://schemas.openxmlformats.org/drawingml/2006/main">
            <a:off x="1088136" y="1645920"/>
            <a:ext cx="1280160" cy="243840"/>
          </a:xfrm>
          <a:prstGeom xmlns:a="http://schemas.openxmlformats.org/drawingml/2006/main" prst="rect">
            <a:avLst/>
          </a:prstGeom>
          <a:solidFill xmlns:a="http://schemas.openxmlformats.org/drawingml/2006/main">
            <a:srgbClr val="FFFFFF"/>
          </a:solidFill>
        </p:spPr>
        <p:txBody>
          <a:bodyPr xmlns:a="http://schemas.openxmlformats.org/drawingml/2006/main" wrap="square" lIns="0" tIns="0" rIns="0" bIns="0" anchor="t">
            <a:noAutofit/>
          </a:bodyPr>
          <a:lstStyle xmlns:a="http://schemas.openxmlformats.org/drawingml/2006/main">
            <a:defPPr algn="l">
              <a:defRPr sz="1800" b="0">
                <a:solidFill>
                  <a:srgbClr val="808080"/>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16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振幅</a:t>
            </a:r>
          </a:p>
        </p:txBody>
      </p:sp>
      <p:sp>
        <p:nvSpPr>
          <p:cNvPr id="8" name="TextBox 7">
            <a:extLst xmlns:a="http://schemas.openxmlformats.org/drawingml/2006/main">
              <a:ext uri="{FF2B5EF4-FFF2-40B4-BE49-F238E27FC236}">
                <a16:creationId xmlns:a16="http://schemas.microsoft.com/office/drawing/2014/main" id="{AE7F5666-6D94-4535-99E3-5A9B3EFC0746}"/>
              </a:ext>
            </a:extLst>
          </p:cNvPr>
          <p:cNvSpPr>
            <a:spLocks xmlns:a="http://schemas.openxmlformats.org/drawingml/2006/main" noGrp="1"/>
          </p:cNvSpPr>
          <p:nvPr/>
        </p:nvSpPr>
        <p:spPr>
          <a:xfrm xmlns:a="http://schemas.openxmlformats.org/drawingml/2006/main">
            <a:off x="9429750" y="4524375"/>
            <a:ext cx="1047750" cy="304800"/>
          </a:xfrm>
          <a:prstGeom xmlns:a="http://schemas.openxmlformats.org/drawingml/2006/main" prst="rect">
            <a:avLst/>
          </a:prstGeom>
          <a:solidFill xmlns:a="http://schemas.openxmlformats.org/drawingml/2006/main">
            <a:srgbClr val="FFFFFF"/>
          </a:solidFill>
        </p:spPr>
        <p:txBody>
          <a:bodyPr xmlns:a="http://schemas.openxmlformats.org/drawingml/2006/main" wrap="square" lIns="0" tIns="0" rIns="0" bIns="0" anchor="t">
            <a:noAutofit/>
          </a:bodyPr>
          <a:lstStyle xmlns:a="http://schemas.openxmlformats.org/drawingml/2006/main">
            <a:defPPr algn="l">
              <a:defRPr sz="1800" b="0">
                <a:solidFill>
                  <a:srgbClr val="808080"/>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16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时间</a:t>
            </a:r>
          </a:p>
        </p:txBody>
      </p:sp>
    </p:spTree>
    <p:extLst>
      <p:ext uri="{BB962C8B-B14F-4D97-AF65-F5344CB8AC3E}">
        <p14:creationId xmlns:p14="http://schemas.microsoft.com/office/powerpoint/2010/main" val="1784432563"/>
      </p:ext>
    </p:extLst>
  </p:cSld>
</p:sld>
</file>

<file path=ppt/slides/slide24.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F05A3CFC-9B9C-4550-BA25-FBA32DA615C9}"/>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B683CB9A-A8B0-4622-92D5-04AD713E93A5}"/>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04A37115-587D-4414-8447-8151B9954FF4}"/>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Aft>
                <a:spcPts val="3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演示C：3bit变4bit，样本点会变多吗？</a:t>
            </a:r>
          </a:p>
        </p:txBody>
      </p:sp>
      <p:sp>
        <p:nvSpPr>
          <p:cNvPr id="5" name="TextBox 4">
            <a:extLst xmlns:a="http://schemas.openxmlformats.org/drawingml/2006/main">
              <a:ext uri="{FF2B5EF4-FFF2-40B4-BE49-F238E27FC236}">
                <a16:creationId xmlns:a16="http://schemas.microsoft.com/office/drawing/2014/main" id="{4033E783-5F82-49EC-A416-65D994864FFA}"/>
              </a:ext>
            </a:extLst>
          </p:cNvPr>
          <p:cNvSpPr>
            <a:spLocks xmlns:a="http://schemas.openxmlformats.org/drawingml/2006/main" noGrp="1"/>
          </p:cNvSpPr>
          <p:nvPr/>
        </p:nvSpPr>
        <p:spPr>
          <a:xfrm xmlns:a="http://schemas.openxmlformats.org/drawingml/2006/main">
            <a:off x="832104" y="1536192"/>
            <a:ext cx="10424160" cy="38100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500" b="1">
                <a:solidFill>
                  <a:srgbClr val="8C64E1"/>
                </a:solidFill>
                <a:latin typeface="Alibaba PuHuiTi 3.0 115 Black"/>
                <a:ea typeface="Alibaba PuHuiTi 3.0 115 Black"/>
                <a:cs typeface="Alibaba PuHuiTi 3.0 115 Black"/>
              </a:defRPr>
            </a:defPPr>
          </a:lstStyle>
          <a:p xmlns:a="http://schemas.openxmlformats.org/drawingml/2006/main">
            <a:pPr algn="l">
              <a:spcAft>
                <a:spcPts val="300"/>
              </a:spcAft>
              <a:buNone/>
              <a:defRPr sz="2500" b="1">
                <a:solidFill>
                  <a:srgbClr val="8C64E1"/>
                </a:solidFill>
                <a:latin typeface="Alibaba PuHuiTi 3.0 115 Black"/>
                <a:ea typeface="Alibaba PuHuiTi 3.0 115 Black"/>
                <a:cs typeface="Alibaba PuHuiTi 3.0 115 Black"/>
              </a:defRPr>
            </a:pPr>
            <a:r>
              <a:rPr sz="2500" b="1">
                <a:solidFill>
                  <a:srgbClr val="8C64E1"/>
                </a:solidFill>
                <a:latin typeface="Alibaba PuHuiTi 3.0 115 Black"/>
                <a:ea typeface="Alibaba PuHuiTi 3.0 115 Black"/>
                <a:cs typeface="Alibaba PuHuiTi 3.0 115 Black"/>
              </a:rPr>
              <a:t>保持采样时刻不变，只改变量化位数。</a:t>
            </a:r>
          </a:p>
        </p:txBody>
      </p:sp>
      <p:sp>
        <p:nvSpPr>
          <p:cNvPr id="6" name="TextBox 5">
            <a:extLst xmlns:a="http://schemas.openxmlformats.org/drawingml/2006/main">
              <a:ext uri="{FF2B5EF4-FFF2-40B4-BE49-F238E27FC236}">
                <a16:creationId xmlns:a16="http://schemas.microsoft.com/office/drawing/2014/main" id="{14431B9A-70FF-4CD5-8F78-8E0756BB399F}"/>
              </a:ext>
            </a:extLst>
          </p:cNvPr>
          <p:cNvSpPr>
            <a:spLocks xmlns:a="http://schemas.openxmlformats.org/drawingml/2006/main" noGrp="1"/>
          </p:cNvSpPr>
          <p:nvPr/>
        </p:nvSpPr>
        <p:spPr>
          <a:xfrm xmlns:a="http://schemas.openxmlformats.org/drawingml/2006/main">
            <a:off x="832104" y="2578608"/>
            <a:ext cx="2743200"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200" b="1">
                <a:solidFill>
                  <a:srgbClr val="8C64E1"/>
                </a:solidFill>
                <a:latin typeface="Alibaba PuHuiTi 3.0 115 Black"/>
                <a:ea typeface="Alibaba PuHuiTi 3.0 115 Black"/>
                <a:cs typeface="Alibaba PuHuiTi 3.0 115 Black"/>
              </a:defRPr>
            </a:defPPr>
          </a:lstStyle>
          <a:p xmlns:a="http://schemas.openxmlformats.org/drawingml/2006/main">
            <a:pPr algn="l">
              <a:spcAft>
                <a:spcPts val="300"/>
              </a:spcAft>
              <a:buNone/>
              <a:defRPr sz="2200" b="1">
                <a:solidFill>
                  <a:srgbClr val="8C64E1"/>
                </a:solidFill>
                <a:latin typeface="Alibaba PuHuiTi 3.0 115 Black"/>
                <a:ea typeface="Alibaba PuHuiTi 3.0 115 Black"/>
                <a:cs typeface="Alibaba PuHuiTi 3.0 115 Black"/>
              </a:defRPr>
            </a:pPr>
            <a:r>
              <a:rPr sz="2200" b="1">
                <a:solidFill>
                  <a:srgbClr val="8C64E1"/>
                </a:solidFill>
                <a:latin typeface="Alibaba PuHuiTi 3.0 115 Black"/>
                <a:ea typeface="Alibaba PuHuiTi 3.0 115 Black"/>
                <a:cs typeface="Alibaba PuHuiTi 3.0 115 Black"/>
              </a:rPr>
              <a:t>3 bit：8个等级</a:t>
            </a:r>
          </a:p>
        </p:txBody>
      </p:sp>
      <p:sp>
        <p:nvSpPr>
          <p:cNvPr id="7" name="Connector 6">
            <a:extLst xmlns:a="http://schemas.openxmlformats.org/drawingml/2006/main">
              <a:ext uri="{FF2B5EF4-FFF2-40B4-BE49-F238E27FC236}">
                <a16:creationId xmlns:a16="http://schemas.microsoft.com/office/drawing/2014/main" id="{B064B5EC-F9E4-4F6D-BD48-782550048933}"/>
              </a:ext>
            </a:extLst>
          </p:cNvPr>
          <p:cNvSpPr>
            <a:spLocks xmlns:a="http://schemas.openxmlformats.org/drawingml/2006/main" noGrp="1"/>
          </p:cNvSpPr>
          <p:nvPr/>
        </p:nvSpPr>
        <p:spPr>
          <a:xfrm xmlns:a="http://schemas.openxmlformats.org/drawingml/2006/main">
            <a:off x="3877056" y="2258568"/>
            <a:ext cx="7205472" cy="0"/>
          </a:xfrm>
          <a:prstGeom xmlns:a="http://schemas.openxmlformats.org/drawingml/2006/main" prst="line">
            <a:avLst/>
          </a:prstGeom>
          <a:ln xmlns:a="http://schemas.openxmlformats.org/drawingml/2006/main" w="1270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 name="Connector 7">
            <a:extLst xmlns:a="http://schemas.openxmlformats.org/drawingml/2006/main">
              <a:ext uri="{FF2B5EF4-FFF2-40B4-BE49-F238E27FC236}">
                <a16:creationId xmlns:a16="http://schemas.microsoft.com/office/drawing/2014/main" id="{AD5AD4F6-032E-4923-882A-AA5B69BBB975}"/>
              </a:ext>
            </a:extLst>
          </p:cNvPr>
          <p:cNvSpPr>
            <a:spLocks xmlns:a="http://schemas.openxmlformats.org/drawingml/2006/main" noGrp="1"/>
          </p:cNvSpPr>
          <p:nvPr/>
        </p:nvSpPr>
        <p:spPr>
          <a:xfrm xmlns:a="http://schemas.openxmlformats.org/drawingml/2006/main">
            <a:off x="3877056" y="2453204"/>
            <a:ext cx="7205472" cy="0"/>
          </a:xfrm>
          <a:prstGeom xmlns:a="http://schemas.openxmlformats.org/drawingml/2006/main" prst="line">
            <a:avLst/>
          </a:prstGeom>
          <a:ln xmlns:a="http://schemas.openxmlformats.org/drawingml/2006/main" w="1270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 name="Connector 8">
            <a:extLst xmlns:a="http://schemas.openxmlformats.org/drawingml/2006/main">
              <a:ext uri="{FF2B5EF4-FFF2-40B4-BE49-F238E27FC236}">
                <a16:creationId xmlns:a16="http://schemas.microsoft.com/office/drawing/2014/main" id="{E0A721D0-54EC-4E93-908B-48B201F52BB2}"/>
              </a:ext>
            </a:extLst>
          </p:cNvPr>
          <p:cNvSpPr>
            <a:spLocks xmlns:a="http://schemas.openxmlformats.org/drawingml/2006/main" noGrp="1"/>
          </p:cNvSpPr>
          <p:nvPr/>
        </p:nvSpPr>
        <p:spPr>
          <a:xfrm xmlns:a="http://schemas.openxmlformats.org/drawingml/2006/main">
            <a:off x="3877056" y="2647841"/>
            <a:ext cx="7205472" cy="0"/>
          </a:xfrm>
          <a:prstGeom xmlns:a="http://schemas.openxmlformats.org/drawingml/2006/main" prst="line">
            <a:avLst/>
          </a:prstGeom>
          <a:ln xmlns:a="http://schemas.openxmlformats.org/drawingml/2006/main" w="1270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 name="Connector 9">
            <a:extLst xmlns:a="http://schemas.openxmlformats.org/drawingml/2006/main">
              <a:ext uri="{FF2B5EF4-FFF2-40B4-BE49-F238E27FC236}">
                <a16:creationId xmlns:a16="http://schemas.microsoft.com/office/drawing/2014/main" id="{B2450553-D209-4947-AD3D-569F0ACBBC6B}"/>
              </a:ext>
            </a:extLst>
          </p:cNvPr>
          <p:cNvSpPr>
            <a:spLocks xmlns:a="http://schemas.openxmlformats.org/drawingml/2006/main" noGrp="1"/>
          </p:cNvSpPr>
          <p:nvPr/>
        </p:nvSpPr>
        <p:spPr>
          <a:xfrm xmlns:a="http://schemas.openxmlformats.org/drawingml/2006/main">
            <a:off x="3877056" y="2842477"/>
            <a:ext cx="7205472" cy="0"/>
          </a:xfrm>
          <a:prstGeom xmlns:a="http://schemas.openxmlformats.org/drawingml/2006/main" prst="line">
            <a:avLst/>
          </a:prstGeom>
          <a:ln xmlns:a="http://schemas.openxmlformats.org/drawingml/2006/main" w="1270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1" name="Connector 10">
            <a:extLst xmlns:a="http://schemas.openxmlformats.org/drawingml/2006/main">
              <a:ext uri="{FF2B5EF4-FFF2-40B4-BE49-F238E27FC236}">
                <a16:creationId xmlns:a16="http://schemas.microsoft.com/office/drawing/2014/main" id="{F7790585-DB88-4458-B28B-1040B0909191}"/>
              </a:ext>
            </a:extLst>
          </p:cNvPr>
          <p:cNvSpPr>
            <a:spLocks xmlns:a="http://schemas.openxmlformats.org/drawingml/2006/main" noGrp="1"/>
          </p:cNvSpPr>
          <p:nvPr/>
        </p:nvSpPr>
        <p:spPr>
          <a:xfrm xmlns:a="http://schemas.openxmlformats.org/drawingml/2006/main">
            <a:off x="3877056" y="3037114"/>
            <a:ext cx="7205472" cy="0"/>
          </a:xfrm>
          <a:prstGeom xmlns:a="http://schemas.openxmlformats.org/drawingml/2006/main" prst="line">
            <a:avLst/>
          </a:prstGeom>
          <a:ln xmlns:a="http://schemas.openxmlformats.org/drawingml/2006/main" w="1270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2" name="Connector 11">
            <a:extLst xmlns:a="http://schemas.openxmlformats.org/drawingml/2006/main">
              <a:ext uri="{FF2B5EF4-FFF2-40B4-BE49-F238E27FC236}">
                <a16:creationId xmlns:a16="http://schemas.microsoft.com/office/drawing/2014/main" id="{AB99F21E-5F98-4F15-991D-4DEB4046BCA8}"/>
              </a:ext>
            </a:extLst>
          </p:cNvPr>
          <p:cNvSpPr>
            <a:spLocks xmlns:a="http://schemas.openxmlformats.org/drawingml/2006/main" noGrp="1"/>
          </p:cNvSpPr>
          <p:nvPr/>
        </p:nvSpPr>
        <p:spPr>
          <a:xfrm xmlns:a="http://schemas.openxmlformats.org/drawingml/2006/main">
            <a:off x="3877056" y="3231750"/>
            <a:ext cx="7205472" cy="0"/>
          </a:xfrm>
          <a:prstGeom xmlns:a="http://schemas.openxmlformats.org/drawingml/2006/main" prst="line">
            <a:avLst/>
          </a:prstGeom>
          <a:ln xmlns:a="http://schemas.openxmlformats.org/drawingml/2006/main" w="1270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3" name="Connector 12">
            <a:extLst xmlns:a="http://schemas.openxmlformats.org/drawingml/2006/main">
              <a:ext uri="{FF2B5EF4-FFF2-40B4-BE49-F238E27FC236}">
                <a16:creationId xmlns:a16="http://schemas.microsoft.com/office/drawing/2014/main" id="{ED4D38A5-F7AC-4654-AEAA-5EC837D0ACAC}"/>
              </a:ext>
            </a:extLst>
          </p:cNvPr>
          <p:cNvSpPr>
            <a:spLocks xmlns:a="http://schemas.openxmlformats.org/drawingml/2006/main" noGrp="1"/>
          </p:cNvSpPr>
          <p:nvPr/>
        </p:nvSpPr>
        <p:spPr>
          <a:xfrm xmlns:a="http://schemas.openxmlformats.org/drawingml/2006/main">
            <a:off x="3877056" y="3426387"/>
            <a:ext cx="7205472" cy="0"/>
          </a:xfrm>
          <a:prstGeom xmlns:a="http://schemas.openxmlformats.org/drawingml/2006/main" prst="line">
            <a:avLst/>
          </a:prstGeom>
          <a:ln xmlns:a="http://schemas.openxmlformats.org/drawingml/2006/main" w="1270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4" name="Connector 13">
            <a:extLst xmlns:a="http://schemas.openxmlformats.org/drawingml/2006/main">
              <a:ext uri="{FF2B5EF4-FFF2-40B4-BE49-F238E27FC236}">
                <a16:creationId xmlns:a16="http://schemas.microsoft.com/office/drawing/2014/main" id="{B584F1A0-DD5F-43D7-ABBD-F2A05AC3F746}"/>
              </a:ext>
            </a:extLst>
          </p:cNvPr>
          <p:cNvSpPr>
            <a:spLocks xmlns:a="http://schemas.openxmlformats.org/drawingml/2006/main" noGrp="1"/>
          </p:cNvSpPr>
          <p:nvPr/>
        </p:nvSpPr>
        <p:spPr>
          <a:xfrm xmlns:a="http://schemas.openxmlformats.org/drawingml/2006/main">
            <a:off x="3877056" y="3621024"/>
            <a:ext cx="7205472" cy="0"/>
          </a:xfrm>
          <a:prstGeom xmlns:a="http://schemas.openxmlformats.org/drawingml/2006/main" prst="line">
            <a:avLst/>
          </a:prstGeom>
          <a:ln xmlns:a="http://schemas.openxmlformats.org/drawingml/2006/main" w="1270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5" name="Oval 14">
            <a:extLst xmlns:a="http://schemas.openxmlformats.org/drawingml/2006/main">
              <a:ext uri="{FF2B5EF4-FFF2-40B4-BE49-F238E27FC236}">
                <a16:creationId xmlns:a16="http://schemas.microsoft.com/office/drawing/2014/main" id="{568F6206-7986-418F-A52C-D4BF5549DE45}"/>
              </a:ext>
            </a:extLst>
          </p:cNvPr>
          <p:cNvSpPr>
            <a:spLocks xmlns:a="http://schemas.openxmlformats.org/drawingml/2006/main" noGrp="1"/>
          </p:cNvSpPr>
          <p:nvPr/>
        </p:nvSpPr>
        <p:spPr>
          <a:xfrm xmlns:a="http://schemas.openxmlformats.org/drawingml/2006/main">
            <a:off x="3823106" y="2757271"/>
            <a:ext cx="107899" cy="107899"/>
          </a:xfrm>
          <a:prstGeom xmlns:a="http://schemas.openxmlformats.org/drawingml/2006/main" prst="ellipse">
            <a:avLst/>
          </a:prstGeom>
          <a:solidFill xmlns:a="http://schemas.openxmlformats.org/drawingml/2006/main">
            <a:srgbClr val="808080"/>
          </a:solidFill>
          <a:ln xmlns:a="http://schemas.openxmlformats.org/drawingml/2006/main" w="19050">
            <a:solidFill>
              <a:srgbClr val="80808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6" name="Oval 15">
            <a:extLst xmlns:a="http://schemas.openxmlformats.org/drawingml/2006/main">
              <a:ext uri="{FF2B5EF4-FFF2-40B4-BE49-F238E27FC236}">
                <a16:creationId xmlns:a16="http://schemas.microsoft.com/office/drawing/2014/main" id="{0BF4CC41-097E-4C01-B5E2-E1B667CAFEB6}"/>
              </a:ext>
            </a:extLst>
          </p:cNvPr>
          <p:cNvSpPr>
            <a:spLocks xmlns:a="http://schemas.openxmlformats.org/drawingml/2006/main" noGrp="1"/>
          </p:cNvSpPr>
          <p:nvPr/>
        </p:nvSpPr>
        <p:spPr>
          <a:xfrm xmlns:a="http://schemas.openxmlformats.org/drawingml/2006/main">
            <a:off x="4723790" y="2520581"/>
            <a:ext cx="107899" cy="107899"/>
          </a:xfrm>
          <a:prstGeom xmlns:a="http://schemas.openxmlformats.org/drawingml/2006/main" prst="ellipse">
            <a:avLst/>
          </a:prstGeom>
          <a:solidFill xmlns:a="http://schemas.openxmlformats.org/drawingml/2006/main">
            <a:srgbClr val="808080"/>
          </a:solidFill>
          <a:ln xmlns:a="http://schemas.openxmlformats.org/drawingml/2006/main" w="19050">
            <a:solidFill>
              <a:srgbClr val="80808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7" name="Oval 16">
            <a:extLst xmlns:a="http://schemas.openxmlformats.org/drawingml/2006/main">
              <a:ext uri="{FF2B5EF4-FFF2-40B4-BE49-F238E27FC236}">
                <a16:creationId xmlns:a16="http://schemas.microsoft.com/office/drawing/2014/main" id="{01A911DB-D150-4DE2-9385-39D3730E4D84}"/>
              </a:ext>
            </a:extLst>
          </p:cNvPr>
          <p:cNvSpPr>
            <a:spLocks xmlns:a="http://schemas.openxmlformats.org/drawingml/2006/main" noGrp="1"/>
          </p:cNvSpPr>
          <p:nvPr/>
        </p:nvSpPr>
        <p:spPr>
          <a:xfrm xmlns:a="http://schemas.openxmlformats.org/drawingml/2006/main">
            <a:off x="5624474" y="2497858"/>
            <a:ext cx="107899" cy="107899"/>
          </a:xfrm>
          <a:prstGeom xmlns:a="http://schemas.openxmlformats.org/drawingml/2006/main" prst="ellipse">
            <a:avLst/>
          </a:prstGeom>
          <a:solidFill xmlns:a="http://schemas.openxmlformats.org/drawingml/2006/main">
            <a:srgbClr val="808080"/>
          </a:solidFill>
          <a:ln xmlns:a="http://schemas.openxmlformats.org/drawingml/2006/main" w="19050">
            <a:solidFill>
              <a:srgbClr val="80808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8" name="Oval 17">
            <a:extLst xmlns:a="http://schemas.openxmlformats.org/drawingml/2006/main">
              <a:ext uri="{FF2B5EF4-FFF2-40B4-BE49-F238E27FC236}">
                <a16:creationId xmlns:a16="http://schemas.microsoft.com/office/drawing/2014/main" id="{6A9DD271-0568-4F80-9039-928CF2BE9B8F}"/>
              </a:ext>
            </a:extLst>
          </p:cNvPr>
          <p:cNvSpPr>
            <a:spLocks xmlns:a="http://schemas.openxmlformats.org/drawingml/2006/main" noGrp="1"/>
          </p:cNvSpPr>
          <p:nvPr/>
        </p:nvSpPr>
        <p:spPr>
          <a:xfrm xmlns:a="http://schemas.openxmlformats.org/drawingml/2006/main">
            <a:off x="6525158" y="2702414"/>
            <a:ext cx="107899" cy="107899"/>
          </a:xfrm>
          <a:prstGeom xmlns:a="http://schemas.openxmlformats.org/drawingml/2006/main" prst="ellipse">
            <a:avLst/>
          </a:prstGeom>
          <a:solidFill xmlns:a="http://schemas.openxmlformats.org/drawingml/2006/main">
            <a:srgbClr val="808080"/>
          </a:solidFill>
          <a:ln xmlns:a="http://schemas.openxmlformats.org/drawingml/2006/main" w="19050">
            <a:solidFill>
              <a:srgbClr val="80808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9" name="Oval 18">
            <a:extLst xmlns:a="http://schemas.openxmlformats.org/drawingml/2006/main">
              <a:ext uri="{FF2B5EF4-FFF2-40B4-BE49-F238E27FC236}">
                <a16:creationId xmlns:a16="http://schemas.microsoft.com/office/drawing/2014/main" id="{52A3F657-CEDC-4A75-9A98-0F10FF225339}"/>
              </a:ext>
            </a:extLst>
          </p:cNvPr>
          <p:cNvSpPr>
            <a:spLocks xmlns:a="http://schemas.openxmlformats.org/drawingml/2006/main" noGrp="1"/>
          </p:cNvSpPr>
          <p:nvPr/>
        </p:nvSpPr>
        <p:spPr>
          <a:xfrm xmlns:a="http://schemas.openxmlformats.org/drawingml/2006/main">
            <a:off x="7425842" y="3014421"/>
            <a:ext cx="107899" cy="107899"/>
          </a:xfrm>
          <a:prstGeom xmlns:a="http://schemas.openxmlformats.org/drawingml/2006/main" prst="ellipse">
            <a:avLst/>
          </a:prstGeom>
          <a:solidFill xmlns:a="http://schemas.openxmlformats.org/drawingml/2006/main">
            <a:srgbClr val="808080"/>
          </a:solidFill>
          <a:ln xmlns:a="http://schemas.openxmlformats.org/drawingml/2006/main" w="19050">
            <a:solidFill>
              <a:srgbClr val="80808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0" name="Oval 19">
            <a:extLst xmlns:a="http://schemas.openxmlformats.org/drawingml/2006/main">
              <a:ext uri="{FF2B5EF4-FFF2-40B4-BE49-F238E27FC236}">
                <a16:creationId xmlns:a16="http://schemas.microsoft.com/office/drawing/2014/main" id="{4235D49D-3820-4D80-A7BC-E07F9A6BFDAD}"/>
              </a:ext>
            </a:extLst>
          </p:cNvPr>
          <p:cNvSpPr>
            <a:spLocks xmlns:a="http://schemas.openxmlformats.org/drawingml/2006/main" noGrp="1"/>
          </p:cNvSpPr>
          <p:nvPr/>
        </p:nvSpPr>
        <p:spPr>
          <a:xfrm xmlns:a="http://schemas.openxmlformats.org/drawingml/2006/main">
            <a:off x="8326526" y="3251111"/>
            <a:ext cx="107899" cy="107899"/>
          </a:xfrm>
          <a:prstGeom xmlns:a="http://schemas.openxmlformats.org/drawingml/2006/main" prst="ellipse">
            <a:avLst/>
          </a:prstGeom>
          <a:solidFill xmlns:a="http://schemas.openxmlformats.org/drawingml/2006/main">
            <a:srgbClr val="808080"/>
          </a:solidFill>
          <a:ln xmlns:a="http://schemas.openxmlformats.org/drawingml/2006/main" w="19050">
            <a:solidFill>
              <a:srgbClr val="80808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1" name="Oval 20">
            <a:extLst xmlns:a="http://schemas.openxmlformats.org/drawingml/2006/main">
              <a:ext uri="{FF2B5EF4-FFF2-40B4-BE49-F238E27FC236}">
                <a16:creationId xmlns:a16="http://schemas.microsoft.com/office/drawing/2014/main" id="{F957CD79-D71E-4EC2-8FDD-D13487B53BBC}"/>
              </a:ext>
            </a:extLst>
          </p:cNvPr>
          <p:cNvSpPr>
            <a:spLocks xmlns:a="http://schemas.openxmlformats.org/drawingml/2006/main" noGrp="1"/>
          </p:cNvSpPr>
          <p:nvPr/>
        </p:nvSpPr>
        <p:spPr>
          <a:xfrm xmlns:a="http://schemas.openxmlformats.org/drawingml/2006/main">
            <a:off x="9227210" y="3273833"/>
            <a:ext cx="107899" cy="107899"/>
          </a:xfrm>
          <a:prstGeom xmlns:a="http://schemas.openxmlformats.org/drawingml/2006/main" prst="ellipse">
            <a:avLst/>
          </a:prstGeom>
          <a:solidFill xmlns:a="http://schemas.openxmlformats.org/drawingml/2006/main">
            <a:srgbClr val="808080"/>
          </a:solidFill>
          <a:ln xmlns:a="http://schemas.openxmlformats.org/drawingml/2006/main" w="19050">
            <a:solidFill>
              <a:srgbClr val="80808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2" name="Oval 21">
            <a:extLst xmlns:a="http://schemas.openxmlformats.org/drawingml/2006/main">
              <a:ext uri="{FF2B5EF4-FFF2-40B4-BE49-F238E27FC236}">
                <a16:creationId xmlns:a16="http://schemas.microsoft.com/office/drawing/2014/main" id="{D82709CA-E1D2-4B09-97E2-ECAC55FEAFA6}"/>
              </a:ext>
            </a:extLst>
          </p:cNvPr>
          <p:cNvSpPr>
            <a:spLocks xmlns:a="http://schemas.openxmlformats.org/drawingml/2006/main" noGrp="1"/>
          </p:cNvSpPr>
          <p:nvPr/>
        </p:nvSpPr>
        <p:spPr>
          <a:xfrm xmlns:a="http://schemas.openxmlformats.org/drawingml/2006/main">
            <a:off x="10127894" y="3069278"/>
            <a:ext cx="107899" cy="107899"/>
          </a:xfrm>
          <a:prstGeom xmlns:a="http://schemas.openxmlformats.org/drawingml/2006/main" prst="ellipse">
            <a:avLst/>
          </a:prstGeom>
          <a:solidFill xmlns:a="http://schemas.openxmlformats.org/drawingml/2006/main">
            <a:srgbClr val="808080"/>
          </a:solidFill>
          <a:ln xmlns:a="http://schemas.openxmlformats.org/drawingml/2006/main" w="19050">
            <a:solidFill>
              <a:srgbClr val="80808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3" name="Oval 22">
            <a:extLst xmlns:a="http://schemas.openxmlformats.org/drawingml/2006/main">
              <a:ext uri="{FF2B5EF4-FFF2-40B4-BE49-F238E27FC236}">
                <a16:creationId xmlns:a16="http://schemas.microsoft.com/office/drawing/2014/main" id="{DF751EC9-C8A3-4EAB-836A-A5A8E0CD3FBE}"/>
              </a:ext>
            </a:extLst>
          </p:cNvPr>
          <p:cNvSpPr>
            <a:spLocks xmlns:a="http://schemas.openxmlformats.org/drawingml/2006/main" noGrp="1"/>
          </p:cNvSpPr>
          <p:nvPr/>
        </p:nvSpPr>
        <p:spPr>
          <a:xfrm xmlns:a="http://schemas.openxmlformats.org/drawingml/2006/main">
            <a:off x="11028578" y="2757271"/>
            <a:ext cx="107899" cy="107899"/>
          </a:xfrm>
          <a:prstGeom xmlns:a="http://schemas.openxmlformats.org/drawingml/2006/main" prst="ellipse">
            <a:avLst/>
          </a:prstGeom>
          <a:solidFill xmlns:a="http://schemas.openxmlformats.org/drawingml/2006/main">
            <a:srgbClr val="808080"/>
          </a:solidFill>
          <a:ln xmlns:a="http://schemas.openxmlformats.org/drawingml/2006/main" w="19050">
            <a:solidFill>
              <a:srgbClr val="80808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4" name="TextBox 23">
            <a:extLst xmlns:a="http://schemas.openxmlformats.org/drawingml/2006/main">
              <a:ext uri="{FF2B5EF4-FFF2-40B4-BE49-F238E27FC236}">
                <a16:creationId xmlns:a16="http://schemas.microsoft.com/office/drawing/2014/main" id="{B04B7ED5-67AC-494C-B206-F251E138FDDA}"/>
              </a:ext>
            </a:extLst>
          </p:cNvPr>
          <p:cNvSpPr>
            <a:spLocks xmlns:a="http://schemas.openxmlformats.org/drawingml/2006/main" noGrp="1"/>
          </p:cNvSpPr>
          <p:nvPr/>
        </p:nvSpPr>
        <p:spPr>
          <a:xfrm xmlns:a="http://schemas.openxmlformats.org/drawingml/2006/main">
            <a:off x="832104" y="4343400"/>
            <a:ext cx="2743200"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200" b="1">
                <a:solidFill>
                  <a:srgbClr val="007C9B"/>
                </a:solidFill>
                <a:latin typeface="Alibaba PuHuiTi 3.0 115 Black"/>
                <a:ea typeface="Alibaba PuHuiTi 3.0 115 Black"/>
                <a:cs typeface="Alibaba PuHuiTi 3.0 115 Black"/>
              </a:defRPr>
            </a:defPPr>
          </a:lstStyle>
          <a:p xmlns:a="http://schemas.openxmlformats.org/drawingml/2006/main">
            <a:pPr algn="l">
              <a:spcAft>
                <a:spcPts val="300"/>
              </a:spcAft>
              <a:buNone/>
              <a:defRPr sz="2200" b="1">
                <a:solidFill>
                  <a:srgbClr val="007C9B"/>
                </a:solidFill>
                <a:latin typeface="Alibaba PuHuiTi 3.0 115 Black"/>
                <a:ea typeface="Alibaba PuHuiTi 3.0 115 Black"/>
                <a:cs typeface="Alibaba PuHuiTi 3.0 115 Black"/>
              </a:defRPr>
            </a:pPr>
            <a:r>
              <a:rPr sz="2200" b="1">
                <a:solidFill>
                  <a:srgbClr val="007C9B"/>
                </a:solidFill>
                <a:latin typeface="Alibaba PuHuiTi 3.0 115 Black"/>
                <a:ea typeface="Alibaba PuHuiTi 3.0 115 Black"/>
                <a:cs typeface="Alibaba PuHuiTi 3.0 115 Black"/>
              </a:rPr>
              <a:t>4 bit：16个等级</a:t>
            </a:r>
          </a:p>
        </p:txBody>
      </p:sp>
      <p:sp>
        <p:nvSpPr>
          <p:cNvPr id="25" name="Connector 24">
            <a:extLst xmlns:a="http://schemas.openxmlformats.org/drawingml/2006/main">
              <a:ext uri="{FF2B5EF4-FFF2-40B4-BE49-F238E27FC236}">
                <a16:creationId xmlns:a16="http://schemas.microsoft.com/office/drawing/2014/main" id="{ED72129B-3D20-49DA-9E4F-790B8E5CEB1C}"/>
              </a:ext>
            </a:extLst>
          </p:cNvPr>
          <p:cNvSpPr>
            <a:spLocks xmlns:a="http://schemas.openxmlformats.org/drawingml/2006/main" noGrp="1"/>
          </p:cNvSpPr>
          <p:nvPr/>
        </p:nvSpPr>
        <p:spPr>
          <a:xfrm xmlns:a="http://schemas.openxmlformats.org/drawingml/2006/main">
            <a:off x="3877056" y="4023360"/>
            <a:ext cx="7205472" cy="0"/>
          </a:xfrm>
          <a:prstGeom xmlns:a="http://schemas.openxmlformats.org/drawingml/2006/main" prst="line">
            <a:avLst/>
          </a:prstGeom>
          <a:ln xmlns:a="http://schemas.openxmlformats.org/drawingml/2006/main" w="12700">
            <a:solidFill>
              <a:srgbClr val="00B0F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6" name="Connector 25">
            <a:extLst xmlns:a="http://schemas.openxmlformats.org/drawingml/2006/main">
              <a:ext uri="{FF2B5EF4-FFF2-40B4-BE49-F238E27FC236}">
                <a16:creationId xmlns:a16="http://schemas.microsoft.com/office/drawing/2014/main" id="{91422562-C7B2-43B1-AF0B-AE9CF11562AF}"/>
              </a:ext>
            </a:extLst>
          </p:cNvPr>
          <p:cNvSpPr>
            <a:spLocks xmlns:a="http://schemas.openxmlformats.org/drawingml/2006/main" noGrp="1"/>
          </p:cNvSpPr>
          <p:nvPr/>
        </p:nvSpPr>
        <p:spPr>
          <a:xfrm xmlns:a="http://schemas.openxmlformats.org/drawingml/2006/main">
            <a:off x="3877056" y="4114190"/>
            <a:ext cx="7205472" cy="0"/>
          </a:xfrm>
          <a:prstGeom xmlns:a="http://schemas.openxmlformats.org/drawingml/2006/main" prst="line">
            <a:avLst/>
          </a:prstGeom>
          <a:ln xmlns:a="http://schemas.openxmlformats.org/drawingml/2006/main" w="12700">
            <a:solidFill>
              <a:srgbClr val="00B0F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7" name="Connector 26">
            <a:extLst xmlns:a="http://schemas.openxmlformats.org/drawingml/2006/main">
              <a:ext uri="{FF2B5EF4-FFF2-40B4-BE49-F238E27FC236}">
                <a16:creationId xmlns:a16="http://schemas.microsoft.com/office/drawing/2014/main" id="{F42A130B-4B82-4BC3-92FA-76467628BBA7}"/>
              </a:ext>
            </a:extLst>
          </p:cNvPr>
          <p:cNvSpPr>
            <a:spLocks xmlns:a="http://schemas.openxmlformats.org/drawingml/2006/main" noGrp="1"/>
          </p:cNvSpPr>
          <p:nvPr/>
        </p:nvSpPr>
        <p:spPr>
          <a:xfrm xmlns:a="http://schemas.openxmlformats.org/drawingml/2006/main">
            <a:off x="3877056" y="4205020"/>
            <a:ext cx="7205472" cy="0"/>
          </a:xfrm>
          <a:prstGeom xmlns:a="http://schemas.openxmlformats.org/drawingml/2006/main" prst="line">
            <a:avLst/>
          </a:prstGeom>
          <a:ln xmlns:a="http://schemas.openxmlformats.org/drawingml/2006/main" w="12700">
            <a:solidFill>
              <a:srgbClr val="00B0F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8" name="Connector 27">
            <a:extLst xmlns:a="http://schemas.openxmlformats.org/drawingml/2006/main">
              <a:ext uri="{FF2B5EF4-FFF2-40B4-BE49-F238E27FC236}">
                <a16:creationId xmlns:a16="http://schemas.microsoft.com/office/drawing/2014/main" id="{F030A853-457E-4C1F-A2D6-9350A8F6181A}"/>
              </a:ext>
            </a:extLst>
          </p:cNvPr>
          <p:cNvSpPr>
            <a:spLocks xmlns:a="http://schemas.openxmlformats.org/drawingml/2006/main" noGrp="1"/>
          </p:cNvSpPr>
          <p:nvPr/>
        </p:nvSpPr>
        <p:spPr>
          <a:xfrm xmlns:a="http://schemas.openxmlformats.org/drawingml/2006/main">
            <a:off x="3877056" y="4295851"/>
            <a:ext cx="7205472" cy="0"/>
          </a:xfrm>
          <a:prstGeom xmlns:a="http://schemas.openxmlformats.org/drawingml/2006/main" prst="line">
            <a:avLst/>
          </a:prstGeom>
          <a:ln xmlns:a="http://schemas.openxmlformats.org/drawingml/2006/main" w="12700">
            <a:solidFill>
              <a:srgbClr val="00B0F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9" name="Connector 28">
            <a:extLst xmlns:a="http://schemas.openxmlformats.org/drawingml/2006/main">
              <a:ext uri="{FF2B5EF4-FFF2-40B4-BE49-F238E27FC236}">
                <a16:creationId xmlns:a16="http://schemas.microsoft.com/office/drawing/2014/main" id="{FDE83FFA-7249-4035-ADEA-214C3F5C9B60}"/>
              </a:ext>
            </a:extLst>
          </p:cNvPr>
          <p:cNvSpPr>
            <a:spLocks xmlns:a="http://schemas.openxmlformats.org/drawingml/2006/main" noGrp="1"/>
          </p:cNvSpPr>
          <p:nvPr/>
        </p:nvSpPr>
        <p:spPr>
          <a:xfrm xmlns:a="http://schemas.openxmlformats.org/drawingml/2006/main">
            <a:off x="3877056" y="4386681"/>
            <a:ext cx="7205472" cy="0"/>
          </a:xfrm>
          <a:prstGeom xmlns:a="http://schemas.openxmlformats.org/drawingml/2006/main" prst="line">
            <a:avLst/>
          </a:prstGeom>
          <a:ln xmlns:a="http://schemas.openxmlformats.org/drawingml/2006/main" w="12700">
            <a:solidFill>
              <a:srgbClr val="00B0F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0" name="Connector 29">
            <a:extLst xmlns:a="http://schemas.openxmlformats.org/drawingml/2006/main">
              <a:ext uri="{FF2B5EF4-FFF2-40B4-BE49-F238E27FC236}">
                <a16:creationId xmlns:a16="http://schemas.microsoft.com/office/drawing/2014/main" id="{CEF1485A-AE8C-414D-83BE-64945A7EF7F0}"/>
              </a:ext>
            </a:extLst>
          </p:cNvPr>
          <p:cNvSpPr>
            <a:spLocks xmlns:a="http://schemas.openxmlformats.org/drawingml/2006/main" noGrp="1"/>
          </p:cNvSpPr>
          <p:nvPr/>
        </p:nvSpPr>
        <p:spPr>
          <a:xfrm xmlns:a="http://schemas.openxmlformats.org/drawingml/2006/main">
            <a:off x="3877056" y="4477512"/>
            <a:ext cx="7205472" cy="0"/>
          </a:xfrm>
          <a:prstGeom xmlns:a="http://schemas.openxmlformats.org/drawingml/2006/main" prst="line">
            <a:avLst/>
          </a:prstGeom>
          <a:ln xmlns:a="http://schemas.openxmlformats.org/drawingml/2006/main" w="12700">
            <a:solidFill>
              <a:srgbClr val="00B0F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1" name="Connector 30">
            <a:extLst xmlns:a="http://schemas.openxmlformats.org/drawingml/2006/main">
              <a:ext uri="{FF2B5EF4-FFF2-40B4-BE49-F238E27FC236}">
                <a16:creationId xmlns:a16="http://schemas.microsoft.com/office/drawing/2014/main" id="{2ED8EAF0-DA5D-4032-A3EA-403DE0B58A17}"/>
              </a:ext>
            </a:extLst>
          </p:cNvPr>
          <p:cNvSpPr>
            <a:spLocks xmlns:a="http://schemas.openxmlformats.org/drawingml/2006/main" noGrp="1"/>
          </p:cNvSpPr>
          <p:nvPr/>
        </p:nvSpPr>
        <p:spPr>
          <a:xfrm xmlns:a="http://schemas.openxmlformats.org/drawingml/2006/main">
            <a:off x="3877056" y="4568342"/>
            <a:ext cx="7205472" cy="0"/>
          </a:xfrm>
          <a:prstGeom xmlns:a="http://schemas.openxmlformats.org/drawingml/2006/main" prst="line">
            <a:avLst/>
          </a:prstGeom>
          <a:ln xmlns:a="http://schemas.openxmlformats.org/drawingml/2006/main" w="12700">
            <a:solidFill>
              <a:srgbClr val="00B0F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2" name="Connector 31">
            <a:extLst xmlns:a="http://schemas.openxmlformats.org/drawingml/2006/main">
              <a:ext uri="{FF2B5EF4-FFF2-40B4-BE49-F238E27FC236}">
                <a16:creationId xmlns:a16="http://schemas.microsoft.com/office/drawing/2014/main" id="{CCCF827C-B486-453D-9866-70EB1AE62B57}"/>
              </a:ext>
            </a:extLst>
          </p:cNvPr>
          <p:cNvSpPr>
            <a:spLocks xmlns:a="http://schemas.openxmlformats.org/drawingml/2006/main" noGrp="1"/>
          </p:cNvSpPr>
          <p:nvPr/>
        </p:nvSpPr>
        <p:spPr>
          <a:xfrm xmlns:a="http://schemas.openxmlformats.org/drawingml/2006/main">
            <a:off x="3877056" y="4659172"/>
            <a:ext cx="7205472" cy="0"/>
          </a:xfrm>
          <a:prstGeom xmlns:a="http://schemas.openxmlformats.org/drawingml/2006/main" prst="line">
            <a:avLst/>
          </a:prstGeom>
          <a:ln xmlns:a="http://schemas.openxmlformats.org/drawingml/2006/main" w="12700">
            <a:solidFill>
              <a:srgbClr val="00B0F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3" name="Connector 32">
            <a:extLst xmlns:a="http://schemas.openxmlformats.org/drawingml/2006/main">
              <a:ext uri="{FF2B5EF4-FFF2-40B4-BE49-F238E27FC236}">
                <a16:creationId xmlns:a16="http://schemas.microsoft.com/office/drawing/2014/main" id="{1A16BAD7-C11C-48D8-A82E-C7006EE05C86}"/>
              </a:ext>
            </a:extLst>
          </p:cNvPr>
          <p:cNvSpPr>
            <a:spLocks xmlns:a="http://schemas.openxmlformats.org/drawingml/2006/main" noGrp="1"/>
          </p:cNvSpPr>
          <p:nvPr/>
        </p:nvSpPr>
        <p:spPr>
          <a:xfrm xmlns:a="http://schemas.openxmlformats.org/drawingml/2006/main">
            <a:off x="3877056" y="4750003"/>
            <a:ext cx="7205472" cy="0"/>
          </a:xfrm>
          <a:prstGeom xmlns:a="http://schemas.openxmlformats.org/drawingml/2006/main" prst="line">
            <a:avLst/>
          </a:prstGeom>
          <a:ln xmlns:a="http://schemas.openxmlformats.org/drawingml/2006/main" w="12700">
            <a:solidFill>
              <a:srgbClr val="00B0F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4" name="Connector 33">
            <a:extLst xmlns:a="http://schemas.openxmlformats.org/drawingml/2006/main">
              <a:ext uri="{FF2B5EF4-FFF2-40B4-BE49-F238E27FC236}">
                <a16:creationId xmlns:a16="http://schemas.microsoft.com/office/drawing/2014/main" id="{105C701C-C2DA-45D3-9BA6-D4F21273D72A}"/>
              </a:ext>
            </a:extLst>
          </p:cNvPr>
          <p:cNvSpPr>
            <a:spLocks xmlns:a="http://schemas.openxmlformats.org/drawingml/2006/main" noGrp="1"/>
          </p:cNvSpPr>
          <p:nvPr/>
        </p:nvSpPr>
        <p:spPr>
          <a:xfrm xmlns:a="http://schemas.openxmlformats.org/drawingml/2006/main">
            <a:off x="3877056" y="4840833"/>
            <a:ext cx="7205472" cy="0"/>
          </a:xfrm>
          <a:prstGeom xmlns:a="http://schemas.openxmlformats.org/drawingml/2006/main" prst="line">
            <a:avLst/>
          </a:prstGeom>
          <a:ln xmlns:a="http://schemas.openxmlformats.org/drawingml/2006/main" w="12700">
            <a:solidFill>
              <a:srgbClr val="00B0F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5" name="Connector 34">
            <a:extLst xmlns:a="http://schemas.openxmlformats.org/drawingml/2006/main">
              <a:ext uri="{FF2B5EF4-FFF2-40B4-BE49-F238E27FC236}">
                <a16:creationId xmlns:a16="http://schemas.microsoft.com/office/drawing/2014/main" id="{B904B4F5-75BA-424E-91FA-089B08F64EC5}"/>
              </a:ext>
            </a:extLst>
          </p:cNvPr>
          <p:cNvSpPr>
            <a:spLocks xmlns:a="http://schemas.openxmlformats.org/drawingml/2006/main" noGrp="1"/>
          </p:cNvSpPr>
          <p:nvPr/>
        </p:nvSpPr>
        <p:spPr>
          <a:xfrm xmlns:a="http://schemas.openxmlformats.org/drawingml/2006/main">
            <a:off x="3877056" y="4931664"/>
            <a:ext cx="7205472" cy="0"/>
          </a:xfrm>
          <a:prstGeom xmlns:a="http://schemas.openxmlformats.org/drawingml/2006/main" prst="line">
            <a:avLst/>
          </a:prstGeom>
          <a:ln xmlns:a="http://schemas.openxmlformats.org/drawingml/2006/main" w="12700">
            <a:solidFill>
              <a:srgbClr val="00B0F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6" name="Connector 35">
            <a:extLst xmlns:a="http://schemas.openxmlformats.org/drawingml/2006/main">
              <a:ext uri="{FF2B5EF4-FFF2-40B4-BE49-F238E27FC236}">
                <a16:creationId xmlns:a16="http://schemas.microsoft.com/office/drawing/2014/main" id="{FE1E2546-3554-4ED1-B366-4B2BB764A163}"/>
              </a:ext>
            </a:extLst>
          </p:cNvPr>
          <p:cNvSpPr>
            <a:spLocks xmlns:a="http://schemas.openxmlformats.org/drawingml/2006/main" noGrp="1"/>
          </p:cNvSpPr>
          <p:nvPr/>
        </p:nvSpPr>
        <p:spPr>
          <a:xfrm xmlns:a="http://schemas.openxmlformats.org/drawingml/2006/main">
            <a:off x="3877056" y="5022494"/>
            <a:ext cx="7205472" cy="0"/>
          </a:xfrm>
          <a:prstGeom xmlns:a="http://schemas.openxmlformats.org/drawingml/2006/main" prst="line">
            <a:avLst/>
          </a:prstGeom>
          <a:ln xmlns:a="http://schemas.openxmlformats.org/drawingml/2006/main" w="12700">
            <a:solidFill>
              <a:srgbClr val="00B0F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7" name="Connector 36">
            <a:extLst xmlns:a="http://schemas.openxmlformats.org/drawingml/2006/main">
              <a:ext uri="{FF2B5EF4-FFF2-40B4-BE49-F238E27FC236}">
                <a16:creationId xmlns:a16="http://schemas.microsoft.com/office/drawing/2014/main" id="{92A71D43-198D-43C4-A1E8-FED5574190A9}"/>
              </a:ext>
            </a:extLst>
          </p:cNvPr>
          <p:cNvSpPr>
            <a:spLocks xmlns:a="http://schemas.openxmlformats.org/drawingml/2006/main" noGrp="1"/>
          </p:cNvSpPr>
          <p:nvPr/>
        </p:nvSpPr>
        <p:spPr>
          <a:xfrm xmlns:a="http://schemas.openxmlformats.org/drawingml/2006/main">
            <a:off x="3877056" y="5113324"/>
            <a:ext cx="7205472" cy="0"/>
          </a:xfrm>
          <a:prstGeom xmlns:a="http://schemas.openxmlformats.org/drawingml/2006/main" prst="line">
            <a:avLst/>
          </a:prstGeom>
          <a:ln xmlns:a="http://schemas.openxmlformats.org/drawingml/2006/main" w="12700">
            <a:solidFill>
              <a:srgbClr val="00B0F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8" name="Connector 37">
            <a:extLst xmlns:a="http://schemas.openxmlformats.org/drawingml/2006/main">
              <a:ext uri="{FF2B5EF4-FFF2-40B4-BE49-F238E27FC236}">
                <a16:creationId xmlns:a16="http://schemas.microsoft.com/office/drawing/2014/main" id="{9B34C3ED-9EAF-4B15-86BA-391EB87EDAC2}"/>
              </a:ext>
            </a:extLst>
          </p:cNvPr>
          <p:cNvSpPr>
            <a:spLocks xmlns:a="http://schemas.openxmlformats.org/drawingml/2006/main" noGrp="1"/>
          </p:cNvSpPr>
          <p:nvPr/>
        </p:nvSpPr>
        <p:spPr>
          <a:xfrm xmlns:a="http://schemas.openxmlformats.org/drawingml/2006/main">
            <a:off x="3877056" y="5204155"/>
            <a:ext cx="7205472" cy="0"/>
          </a:xfrm>
          <a:prstGeom xmlns:a="http://schemas.openxmlformats.org/drawingml/2006/main" prst="line">
            <a:avLst/>
          </a:prstGeom>
          <a:ln xmlns:a="http://schemas.openxmlformats.org/drawingml/2006/main" w="12700">
            <a:solidFill>
              <a:srgbClr val="00B0F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9" name="Connector 38">
            <a:extLst xmlns:a="http://schemas.openxmlformats.org/drawingml/2006/main">
              <a:ext uri="{FF2B5EF4-FFF2-40B4-BE49-F238E27FC236}">
                <a16:creationId xmlns:a16="http://schemas.microsoft.com/office/drawing/2014/main" id="{E4A018F2-5CC3-465D-B2C0-26D92DF14DC3}"/>
              </a:ext>
            </a:extLst>
          </p:cNvPr>
          <p:cNvSpPr>
            <a:spLocks xmlns:a="http://schemas.openxmlformats.org/drawingml/2006/main" noGrp="1"/>
          </p:cNvSpPr>
          <p:nvPr/>
        </p:nvSpPr>
        <p:spPr>
          <a:xfrm xmlns:a="http://schemas.openxmlformats.org/drawingml/2006/main">
            <a:off x="3877056" y="5294985"/>
            <a:ext cx="7205472" cy="0"/>
          </a:xfrm>
          <a:prstGeom xmlns:a="http://schemas.openxmlformats.org/drawingml/2006/main" prst="line">
            <a:avLst/>
          </a:prstGeom>
          <a:ln xmlns:a="http://schemas.openxmlformats.org/drawingml/2006/main" w="12700">
            <a:solidFill>
              <a:srgbClr val="00B0F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0" name="Connector 39">
            <a:extLst xmlns:a="http://schemas.openxmlformats.org/drawingml/2006/main">
              <a:ext uri="{FF2B5EF4-FFF2-40B4-BE49-F238E27FC236}">
                <a16:creationId xmlns:a16="http://schemas.microsoft.com/office/drawing/2014/main" id="{53B806C2-F2B2-449B-9C9C-6C69A55400FC}"/>
              </a:ext>
            </a:extLst>
          </p:cNvPr>
          <p:cNvSpPr>
            <a:spLocks xmlns:a="http://schemas.openxmlformats.org/drawingml/2006/main" noGrp="1"/>
          </p:cNvSpPr>
          <p:nvPr/>
        </p:nvSpPr>
        <p:spPr>
          <a:xfrm xmlns:a="http://schemas.openxmlformats.org/drawingml/2006/main">
            <a:off x="3877056" y="5385816"/>
            <a:ext cx="7205472" cy="0"/>
          </a:xfrm>
          <a:prstGeom xmlns:a="http://schemas.openxmlformats.org/drawingml/2006/main" prst="line">
            <a:avLst/>
          </a:prstGeom>
          <a:ln xmlns:a="http://schemas.openxmlformats.org/drawingml/2006/main" w="12700">
            <a:solidFill>
              <a:srgbClr val="00B0F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1" name="Oval 40">
            <a:extLst xmlns:a="http://schemas.openxmlformats.org/drawingml/2006/main">
              <a:ext uri="{FF2B5EF4-FFF2-40B4-BE49-F238E27FC236}">
                <a16:creationId xmlns:a16="http://schemas.microsoft.com/office/drawing/2014/main" id="{49572943-7CAC-479E-95F8-8C95FE6458C8}"/>
              </a:ext>
            </a:extLst>
          </p:cNvPr>
          <p:cNvSpPr>
            <a:spLocks xmlns:a="http://schemas.openxmlformats.org/drawingml/2006/main" noGrp="1"/>
          </p:cNvSpPr>
          <p:nvPr/>
        </p:nvSpPr>
        <p:spPr>
          <a:xfrm xmlns:a="http://schemas.openxmlformats.org/drawingml/2006/main">
            <a:off x="3823106" y="4522063"/>
            <a:ext cx="107899" cy="107899"/>
          </a:xfrm>
          <a:prstGeom xmlns:a="http://schemas.openxmlformats.org/drawingml/2006/main" prst="ellipse">
            <a:avLst/>
          </a:prstGeom>
          <a:solidFill xmlns:a="http://schemas.openxmlformats.org/drawingml/2006/main">
            <a:srgbClr val="808080"/>
          </a:solidFill>
          <a:ln xmlns:a="http://schemas.openxmlformats.org/drawingml/2006/main" w="19050">
            <a:solidFill>
              <a:srgbClr val="80808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2" name="Oval 41">
            <a:extLst xmlns:a="http://schemas.openxmlformats.org/drawingml/2006/main">
              <a:ext uri="{FF2B5EF4-FFF2-40B4-BE49-F238E27FC236}">
                <a16:creationId xmlns:a16="http://schemas.microsoft.com/office/drawing/2014/main" id="{58C4BDFA-4AD7-4B27-A77D-097E81A8CB2A}"/>
              </a:ext>
            </a:extLst>
          </p:cNvPr>
          <p:cNvSpPr>
            <a:spLocks xmlns:a="http://schemas.openxmlformats.org/drawingml/2006/main" noGrp="1"/>
          </p:cNvSpPr>
          <p:nvPr/>
        </p:nvSpPr>
        <p:spPr>
          <a:xfrm xmlns:a="http://schemas.openxmlformats.org/drawingml/2006/main">
            <a:off x="4723790" y="4285373"/>
            <a:ext cx="107899" cy="107899"/>
          </a:xfrm>
          <a:prstGeom xmlns:a="http://schemas.openxmlformats.org/drawingml/2006/main" prst="ellipse">
            <a:avLst/>
          </a:prstGeom>
          <a:solidFill xmlns:a="http://schemas.openxmlformats.org/drawingml/2006/main">
            <a:srgbClr val="808080"/>
          </a:solidFill>
          <a:ln xmlns:a="http://schemas.openxmlformats.org/drawingml/2006/main" w="19050">
            <a:solidFill>
              <a:srgbClr val="80808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3" name="Oval 42">
            <a:extLst xmlns:a="http://schemas.openxmlformats.org/drawingml/2006/main">
              <a:ext uri="{FF2B5EF4-FFF2-40B4-BE49-F238E27FC236}">
                <a16:creationId xmlns:a16="http://schemas.microsoft.com/office/drawing/2014/main" id="{103B03B0-B398-4A40-B0A5-8DD57B86B491}"/>
              </a:ext>
            </a:extLst>
          </p:cNvPr>
          <p:cNvSpPr>
            <a:spLocks xmlns:a="http://schemas.openxmlformats.org/drawingml/2006/main" noGrp="1"/>
          </p:cNvSpPr>
          <p:nvPr/>
        </p:nvSpPr>
        <p:spPr>
          <a:xfrm xmlns:a="http://schemas.openxmlformats.org/drawingml/2006/main">
            <a:off x="5624474" y="4262650"/>
            <a:ext cx="107899" cy="107899"/>
          </a:xfrm>
          <a:prstGeom xmlns:a="http://schemas.openxmlformats.org/drawingml/2006/main" prst="ellipse">
            <a:avLst/>
          </a:prstGeom>
          <a:solidFill xmlns:a="http://schemas.openxmlformats.org/drawingml/2006/main">
            <a:srgbClr val="808080"/>
          </a:solidFill>
          <a:ln xmlns:a="http://schemas.openxmlformats.org/drawingml/2006/main" w="19050">
            <a:solidFill>
              <a:srgbClr val="80808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4" name="Oval 43">
            <a:extLst xmlns:a="http://schemas.openxmlformats.org/drawingml/2006/main">
              <a:ext uri="{FF2B5EF4-FFF2-40B4-BE49-F238E27FC236}">
                <a16:creationId xmlns:a16="http://schemas.microsoft.com/office/drawing/2014/main" id="{2BB4152F-E187-46A6-A3FC-545F9CFC7806}"/>
              </a:ext>
            </a:extLst>
          </p:cNvPr>
          <p:cNvSpPr>
            <a:spLocks xmlns:a="http://schemas.openxmlformats.org/drawingml/2006/main" noGrp="1"/>
          </p:cNvSpPr>
          <p:nvPr/>
        </p:nvSpPr>
        <p:spPr>
          <a:xfrm xmlns:a="http://schemas.openxmlformats.org/drawingml/2006/main">
            <a:off x="6525158" y="4467206"/>
            <a:ext cx="107899" cy="107899"/>
          </a:xfrm>
          <a:prstGeom xmlns:a="http://schemas.openxmlformats.org/drawingml/2006/main" prst="ellipse">
            <a:avLst/>
          </a:prstGeom>
          <a:solidFill xmlns:a="http://schemas.openxmlformats.org/drawingml/2006/main">
            <a:srgbClr val="808080"/>
          </a:solidFill>
          <a:ln xmlns:a="http://schemas.openxmlformats.org/drawingml/2006/main" w="19050">
            <a:solidFill>
              <a:srgbClr val="80808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5" name="Oval 44">
            <a:extLst xmlns:a="http://schemas.openxmlformats.org/drawingml/2006/main">
              <a:ext uri="{FF2B5EF4-FFF2-40B4-BE49-F238E27FC236}">
                <a16:creationId xmlns:a16="http://schemas.microsoft.com/office/drawing/2014/main" id="{86B68569-EDCD-4EC6-B176-B703966DD4D2}"/>
              </a:ext>
            </a:extLst>
          </p:cNvPr>
          <p:cNvSpPr>
            <a:spLocks xmlns:a="http://schemas.openxmlformats.org/drawingml/2006/main" noGrp="1"/>
          </p:cNvSpPr>
          <p:nvPr/>
        </p:nvSpPr>
        <p:spPr>
          <a:xfrm xmlns:a="http://schemas.openxmlformats.org/drawingml/2006/main">
            <a:off x="7425842" y="4779213"/>
            <a:ext cx="107899" cy="107899"/>
          </a:xfrm>
          <a:prstGeom xmlns:a="http://schemas.openxmlformats.org/drawingml/2006/main" prst="ellipse">
            <a:avLst/>
          </a:prstGeom>
          <a:solidFill xmlns:a="http://schemas.openxmlformats.org/drawingml/2006/main">
            <a:srgbClr val="808080"/>
          </a:solidFill>
          <a:ln xmlns:a="http://schemas.openxmlformats.org/drawingml/2006/main" w="19050">
            <a:solidFill>
              <a:srgbClr val="80808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6" name="Oval 45">
            <a:extLst xmlns:a="http://schemas.openxmlformats.org/drawingml/2006/main">
              <a:ext uri="{FF2B5EF4-FFF2-40B4-BE49-F238E27FC236}">
                <a16:creationId xmlns:a16="http://schemas.microsoft.com/office/drawing/2014/main" id="{D7EBD4AF-3A00-4DE4-9D03-9B3C5DA209CF}"/>
              </a:ext>
            </a:extLst>
          </p:cNvPr>
          <p:cNvSpPr>
            <a:spLocks xmlns:a="http://schemas.openxmlformats.org/drawingml/2006/main" noGrp="1"/>
          </p:cNvSpPr>
          <p:nvPr/>
        </p:nvSpPr>
        <p:spPr>
          <a:xfrm xmlns:a="http://schemas.openxmlformats.org/drawingml/2006/main">
            <a:off x="8326526" y="5015903"/>
            <a:ext cx="107899" cy="107899"/>
          </a:xfrm>
          <a:prstGeom xmlns:a="http://schemas.openxmlformats.org/drawingml/2006/main" prst="ellipse">
            <a:avLst/>
          </a:prstGeom>
          <a:solidFill xmlns:a="http://schemas.openxmlformats.org/drawingml/2006/main">
            <a:srgbClr val="808080"/>
          </a:solidFill>
          <a:ln xmlns:a="http://schemas.openxmlformats.org/drawingml/2006/main" w="19050">
            <a:solidFill>
              <a:srgbClr val="80808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7" name="Oval 46">
            <a:extLst xmlns:a="http://schemas.openxmlformats.org/drawingml/2006/main">
              <a:ext uri="{FF2B5EF4-FFF2-40B4-BE49-F238E27FC236}">
                <a16:creationId xmlns:a16="http://schemas.microsoft.com/office/drawing/2014/main" id="{48AC69C8-395A-4ACE-9EA6-A32A37CCE839}"/>
              </a:ext>
            </a:extLst>
          </p:cNvPr>
          <p:cNvSpPr>
            <a:spLocks xmlns:a="http://schemas.openxmlformats.org/drawingml/2006/main" noGrp="1"/>
          </p:cNvSpPr>
          <p:nvPr/>
        </p:nvSpPr>
        <p:spPr>
          <a:xfrm xmlns:a="http://schemas.openxmlformats.org/drawingml/2006/main">
            <a:off x="9227210" y="5038625"/>
            <a:ext cx="107899" cy="107899"/>
          </a:xfrm>
          <a:prstGeom xmlns:a="http://schemas.openxmlformats.org/drawingml/2006/main" prst="ellipse">
            <a:avLst/>
          </a:prstGeom>
          <a:solidFill xmlns:a="http://schemas.openxmlformats.org/drawingml/2006/main">
            <a:srgbClr val="808080"/>
          </a:solidFill>
          <a:ln xmlns:a="http://schemas.openxmlformats.org/drawingml/2006/main" w="19050">
            <a:solidFill>
              <a:srgbClr val="80808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8" name="Oval 47">
            <a:extLst xmlns:a="http://schemas.openxmlformats.org/drawingml/2006/main">
              <a:ext uri="{FF2B5EF4-FFF2-40B4-BE49-F238E27FC236}">
                <a16:creationId xmlns:a16="http://schemas.microsoft.com/office/drawing/2014/main" id="{A0DC3607-3187-459D-BBB8-14F4562954A4}"/>
              </a:ext>
            </a:extLst>
          </p:cNvPr>
          <p:cNvSpPr>
            <a:spLocks xmlns:a="http://schemas.openxmlformats.org/drawingml/2006/main" noGrp="1"/>
          </p:cNvSpPr>
          <p:nvPr/>
        </p:nvSpPr>
        <p:spPr>
          <a:xfrm xmlns:a="http://schemas.openxmlformats.org/drawingml/2006/main">
            <a:off x="10127894" y="4834070"/>
            <a:ext cx="107899" cy="107899"/>
          </a:xfrm>
          <a:prstGeom xmlns:a="http://schemas.openxmlformats.org/drawingml/2006/main" prst="ellipse">
            <a:avLst/>
          </a:prstGeom>
          <a:solidFill xmlns:a="http://schemas.openxmlformats.org/drawingml/2006/main">
            <a:srgbClr val="808080"/>
          </a:solidFill>
          <a:ln xmlns:a="http://schemas.openxmlformats.org/drawingml/2006/main" w="19050">
            <a:solidFill>
              <a:srgbClr val="80808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9" name="Oval 48">
            <a:extLst xmlns:a="http://schemas.openxmlformats.org/drawingml/2006/main">
              <a:ext uri="{FF2B5EF4-FFF2-40B4-BE49-F238E27FC236}">
                <a16:creationId xmlns:a16="http://schemas.microsoft.com/office/drawing/2014/main" id="{5CF1A401-2617-4D84-A593-F28244F0BF8C}"/>
              </a:ext>
            </a:extLst>
          </p:cNvPr>
          <p:cNvSpPr>
            <a:spLocks xmlns:a="http://schemas.openxmlformats.org/drawingml/2006/main" noGrp="1"/>
          </p:cNvSpPr>
          <p:nvPr/>
        </p:nvSpPr>
        <p:spPr>
          <a:xfrm xmlns:a="http://schemas.openxmlformats.org/drawingml/2006/main">
            <a:off x="11028578" y="4522063"/>
            <a:ext cx="107899" cy="107899"/>
          </a:xfrm>
          <a:prstGeom xmlns:a="http://schemas.openxmlformats.org/drawingml/2006/main" prst="ellipse">
            <a:avLst/>
          </a:prstGeom>
          <a:solidFill xmlns:a="http://schemas.openxmlformats.org/drawingml/2006/main">
            <a:srgbClr val="808080"/>
          </a:solidFill>
          <a:ln xmlns:a="http://schemas.openxmlformats.org/drawingml/2006/main" w="19050">
            <a:solidFill>
              <a:srgbClr val="80808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50" name="TextBox 49">
            <a:extLst xmlns:a="http://schemas.openxmlformats.org/drawingml/2006/main">
              <a:ext uri="{FF2B5EF4-FFF2-40B4-BE49-F238E27FC236}">
                <a16:creationId xmlns:a16="http://schemas.microsoft.com/office/drawing/2014/main" id="{053AF8E2-9F6A-480C-A736-1DE4FD0D7591}"/>
              </a:ext>
            </a:extLst>
          </p:cNvPr>
          <p:cNvSpPr>
            <a:spLocks xmlns:a="http://schemas.openxmlformats.org/drawingml/2006/main" noGrp="1"/>
          </p:cNvSpPr>
          <p:nvPr/>
        </p:nvSpPr>
        <p:spPr>
          <a:xfrm xmlns:a="http://schemas.openxmlformats.org/drawingml/2006/main">
            <a:off x="950976" y="6007608"/>
            <a:ext cx="10424160" cy="33528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spcAft>
                <a:spcPts val="300"/>
              </a:spcAft>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灰点的时间位置不变；变化的是纵向可选等级。</a:t>
            </a:r>
          </a:p>
        </p:txBody>
      </p:sp>
    </p:spTree>
    <p:extLst>
      <p:ext uri="{BB962C8B-B14F-4D97-AF65-F5344CB8AC3E}">
        <p14:creationId xmlns:p14="http://schemas.microsoft.com/office/powerpoint/2010/main" val="1962496370"/>
      </p:ext>
    </p:extLst>
  </p:cSld>
</p:sld>
</file>

<file path=ppt/slides/slide25.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AAA11B86-6BC2-453F-B2DE-FA7D4BD53BA1}"/>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5BE8D6CA-5092-4FCA-8928-47C82956F2FB}"/>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AB04B3F0-C048-46F0-AC1F-7B6E9D7BBDDC}"/>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采样更多、等级更密，就一定听得更好吗？</a:t>
            </a:r>
          </a:p>
        </p:txBody>
      </p:sp>
      <p:sp>
        <p:nvSpPr>
          <p:cNvPr id="5" name="TextBox 4">
            <a:extLst xmlns:a="http://schemas.openxmlformats.org/drawingml/2006/main">
              <a:ext uri="{FF2B5EF4-FFF2-40B4-BE49-F238E27FC236}">
                <a16:creationId xmlns:a16="http://schemas.microsoft.com/office/drawing/2014/main" id="{DD2D5B23-635F-4129-94B4-45163CB658C8}"/>
              </a:ext>
            </a:extLst>
          </p:cNvPr>
          <p:cNvSpPr>
            <a:spLocks xmlns:a="http://schemas.openxmlformats.org/drawingml/2006/main" noGrp="1"/>
          </p:cNvSpPr>
          <p:nvPr/>
        </p:nvSpPr>
        <p:spPr>
          <a:xfrm xmlns:a="http://schemas.openxmlformats.org/drawingml/2006/main">
            <a:off x="914400" y="2194560"/>
            <a:ext cx="420624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3000" b="1">
                <a:solidFill>
                  <a:srgbClr val="8C64E1"/>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000" b="1">
                <a:solidFill>
                  <a:srgbClr val="8C64E1"/>
                </a:solidFill>
                <a:latin typeface="Alibaba PuHuiTi 3.0 115 Black"/>
                <a:ea typeface="Alibaba PuHuiTi 3.0 115 Black"/>
                <a:cs typeface="Alibaba PuHuiTi 3.0 115 Black"/>
              </a:defRPr>
            </a:pPr>
            <a:r>
              <a:rPr sz="3000" b="1">
                <a:solidFill>
                  <a:srgbClr val="8C64E1"/>
                </a:solidFill>
                <a:latin typeface="Alibaba PuHuiTi 3.0 115 Black"/>
                <a:ea typeface="Alibaba PuHuiTi 3.0 115 Black"/>
                <a:cs typeface="Alibaba PuHuiTi 3.0 115 Black"/>
              </a:rPr>
              <a:t>采样率 ↑</a:t>
            </a:r>
          </a:p>
        </p:txBody>
      </p:sp>
      <p:sp>
        <p:nvSpPr>
          <p:cNvPr id="6" name="TextBox 5">
            <a:extLst xmlns:a="http://schemas.openxmlformats.org/drawingml/2006/main">
              <a:ext uri="{FF2B5EF4-FFF2-40B4-BE49-F238E27FC236}">
                <a16:creationId xmlns:a16="http://schemas.microsoft.com/office/drawing/2014/main" id="{4D1737B9-3725-4586-950B-B2530A503954}"/>
              </a:ext>
            </a:extLst>
          </p:cNvPr>
          <p:cNvSpPr>
            <a:spLocks xmlns:a="http://schemas.openxmlformats.org/drawingml/2006/main" noGrp="1"/>
          </p:cNvSpPr>
          <p:nvPr/>
        </p:nvSpPr>
        <p:spPr>
          <a:xfrm xmlns:a="http://schemas.openxmlformats.org/drawingml/2006/main">
            <a:off x="914400" y="2990088"/>
            <a:ext cx="4389120" cy="3505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3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300" b="0">
                <a:solidFill>
                  <a:srgbClr val="262626"/>
                </a:solidFill>
                <a:latin typeface="Alibaba PuHuiTi 3.0 55 Regular"/>
                <a:ea typeface="Alibaba PuHuiTi 3.0 55 Regular"/>
                <a:cs typeface="Alibaba PuHuiTi 3.0 55 Regular"/>
              </a:defRPr>
            </a:pPr>
            <a:r>
              <a:rPr sz="2300" b="0">
                <a:solidFill>
                  <a:srgbClr val="262626"/>
                </a:solidFill>
                <a:latin typeface="Alibaba PuHuiTi 3.0 55 Regular"/>
                <a:ea typeface="Alibaba PuHuiTi 3.0 55 Regular"/>
                <a:cs typeface="Alibaba PuHuiTi 3.0 55 Regular"/>
              </a:rPr>
              <a:t>每秒样本更多</a:t>
            </a:r>
          </a:p>
        </p:txBody>
      </p:sp>
      <p:sp>
        <p:nvSpPr>
          <p:cNvPr id="7" name="TextBox 6">
            <a:extLst xmlns:a="http://schemas.openxmlformats.org/drawingml/2006/main">
              <a:ext uri="{FF2B5EF4-FFF2-40B4-BE49-F238E27FC236}">
                <a16:creationId xmlns:a16="http://schemas.microsoft.com/office/drawing/2014/main" id="{7F904231-90B3-423A-B9B7-9E97170C0636}"/>
              </a:ext>
            </a:extLst>
          </p:cNvPr>
          <p:cNvSpPr>
            <a:spLocks xmlns:a="http://schemas.openxmlformats.org/drawingml/2006/main" noGrp="1"/>
          </p:cNvSpPr>
          <p:nvPr/>
        </p:nvSpPr>
        <p:spPr>
          <a:xfrm xmlns:a="http://schemas.openxmlformats.org/drawingml/2006/main">
            <a:off x="6492240" y="2194560"/>
            <a:ext cx="429768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3000" b="1">
                <a:solidFill>
                  <a:srgbClr val="007C9B"/>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000" b="1">
                <a:solidFill>
                  <a:srgbClr val="007C9B"/>
                </a:solidFill>
                <a:latin typeface="Alibaba PuHuiTi 3.0 115 Black"/>
                <a:ea typeface="Alibaba PuHuiTi 3.0 115 Black"/>
                <a:cs typeface="Alibaba PuHuiTi 3.0 115 Black"/>
              </a:defRPr>
            </a:pPr>
            <a:r>
              <a:rPr sz="3000" b="1">
                <a:solidFill>
                  <a:srgbClr val="007C9B"/>
                </a:solidFill>
                <a:latin typeface="Alibaba PuHuiTi 3.0 115 Black"/>
                <a:ea typeface="Alibaba PuHuiTi 3.0 115 Black"/>
                <a:cs typeface="Alibaba PuHuiTi 3.0 115 Black"/>
              </a:rPr>
              <a:t>量化位数 ↑</a:t>
            </a:r>
          </a:p>
        </p:txBody>
      </p:sp>
      <p:sp>
        <p:nvSpPr>
          <p:cNvPr id="8" name="TextBox 7">
            <a:extLst xmlns:a="http://schemas.openxmlformats.org/drawingml/2006/main">
              <a:ext uri="{FF2B5EF4-FFF2-40B4-BE49-F238E27FC236}">
                <a16:creationId xmlns:a16="http://schemas.microsoft.com/office/drawing/2014/main" id="{75B0347C-FF2A-4BC2-BEB8-96D2A4507D77}"/>
              </a:ext>
            </a:extLst>
          </p:cNvPr>
          <p:cNvSpPr>
            <a:spLocks xmlns:a="http://schemas.openxmlformats.org/drawingml/2006/main" noGrp="1"/>
          </p:cNvSpPr>
          <p:nvPr/>
        </p:nvSpPr>
        <p:spPr>
          <a:xfrm xmlns:a="http://schemas.openxmlformats.org/drawingml/2006/main">
            <a:off x="6492240" y="2990088"/>
            <a:ext cx="4572000" cy="3505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3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300" b="0">
                <a:solidFill>
                  <a:srgbClr val="262626"/>
                </a:solidFill>
                <a:latin typeface="Alibaba PuHuiTi 3.0 55 Regular"/>
                <a:ea typeface="Alibaba PuHuiTi 3.0 55 Regular"/>
                <a:cs typeface="Alibaba PuHuiTi 3.0 55 Regular"/>
              </a:defRPr>
            </a:pPr>
            <a:r>
              <a:rPr sz="2300" b="0">
                <a:solidFill>
                  <a:srgbClr val="262626"/>
                </a:solidFill>
                <a:latin typeface="Alibaba PuHuiTi 3.0 55 Regular"/>
                <a:ea typeface="Alibaba PuHuiTi 3.0 55 Regular"/>
                <a:cs typeface="Alibaba PuHuiTi 3.0 55 Regular"/>
              </a:rPr>
              <a:t>每样本可选等级更多</a:t>
            </a:r>
          </a:p>
        </p:txBody>
      </p:sp>
      <p:sp>
        <p:nvSpPr>
          <p:cNvPr id="9" name="TextBox 8">
            <a:extLst xmlns:a="http://schemas.openxmlformats.org/drawingml/2006/main">
              <a:ext uri="{FF2B5EF4-FFF2-40B4-BE49-F238E27FC236}">
                <a16:creationId xmlns:a16="http://schemas.microsoft.com/office/drawing/2014/main" id="{AA2884D4-B1A7-48A0-8BA4-CE91F205AC6B}"/>
              </a:ext>
            </a:extLst>
          </p:cNvPr>
          <p:cNvSpPr>
            <a:spLocks xmlns:a="http://schemas.openxmlformats.org/drawingml/2006/main" noGrp="1"/>
          </p:cNvSpPr>
          <p:nvPr/>
        </p:nvSpPr>
        <p:spPr>
          <a:xfrm xmlns:a="http://schemas.openxmlformats.org/drawingml/2006/main">
            <a:off x="813816" y="5230368"/>
            <a:ext cx="9966960" cy="3505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300" b="1">
                <a:solidFill>
                  <a:srgbClr val="8C64E1"/>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2300" b="1">
                <a:solidFill>
                  <a:srgbClr val="8C64E1"/>
                </a:solidFill>
                <a:latin typeface="Alibaba PuHuiTi 3.0 115 Black"/>
                <a:ea typeface="Alibaba PuHuiTi 3.0 115 Black"/>
                <a:cs typeface="Alibaba PuHuiTi 3.0 115 Black"/>
              </a:defRPr>
            </a:pPr>
            <a:r>
              <a:rPr sz="2300" b="1">
                <a:solidFill>
                  <a:srgbClr val="8C64E1"/>
                </a:solidFill>
                <a:latin typeface="Alibaba PuHuiTi 3.0 115 Black"/>
                <a:ea typeface="Alibaba PuHuiTi 3.0 115 Black"/>
                <a:cs typeface="Alibaba PuHuiTi 3.0 115 Black"/>
              </a:rPr>
              <a:t>通常能提高记录的精细程度，但音质不会无限提高。</a:t>
            </a:r>
          </a:p>
        </p:txBody>
      </p:sp>
    </p:spTree>
    <p:extLst>
      <p:ext uri="{BB962C8B-B14F-4D97-AF65-F5344CB8AC3E}">
        <p14:creationId xmlns:p14="http://schemas.microsoft.com/office/powerpoint/2010/main" val="2106339525"/>
      </p:ext>
    </p:extLst>
  </p:cSld>
</p:sld>
</file>

<file path=ppt/slides/slide26.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8E8D9EE7-3AE7-4FEE-889E-2B79B257ED99}"/>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86458CA1-D458-4EDF-A6C5-D167F7266AD7}"/>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0AE58A02-9D8C-4761-B1B4-CE955D4B57F9}"/>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3bit模型与16bit实际存储</a:t>
            </a:r>
          </a:p>
        </p:txBody>
      </p:sp>
      <p:sp>
        <p:nvSpPr>
          <p:cNvPr id="5" name="Rectangle 4">
            <a:extLst xmlns:a="http://schemas.openxmlformats.org/drawingml/2006/main">
              <a:ext uri="{FF2B5EF4-FFF2-40B4-BE49-F238E27FC236}">
                <a16:creationId xmlns:a16="http://schemas.microsoft.com/office/drawing/2014/main" id="{9429AD8A-F897-45ED-A89B-EF94EF9889CB}"/>
              </a:ext>
            </a:extLst>
          </p:cNvPr>
          <p:cNvSpPr>
            <a:spLocks xmlns:a="http://schemas.openxmlformats.org/drawingml/2006/main" noGrp="1"/>
          </p:cNvSpPr>
          <p:nvPr/>
        </p:nvSpPr>
        <p:spPr>
          <a:xfrm xmlns:a="http://schemas.openxmlformats.org/drawingml/2006/main">
            <a:off x="905256" y="2066543"/>
            <a:ext cx="4709160" cy="667512"/>
          </a:xfrm>
          <a:prstGeom xmlns:a="http://schemas.openxmlformats.org/drawingml/2006/main" prst="rect">
            <a:avLst/>
          </a:prstGeom>
          <a:noFill xmlns:a="http://schemas.openxmlformats.org/drawingml/2006/main"/>
          <a:ln xmlns:a="http://schemas.openxmlformats.org/drawingml/2006/main" w="25400">
            <a:solidFill>
              <a:srgbClr val="8C64E1"/>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6" name="TextBox 5">
            <a:extLst xmlns:a="http://schemas.openxmlformats.org/drawingml/2006/main">
              <a:ext uri="{FF2B5EF4-FFF2-40B4-BE49-F238E27FC236}">
                <a16:creationId xmlns:a16="http://schemas.microsoft.com/office/drawing/2014/main" id="{AE687470-EA2F-48C7-ABA3-C20CB62EB1DE}"/>
              </a:ext>
            </a:extLst>
          </p:cNvPr>
          <p:cNvSpPr>
            <a:spLocks xmlns:a="http://schemas.openxmlformats.org/drawingml/2006/main" noGrp="1"/>
          </p:cNvSpPr>
          <p:nvPr/>
        </p:nvSpPr>
        <p:spPr>
          <a:xfrm xmlns:a="http://schemas.openxmlformats.org/drawingml/2006/main">
            <a:off x="978408" y="2185415"/>
            <a:ext cx="4562856" cy="39624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2600" b="1">
                <a:solidFill>
                  <a:srgbClr val="8C64E1"/>
                </a:solidFill>
                <a:latin typeface="Alibaba PuHuiTi 3.0 115 Black"/>
                <a:ea typeface="Alibaba PuHuiTi 3.0 115 Black"/>
                <a:cs typeface="Alibaba PuHuiTi 3.0 115 Black"/>
              </a:defRPr>
            </a:defPPr>
          </a:lstStyle>
          <a:p xmlns:a="http://schemas.openxmlformats.org/drawingml/2006/main">
            <a:pPr algn="ctr">
              <a:spcBef>
                <a:spcPts val="0"/>
              </a:spcBef>
              <a:spcAft>
                <a:spcPts val="200"/>
              </a:spcAft>
              <a:buNone/>
              <a:defRPr sz="2600" b="1">
                <a:solidFill>
                  <a:srgbClr val="8C64E1"/>
                </a:solidFill>
                <a:latin typeface="Alibaba PuHuiTi 3.0 115 Black"/>
                <a:ea typeface="Alibaba PuHuiTi 3.0 115 Black"/>
                <a:cs typeface="Alibaba PuHuiTi 3.0 115 Black"/>
              </a:defRPr>
            </a:pPr>
            <a:r>
              <a:rPr sz="2600" b="1">
                <a:solidFill>
                  <a:srgbClr val="8C64E1"/>
                </a:solidFill>
                <a:latin typeface="Alibaba PuHuiTi 3.0 115 Black"/>
                <a:ea typeface="Alibaba PuHuiTi 3.0 115 Black"/>
                <a:cs typeface="Alibaba PuHuiTi 3.0 115 Black"/>
              </a:rPr>
              <a:t>课堂模型：3 bit</a:t>
            </a:r>
          </a:p>
        </p:txBody>
      </p:sp>
      <p:sp>
        <p:nvSpPr>
          <p:cNvPr id="7" name="Rectangle 6">
            <a:extLst xmlns:a="http://schemas.openxmlformats.org/drawingml/2006/main">
              <a:ext uri="{FF2B5EF4-FFF2-40B4-BE49-F238E27FC236}">
                <a16:creationId xmlns:a16="http://schemas.microsoft.com/office/drawing/2014/main" id="{F03D994B-EE0C-4472-8C0E-587D82139CA1}"/>
              </a:ext>
            </a:extLst>
          </p:cNvPr>
          <p:cNvSpPr>
            <a:spLocks xmlns:a="http://schemas.openxmlformats.org/drawingml/2006/main" noGrp="1"/>
          </p:cNvSpPr>
          <p:nvPr/>
        </p:nvSpPr>
        <p:spPr>
          <a:xfrm xmlns:a="http://schemas.openxmlformats.org/drawingml/2006/main">
            <a:off x="6528816" y="2066543"/>
            <a:ext cx="4626864" cy="667512"/>
          </a:xfrm>
          <a:prstGeom xmlns:a="http://schemas.openxmlformats.org/drawingml/2006/main" prst="rect">
            <a:avLst/>
          </a:prstGeom>
          <a:noFill xmlns:a="http://schemas.openxmlformats.org/drawingml/2006/main"/>
          <a:ln xmlns:a="http://schemas.openxmlformats.org/drawingml/2006/main" w="254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8" name="TextBox 7">
            <a:extLst xmlns:a="http://schemas.openxmlformats.org/drawingml/2006/main">
              <a:ext uri="{FF2B5EF4-FFF2-40B4-BE49-F238E27FC236}">
                <a16:creationId xmlns:a16="http://schemas.microsoft.com/office/drawing/2014/main" id="{983E0492-B363-48B6-8944-18D78DF2AEFF}"/>
              </a:ext>
            </a:extLst>
          </p:cNvPr>
          <p:cNvSpPr>
            <a:spLocks xmlns:a="http://schemas.openxmlformats.org/drawingml/2006/main" noGrp="1"/>
          </p:cNvSpPr>
          <p:nvPr/>
        </p:nvSpPr>
        <p:spPr>
          <a:xfrm xmlns:a="http://schemas.openxmlformats.org/drawingml/2006/main">
            <a:off x="6601968" y="2185415"/>
            <a:ext cx="4480559" cy="39624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2600" b="1">
                <a:solidFill>
                  <a:srgbClr val="007C9B"/>
                </a:solidFill>
                <a:latin typeface="Alibaba PuHuiTi 3.0 115 Black"/>
                <a:ea typeface="Alibaba PuHuiTi 3.0 115 Black"/>
                <a:cs typeface="Alibaba PuHuiTi 3.0 115 Black"/>
              </a:defRPr>
            </a:defPPr>
          </a:lstStyle>
          <a:p xmlns:a="http://schemas.openxmlformats.org/drawingml/2006/main">
            <a:pPr algn="ctr">
              <a:spcBef>
                <a:spcPts val="0"/>
              </a:spcBef>
              <a:spcAft>
                <a:spcPts val="200"/>
              </a:spcAft>
              <a:buNone/>
              <a:defRPr sz="2600" b="1">
                <a:solidFill>
                  <a:srgbClr val="007C9B"/>
                </a:solidFill>
                <a:latin typeface="Alibaba PuHuiTi 3.0 115 Black"/>
                <a:ea typeface="Alibaba PuHuiTi 3.0 115 Black"/>
                <a:cs typeface="Alibaba PuHuiTi 3.0 115 Black"/>
              </a:defRPr>
            </a:pPr>
            <a:r>
              <a:rPr sz="2600" b="1">
                <a:solidFill>
                  <a:srgbClr val="007C9B"/>
                </a:solidFill>
                <a:latin typeface="Alibaba PuHuiTi 3.0 115 Black"/>
                <a:ea typeface="Alibaba PuHuiTi 3.0 115 Black"/>
                <a:cs typeface="Alibaba PuHuiTi 3.0 115 Black"/>
              </a:rPr>
              <a:t>PCM例子：16 bit</a:t>
            </a:r>
          </a:p>
        </p:txBody>
      </p:sp>
      <p:sp>
        <p:nvSpPr>
          <p:cNvPr id="9" name="Rectangle 8">
            <a:extLst xmlns:a="http://schemas.openxmlformats.org/drawingml/2006/main">
              <a:ext uri="{FF2B5EF4-FFF2-40B4-BE49-F238E27FC236}">
                <a16:creationId xmlns:a16="http://schemas.microsoft.com/office/drawing/2014/main" id="{D397BF6C-F654-4ACD-A00D-84155C5D0F43}"/>
              </a:ext>
            </a:extLst>
          </p:cNvPr>
          <p:cNvSpPr>
            <a:spLocks xmlns:a="http://schemas.openxmlformats.org/drawingml/2006/main" noGrp="1"/>
          </p:cNvSpPr>
          <p:nvPr/>
        </p:nvSpPr>
        <p:spPr>
          <a:xfrm xmlns:a="http://schemas.openxmlformats.org/drawingml/2006/main">
            <a:off x="1005840" y="3429000"/>
            <a:ext cx="384048" cy="411480"/>
          </a:xfrm>
          <a:prstGeom xmlns:a="http://schemas.openxmlformats.org/drawingml/2006/main" prst="rect">
            <a:avLst/>
          </a:prstGeom>
          <a:solidFill xmlns:a="http://schemas.openxmlformats.org/drawingml/2006/main">
            <a:srgbClr val="FFFFFF"/>
          </a:solidFill>
          <a:ln xmlns:a="http://schemas.openxmlformats.org/drawingml/2006/main" w="25400">
            <a:solidFill>
              <a:srgbClr val="8C64E1"/>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0" name="TextBox 9">
            <a:extLst xmlns:a="http://schemas.openxmlformats.org/drawingml/2006/main">
              <a:ext uri="{FF2B5EF4-FFF2-40B4-BE49-F238E27FC236}">
                <a16:creationId xmlns:a16="http://schemas.microsoft.com/office/drawing/2014/main" id="{72780E30-43F6-4753-9F1D-A47CE55F8EE2}"/>
              </a:ext>
            </a:extLst>
          </p:cNvPr>
          <p:cNvSpPr>
            <a:spLocks xmlns:a="http://schemas.openxmlformats.org/drawingml/2006/main" noGrp="1"/>
          </p:cNvSpPr>
          <p:nvPr/>
        </p:nvSpPr>
        <p:spPr>
          <a:xfrm xmlns:a="http://schemas.openxmlformats.org/drawingml/2006/main">
            <a:off x="1097280" y="3461004"/>
            <a:ext cx="228600" cy="24384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1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1600" b="1">
                <a:solidFill>
                  <a:srgbClr val="262626"/>
                </a:solidFill>
                <a:latin typeface="Alibaba PuHuiTi 3.0 115 Black"/>
                <a:ea typeface="Alibaba PuHuiTi 3.0 115 Black"/>
                <a:cs typeface="Alibaba PuHuiTi 3.0 115 Black"/>
              </a:defRPr>
            </a:pPr>
            <a:r>
              <a:rPr sz="1600" b="1">
                <a:solidFill>
                  <a:srgbClr val="262626"/>
                </a:solidFill>
                <a:latin typeface="Alibaba PuHuiTi 3.0 115 Black"/>
                <a:ea typeface="Alibaba PuHuiTi 3.0 115 Black"/>
                <a:cs typeface="Alibaba PuHuiTi 3.0 115 Black"/>
              </a:rPr>
              <a:t>1</a:t>
            </a:r>
          </a:p>
        </p:txBody>
      </p:sp>
      <p:sp>
        <p:nvSpPr>
          <p:cNvPr id="11" name="Rectangle 10">
            <a:extLst xmlns:a="http://schemas.openxmlformats.org/drawingml/2006/main">
              <a:ext uri="{FF2B5EF4-FFF2-40B4-BE49-F238E27FC236}">
                <a16:creationId xmlns:a16="http://schemas.microsoft.com/office/drawing/2014/main" id="{46CA3EFA-90D9-4CF4-B11E-5D2040E3C322}"/>
              </a:ext>
            </a:extLst>
          </p:cNvPr>
          <p:cNvSpPr>
            <a:spLocks xmlns:a="http://schemas.openxmlformats.org/drawingml/2006/main" noGrp="1"/>
          </p:cNvSpPr>
          <p:nvPr/>
        </p:nvSpPr>
        <p:spPr>
          <a:xfrm xmlns:a="http://schemas.openxmlformats.org/drawingml/2006/main">
            <a:off x="1490472" y="3429000"/>
            <a:ext cx="384048" cy="411480"/>
          </a:xfrm>
          <a:prstGeom xmlns:a="http://schemas.openxmlformats.org/drawingml/2006/main" prst="rect">
            <a:avLst/>
          </a:prstGeom>
          <a:solidFill xmlns:a="http://schemas.openxmlformats.org/drawingml/2006/main">
            <a:srgbClr val="FFFFFF"/>
          </a:solidFill>
          <a:ln xmlns:a="http://schemas.openxmlformats.org/drawingml/2006/main" w="25400">
            <a:solidFill>
              <a:srgbClr val="8C64E1"/>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2" name="TextBox 11">
            <a:extLst xmlns:a="http://schemas.openxmlformats.org/drawingml/2006/main">
              <a:ext uri="{FF2B5EF4-FFF2-40B4-BE49-F238E27FC236}">
                <a16:creationId xmlns:a16="http://schemas.microsoft.com/office/drawing/2014/main" id="{5AF3D155-2592-4F2E-AC7B-69F065BFE784}"/>
              </a:ext>
            </a:extLst>
          </p:cNvPr>
          <p:cNvSpPr>
            <a:spLocks xmlns:a="http://schemas.openxmlformats.org/drawingml/2006/main" noGrp="1"/>
          </p:cNvSpPr>
          <p:nvPr/>
        </p:nvSpPr>
        <p:spPr>
          <a:xfrm xmlns:a="http://schemas.openxmlformats.org/drawingml/2006/main">
            <a:off x="1581912" y="3461004"/>
            <a:ext cx="228600" cy="24384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1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1600" b="1">
                <a:solidFill>
                  <a:srgbClr val="262626"/>
                </a:solidFill>
                <a:latin typeface="Alibaba PuHuiTi 3.0 115 Black"/>
                <a:ea typeface="Alibaba PuHuiTi 3.0 115 Black"/>
                <a:cs typeface="Alibaba PuHuiTi 3.0 115 Black"/>
              </a:defRPr>
            </a:pPr>
            <a:r>
              <a:rPr sz="1600" b="1">
                <a:solidFill>
                  <a:srgbClr val="262626"/>
                </a:solidFill>
                <a:latin typeface="Alibaba PuHuiTi 3.0 115 Black"/>
                <a:ea typeface="Alibaba PuHuiTi 3.0 115 Black"/>
                <a:cs typeface="Alibaba PuHuiTi 3.0 115 Black"/>
              </a:rPr>
              <a:t>0</a:t>
            </a:r>
          </a:p>
        </p:txBody>
      </p:sp>
      <p:sp>
        <p:nvSpPr>
          <p:cNvPr id="13" name="Rectangle 12">
            <a:extLst xmlns:a="http://schemas.openxmlformats.org/drawingml/2006/main">
              <a:ext uri="{FF2B5EF4-FFF2-40B4-BE49-F238E27FC236}">
                <a16:creationId xmlns:a16="http://schemas.microsoft.com/office/drawing/2014/main" id="{086BF7BC-E758-4DBA-A47A-E2779EC6BDCF}"/>
              </a:ext>
            </a:extLst>
          </p:cNvPr>
          <p:cNvSpPr>
            <a:spLocks xmlns:a="http://schemas.openxmlformats.org/drawingml/2006/main" noGrp="1"/>
          </p:cNvSpPr>
          <p:nvPr/>
        </p:nvSpPr>
        <p:spPr>
          <a:xfrm xmlns:a="http://schemas.openxmlformats.org/drawingml/2006/main">
            <a:off x="1975104" y="3429000"/>
            <a:ext cx="384048" cy="411480"/>
          </a:xfrm>
          <a:prstGeom xmlns:a="http://schemas.openxmlformats.org/drawingml/2006/main" prst="rect">
            <a:avLst/>
          </a:prstGeom>
          <a:solidFill xmlns:a="http://schemas.openxmlformats.org/drawingml/2006/main">
            <a:srgbClr val="FFFFFF"/>
          </a:solidFill>
          <a:ln xmlns:a="http://schemas.openxmlformats.org/drawingml/2006/main" w="25400">
            <a:solidFill>
              <a:srgbClr val="8C64E1"/>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4" name="TextBox 13">
            <a:extLst xmlns:a="http://schemas.openxmlformats.org/drawingml/2006/main">
              <a:ext uri="{FF2B5EF4-FFF2-40B4-BE49-F238E27FC236}">
                <a16:creationId xmlns:a16="http://schemas.microsoft.com/office/drawing/2014/main" id="{FB007AEA-1E72-4EAA-8396-AFF8E244B1D6}"/>
              </a:ext>
            </a:extLst>
          </p:cNvPr>
          <p:cNvSpPr>
            <a:spLocks xmlns:a="http://schemas.openxmlformats.org/drawingml/2006/main" noGrp="1"/>
          </p:cNvSpPr>
          <p:nvPr/>
        </p:nvSpPr>
        <p:spPr>
          <a:xfrm xmlns:a="http://schemas.openxmlformats.org/drawingml/2006/main">
            <a:off x="2066544" y="3461004"/>
            <a:ext cx="228600" cy="24384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1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1600" b="1">
                <a:solidFill>
                  <a:srgbClr val="262626"/>
                </a:solidFill>
                <a:latin typeface="Alibaba PuHuiTi 3.0 115 Black"/>
                <a:ea typeface="Alibaba PuHuiTi 3.0 115 Black"/>
                <a:cs typeface="Alibaba PuHuiTi 3.0 115 Black"/>
              </a:defRPr>
            </a:pPr>
            <a:r>
              <a:rPr sz="1600" b="1">
                <a:solidFill>
                  <a:srgbClr val="262626"/>
                </a:solidFill>
                <a:latin typeface="Alibaba PuHuiTi 3.0 115 Black"/>
                <a:ea typeface="Alibaba PuHuiTi 3.0 115 Black"/>
                <a:cs typeface="Alibaba PuHuiTi 3.0 115 Black"/>
              </a:rPr>
              <a:t>0</a:t>
            </a:r>
          </a:p>
        </p:txBody>
      </p:sp>
      <p:sp>
        <p:nvSpPr>
          <p:cNvPr id="15" name="Rectangle 14">
            <a:extLst xmlns:a="http://schemas.openxmlformats.org/drawingml/2006/main">
              <a:ext uri="{FF2B5EF4-FFF2-40B4-BE49-F238E27FC236}">
                <a16:creationId xmlns:a16="http://schemas.microsoft.com/office/drawing/2014/main" id="{56042AB3-2BAD-4D22-910B-71138E29778C}"/>
              </a:ext>
            </a:extLst>
          </p:cNvPr>
          <p:cNvSpPr>
            <a:spLocks xmlns:a="http://schemas.openxmlformats.org/drawingml/2006/main" noGrp="1"/>
          </p:cNvSpPr>
          <p:nvPr/>
        </p:nvSpPr>
        <p:spPr>
          <a:xfrm xmlns:a="http://schemas.openxmlformats.org/drawingml/2006/main">
            <a:off x="6611112" y="3429000"/>
            <a:ext cx="384048" cy="411480"/>
          </a:xfrm>
          <a:prstGeom xmlns:a="http://schemas.openxmlformats.org/drawingml/2006/main" prst="rect">
            <a:avLst/>
          </a:prstGeom>
          <a:solidFill xmlns:a="http://schemas.openxmlformats.org/drawingml/2006/main">
            <a:srgbClr val="FFFFFF"/>
          </a:solidFill>
          <a:ln xmlns:a="http://schemas.openxmlformats.org/drawingml/2006/main" w="254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6" name="TextBox 15">
            <a:extLst xmlns:a="http://schemas.openxmlformats.org/drawingml/2006/main">
              <a:ext uri="{FF2B5EF4-FFF2-40B4-BE49-F238E27FC236}">
                <a16:creationId xmlns:a16="http://schemas.microsoft.com/office/drawing/2014/main" id="{21C6489A-2C98-4E44-BCBF-6A30759F5319}"/>
              </a:ext>
            </a:extLst>
          </p:cNvPr>
          <p:cNvSpPr>
            <a:spLocks xmlns:a="http://schemas.openxmlformats.org/drawingml/2006/main" noGrp="1"/>
          </p:cNvSpPr>
          <p:nvPr/>
        </p:nvSpPr>
        <p:spPr>
          <a:xfrm xmlns:a="http://schemas.openxmlformats.org/drawingml/2006/main">
            <a:off x="6702552" y="3461004"/>
            <a:ext cx="228600" cy="24384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1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1600" b="1">
                <a:solidFill>
                  <a:srgbClr val="262626"/>
                </a:solidFill>
                <a:latin typeface="Alibaba PuHuiTi 3.0 115 Black"/>
                <a:ea typeface="Alibaba PuHuiTi 3.0 115 Black"/>
                <a:cs typeface="Alibaba PuHuiTi 3.0 115 Black"/>
              </a:defRPr>
            </a:pPr>
            <a:r>
              <a:rPr sz="1600" b="1">
                <a:solidFill>
                  <a:srgbClr val="262626"/>
                </a:solidFill>
                <a:latin typeface="Alibaba PuHuiTi 3.0 115 Black"/>
                <a:ea typeface="Alibaba PuHuiTi 3.0 115 Black"/>
                <a:cs typeface="Alibaba PuHuiTi 3.0 115 Black"/>
              </a:rPr>
              <a:t>1</a:t>
            </a:r>
          </a:p>
        </p:txBody>
      </p:sp>
      <p:sp>
        <p:nvSpPr>
          <p:cNvPr id="17" name="Rectangle 16">
            <a:extLst xmlns:a="http://schemas.openxmlformats.org/drawingml/2006/main">
              <a:ext uri="{FF2B5EF4-FFF2-40B4-BE49-F238E27FC236}">
                <a16:creationId xmlns:a16="http://schemas.microsoft.com/office/drawing/2014/main" id="{67CB049E-C04A-4320-9EF7-99D14DE3F0D1}"/>
              </a:ext>
            </a:extLst>
          </p:cNvPr>
          <p:cNvSpPr>
            <a:spLocks xmlns:a="http://schemas.openxmlformats.org/drawingml/2006/main" noGrp="1"/>
          </p:cNvSpPr>
          <p:nvPr/>
        </p:nvSpPr>
        <p:spPr>
          <a:xfrm xmlns:a="http://schemas.openxmlformats.org/drawingml/2006/main">
            <a:off x="7095744" y="3429000"/>
            <a:ext cx="384048" cy="411480"/>
          </a:xfrm>
          <a:prstGeom xmlns:a="http://schemas.openxmlformats.org/drawingml/2006/main" prst="rect">
            <a:avLst/>
          </a:prstGeom>
          <a:solidFill xmlns:a="http://schemas.openxmlformats.org/drawingml/2006/main">
            <a:srgbClr val="FFFFFF"/>
          </a:solidFill>
          <a:ln xmlns:a="http://schemas.openxmlformats.org/drawingml/2006/main" w="254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8" name="TextBox 17">
            <a:extLst xmlns:a="http://schemas.openxmlformats.org/drawingml/2006/main">
              <a:ext uri="{FF2B5EF4-FFF2-40B4-BE49-F238E27FC236}">
                <a16:creationId xmlns:a16="http://schemas.microsoft.com/office/drawing/2014/main" id="{CDFC45B7-B810-4D32-8DE9-00BECA3EB100}"/>
              </a:ext>
            </a:extLst>
          </p:cNvPr>
          <p:cNvSpPr>
            <a:spLocks xmlns:a="http://schemas.openxmlformats.org/drawingml/2006/main" noGrp="1"/>
          </p:cNvSpPr>
          <p:nvPr/>
        </p:nvSpPr>
        <p:spPr>
          <a:xfrm xmlns:a="http://schemas.openxmlformats.org/drawingml/2006/main">
            <a:off x="7187184" y="3461004"/>
            <a:ext cx="228600" cy="24384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1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1600" b="1">
                <a:solidFill>
                  <a:srgbClr val="262626"/>
                </a:solidFill>
                <a:latin typeface="Alibaba PuHuiTi 3.0 115 Black"/>
                <a:ea typeface="Alibaba PuHuiTi 3.0 115 Black"/>
                <a:cs typeface="Alibaba PuHuiTi 3.0 115 Black"/>
              </a:defRPr>
            </a:pPr>
            <a:r>
              <a:rPr sz="1600" b="1">
                <a:solidFill>
                  <a:srgbClr val="262626"/>
                </a:solidFill>
                <a:latin typeface="Alibaba PuHuiTi 3.0 115 Black"/>
                <a:ea typeface="Alibaba PuHuiTi 3.0 115 Black"/>
                <a:cs typeface="Alibaba PuHuiTi 3.0 115 Black"/>
              </a:rPr>
              <a:t>0</a:t>
            </a:r>
          </a:p>
        </p:txBody>
      </p:sp>
      <p:sp>
        <p:nvSpPr>
          <p:cNvPr id="19" name="Rectangle 18">
            <a:extLst xmlns:a="http://schemas.openxmlformats.org/drawingml/2006/main">
              <a:ext uri="{FF2B5EF4-FFF2-40B4-BE49-F238E27FC236}">
                <a16:creationId xmlns:a16="http://schemas.microsoft.com/office/drawing/2014/main" id="{F13243D4-4BA2-4AFA-9353-5D526AE77C26}"/>
              </a:ext>
            </a:extLst>
          </p:cNvPr>
          <p:cNvSpPr>
            <a:spLocks xmlns:a="http://schemas.openxmlformats.org/drawingml/2006/main" noGrp="1"/>
          </p:cNvSpPr>
          <p:nvPr/>
        </p:nvSpPr>
        <p:spPr>
          <a:xfrm xmlns:a="http://schemas.openxmlformats.org/drawingml/2006/main">
            <a:off x="7580376" y="3429000"/>
            <a:ext cx="384048" cy="411480"/>
          </a:xfrm>
          <a:prstGeom xmlns:a="http://schemas.openxmlformats.org/drawingml/2006/main" prst="rect">
            <a:avLst/>
          </a:prstGeom>
          <a:solidFill xmlns:a="http://schemas.openxmlformats.org/drawingml/2006/main">
            <a:srgbClr val="FFFFFF"/>
          </a:solidFill>
          <a:ln xmlns:a="http://schemas.openxmlformats.org/drawingml/2006/main" w="254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0" name="TextBox 19">
            <a:extLst xmlns:a="http://schemas.openxmlformats.org/drawingml/2006/main">
              <a:ext uri="{FF2B5EF4-FFF2-40B4-BE49-F238E27FC236}">
                <a16:creationId xmlns:a16="http://schemas.microsoft.com/office/drawing/2014/main" id="{82E299E6-2C9A-4666-A907-2C4EFCBE483D}"/>
              </a:ext>
            </a:extLst>
          </p:cNvPr>
          <p:cNvSpPr>
            <a:spLocks xmlns:a="http://schemas.openxmlformats.org/drawingml/2006/main" noGrp="1"/>
          </p:cNvSpPr>
          <p:nvPr/>
        </p:nvSpPr>
        <p:spPr>
          <a:xfrm xmlns:a="http://schemas.openxmlformats.org/drawingml/2006/main">
            <a:off x="7671816" y="3461004"/>
            <a:ext cx="228600" cy="24384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1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1600" b="1">
                <a:solidFill>
                  <a:srgbClr val="262626"/>
                </a:solidFill>
                <a:latin typeface="Alibaba PuHuiTi 3.0 115 Black"/>
                <a:ea typeface="Alibaba PuHuiTi 3.0 115 Black"/>
                <a:cs typeface="Alibaba PuHuiTi 3.0 115 Black"/>
              </a:defRPr>
            </a:pPr>
            <a:r>
              <a:rPr sz="1600" b="1">
                <a:solidFill>
                  <a:srgbClr val="262626"/>
                </a:solidFill>
                <a:latin typeface="Alibaba PuHuiTi 3.0 115 Black"/>
                <a:ea typeface="Alibaba PuHuiTi 3.0 115 Black"/>
                <a:cs typeface="Alibaba PuHuiTi 3.0 115 Black"/>
              </a:rPr>
              <a:t>0</a:t>
            </a:r>
          </a:p>
        </p:txBody>
      </p:sp>
      <p:sp>
        <p:nvSpPr>
          <p:cNvPr id="21" name="Rectangle 20">
            <a:extLst xmlns:a="http://schemas.openxmlformats.org/drawingml/2006/main">
              <a:ext uri="{FF2B5EF4-FFF2-40B4-BE49-F238E27FC236}">
                <a16:creationId xmlns:a16="http://schemas.microsoft.com/office/drawing/2014/main" id="{8B6FCF00-1118-46BA-A457-64997D46268D}"/>
              </a:ext>
            </a:extLst>
          </p:cNvPr>
          <p:cNvSpPr>
            <a:spLocks xmlns:a="http://schemas.openxmlformats.org/drawingml/2006/main" noGrp="1"/>
          </p:cNvSpPr>
          <p:nvPr/>
        </p:nvSpPr>
        <p:spPr>
          <a:xfrm xmlns:a="http://schemas.openxmlformats.org/drawingml/2006/main">
            <a:off x="8065008" y="3429000"/>
            <a:ext cx="384048" cy="411480"/>
          </a:xfrm>
          <a:prstGeom xmlns:a="http://schemas.openxmlformats.org/drawingml/2006/main" prst="rect">
            <a:avLst/>
          </a:prstGeom>
          <a:solidFill xmlns:a="http://schemas.openxmlformats.org/drawingml/2006/main">
            <a:srgbClr val="FFFFFF"/>
          </a:solidFill>
          <a:ln xmlns:a="http://schemas.openxmlformats.org/drawingml/2006/main" w="254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2" name="TextBox 21">
            <a:extLst xmlns:a="http://schemas.openxmlformats.org/drawingml/2006/main">
              <a:ext uri="{FF2B5EF4-FFF2-40B4-BE49-F238E27FC236}">
                <a16:creationId xmlns:a16="http://schemas.microsoft.com/office/drawing/2014/main" id="{A16FA619-E81B-4FCB-9586-6E025FBC6EFD}"/>
              </a:ext>
            </a:extLst>
          </p:cNvPr>
          <p:cNvSpPr>
            <a:spLocks xmlns:a="http://schemas.openxmlformats.org/drawingml/2006/main" noGrp="1"/>
          </p:cNvSpPr>
          <p:nvPr/>
        </p:nvSpPr>
        <p:spPr>
          <a:xfrm xmlns:a="http://schemas.openxmlformats.org/drawingml/2006/main">
            <a:off x="8156448" y="3461004"/>
            <a:ext cx="228600" cy="24384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1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1600" b="1">
                <a:solidFill>
                  <a:srgbClr val="262626"/>
                </a:solidFill>
                <a:latin typeface="Alibaba PuHuiTi 3.0 115 Black"/>
                <a:ea typeface="Alibaba PuHuiTi 3.0 115 Black"/>
                <a:cs typeface="Alibaba PuHuiTi 3.0 115 Black"/>
              </a:defRPr>
            </a:pPr>
            <a:r>
              <a:rPr sz="1600" b="1">
                <a:solidFill>
                  <a:srgbClr val="262626"/>
                </a:solidFill>
                <a:latin typeface="Alibaba PuHuiTi 3.0 115 Black"/>
                <a:ea typeface="Alibaba PuHuiTi 3.0 115 Black"/>
                <a:cs typeface="Alibaba PuHuiTi 3.0 115 Black"/>
              </a:rPr>
              <a:t>1</a:t>
            </a:r>
          </a:p>
        </p:txBody>
      </p:sp>
      <p:sp>
        <p:nvSpPr>
          <p:cNvPr id="23" name="Rectangle 22">
            <a:extLst xmlns:a="http://schemas.openxmlformats.org/drawingml/2006/main">
              <a:ext uri="{FF2B5EF4-FFF2-40B4-BE49-F238E27FC236}">
                <a16:creationId xmlns:a16="http://schemas.microsoft.com/office/drawing/2014/main" id="{2E7A1985-3BF8-42AD-9E60-3F2B4598880E}"/>
              </a:ext>
            </a:extLst>
          </p:cNvPr>
          <p:cNvSpPr>
            <a:spLocks xmlns:a="http://schemas.openxmlformats.org/drawingml/2006/main" noGrp="1"/>
          </p:cNvSpPr>
          <p:nvPr/>
        </p:nvSpPr>
        <p:spPr>
          <a:xfrm xmlns:a="http://schemas.openxmlformats.org/drawingml/2006/main">
            <a:off x="8549640" y="3429000"/>
            <a:ext cx="384048" cy="411480"/>
          </a:xfrm>
          <a:prstGeom xmlns:a="http://schemas.openxmlformats.org/drawingml/2006/main" prst="rect">
            <a:avLst/>
          </a:prstGeom>
          <a:solidFill xmlns:a="http://schemas.openxmlformats.org/drawingml/2006/main">
            <a:srgbClr val="FFFFFF"/>
          </a:solidFill>
          <a:ln xmlns:a="http://schemas.openxmlformats.org/drawingml/2006/main" w="254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4" name="TextBox 23">
            <a:extLst xmlns:a="http://schemas.openxmlformats.org/drawingml/2006/main">
              <a:ext uri="{FF2B5EF4-FFF2-40B4-BE49-F238E27FC236}">
                <a16:creationId xmlns:a16="http://schemas.microsoft.com/office/drawing/2014/main" id="{A7D1AA42-BD42-4F18-A267-3915BD6F4B3A}"/>
              </a:ext>
            </a:extLst>
          </p:cNvPr>
          <p:cNvSpPr>
            <a:spLocks xmlns:a="http://schemas.openxmlformats.org/drawingml/2006/main" noGrp="1"/>
          </p:cNvSpPr>
          <p:nvPr/>
        </p:nvSpPr>
        <p:spPr>
          <a:xfrm xmlns:a="http://schemas.openxmlformats.org/drawingml/2006/main">
            <a:off x="8641080" y="3461004"/>
            <a:ext cx="228600" cy="24384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1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1600" b="1">
                <a:solidFill>
                  <a:srgbClr val="262626"/>
                </a:solidFill>
                <a:latin typeface="Alibaba PuHuiTi 3.0 115 Black"/>
                <a:ea typeface="Alibaba PuHuiTi 3.0 115 Black"/>
                <a:cs typeface="Alibaba PuHuiTi 3.0 115 Black"/>
              </a:defRPr>
            </a:pPr>
            <a:r>
              <a:rPr sz="1600" b="1">
                <a:solidFill>
                  <a:srgbClr val="262626"/>
                </a:solidFill>
                <a:latin typeface="Alibaba PuHuiTi 3.0 115 Black"/>
                <a:ea typeface="Alibaba PuHuiTi 3.0 115 Black"/>
                <a:cs typeface="Alibaba PuHuiTi 3.0 115 Black"/>
              </a:rPr>
              <a:t>0</a:t>
            </a:r>
          </a:p>
        </p:txBody>
      </p:sp>
      <p:sp>
        <p:nvSpPr>
          <p:cNvPr id="25" name="Rectangle 24">
            <a:extLst xmlns:a="http://schemas.openxmlformats.org/drawingml/2006/main">
              <a:ext uri="{FF2B5EF4-FFF2-40B4-BE49-F238E27FC236}">
                <a16:creationId xmlns:a16="http://schemas.microsoft.com/office/drawing/2014/main" id="{C0278A25-0293-4EDA-85D9-78AE7F95D3FA}"/>
              </a:ext>
            </a:extLst>
          </p:cNvPr>
          <p:cNvSpPr>
            <a:spLocks xmlns:a="http://schemas.openxmlformats.org/drawingml/2006/main" noGrp="1"/>
          </p:cNvSpPr>
          <p:nvPr/>
        </p:nvSpPr>
        <p:spPr>
          <a:xfrm xmlns:a="http://schemas.openxmlformats.org/drawingml/2006/main">
            <a:off x="9034272" y="3429000"/>
            <a:ext cx="384048" cy="411480"/>
          </a:xfrm>
          <a:prstGeom xmlns:a="http://schemas.openxmlformats.org/drawingml/2006/main" prst="rect">
            <a:avLst/>
          </a:prstGeom>
          <a:solidFill xmlns:a="http://schemas.openxmlformats.org/drawingml/2006/main">
            <a:srgbClr val="FFFFFF"/>
          </a:solidFill>
          <a:ln xmlns:a="http://schemas.openxmlformats.org/drawingml/2006/main" w="254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6" name="TextBox 25">
            <a:extLst xmlns:a="http://schemas.openxmlformats.org/drawingml/2006/main">
              <a:ext uri="{FF2B5EF4-FFF2-40B4-BE49-F238E27FC236}">
                <a16:creationId xmlns:a16="http://schemas.microsoft.com/office/drawing/2014/main" id="{3EAAAC29-1A1E-40F8-9CAA-9C604A7B34C6}"/>
              </a:ext>
            </a:extLst>
          </p:cNvPr>
          <p:cNvSpPr>
            <a:spLocks xmlns:a="http://schemas.openxmlformats.org/drawingml/2006/main" noGrp="1"/>
          </p:cNvSpPr>
          <p:nvPr/>
        </p:nvSpPr>
        <p:spPr>
          <a:xfrm xmlns:a="http://schemas.openxmlformats.org/drawingml/2006/main">
            <a:off x="9125712" y="3461004"/>
            <a:ext cx="228600" cy="24384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1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1600" b="1">
                <a:solidFill>
                  <a:srgbClr val="262626"/>
                </a:solidFill>
                <a:latin typeface="Alibaba PuHuiTi 3.0 115 Black"/>
                <a:ea typeface="Alibaba PuHuiTi 3.0 115 Black"/>
                <a:cs typeface="Alibaba PuHuiTi 3.0 115 Black"/>
              </a:defRPr>
            </a:pPr>
            <a:r>
              <a:rPr sz="1600" b="1">
                <a:solidFill>
                  <a:srgbClr val="262626"/>
                </a:solidFill>
                <a:latin typeface="Alibaba PuHuiTi 3.0 115 Black"/>
                <a:ea typeface="Alibaba PuHuiTi 3.0 115 Black"/>
                <a:cs typeface="Alibaba PuHuiTi 3.0 115 Black"/>
              </a:rPr>
              <a:t>0</a:t>
            </a:r>
          </a:p>
        </p:txBody>
      </p:sp>
      <p:sp>
        <p:nvSpPr>
          <p:cNvPr id="27" name="Rectangle 26">
            <a:extLst xmlns:a="http://schemas.openxmlformats.org/drawingml/2006/main">
              <a:ext uri="{FF2B5EF4-FFF2-40B4-BE49-F238E27FC236}">
                <a16:creationId xmlns:a16="http://schemas.microsoft.com/office/drawing/2014/main" id="{E48DD1B6-AD6F-4906-BD41-C6F7DE62A8ED}"/>
              </a:ext>
            </a:extLst>
          </p:cNvPr>
          <p:cNvSpPr>
            <a:spLocks xmlns:a="http://schemas.openxmlformats.org/drawingml/2006/main" noGrp="1"/>
          </p:cNvSpPr>
          <p:nvPr/>
        </p:nvSpPr>
        <p:spPr>
          <a:xfrm xmlns:a="http://schemas.openxmlformats.org/drawingml/2006/main">
            <a:off x="9518904" y="3429000"/>
            <a:ext cx="384048" cy="411480"/>
          </a:xfrm>
          <a:prstGeom xmlns:a="http://schemas.openxmlformats.org/drawingml/2006/main" prst="rect">
            <a:avLst/>
          </a:prstGeom>
          <a:solidFill xmlns:a="http://schemas.openxmlformats.org/drawingml/2006/main">
            <a:srgbClr val="FFFFFF"/>
          </a:solidFill>
          <a:ln xmlns:a="http://schemas.openxmlformats.org/drawingml/2006/main" w="254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8" name="TextBox 27">
            <a:extLst xmlns:a="http://schemas.openxmlformats.org/drawingml/2006/main">
              <a:ext uri="{FF2B5EF4-FFF2-40B4-BE49-F238E27FC236}">
                <a16:creationId xmlns:a16="http://schemas.microsoft.com/office/drawing/2014/main" id="{3DE6170A-446A-4D50-9E5C-FBBA9B2C291C}"/>
              </a:ext>
            </a:extLst>
          </p:cNvPr>
          <p:cNvSpPr>
            <a:spLocks xmlns:a="http://schemas.openxmlformats.org/drawingml/2006/main" noGrp="1"/>
          </p:cNvSpPr>
          <p:nvPr/>
        </p:nvSpPr>
        <p:spPr>
          <a:xfrm xmlns:a="http://schemas.openxmlformats.org/drawingml/2006/main">
            <a:off x="9610344" y="3461004"/>
            <a:ext cx="228600" cy="24384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1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1600" b="1">
                <a:solidFill>
                  <a:srgbClr val="262626"/>
                </a:solidFill>
                <a:latin typeface="Alibaba PuHuiTi 3.0 115 Black"/>
                <a:ea typeface="Alibaba PuHuiTi 3.0 115 Black"/>
                <a:cs typeface="Alibaba PuHuiTi 3.0 115 Black"/>
              </a:defRPr>
            </a:pPr>
            <a:r>
              <a:rPr sz="1600" b="1">
                <a:solidFill>
                  <a:srgbClr val="262626"/>
                </a:solidFill>
                <a:latin typeface="Alibaba PuHuiTi 3.0 115 Black"/>
                <a:ea typeface="Alibaba PuHuiTi 3.0 115 Black"/>
                <a:cs typeface="Alibaba PuHuiTi 3.0 115 Black"/>
              </a:rPr>
              <a:t>1</a:t>
            </a:r>
          </a:p>
        </p:txBody>
      </p:sp>
      <p:sp>
        <p:nvSpPr>
          <p:cNvPr id="29" name="Rectangle 28">
            <a:extLst xmlns:a="http://schemas.openxmlformats.org/drawingml/2006/main">
              <a:ext uri="{FF2B5EF4-FFF2-40B4-BE49-F238E27FC236}">
                <a16:creationId xmlns:a16="http://schemas.microsoft.com/office/drawing/2014/main" id="{9FE365E7-D313-4A11-A2B4-415C78117DD3}"/>
              </a:ext>
            </a:extLst>
          </p:cNvPr>
          <p:cNvSpPr>
            <a:spLocks xmlns:a="http://schemas.openxmlformats.org/drawingml/2006/main" noGrp="1"/>
          </p:cNvSpPr>
          <p:nvPr/>
        </p:nvSpPr>
        <p:spPr>
          <a:xfrm xmlns:a="http://schemas.openxmlformats.org/drawingml/2006/main">
            <a:off x="10003536" y="3429000"/>
            <a:ext cx="384048" cy="411480"/>
          </a:xfrm>
          <a:prstGeom xmlns:a="http://schemas.openxmlformats.org/drawingml/2006/main" prst="rect">
            <a:avLst/>
          </a:prstGeom>
          <a:solidFill xmlns:a="http://schemas.openxmlformats.org/drawingml/2006/main">
            <a:srgbClr val="FFFFFF"/>
          </a:solidFill>
          <a:ln xmlns:a="http://schemas.openxmlformats.org/drawingml/2006/main" w="254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0" name="TextBox 29">
            <a:extLst xmlns:a="http://schemas.openxmlformats.org/drawingml/2006/main">
              <a:ext uri="{FF2B5EF4-FFF2-40B4-BE49-F238E27FC236}">
                <a16:creationId xmlns:a16="http://schemas.microsoft.com/office/drawing/2014/main" id="{5BBC4668-98B1-4F0E-97C2-437DF8F6F4AE}"/>
              </a:ext>
            </a:extLst>
          </p:cNvPr>
          <p:cNvSpPr>
            <a:spLocks xmlns:a="http://schemas.openxmlformats.org/drawingml/2006/main" noGrp="1"/>
          </p:cNvSpPr>
          <p:nvPr/>
        </p:nvSpPr>
        <p:spPr>
          <a:xfrm xmlns:a="http://schemas.openxmlformats.org/drawingml/2006/main">
            <a:off x="10094976" y="3461004"/>
            <a:ext cx="228600" cy="24384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1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1600" b="1">
                <a:solidFill>
                  <a:srgbClr val="262626"/>
                </a:solidFill>
                <a:latin typeface="Alibaba PuHuiTi 3.0 115 Black"/>
                <a:ea typeface="Alibaba PuHuiTi 3.0 115 Black"/>
                <a:cs typeface="Alibaba PuHuiTi 3.0 115 Black"/>
              </a:defRPr>
            </a:pPr>
            <a:r>
              <a:rPr sz="1600" b="1">
                <a:solidFill>
                  <a:srgbClr val="262626"/>
                </a:solidFill>
                <a:latin typeface="Alibaba PuHuiTi 3.0 115 Black"/>
                <a:ea typeface="Alibaba PuHuiTi 3.0 115 Black"/>
                <a:cs typeface="Alibaba PuHuiTi 3.0 115 Black"/>
              </a:rPr>
              <a:t>0</a:t>
            </a:r>
          </a:p>
        </p:txBody>
      </p:sp>
      <p:sp>
        <p:nvSpPr>
          <p:cNvPr id="31" name="Rectangle 30">
            <a:extLst xmlns:a="http://schemas.openxmlformats.org/drawingml/2006/main">
              <a:ext uri="{FF2B5EF4-FFF2-40B4-BE49-F238E27FC236}">
                <a16:creationId xmlns:a16="http://schemas.microsoft.com/office/drawing/2014/main" id="{63E3927B-4129-4B4B-A82A-E6457DAF77BB}"/>
              </a:ext>
            </a:extLst>
          </p:cNvPr>
          <p:cNvSpPr>
            <a:spLocks xmlns:a="http://schemas.openxmlformats.org/drawingml/2006/main" noGrp="1"/>
          </p:cNvSpPr>
          <p:nvPr/>
        </p:nvSpPr>
        <p:spPr>
          <a:xfrm xmlns:a="http://schemas.openxmlformats.org/drawingml/2006/main">
            <a:off x="6611112" y="4014215"/>
            <a:ext cx="384048" cy="411480"/>
          </a:xfrm>
          <a:prstGeom xmlns:a="http://schemas.openxmlformats.org/drawingml/2006/main" prst="rect">
            <a:avLst/>
          </a:prstGeom>
          <a:solidFill xmlns:a="http://schemas.openxmlformats.org/drawingml/2006/main">
            <a:srgbClr val="FFFFFF"/>
          </a:solidFill>
          <a:ln xmlns:a="http://schemas.openxmlformats.org/drawingml/2006/main" w="254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2" name="TextBox 31">
            <a:extLst xmlns:a="http://schemas.openxmlformats.org/drawingml/2006/main">
              <a:ext uri="{FF2B5EF4-FFF2-40B4-BE49-F238E27FC236}">
                <a16:creationId xmlns:a16="http://schemas.microsoft.com/office/drawing/2014/main" id="{A0F4CCB0-1337-4A3B-9B8E-AFCBA00E3605}"/>
              </a:ext>
            </a:extLst>
          </p:cNvPr>
          <p:cNvSpPr>
            <a:spLocks xmlns:a="http://schemas.openxmlformats.org/drawingml/2006/main" noGrp="1"/>
          </p:cNvSpPr>
          <p:nvPr/>
        </p:nvSpPr>
        <p:spPr>
          <a:xfrm xmlns:a="http://schemas.openxmlformats.org/drawingml/2006/main">
            <a:off x="6702552" y="4046220"/>
            <a:ext cx="228600" cy="24384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1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1600" b="1">
                <a:solidFill>
                  <a:srgbClr val="262626"/>
                </a:solidFill>
                <a:latin typeface="Alibaba PuHuiTi 3.0 115 Black"/>
                <a:ea typeface="Alibaba PuHuiTi 3.0 115 Black"/>
                <a:cs typeface="Alibaba PuHuiTi 3.0 115 Black"/>
              </a:defRPr>
            </a:pPr>
            <a:r>
              <a:rPr sz="1600" b="1">
                <a:solidFill>
                  <a:srgbClr val="262626"/>
                </a:solidFill>
                <a:latin typeface="Alibaba PuHuiTi 3.0 115 Black"/>
                <a:ea typeface="Alibaba PuHuiTi 3.0 115 Black"/>
                <a:cs typeface="Alibaba PuHuiTi 3.0 115 Black"/>
              </a:rPr>
              <a:t>0</a:t>
            </a:r>
          </a:p>
        </p:txBody>
      </p:sp>
      <p:sp>
        <p:nvSpPr>
          <p:cNvPr id="33" name="Rectangle 32">
            <a:extLst xmlns:a="http://schemas.openxmlformats.org/drawingml/2006/main">
              <a:ext uri="{FF2B5EF4-FFF2-40B4-BE49-F238E27FC236}">
                <a16:creationId xmlns:a16="http://schemas.microsoft.com/office/drawing/2014/main" id="{76040660-A0C9-4282-8444-C1DA6E93CDFD}"/>
              </a:ext>
            </a:extLst>
          </p:cNvPr>
          <p:cNvSpPr>
            <a:spLocks xmlns:a="http://schemas.openxmlformats.org/drawingml/2006/main" noGrp="1"/>
          </p:cNvSpPr>
          <p:nvPr/>
        </p:nvSpPr>
        <p:spPr>
          <a:xfrm xmlns:a="http://schemas.openxmlformats.org/drawingml/2006/main">
            <a:off x="7095744" y="4014215"/>
            <a:ext cx="384048" cy="411480"/>
          </a:xfrm>
          <a:prstGeom xmlns:a="http://schemas.openxmlformats.org/drawingml/2006/main" prst="rect">
            <a:avLst/>
          </a:prstGeom>
          <a:solidFill xmlns:a="http://schemas.openxmlformats.org/drawingml/2006/main">
            <a:srgbClr val="FFFFFF"/>
          </a:solidFill>
          <a:ln xmlns:a="http://schemas.openxmlformats.org/drawingml/2006/main" w="254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4" name="TextBox 33">
            <a:extLst xmlns:a="http://schemas.openxmlformats.org/drawingml/2006/main">
              <a:ext uri="{FF2B5EF4-FFF2-40B4-BE49-F238E27FC236}">
                <a16:creationId xmlns:a16="http://schemas.microsoft.com/office/drawing/2014/main" id="{5BE0B004-0CEB-40C1-A59B-D041D788843A}"/>
              </a:ext>
            </a:extLst>
          </p:cNvPr>
          <p:cNvSpPr>
            <a:spLocks xmlns:a="http://schemas.openxmlformats.org/drawingml/2006/main" noGrp="1"/>
          </p:cNvSpPr>
          <p:nvPr/>
        </p:nvSpPr>
        <p:spPr>
          <a:xfrm xmlns:a="http://schemas.openxmlformats.org/drawingml/2006/main">
            <a:off x="7187184" y="4046220"/>
            <a:ext cx="228600" cy="24384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1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1600" b="1">
                <a:solidFill>
                  <a:srgbClr val="262626"/>
                </a:solidFill>
                <a:latin typeface="Alibaba PuHuiTi 3.0 115 Black"/>
                <a:ea typeface="Alibaba PuHuiTi 3.0 115 Black"/>
                <a:cs typeface="Alibaba PuHuiTi 3.0 115 Black"/>
              </a:defRPr>
            </a:pPr>
            <a:r>
              <a:rPr sz="1600" b="1">
                <a:solidFill>
                  <a:srgbClr val="262626"/>
                </a:solidFill>
                <a:latin typeface="Alibaba PuHuiTi 3.0 115 Black"/>
                <a:ea typeface="Alibaba PuHuiTi 3.0 115 Black"/>
                <a:cs typeface="Alibaba PuHuiTi 3.0 115 Black"/>
              </a:rPr>
              <a:t>1</a:t>
            </a:r>
          </a:p>
        </p:txBody>
      </p:sp>
      <p:sp>
        <p:nvSpPr>
          <p:cNvPr id="35" name="Rectangle 34">
            <a:extLst xmlns:a="http://schemas.openxmlformats.org/drawingml/2006/main">
              <a:ext uri="{FF2B5EF4-FFF2-40B4-BE49-F238E27FC236}">
                <a16:creationId xmlns:a16="http://schemas.microsoft.com/office/drawing/2014/main" id="{5E5C4F6B-3DF2-4B2F-A3FA-2E2DECAB8E5A}"/>
              </a:ext>
            </a:extLst>
          </p:cNvPr>
          <p:cNvSpPr>
            <a:spLocks xmlns:a="http://schemas.openxmlformats.org/drawingml/2006/main" noGrp="1"/>
          </p:cNvSpPr>
          <p:nvPr/>
        </p:nvSpPr>
        <p:spPr>
          <a:xfrm xmlns:a="http://schemas.openxmlformats.org/drawingml/2006/main">
            <a:off x="7580376" y="4014215"/>
            <a:ext cx="384048" cy="411480"/>
          </a:xfrm>
          <a:prstGeom xmlns:a="http://schemas.openxmlformats.org/drawingml/2006/main" prst="rect">
            <a:avLst/>
          </a:prstGeom>
          <a:solidFill xmlns:a="http://schemas.openxmlformats.org/drawingml/2006/main">
            <a:srgbClr val="FFFFFF"/>
          </a:solidFill>
          <a:ln xmlns:a="http://schemas.openxmlformats.org/drawingml/2006/main" w="254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6" name="TextBox 35">
            <a:extLst xmlns:a="http://schemas.openxmlformats.org/drawingml/2006/main">
              <a:ext uri="{FF2B5EF4-FFF2-40B4-BE49-F238E27FC236}">
                <a16:creationId xmlns:a16="http://schemas.microsoft.com/office/drawing/2014/main" id="{452A5CE1-EC6A-49E9-9469-4624DA87782B}"/>
              </a:ext>
            </a:extLst>
          </p:cNvPr>
          <p:cNvSpPr>
            <a:spLocks xmlns:a="http://schemas.openxmlformats.org/drawingml/2006/main" noGrp="1"/>
          </p:cNvSpPr>
          <p:nvPr/>
        </p:nvSpPr>
        <p:spPr>
          <a:xfrm xmlns:a="http://schemas.openxmlformats.org/drawingml/2006/main">
            <a:off x="7671816" y="4046220"/>
            <a:ext cx="228600" cy="24384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1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1600" b="1">
                <a:solidFill>
                  <a:srgbClr val="262626"/>
                </a:solidFill>
                <a:latin typeface="Alibaba PuHuiTi 3.0 115 Black"/>
                <a:ea typeface="Alibaba PuHuiTi 3.0 115 Black"/>
                <a:cs typeface="Alibaba PuHuiTi 3.0 115 Black"/>
              </a:defRPr>
            </a:pPr>
            <a:r>
              <a:rPr sz="1600" b="1">
                <a:solidFill>
                  <a:srgbClr val="262626"/>
                </a:solidFill>
                <a:latin typeface="Alibaba PuHuiTi 3.0 115 Black"/>
                <a:ea typeface="Alibaba PuHuiTi 3.0 115 Black"/>
                <a:cs typeface="Alibaba PuHuiTi 3.0 115 Black"/>
              </a:rPr>
              <a:t>0</a:t>
            </a:r>
          </a:p>
        </p:txBody>
      </p:sp>
      <p:sp>
        <p:nvSpPr>
          <p:cNvPr id="37" name="Rectangle 36">
            <a:extLst xmlns:a="http://schemas.openxmlformats.org/drawingml/2006/main">
              <a:ext uri="{FF2B5EF4-FFF2-40B4-BE49-F238E27FC236}">
                <a16:creationId xmlns:a16="http://schemas.microsoft.com/office/drawing/2014/main" id="{9842328A-17A3-44CF-A9A1-2904BA38A915}"/>
              </a:ext>
            </a:extLst>
          </p:cNvPr>
          <p:cNvSpPr>
            <a:spLocks xmlns:a="http://schemas.openxmlformats.org/drawingml/2006/main" noGrp="1"/>
          </p:cNvSpPr>
          <p:nvPr/>
        </p:nvSpPr>
        <p:spPr>
          <a:xfrm xmlns:a="http://schemas.openxmlformats.org/drawingml/2006/main">
            <a:off x="8065008" y="4014215"/>
            <a:ext cx="384048" cy="411480"/>
          </a:xfrm>
          <a:prstGeom xmlns:a="http://schemas.openxmlformats.org/drawingml/2006/main" prst="rect">
            <a:avLst/>
          </a:prstGeom>
          <a:solidFill xmlns:a="http://schemas.openxmlformats.org/drawingml/2006/main">
            <a:srgbClr val="FFFFFF"/>
          </a:solidFill>
          <a:ln xmlns:a="http://schemas.openxmlformats.org/drawingml/2006/main" w="254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8" name="TextBox 37">
            <a:extLst xmlns:a="http://schemas.openxmlformats.org/drawingml/2006/main">
              <a:ext uri="{FF2B5EF4-FFF2-40B4-BE49-F238E27FC236}">
                <a16:creationId xmlns:a16="http://schemas.microsoft.com/office/drawing/2014/main" id="{DA95A6F8-2989-41BF-A6B6-B15A95D05C3A}"/>
              </a:ext>
            </a:extLst>
          </p:cNvPr>
          <p:cNvSpPr>
            <a:spLocks xmlns:a="http://schemas.openxmlformats.org/drawingml/2006/main" noGrp="1"/>
          </p:cNvSpPr>
          <p:nvPr/>
        </p:nvSpPr>
        <p:spPr>
          <a:xfrm xmlns:a="http://schemas.openxmlformats.org/drawingml/2006/main">
            <a:off x="8156448" y="4046220"/>
            <a:ext cx="228600" cy="24384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1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1600" b="1">
                <a:solidFill>
                  <a:srgbClr val="262626"/>
                </a:solidFill>
                <a:latin typeface="Alibaba PuHuiTi 3.0 115 Black"/>
                <a:ea typeface="Alibaba PuHuiTi 3.0 115 Black"/>
                <a:cs typeface="Alibaba PuHuiTi 3.0 115 Black"/>
              </a:defRPr>
            </a:pPr>
            <a:r>
              <a:rPr sz="1600" b="1">
                <a:solidFill>
                  <a:srgbClr val="262626"/>
                </a:solidFill>
                <a:latin typeface="Alibaba PuHuiTi 3.0 115 Black"/>
                <a:ea typeface="Alibaba PuHuiTi 3.0 115 Black"/>
                <a:cs typeface="Alibaba PuHuiTi 3.0 115 Black"/>
              </a:rPr>
              <a:t>0</a:t>
            </a:r>
          </a:p>
        </p:txBody>
      </p:sp>
      <p:sp>
        <p:nvSpPr>
          <p:cNvPr id="39" name="Rectangle 38">
            <a:extLst xmlns:a="http://schemas.openxmlformats.org/drawingml/2006/main">
              <a:ext uri="{FF2B5EF4-FFF2-40B4-BE49-F238E27FC236}">
                <a16:creationId xmlns:a16="http://schemas.microsoft.com/office/drawing/2014/main" id="{175E200A-E2C0-4854-8143-41AD044B2BFD}"/>
              </a:ext>
            </a:extLst>
          </p:cNvPr>
          <p:cNvSpPr>
            <a:spLocks xmlns:a="http://schemas.openxmlformats.org/drawingml/2006/main" noGrp="1"/>
          </p:cNvSpPr>
          <p:nvPr/>
        </p:nvSpPr>
        <p:spPr>
          <a:xfrm xmlns:a="http://schemas.openxmlformats.org/drawingml/2006/main">
            <a:off x="8549640" y="4014215"/>
            <a:ext cx="384048" cy="411480"/>
          </a:xfrm>
          <a:prstGeom xmlns:a="http://schemas.openxmlformats.org/drawingml/2006/main" prst="rect">
            <a:avLst/>
          </a:prstGeom>
          <a:solidFill xmlns:a="http://schemas.openxmlformats.org/drawingml/2006/main">
            <a:srgbClr val="FFFFFF"/>
          </a:solidFill>
          <a:ln xmlns:a="http://schemas.openxmlformats.org/drawingml/2006/main" w="254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0" name="TextBox 39">
            <a:extLst xmlns:a="http://schemas.openxmlformats.org/drawingml/2006/main">
              <a:ext uri="{FF2B5EF4-FFF2-40B4-BE49-F238E27FC236}">
                <a16:creationId xmlns:a16="http://schemas.microsoft.com/office/drawing/2014/main" id="{86EDA7A1-D0C5-48AE-9F77-C22297DEBEA6}"/>
              </a:ext>
            </a:extLst>
          </p:cNvPr>
          <p:cNvSpPr>
            <a:spLocks xmlns:a="http://schemas.openxmlformats.org/drawingml/2006/main" noGrp="1"/>
          </p:cNvSpPr>
          <p:nvPr/>
        </p:nvSpPr>
        <p:spPr>
          <a:xfrm xmlns:a="http://schemas.openxmlformats.org/drawingml/2006/main">
            <a:off x="8641080" y="4046220"/>
            <a:ext cx="228600" cy="24384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1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1600" b="1">
                <a:solidFill>
                  <a:srgbClr val="262626"/>
                </a:solidFill>
                <a:latin typeface="Alibaba PuHuiTi 3.0 115 Black"/>
                <a:ea typeface="Alibaba PuHuiTi 3.0 115 Black"/>
                <a:cs typeface="Alibaba PuHuiTi 3.0 115 Black"/>
              </a:defRPr>
            </a:pPr>
            <a:r>
              <a:rPr sz="1600" b="1">
                <a:solidFill>
                  <a:srgbClr val="262626"/>
                </a:solidFill>
                <a:latin typeface="Alibaba PuHuiTi 3.0 115 Black"/>
                <a:ea typeface="Alibaba PuHuiTi 3.0 115 Black"/>
                <a:cs typeface="Alibaba PuHuiTi 3.0 115 Black"/>
              </a:rPr>
              <a:t>1</a:t>
            </a:r>
          </a:p>
        </p:txBody>
      </p:sp>
      <p:sp>
        <p:nvSpPr>
          <p:cNvPr id="41" name="Rectangle 40">
            <a:extLst xmlns:a="http://schemas.openxmlformats.org/drawingml/2006/main">
              <a:ext uri="{FF2B5EF4-FFF2-40B4-BE49-F238E27FC236}">
                <a16:creationId xmlns:a16="http://schemas.microsoft.com/office/drawing/2014/main" id="{9B1ECF8A-2609-4002-AEB8-AAC05E23B5E8}"/>
              </a:ext>
            </a:extLst>
          </p:cNvPr>
          <p:cNvSpPr>
            <a:spLocks xmlns:a="http://schemas.openxmlformats.org/drawingml/2006/main" noGrp="1"/>
          </p:cNvSpPr>
          <p:nvPr/>
        </p:nvSpPr>
        <p:spPr>
          <a:xfrm xmlns:a="http://schemas.openxmlformats.org/drawingml/2006/main">
            <a:off x="9034272" y="4014215"/>
            <a:ext cx="384048" cy="411480"/>
          </a:xfrm>
          <a:prstGeom xmlns:a="http://schemas.openxmlformats.org/drawingml/2006/main" prst="rect">
            <a:avLst/>
          </a:prstGeom>
          <a:solidFill xmlns:a="http://schemas.openxmlformats.org/drawingml/2006/main">
            <a:srgbClr val="FFFFFF"/>
          </a:solidFill>
          <a:ln xmlns:a="http://schemas.openxmlformats.org/drawingml/2006/main" w="254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2" name="TextBox 41">
            <a:extLst xmlns:a="http://schemas.openxmlformats.org/drawingml/2006/main">
              <a:ext uri="{FF2B5EF4-FFF2-40B4-BE49-F238E27FC236}">
                <a16:creationId xmlns:a16="http://schemas.microsoft.com/office/drawing/2014/main" id="{03E3558A-AC41-4C91-A9D0-3C3C7FCFBBF2}"/>
              </a:ext>
            </a:extLst>
          </p:cNvPr>
          <p:cNvSpPr>
            <a:spLocks xmlns:a="http://schemas.openxmlformats.org/drawingml/2006/main" noGrp="1"/>
          </p:cNvSpPr>
          <p:nvPr/>
        </p:nvSpPr>
        <p:spPr>
          <a:xfrm xmlns:a="http://schemas.openxmlformats.org/drawingml/2006/main">
            <a:off x="9125712" y="4046220"/>
            <a:ext cx="228600" cy="24384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1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1600" b="1">
                <a:solidFill>
                  <a:srgbClr val="262626"/>
                </a:solidFill>
                <a:latin typeface="Alibaba PuHuiTi 3.0 115 Black"/>
                <a:ea typeface="Alibaba PuHuiTi 3.0 115 Black"/>
                <a:cs typeface="Alibaba PuHuiTi 3.0 115 Black"/>
              </a:defRPr>
            </a:pPr>
            <a:r>
              <a:rPr sz="1600" b="1">
                <a:solidFill>
                  <a:srgbClr val="262626"/>
                </a:solidFill>
                <a:latin typeface="Alibaba PuHuiTi 3.0 115 Black"/>
                <a:ea typeface="Alibaba PuHuiTi 3.0 115 Black"/>
                <a:cs typeface="Alibaba PuHuiTi 3.0 115 Black"/>
              </a:rPr>
              <a:t>0</a:t>
            </a:r>
          </a:p>
        </p:txBody>
      </p:sp>
      <p:sp>
        <p:nvSpPr>
          <p:cNvPr id="43" name="Rectangle 42">
            <a:extLst xmlns:a="http://schemas.openxmlformats.org/drawingml/2006/main">
              <a:ext uri="{FF2B5EF4-FFF2-40B4-BE49-F238E27FC236}">
                <a16:creationId xmlns:a16="http://schemas.microsoft.com/office/drawing/2014/main" id="{DBE6463C-5D61-4DFF-AD7D-FD335EFFA196}"/>
              </a:ext>
            </a:extLst>
          </p:cNvPr>
          <p:cNvSpPr>
            <a:spLocks xmlns:a="http://schemas.openxmlformats.org/drawingml/2006/main" noGrp="1"/>
          </p:cNvSpPr>
          <p:nvPr/>
        </p:nvSpPr>
        <p:spPr>
          <a:xfrm xmlns:a="http://schemas.openxmlformats.org/drawingml/2006/main">
            <a:off x="9518904" y="4014215"/>
            <a:ext cx="384048" cy="411480"/>
          </a:xfrm>
          <a:prstGeom xmlns:a="http://schemas.openxmlformats.org/drawingml/2006/main" prst="rect">
            <a:avLst/>
          </a:prstGeom>
          <a:solidFill xmlns:a="http://schemas.openxmlformats.org/drawingml/2006/main">
            <a:srgbClr val="FFFFFF"/>
          </a:solidFill>
          <a:ln xmlns:a="http://schemas.openxmlformats.org/drawingml/2006/main" w="254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4" name="TextBox 43">
            <a:extLst xmlns:a="http://schemas.openxmlformats.org/drawingml/2006/main">
              <a:ext uri="{FF2B5EF4-FFF2-40B4-BE49-F238E27FC236}">
                <a16:creationId xmlns:a16="http://schemas.microsoft.com/office/drawing/2014/main" id="{AF3F32CD-8F53-482A-8C21-4DC31C7042E2}"/>
              </a:ext>
            </a:extLst>
          </p:cNvPr>
          <p:cNvSpPr>
            <a:spLocks xmlns:a="http://schemas.openxmlformats.org/drawingml/2006/main" noGrp="1"/>
          </p:cNvSpPr>
          <p:nvPr/>
        </p:nvSpPr>
        <p:spPr>
          <a:xfrm xmlns:a="http://schemas.openxmlformats.org/drawingml/2006/main">
            <a:off x="9610344" y="4046220"/>
            <a:ext cx="228600" cy="24384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1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1600" b="1">
                <a:solidFill>
                  <a:srgbClr val="262626"/>
                </a:solidFill>
                <a:latin typeface="Alibaba PuHuiTi 3.0 115 Black"/>
                <a:ea typeface="Alibaba PuHuiTi 3.0 115 Black"/>
                <a:cs typeface="Alibaba PuHuiTi 3.0 115 Black"/>
              </a:defRPr>
            </a:pPr>
            <a:r>
              <a:rPr sz="1600" b="1">
                <a:solidFill>
                  <a:srgbClr val="262626"/>
                </a:solidFill>
                <a:latin typeface="Alibaba PuHuiTi 3.0 115 Black"/>
                <a:ea typeface="Alibaba PuHuiTi 3.0 115 Black"/>
                <a:cs typeface="Alibaba PuHuiTi 3.0 115 Black"/>
              </a:rPr>
              <a:t>0</a:t>
            </a:r>
          </a:p>
        </p:txBody>
      </p:sp>
      <p:sp>
        <p:nvSpPr>
          <p:cNvPr id="45" name="Rectangle 44">
            <a:extLst xmlns:a="http://schemas.openxmlformats.org/drawingml/2006/main">
              <a:ext uri="{FF2B5EF4-FFF2-40B4-BE49-F238E27FC236}">
                <a16:creationId xmlns:a16="http://schemas.microsoft.com/office/drawing/2014/main" id="{7C294274-CCC6-4475-8269-4C9140634C83}"/>
              </a:ext>
            </a:extLst>
          </p:cNvPr>
          <p:cNvSpPr>
            <a:spLocks xmlns:a="http://schemas.openxmlformats.org/drawingml/2006/main" noGrp="1"/>
          </p:cNvSpPr>
          <p:nvPr/>
        </p:nvSpPr>
        <p:spPr>
          <a:xfrm xmlns:a="http://schemas.openxmlformats.org/drawingml/2006/main">
            <a:off x="10003536" y="4014215"/>
            <a:ext cx="384048" cy="411480"/>
          </a:xfrm>
          <a:prstGeom xmlns:a="http://schemas.openxmlformats.org/drawingml/2006/main" prst="rect">
            <a:avLst/>
          </a:prstGeom>
          <a:solidFill xmlns:a="http://schemas.openxmlformats.org/drawingml/2006/main">
            <a:srgbClr val="FFFFFF"/>
          </a:solidFill>
          <a:ln xmlns:a="http://schemas.openxmlformats.org/drawingml/2006/main" w="254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6" name="TextBox 45">
            <a:extLst xmlns:a="http://schemas.openxmlformats.org/drawingml/2006/main">
              <a:ext uri="{FF2B5EF4-FFF2-40B4-BE49-F238E27FC236}">
                <a16:creationId xmlns:a16="http://schemas.microsoft.com/office/drawing/2014/main" id="{3D5FABC6-B246-43B6-83F0-CD4A42BC7B67}"/>
              </a:ext>
            </a:extLst>
          </p:cNvPr>
          <p:cNvSpPr>
            <a:spLocks xmlns:a="http://schemas.openxmlformats.org/drawingml/2006/main" noGrp="1"/>
          </p:cNvSpPr>
          <p:nvPr/>
        </p:nvSpPr>
        <p:spPr>
          <a:xfrm xmlns:a="http://schemas.openxmlformats.org/drawingml/2006/main">
            <a:off x="10094976" y="4046220"/>
            <a:ext cx="228600" cy="24384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1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1600" b="1">
                <a:solidFill>
                  <a:srgbClr val="262626"/>
                </a:solidFill>
                <a:latin typeface="Alibaba PuHuiTi 3.0 115 Black"/>
                <a:ea typeface="Alibaba PuHuiTi 3.0 115 Black"/>
                <a:cs typeface="Alibaba PuHuiTi 3.0 115 Black"/>
              </a:defRPr>
            </a:pPr>
            <a:r>
              <a:rPr sz="1600" b="1">
                <a:solidFill>
                  <a:srgbClr val="262626"/>
                </a:solidFill>
                <a:latin typeface="Alibaba PuHuiTi 3.0 115 Black"/>
                <a:ea typeface="Alibaba PuHuiTi 3.0 115 Black"/>
                <a:cs typeface="Alibaba PuHuiTi 3.0 115 Black"/>
              </a:rPr>
              <a:t>1</a:t>
            </a:r>
          </a:p>
        </p:txBody>
      </p:sp>
      <p:sp>
        <p:nvSpPr>
          <p:cNvPr id="47" name="TextBox 46">
            <a:extLst xmlns:a="http://schemas.openxmlformats.org/drawingml/2006/main">
              <a:ext uri="{FF2B5EF4-FFF2-40B4-BE49-F238E27FC236}">
                <a16:creationId xmlns:a16="http://schemas.microsoft.com/office/drawing/2014/main" id="{B3C28826-5AD3-4596-93CD-028FDC1E5E32}"/>
              </a:ext>
            </a:extLst>
          </p:cNvPr>
          <p:cNvSpPr>
            <a:spLocks xmlns:a="http://schemas.openxmlformats.org/drawingml/2006/main" noGrp="1"/>
          </p:cNvSpPr>
          <p:nvPr/>
        </p:nvSpPr>
        <p:spPr>
          <a:xfrm xmlns:a="http://schemas.openxmlformats.org/drawingml/2006/main">
            <a:off x="777240" y="5879592"/>
            <a:ext cx="10789920" cy="33528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位数越多，一份未压缩样本数据所占的空间也越大。</a:t>
            </a:r>
          </a:p>
        </p:txBody>
      </p:sp>
      <p:sp>
        <p:nvSpPr>
          <p:cNvPr id="48" name="stored-byte-1">
            <a:extLst xmlns:a="http://schemas.openxmlformats.org/drawingml/2006/main">
              <a:ext uri="{FF2B5EF4-FFF2-40B4-BE49-F238E27FC236}">
                <a16:creationId xmlns:a16="http://schemas.microsoft.com/office/drawing/2014/main" id="{001A234D-5EE5-4873-B07C-63F3631BA36C}"/>
              </a:ext>
            </a:extLst>
          </p:cNvPr>
          <p:cNvSpPr>
            <a:spLocks xmlns:a="http://schemas.openxmlformats.org/drawingml/2006/main" noGrp="1"/>
          </p:cNvSpPr>
          <p:nvPr/>
        </p:nvSpPr>
        <p:spPr>
          <a:xfrm xmlns:a="http://schemas.openxmlformats.org/drawingml/2006/main">
            <a:off x="4762500" y="3476625"/>
            <a:ext cx="15716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1">
                <a:solidFill>
                  <a:srgbClr val="007C9B"/>
                </a:solidFill>
                <a:latin typeface="Alibaba PuHuiTi 3.0 115 Black"/>
                <a:ea typeface="Alibaba PuHuiTi 3.0 115 Black"/>
                <a:cs typeface="Alibaba PuHuiTi 3.0 115 Black"/>
              </a:defRPr>
            </a:defPPr>
          </a:lstStyle>
          <a:p xmlns:a="http://schemas.openxmlformats.org/drawingml/2006/main">
            <a:pPr algn="l">
              <a:defRPr sz="2200" b="1">
                <a:solidFill>
                  <a:srgbClr val="007C9B"/>
                </a:solidFill>
                <a:latin typeface="Alibaba PuHuiTi 3.0 115 Black"/>
                <a:ea typeface="Alibaba PuHuiTi 3.0 115 Black"/>
                <a:cs typeface="Alibaba PuHuiTi 3.0 115 Black"/>
              </a:defRPr>
            </a:pPr>
            <a:r>
              <a:rPr sz="2200" b="1">
                <a:solidFill>
                  <a:srgbClr val="007C9B"/>
                </a:solidFill>
                <a:latin typeface="Alibaba PuHuiTi 3.0 115 Black"/>
                <a:ea typeface="Alibaba PuHuiTi 3.0 115 Black"/>
                <a:cs typeface="Alibaba PuHuiTi 3.0 115 Black"/>
              </a:rPr>
              <a:t>8bit＝1B</a:t>
            </a:r>
          </a:p>
        </p:txBody>
      </p:sp>
      <p:sp>
        <p:nvSpPr>
          <p:cNvPr id="49" name="stored-byte-2">
            <a:extLst xmlns:a="http://schemas.openxmlformats.org/drawingml/2006/main">
              <a:ext uri="{FF2B5EF4-FFF2-40B4-BE49-F238E27FC236}">
                <a16:creationId xmlns:a16="http://schemas.microsoft.com/office/drawing/2014/main" id="{56043AC1-060D-4471-9F12-C4F615967749}"/>
              </a:ext>
            </a:extLst>
          </p:cNvPr>
          <p:cNvSpPr>
            <a:spLocks xmlns:a="http://schemas.openxmlformats.org/drawingml/2006/main" noGrp="1"/>
          </p:cNvSpPr>
          <p:nvPr/>
        </p:nvSpPr>
        <p:spPr>
          <a:xfrm xmlns:a="http://schemas.openxmlformats.org/drawingml/2006/main">
            <a:off x="4762500" y="4143375"/>
            <a:ext cx="15716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1">
                <a:solidFill>
                  <a:srgbClr val="007C9B"/>
                </a:solidFill>
                <a:latin typeface="Alibaba PuHuiTi 3.0 115 Black"/>
                <a:ea typeface="Alibaba PuHuiTi 3.0 115 Black"/>
                <a:cs typeface="Alibaba PuHuiTi 3.0 115 Black"/>
              </a:defRPr>
            </a:defPPr>
          </a:lstStyle>
          <a:p xmlns:a="http://schemas.openxmlformats.org/drawingml/2006/main">
            <a:pPr algn="l">
              <a:defRPr sz="2200" b="1">
                <a:solidFill>
                  <a:srgbClr val="007C9B"/>
                </a:solidFill>
                <a:latin typeface="Alibaba PuHuiTi 3.0 115 Black"/>
                <a:ea typeface="Alibaba PuHuiTi 3.0 115 Black"/>
                <a:cs typeface="Alibaba PuHuiTi 3.0 115 Black"/>
              </a:defRPr>
            </a:pPr>
            <a:r>
              <a:rPr sz="2200" b="1">
                <a:solidFill>
                  <a:srgbClr val="007C9B"/>
                </a:solidFill>
                <a:latin typeface="Alibaba PuHuiTi 3.0 115 Black"/>
                <a:ea typeface="Alibaba PuHuiTi 3.0 115 Black"/>
                <a:cs typeface="Alibaba PuHuiTi 3.0 115 Black"/>
              </a:rPr>
              <a:t>8bit＝1B</a:t>
            </a:r>
          </a:p>
        </p:txBody>
      </p:sp>
      <p:sp>
        <p:nvSpPr>
          <p:cNvPr id="50" name="stored-sample-bytes">
            <a:extLst xmlns:a="http://schemas.openxmlformats.org/drawingml/2006/main">
              <a:ext uri="{FF2B5EF4-FFF2-40B4-BE49-F238E27FC236}">
                <a16:creationId xmlns:a16="http://schemas.microsoft.com/office/drawing/2014/main" id="{B1C51193-68CB-4490-9290-E1427CDAE43D}"/>
              </a:ext>
            </a:extLst>
          </p:cNvPr>
          <p:cNvSpPr>
            <a:spLocks xmlns:a="http://schemas.openxmlformats.org/drawingml/2006/main" noGrp="1"/>
          </p:cNvSpPr>
          <p:nvPr/>
        </p:nvSpPr>
        <p:spPr>
          <a:xfrm xmlns:a="http://schemas.openxmlformats.org/drawingml/2006/main">
            <a:off x="6515100" y="5095875"/>
            <a:ext cx="4381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1">
                <a:solidFill>
                  <a:srgbClr val="007C9B"/>
                </a:solidFill>
                <a:latin typeface="Alibaba PuHuiTi 3.0 115 Black"/>
                <a:ea typeface="Alibaba PuHuiTi 3.0 115 Black"/>
                <a:cs typeface="Alibaba PuHuiTi 3.0 115 Black"/>
              </a:defRPr>
            </a:defPPr>
          </a:lstStyle>
          <a:p xmlns:a="http://schemas.openxmlformats.org/drawingml/2006/main">
            <a:pPr algn="l">
              <a:defRPr sz="2200" b="1">
                <a:solidFill>
                  <a:srgbClr val="007C9B"/>
                </a:solidFill>
                <a:latin typeface="Alibaba PuHuiTi 3.0 115 Black"/>
                <a:ea typeface="Alibaba PuHuiTi 3.0 115 Black"/>
                <a:cs typeface="Alibaba PuHuiTi 3.0 115 Black"/>
              </a:defRPr>
            </a:pPr>
            <a:r>
              <a:rPr sz="2200" b="1">
                <a:solidFill>
                  <a:srgbClr val="007C9B"/>
                </a:solidFill>
                <a:latin typeface="Alibaba PuHuiTi 3.0 115 Black"/>
                <a:ea typeface="Alibaba PuHuiTi 3.0 115 Black"/>
                <a:cs typeface="Alibaba PuHuiTi 3.0 115 Black"/>
              </a:rPr>
              <a:t>共16bit＝2B</a:t>
            </a:r>
          </a:p>
        </p:txBody>
      </p:sp>
    </p:spTree>
    <p:extLst>
      <p:ext uri="{BB962C8B-B14F-4D97-AF65-F5344CB8AC3E}">
        <p14:creationId xmlns:p14="http://schemas.microsoft.com/office/powerpoint/2010/main" val="769042"/>
      </p:ext>
    </p:extLst>
  </p:cSld>
</p:sld>
</file>

<file path=ppt/slides/slide27.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EE1B6198-C83D-447C-8CED-26C71A3D305E}"/>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21E5743D-2425-43B1-9D5C-2CCBA8C1573D}"/>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8C4D8DA9-7A0A-4E96-B833-128DFF4A5078}"/>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PCM样本和WAV文件，是一回事吗？</a:t>
            </a:r>
          </a:p>
        </p:txBody>
      </p:sp>
      <p:sp>
        <p:nvSpPr>
          <p:cNvPr id="5" name="Rectangle 4">
            <a:extLst xmlns:a="http://schemas.openxmlformats.org/drawingml/2006/main">
              <a:ext uri="{FF2B5EF4-FFF2-40B4-BE49-F238E27FC236}">
                <a16:creationId xmlns:a16="http://schemas.microsoft.com/office/drawing/2014/main" id="{07DF8F76-A1C5-445B-A346-E6B409AA3748}"/>
              </a:ext>
            </a:extLst>
          </p:cNvPr>
          <p:cNvSpPr>
            <a:spLocks xmlns:a="http://schemas.openxmlformats.org/drawingml/2006/main" noGrp="1"/>
          </p:cNvSpPr>
          <p:nvPr/>
        </p:nvSpPr>
        <p:spPr>
          <a:xfrm xmlns:a="http://schemas.openxmlformats.org/drawingml/2006/main">
            <a:off x="914400" y="2176272"/>
            <a:ext cx="2898648" cy="1371600"/>
          </a:xfrm>
          <a:prstGeom xmlns:a="http://schemas.openxmlformats.org/drawingml/2006/main" prst="rect">
            <a:avLst/>
          </a:prstGeom>
          <a:noFill xmlns:a="http://schemas.openxmlformats.org/drawingml/2006/main"/>
          <a:ln xmlns:a="http://schemas.openxmlformats.org/drawingml/2006/main" w="25400">
            <a:solidFill>
              <a:srgbClr val="8C64E1"/>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6" name="TextBox 5">
            <a:extLst xmlns:a="http://schemas.openxmlformats.org/drawingml/2006/main">
              <a:ext uri="{FF2B5EF4-FFF2-40B4-BE49-F238E27FC236}">
                <a16:creationId xmlns:a16="http://schemas.microsoft.com/office/drawing/2014/main" id="{B1678117-CD88-4AC9-B54A-68A55854C3B9}"/>
              </a:ext>
            </a:extLst>
          </p:cNvPr>
          <p:cNvSpPr>
            <a:spLocks xmlns:a="http://schemas.openxmlformats.org/drawingml/2006/main" noGrp="1"/>
          </p:cNvSpPr>
          <p:nvPr/>
        </p:nvSpPr>
        <p:spPr>
          <a:xfrm xmlns:a="http://schemas.openxmlformats.org/drawingml/2006/main">
            <a:off x="1152144" y="2569464"/>
            <a:ext cx="2468880" cy="38100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500" b="1">
                <a:solidFill>
                  <a:srgbClr val="8C64E1"/>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2500" b="1">
                <a:solidFill>
                  <a:srgbClr val="8C64E1"/>
                </a:solidFill>
                <a:latin typeface="Alibaba PuHuiTi 3.0 115 Black"/>
                <a:ea typeface="Alibaba PuHuiTi 3.0 115 Black"/>
                <a:cs typeface="Alibaba PuHuiTi 3.0 115 Black"/>
              </a:defRPr>
            </a:pPr>
            <a:r>
              <a:rPr sz="2500" b="1">
                <a:solidFill>
                  <a:srgbClr val="8C64E1"/>
                </a:solidFill>
                <a:latin typeface="Alibaba PuHuiTi 3.0 115 Black"/>
                <a:ea typeface="Alibaba PuHuiTi 3.0 115 Black"/>
                <a:cs typeface="Alibaba PuHuiTi 3.0 115 Black"/>
              </a:rPr>
              <a:t>WAV文件头</a:t>
            </a:r>
          </a:p>
        </p:txBody>
      </p:sp>
      <p:sp>
        <p:nvSpPr>
          <p:cNvPr id="7" name="Rectangle 6">
            <a:extLst xmlns:a="http://schemas.openxmlformats.org/drawingml/2006/main">
              <a:ext uri="{FF2B5EF4-FFF2-40B4-BE49-F238E27FC236}">
                <a16:creationId xmlns:a16="http://schemas.microsoft.com/office/drawing/2014/main" id="{2E611BF8-1BF6-4609-9F94-156BCA5EB438}"/>
              </a:ext>
            </a:extLst>
          </p:cNvPr>
          <p:cNvSpPr>
            <a:spLocks xmlns:a="http://schemas.openxmlformats.org/drawingml/2006/main" noGrp="1"/>
          </p:cNvSpPr>
          <p:nvPr/>
        </p:nvSpPr>
        <p:spPr>
          <a:xfrm xmlns:a="http://schemas.openxmlformats.org/drawingml/2006/main">
            <a:off x="3986784" y="2176272"/>
            <a:ext cx="7059168" cy="1371600"/>
          </a:xfrm>
          <a:prstGeom xmlns:a="http://schemas.openxmlformats.org/drawingml/2006/main" prst="rect">
            <a:avLst/>
          </a:prstGeom>
          <a:noFill xmlns:a="http://schemas.openxmlformats.org/drawingml/2006/main"/>
          <a:ln xmlns:a="http://schemas.openxmlformats.org/drawingml/2006/main" w="254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8" name="TextBox 7">
            <a:extLst xmlns:a="http://schemas.openxmlformats.org/drawingml/2006/main">
              <a:ext uri="{FF2B5EF4-FFF2-40B4-BE49-F238E27FC236}">
                <a16:creationId xmlns:a16="http://schemas.microsoft.com/office/drawing/2014/main" id="{38DB590B-40EB-4D99-90C8-B5C987D0D4DE}"/>
              </a:ext>
            </a:extLst>
          </p:cNvPr>
          <p:cNvSpPr>
            <a:spLocks xmlns:a="http://schemas.openxmlformats.org/drawingml/2006/main" noGrp="1"/>
          </p:cNvSpPr>
          <p:nvPr/>
        </p:nvSpPr>
        <p:spPr>
          <a:xfrm xmlns:a="http://schemas.openxmlformats.org/drawingml/2006/main">
            <a:off x="4434840" y="2569464"/>
            <a:ext cx="6272784" cy="38100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500" b="1">
                <a:solidFill>
                  <a:srgbClr val="007C9B"/>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2500" b="1">
                <a:solidFill>
                  <a:srgbClr val="007C9B"/>
                </a:solidFill>
                <a:latin typeface="Alibaba PuHuiTi 3.0 115 Black"/>
                <a:ea typeface="Alibaba PuHuiTi 3.0 115 Black"/>
                <a:cs typeface="Alibaba PuHuiTi 3.0 115 Black"/>
              </a:defRPr>
            </a:pPr>
            <a:r>
              <a:rPr sz="2500" b="1">
                <a:solidFill>
                  <a:srgbClr val="007C9B"/>
                </a:solidFill>
                <a:latin typeface="Alibaba PuHuiTi 3.0 115 Black"/>
                <a:ea typeface="Alibaba PuHuiTi 3.0 115 Black"/>
                <a:cs typeface="Alibaba PuHuiTi 3.0 115 Black"/>
              </a:rPr>
              <a:t>PCM：一个个数字样本</a:t>
            </a:r>
          </a:p>
        </p:txBody>
      </p:sp>
      <p:sp>
        <p:nvSpPr>
          <p:cNvPr id="9" name="TextBox 8">
            <a:extLst xmlns:a="http://schemas.openxmlformats.org/drawingml/2006/main">
              <a:ext uri="{FF2B5EF4-FFF2-40B4-BE49-F238E27FC236}">
                <a16:creationId xmlns:a16="http://schemas.microsoft.com/office/drawing/2014/main" id="{EE981059-CD2B-44DC-9004-D44312D4971A}"/>
              </a:ext>
            </a:extLst>
          </p:cNvPr>
          <p:cNvSpPr>
            <a:spLocks xmlns:a="http://schemas.openxmlformats.org/drawingml/2006/main" noGrp="1"/>
          </p:cNvSpPr>
          <p:nvPr/>
        </p:nvSpPr>
        <p:spPr>
          <a:xfrm xmlns:a="http://schemas.openxmlformats.org/drawingml/2006/main">
            <a:off x="933450" y="3857625"/>
            <a:ext cx="2571750" cy="904875"/>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采样率、声道</a:t>
            </a:r>
          </a:p>
          <a:p xmlns:a="http://schemas.openxmlformats.org/drawingml/2006/main">
            <a:pPr algn="l">
              <a:spcBef>
                <a:spcPts val="0"/>
              </a:spcBef>
              <a:spcAft>
                <a:spcPts val="200"/>
              </a:spcAft>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等参数</a:t>
            </a:r>
          </a:p>
        </p:txBody>
      </p:sp>
      <p:sp>
        <p:nvSpPr>
          <p:cNvPr id="10" name="TextBox 9">
            <a:extLst xmlns:a="http://schemas.openxmlformats.org/drawingml/2006/main">
              <a:ext uri="{FF2B5EF4-FFF2-40B4-BE49-F238E27FC236}">
                <a16:creationId xmlns:a16="http://schemas.microsoft.com/office/drawing/2014/main" id="{D68A1DDC-727B-4133-8E16-EE72BD6FDCAE}"/>
              </a:ext>
            </a:extLst>
          </p:cNvPr>
          <p:cNvSpPr>
            <a:spLocks xmlns:a="http://schemas.openxmlformats.org/drawingml/2006/main" noGrp="1"/>
          </p:cNvSpPr>
          <p:nvPr/>
        </p:nvSpPr>
        <p:spPr>
          <a:xfrm xmlns:a="http://schemas.openxmlformats.org/drawingml/2006/main">
            <a:off x="4286250" y="3857625"/>
            <a:ext cx="6667500" cy="76200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例如：0010 1101 0110 …</a:t>
            </a:r>
          </a:p>
        </p:txBody>
      </p:sp>
      <p:sp>
        <p:nvSpPr>
          <p:cNvPr id="11" name="TextBox 10">
            <a:extLst xmlns:a="http://schemas.openxmlformats.org/drawingml/2006/main">
              <a:ext uri="{FF2B5EF4-FFF2-40B4-BE49-F238E27FC236}">
                <a16:creationId xmlns:a16="http://schemas.microsoft.com/office/drawing/2014/main" id="{E53741EC-8E51-4CB4-B636-E457915198DE}"/>
              </a:ext>
            </a:extLst>
          </p:cNvPr>
          <p:cNvSpPr>
            <a:spLocks xmlns:a="http://schemas.openxmlformats.org/drawingml/2006/main" noGrp="1"/>
          </p:cNvSpPr>
          <p:nvPr/>
        </p:nvSpPr>
        <p:spPr>
          <a:xfrm xmlns:a="http://schemas.openxmlformats.org/drawingml/2006/main">
            <a:off x="777240" y="5879592"/>
            <a:ext cx="10789920" cy="33528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编码 ≠ 压缩；WAV常保存未压缩PCM，但并非只有这一种情况。</a:t>
            </a:r>
          </a:p>
        </p:txBody>
      </p:sp>
    </p:spTree>
    <p:extLst>
      <p:ext uri="{BB962C8B-B14F-4D97-AF65-F5344CB8AC3E}">
        <p14:creationId xmlns:p14="http://schemas.microsoft.com/office/powerpoint/2010/main" val="2146766851"/>
      </p:ext>
    </p:extLst>
  </p:cSld>
</p:sld>
</file>

<file path=ppt/slides/slide28.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08FCF4D5-A8B5-4743-A05E-8282ADA6A5D9}"/>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6A09B3F1-0230-4195-84AC-D6694B7F8E1A}"/>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6D863A18-63A0-4D00-80A2-6DBD6DF389E5}"/>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播放时，数字样本怎样变成声音？</a:t>
            </a:r>
          </a:p>
        </p:txBody>
      </p:sp>
      <p:sp>
        <p:nvSpPr>
          <p:cNvPr id="5" name="Rectangle 4">
            <a:extLst xmlns:a="http://schemas.openxmlformats.org/drawingml/2006/main">
              <a:ext uri="{FF2B5EF4-FFF2-40B4-BE49-F238E27FC236}">
                <a16:creationId xmlns:a16="http://schemas.microsoft.com/office/drawing/2014/main" id="{46126858-0668-4689-8CA8-8FA259BBF6F6}"/>
              </a:ext>
            </a:extLst>
          </p:cNvPr>
          <p:cNvSpPr>
            <a:spLocks xmlns:a="http://schemas.openxmlformats.org/drawingml/2006/main" noGrp="1"/>
          </p:cNvSpPr>
          <p:nvPr/>
        </p:nvSpPr>
        <p:spPr>
          <a:xfrm xmlns:a="http://schemas.openxmlformats.org/drawingml/2006/main">
            <a:off x="704088" y="2258568"/>
            <a:ext cx="2404872" cy="667512"/>
          </a:xfrm>
          <a:prstGeom xmlns:a="http://schemas.openxmlformats.org/drawingml/2006/main" prst="rect">
            <a:avLst/>
          </a:prstGeom>
          <a:noFill xmlns:a="http://schemas.openxmlformats.org/drawingml/2006/main"/>
          <a:ln xmlns:a="http://schemas.openxmlformats.org/drawingml/2006/main" w="25400">
            <a:solidFill>
              <a:srgbClr val="8C64E1"/>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6" name="TextBox 5">
            <a:extLst xmlns:a="http://schemas.openxmlformats.org/drawingml/2006/main">
              <a:ext uri="{FF2B5EF4-FFF2-40B4-BE49-F238E27FC236}">
                <a16:creationId xmlns:a16="http://schemas.microsoft.com/office/drawing/2014/main" id="{797CDAB6-40F9-4F79-A816-8D22A3F4561F}"/>
              </a:ext>
            </a:extLst>
          </p:cNvPr>
          <p:cNvSpPr>
            <a:spLocks xmlns:a="http://schemas.openxmlformats.org/drawingml/2006/main" noGrp="1"/>
          </p:cNvSpPr>
          <p:nvPr/>
        </p:nvSpPr>
        <p:spPr>
          <a:xfrm xmlns:a="http://schemas.openxmlformats.org/drawingml/2006/main">
            <a:off x="777240" y="2377440"/>
            <a:ext cx="2258568"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2200" b="1">
                <a:solidFill>
                  <a:srgbClr val="8C64E1"/>
                </a:solidFill>
                <a:latin typeface="Alibaba PuHuiTi 3.0 115 Black"/>
                <a:ea typeface="Alibaba PuHuiTi 3.0 115 Black"/>
                <a:cs typeface="Alibaba PuHuiTi 3.0 115 Black"/>
              </a:defRPr>
            </a:defPPr>
          </a:lstStyle>
          <a:p xmlns:a="http://schemas.openxmlformats.org/drawingml/2006/main">
            <a:pPr algn="ctr">
              <a:spcBef>
                <a:spcPts val="0"/>
              </a:spcBef>
              <a:spcAft>
                <a:spcPts val="200"/>
              </a:spcAft>
              <a:buNone/>
              <a:defRPr sz="2200" b="1">
                <a:solidFill>
                  <a:srgbClr val="8C64E1"/>
                </a:solidFill>
                <a:latin typeface="Alibaba PuHuiTi 3.0 115 Black"/>
                <a:ea typeface="Alibaba PuHuiTi 3.0 115 Black"/>
                <a:cs typeface="Alibaba PuHuiTi 3.0 115 Black"/>
              </a:defRPr>
            </a:pPr>
            <a:r>
              <a:rPr sz="2200" b="1">
                <a:solidFill>
                  <a:srgbClr val="8C64E1"/>
                </a:solidFill>
                <a:latin typeface="Alibaba PuHuiTi 3.0 115 Black"/>
                <a:ea typeface="Alibaba PuHuiTi 3.0 115 Black"/>
                <a:cs typeface="Alibaba PuHuiTi 3.0 115 Black"/>
              </a:rPr>
              <a:t>数字样本</a:t>
            </a:r>
          </a:p>
        </p:txBody>
      </p:sp>
      <p:sp>
        <p:nvSpPr>
          <p:cNvPr id="7" name="Connector 6">
            <a:extLst xmlns:a="http://schemas.openxmlformats.org/drawingml/2006/main">
              <a:ext uri="{FF2B5EF4-FFF2-40B4-BE49-F238E27FC236}">
                <a16:creationId xmlns:a16="http://schemas.microsoft.com/office/drawing/2014/main" id="{C79455E5-D4A6-483D-B2A4-0FBEC4BDA6AA}"/>
              </a:ext>
            </a:extLst>
          </p:cNvPr>
          <p:cNvSpPr>
            <a:spLocks xmlns:a="http://schemas.openxmlformats.org/drawingml/2006/main" noGrp="1"/>
          </p:cNvSpPr>
          <p:nvPr/>
        </p:nvSpPr>
        <p:spPr>
          <a:xfrm xmlns:a="http://schemas.openxmlformats.org/drawingml/2006/main">
            <a:off x="3182112" y="2596896"/>
            <a:ext cx="356616" cy="0"/>
          </a:xfrm>
          <a:prstGeom xmlns:a="http://schemas.openxmlformats.org/drawingml/2006/main" prst="line">
            <a:avLst/>
          </a:prstGeom>
          <a:ln xmlns:a="http://schemas.openxmlformats.org/drawingml/2006/main" w="3810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 name="Rectangle 7">
            <a:extLst xmlns:a="http://schemas.openxmlformats.org/drawingml/2006/main">
              <a:ext uri="{FF2B5EF4-FFF2-40B4-BE49-F238E27FC236}">
                <a16:creationId xmlns:a16="http://schemas.microsoft.com/office/drawing/2014/main" id="{18154948-0D56-49F9-8046-6001CFD3A3EE}"/>
              </a:ext>
            </a:extLst>
          </p:cNvPr>
          <p:cNvSpPr>
            <a:spLocks xmlns:a="http://schemas.openxmlformats.org/drawingml/2006/main" noGrp="1"/>
          </p:cNvSpPr>
          <p:nvPr/>
        </p:nvSpPr>
        <p:spPr>
          <a:xfrm xmlns:a="http://schemas.openxmlformats.org/drawingml/2006/main">
            <a:off x="3630168" y="2258568"/>
            <a:ext cx="2404872" cy="667512"/>
          </a:xfrm>
          <a:prstGeom xmlns:a="http://schemas.openxmlformats.org/drawingml/2006/main" prst="rect">
            <a:avLst/>
          </a:prstGeom>
          <a:noFill xmlns:a="http://schemas.openxmlformats.org/drawingml/2006/main"/>
          <a:ln xmlns:a="http://schemas.openxmlformats.org/drawingml/2006/main" w="254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9" name="TextBox 8">
            <a:extLst xmlns:a="http://schemas.openxmlformats.org/drawingml/2006/main">
              <a:ext uri="{FF2B5EF4-FFF2-40B4-BE49-F238E27FC236}">
                <a16:creationId xmlns:a16="http://schemas.microsoft.com/office/drawing/2014/main" id="{E839F1C1-5598-46F8-ACA0-82BCF3162EFA}"/>
              </a:ext>
            </a:extLst>
          </p:cNvPr>
          <p:cNvSpPr>
            <a:spLocks xmlns:a="http://schemas.openxmlformats.org/drawingml/2006/main" noGrp="1"/>
          </p:cNvSpPr>
          <p:nvPr/>
        </p:nvSpPr>
        <p:spPr>
          <a:xfrm xmlns:a="http://schemas.openxmlformats.org/drawingml/2006/main">
            <a:off x="3703320" y="2377440"/>
            <a:ext cx="2258568"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2200" b="1">
                <a:solidFill>
                  <a:srgbClr val="007C9B"/>
                </a:solidFill>
                <a:latin typeface="Alibaba PuHuiTi 3.0 115 Black"/>
                <a:ea typeface="Alibaba PuHuiTi 3.0 115 Black"/>
                <a:cs typeface="Alibaba PuHuiTi 3.0 115 Black"/>
              </a:defRPr>
            </a:defPPr>
          </a:lstStyle>
          <a:p xmlns:a="http://schemas.openxmlformats.org/drawingml/2006/main">
            <a:pPr algn="ctr">
              <a:spcBef>
                <a:spcPts val="0"/>
              </a:spcBef>
              <a:spcAft>
                <a:spcPts val="200"/>
              </a:spcAft>
              <a:buNone/>
              <a:defRPr sz="2200" b="1">
                <a:solidFill>
                  <a:srgbClr val="007C9B"/>
                </a:solidFill>
                <a:latin typeface="Alibaba PuHuiTi 3.0 115 Black"/>
                <a:ea typeface="Alibaba PuHuiTi 3.0 115 Black"/>
                <a:cs typeface="Alibaba PuHuiTi 3.0 115 Black"/>
              </a:defRPr>
            </a:pPr>
            <a:r>
              <a:rPr sz="2200" b="1">
                <a:solidFill>
                  <a:srgbClr val="007C9B"/>
                </a:solidFill>
                <a:latin typeface="Alibaba PuHuiTi 3.0 115 Black"/>
                <a:ea typeface="Alibaba PuHuiTi 3.0 115 Black"/>
                <a:cs typeface="Alibaba PuHuiTi 3.0 115 Black"/>
              </a:rPr>
              <a:t>DAC</a:t>
            </a:r>
          </a:p>
        </p:txBody>
      </p:sp>
      <p:sp>
        <p:nvSpPr>
          <p:cNvPr id="10" name="Connector 9">
            <a:extLst xmlns:a="http://schemas.openxmlformats.org/drawingml/2006/main">
              <a:ext uri="{FF2B5EF4-FFF2-40B4-BE49-F238E27FC236}">
                <a16:creationId xmlns:a16="http://schemas.microsoft.com/office/drawing/2014/main" id="{0F318466-91B8-44C7-A369-0D5183634EF0}"/>
              </a:ext>
            </a:extLst>
          </p:cNvPr>
          <p:cNvSpPr>
            <a:spLocks xmlns:a="http://schemas.openxmlformats.org/drawingml/2006/main" noGrp="1"/>
          </p:cNvSpPr>
          <p:nvPr/>
        </p:nvSpPr>
        <p:spPr>
          <a:xfrm xmlns:a="http://schemas.openxmlformats.org/drawingml/2006/main">
            <a:off x="6108192" y="2596896"/>
            <a:ext cx="356616" cy="0"/>
          </a:xfrm>
          <a:prstGeom xmlns:a="http://schemas.openxmlformats.org/drawingml/2006/main" prst="line">
            <a:avLst/>
          </a:prstGeom>
          <a:ln xmlns:a="http://schemas.openxmlformats.org/drawingml/2006/main" w="3810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1" name="Rectangle 10">
            <a:extLst xmlns:a="http://schemas.openxmlformats.org/drawingml/2006/main">
              <a:ext uri="{FF2B5EF4-FFF2-40B4-BE49-F238E27FC236}">
                <a16:creationId xmlns:a16="http://schemas.microsoft.com/office/drawing/2014/main" id="{DC53D965-B191-4E35-ABD0-2334FF029648}"/>
              </a:ext>
            </a:extLst>
          </p:cNvPr>
          <p:cNvSpPr>
            <a:spLocks xmlns:a="http://schemas.openxmlformats.org/drawingml/2006/main" noGrp="1"/>
          </p:cNvSpPr>
          <p:nvPr/>
        </p:nvSpPr>
        <p:spPr>
          <a:xfrm xmlns:a="http://schemas.openxmlformats.org/drawingml/2006/main">
            <a:off x="6556248" y="2258568"/>
            <a:ext cx="2404872" cy="667512"/>
          </a:xfrm>
          <a:prstGeom xmlns:a="http://schemas.openxmlformats.org/drawingml/2006/main" prst="rect">
            <a:avLst/>
          </a:prstGeom>
          <a:noFill xmlns:a="http://schemas.openxmlformats.org/drawingml/2006/main"/>
          <a:ln xmlns:a="http://schemas.openxmlformats.org/drawingml/2006/main" w="25400">
            <a:solidFill>
              <a:srgbClr val="8C64E1"/>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2" name="TextBox 11">
            <a:extLst xmlns:a="http://schemas.openxmlformats.org/drawingml/2006/main">
              <a:ext uri="{FF2B5EF4-FFF2-40B4-BE49-F238E27FC236}">
                <a16:creationId xmlns:a16="http://schemas.microsoft.com/office/drawing/2014/main" id="{BDE78A09-0D48-4DDB-BEE6-D56C83226269}"/>
              </a:ext>
            </a:extLst>
          </p:cNvPr>
          <p:cNvSpPr>
            <a:spLocks xmlns:a="http://schemas.openxmlformats.org/drawingml/2006/main" noGrp="1"/>
          </p:cNvSpPr>
          <p:nvPr/>
        </p:nvSpPr>
        <p:spPr>
          <a:xfrm xmlns:a="http://schemas.openxmlformats.org/drawingml/2006/main">
            <a:off x="6629400" y="2377440"/>
            <a:ext cx="2258568"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2200" b="1">
                <a:solidFill>
                  <a:srgbClr val="8C64E1"/>
                </a:solidFill>
                <a:latin typeface="Alibaba PuHuiTi 3.0 115 Black"/>
                <a:ea typeface="Alibaba PuHuiTi 3.0 115 Black"/>
                <a:cs typeface="Alibaba PuHuiTi 3.0 115 Black"/>
              </a:defRPr>
            </a:defPPr>
          </a:lstStyle>
          <a:p xmlns:a="http://schemas.openxmlformats.org/drawingml/2006/main">
            <a:pPr algn="ctr">
              <a:spcBef>
                <a:spcPts val="0"/>
              </a:spcBef>
              <a:spcAft>
                <a:spcPts val="200"/>
              </a:spcAft>
              <a:buNone/>
              <a:defRPr sz="2200" b="1">
                <a:solidFill>
                  <a:srgbClr val="8C64E1"/>
                </a:solidFill>
                <a:latin typeface="Alibaba PuHuiTi 3.0 115 Black"/>
                <a:ea typeface="Alibaba PuHuiTi 3.0 115 Black"/>
                <a:cs typeface="Alibaba PuHuiTi 3.0 115 Black"/>
              </a:defRPr>
            </a:pPr>
            <a:r>
              <a:rPr sz="2200" b="1">
                <a:solidFill>
                  <a:srgbClr val="8C64E1"/>
                </a:solidFill>
                <a:latin typeface="Alibaba PuHuiTi 3.0 115 Black"/>
                <a:ea typeface="Alibaba PuHuiTi 3.0 115 Black"/>
                <a:cs typeface="Alibaba PuHuiTi 3.0 115 Black"/>
              </a:rPr>
              <a:t>连续电信号</a:t>
            </a:r>
          </a:p>
        </p:txBody>
      </p:sp>
      <p:sp>
        <p:nvSpPr>
          <p:cNvPr id="13" name="Connector 12">
            <a:extLst xmlns:a="http://schemas.openxmlformats.org/drawingml/2006/main">
              <a:ext uri="{FF2B5EF4-FFF2-40B4-BE49-F238E27FC236}">
                <a16:creationId xmlns:a16="http://schemas.microsoft.com/office/drawing/2014/main" id="{686F3817-1F74-4FFD-BDF8-33C1F82F1258}"/>
              </a:ext>
            </a:extLst>
          </p:cNvPr>
          <p:cNvSpPr>
            <a:spLocks xmlns:a="http://schemas.openxmlformats.org/drawingml/2006/main" noGrp="1"/>
          </p:cNvSpPr>
          <p:nvPr/>
        </p:nvSpPr>
        <p:spPr>
          <a:xfrm xmlns:a="http://schemas.openxmlformats.org/drawingml/2006/main">
            <a:off x="9034272" y="2596896"/>
            <a:ext cx="356616" cy="0"/>
          </a:xfrm>
          <a:prstGeom xmlns:a="http://schemas.openxmlformats.org/drawingml/2006/main" prst="line">
            <a:avLst/>
          </a:prstGeom>
          <a:ln xmlns:a="http://schemas.openxmlformats.org/drawingml/2006/main" w="3810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4" name="Rectangle 13">
            <a:extLst xmlns:a="http://schemas.openxmlformats.org/drawingml/2006/main">
              <a:ext uri="{FF2B5EF4-FFF2-40B4-BE49-F238E27FC236}">
                <a16:creationId xmlns:a16="http://schemas.microsoft.com/office/drawing/2014/main" id="{FAD459EA-7619-4321-B104-086515F4FC7D}"/>
              </a:ext>
            </a:extLst>
          </p:cNvPr>
          <p:cNvSpPr>
            <a:spLocks xmlns:a="http://schemas.openxmlformats.org/drawingml/2006/main" noGrp="1"/>
          </p:cNvSpPr>
          <p:nvPr/>
        </p:nvSpPr>
        <p:spPr>
          <a:xfrm xmlns:a="http://schemas.openxmlformats.org/drawingml/2006/main">
            <a:off x="9482328" y="2258568"/>
            <a:ext cx="2404872" cy="667512"/>
          </a:xfrm>
          <a:prstGeom xmlns:a="http://schemas.openxmlformats.org/drawingml/2006/main" prst="rect">
            <a:avLst/>
          </a:prstGeom>
          <a:noFill xmlns:a="http://schemas.openxmlformats.org/drawingml/2006/main"/>
          <a:ln xmlns:a="http://schemas.openxmlformats.org/drawingml/2006/main" w="254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5" name="TextBox 14">
            <a:extLst xmlns:a="http://schemas.openxmlformats.org/drawingml/2006/main">
              <a:ext uri="{FF2B5EF4-FFF2-40B4-BE49-F238E27FC236}">
                <a16:creationId xmlns:a16="http://schemas.microsoft.com/office/drawing/2014/main" id="{57EF07DB-0257-4790-B5F9-45E7F4C76FFB}"/>
              </a:ext>
            </a:extLst>
          </p:cNvPr>
          <p:cNvSpPr>
            <a:spLocks xmlns:a="http://schemas.openxmlformats.org/drawingml/2006/main" noGrp="1"/>
          </p:cNvSpPr>
          <p:nvPr/>
        </p:nvSpPr>
        <p:spPr>
          <a:xfrm xmlns:a="http://schemas.openxmlformats.org/drawingml/2006/main">
            <a:off x="9555480" y="2377440"/>
            <a:ext cx="2258568"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2200" b="1">
                <a:solidFill>
                  <a:srgbClr val="007C9B"/>
                </a:solidFill>
                <a:latin typeface="Alibaba PuHuiTi 3.0 115 Black"/>
                <a:ea typeface="Alibaba PuHuiTi 3.0 115 Black"/>
                <a:cs typeface="Alibaba PuHuiTi 3.0 115 Black"/>
              </a:defRPr>
            </a:defPPr>
          </a:lstStyle>
          <a:p xmlns:a="http://schemas.openxmlformats.org/drawingml/2006/main">
            <a:pPr algn="ctr">
              <a:spcBef>
                <a:spcPts val="0"/>
              </a:spcBef>
              <a:spcAft>
                <a:spcPts val="200"/>
              </a:spcAft>
              <a:buNone/>
              <a:defRPr sz="2200" b="1">
                <a:solidFill>
                  <a:srgbClr val="007C9B"/>
                </a:solidFill>
                <a:latin typeface="Alibaba PuHuiTi 3.0 115 Black"/>
                <a:ea typeface="Alibaba PuHuiTi 3.0 115 Black"/>
                <a:cs typeface="Alibaba PuHuiTi 3.0 115 Black"/>
              </a:defRPr>
            </a:pPr>
            <a:r>
              <a:rPr sz="2200" b="1">
                <a:solidFill>
                  <a:srgbClr val="007C9B"/>
                </a:solidFill>
                <a:latin typeface="Alibaba PuHuiTi 3.0 115 Black"/>
                <a:ea typeface="Alibaba PuHuiTi 3.0 115 Black"/>
                <a:cs typeface="Alibaba PuHuiTi 3.0 115 Black"/>
              </a:rPr>
              <a:t>扬声器</a:t>
            </a:r>
          </a:p>
        </p:txBody>
      </p:sp>
      <p:sp>
        <p:nvSpPr>
          <p:cNvPr id="16" name="TextBox 15">
            <a:extLst xmlns:a="http://schemas.openxmlformats.org/drawingml/2006/main">
              <a:ext uri="{FF2B5EF4-FFF2-40B4-BE49-F238E27FC236}">
                <a16:creationId xmlns:a16="http://schemas.microsoft.com/office/drawing/2014/main" id="{1976FAAB-2F1A-4E23-9234-53F58A758E4B}"/>
              </a:ext>
            </a:extLst>
          </p:cNvPr>
          <p:cNvSpPr>
            <a:spLocks xmlns:a="http://schemas.openxmlformats.org/drawingml/2006/main" noGrp="1"/>
          </p:cNvSpPr>
          <p:nvPr/>
        </p:nvSpPr>
        <p:spPr>
          <a:xfrm xmlns:a="http://schemas.openxmlformats.org/drawingml/2006/main">
            <a:off x="777240" y="4846320"/>
            <a:ext cx="10789920"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200" b="1">
                <a:solidFill>
                  <a:srgbClr val="8C64E1"/>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2200" b="1">
                <a:solidFill>
                  <a:srgbClr val="8C64E1"/>
                </a:solidFill>
                <a:latin typeface="Alibaba PuHuiTi 3.0 115 Black"/>
                <a:ea typeface="Alibaba PuHuiTi 3.0 115 Black"/>
                <a:cs typeface="Alibaba PuHuiTi 3.0 115 Black"/>
              </a:defRPr>
            </a:pPr>
            <a:r>
              <a:rPr sz="2200" b="1">
                <a:solidFill>
                  <a:srgbClr val="8C64E1"/>
                </a:solidFill>
                <a:latin typeface="Alibaba PuHuiTi 3.0 115 Black"/>
                <a:ea typeface="Alibaba PuHuiTi 3.0 115 Black"/>
                <a:cs typeface="Alibaba PuHuiTi 3.0 115 Black"/>
              </a:rPr>
              <a:t>录音是模拟 → 数字；播放是数字 → 模拟。</a:t>
            </a:r>
          </a:p>
        </p:txBody>
      </p:sp>
    </p:spTree>
    <p:extLst>
      <p:ext uri="{BB962C8B-B14F-4D97-AF65-F5344CB8AC3E}">
        <p14:creationId xmlns:p14="http://schemas.microsoft.com/office/powerpoint/2010/main" val="1499879244"/>
      </p:ext>
    </p:extLst>
  </p:cSld>
</p:sld>
</file>

<file path=ppt/slides/slide29.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8F081302-E86E-4DD4-BE29-900D5EC76C99}"/>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BFCE1200-A46A-481C-BF56-ED617301F613}"/>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0B261AD3-FC44-4B35-B3F6-D02FCA0C5B63}"/>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声音数据量为什么与四个参数有关？</a:t>
            </a:r>
          </a:p>
        </p:txBody>
      </p:sp>
      <p:sp>
        <p:nvSpPr>
          <p:cNvPr id="5" name="TextBox 4">
            <a:extLst xmlns:a="http://schemas.openxmlformats.org/drawingml/2006/main">
              <a:ext uri="{FF2B5EF4-FFF2-40B4-BE49-F238E27FC236}">
                <a16:creationId xmlns:a16="http://schemas.microsoft.com/office/drawing/2014/main" id="{54463418-921A-43BF-AFE1-C8DD923875BB}"/>
              </a:ext>
            </a:extLst>
          </p:cNvPr>
          <p:cNvSpPr>
            <a:spLocks xmlns:a="http://schemas.openxmlformats.org/drawingml/2006/main" noGrp="1"/>
          </p:cNvSpPr>
          <p:nvPr/>
        </p:nvSpPr>
        <p:spPr>
          <a:xfrm xmlns:a="http://schemas.openxmlformats.org/drawingml/2006/main">
            <a:off x="822960" y="1883664"/>
            <a:ext cx="4937760" cy="39624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600" b="1">
                <a:solidFill>
                  <a:srgbClr val="8C64E1"/>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2600" b="1">
                <a:solidFill>
                  <a:srgbClr val="8C64E1"/>
                </a:solidFill>
                <a:latin typeface="Alibaba PuHuiTi 3.0 115 Black"/>
                <a:ea typeface="Alibaba PuHuiTi 3.0 115 Black"/>
                <a:cs typeface="Alibaba PuHuiTi 3.0 115 Black"/>
              </a:defRPr>
            </a:pPr>
            <a:r>
              <a:rPr sz="2600" b="1">
                <a:solidFill>
                  <a:srgbClr val="8C64E1"/>
                </a:solidFill>
                <a:latin typeface="Alibaba PuHuiTi 3.0 115 Black"/>
                <a:ea typeface="Alibaba PuHuiTi 3.0 115 Black"/>
                <a:cs typeface="Alibaba PuHuiTi 3.0 115 Black"/>
              </a:rPr>
              <a:t>采样率</a:t>
            </a:r>
          </a:p>
        </p:txBody>
      </p:sp>
      <p:sp>
        <p:nvSpPr>
          <p:cNvPr id="6" name="TextBox 5">
            <a:extLst xmlns:a="http://schemas.openxmlformats.org/drawingml/2006/main">
              <a:ext uri="{FF2B5EF4-FFF2-40B4-BE49-F238E27FC236}">
                <a16:creationId xmlns:a16="http://schemas.microsoft.com/office/drawing/2014/main" id="{CA8B768D-2DAD-42BE-B25A-82C50578B960}"/>
              </a:ext>
            </a:extLst>
          </p:cNvPr>
          <p:cNvSpPr>
            <a:spLocks xmlns:a="http://schemas.openxmlformats.org/drawingml/2006/main" noGrp="1"/>
          </p:cNvSpPr>
          <p:nvPr/>
        </p:nvSpPr>
        <p:spPr>
          <a:xfrm xmlns:a="http://schemas.openxmlformats.org/drawingml/2006/main">
            <a:off x="822960" y="2468880"/>
            <a:ext cx="4937760"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每秒几个样本</a:t>
            </a:r>
          </a:p>
        </p:txBody>
      </p:sp>
      <p:sp>
        <p:nvSpPr>
          <p:cNvPr id="7" name="TextBox 6">
            <a:extLst xmlns:a="http://schemas.openxmlformats.org/drawingml/2006/main">
              <a:ext uri="{FF2B5EF4-FFF2-40B4-BE49-F238E27FC236}">
                <a16:creationId xmlns:a16="http://schemas.microsoft.com/office/drawing/2014/main" id="{2E66B0A3-3DFA-45BA-BCEE-E9E40B9B32E2}"/>
              </a:ext>
            </a:extLst>
          </p:cNvPr>
          <p:cNvSpPr>
            <a:spLocks xmlns:a="http://schemas.openxmlformats.org/drawingml/2006/main" noGrp="1"/>
          </p:cNvSpPr>
          <p:nvPr/>
        </p:nvSpPr>
        <p:spPr>
          <a:xfrm xmlns:a="http://schemas.openxmlformats.org/drawingml/2006/main">
            <a:off x="6364224" y="1883664"/>
            <a:ext cx="4937760" cy="39624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600" b="1">
                <a:solidFill>
                  <a:srgbClr val="007C9B"/>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2600" b="1">
                <a:solidFill>
                  <a:srgbClr val="007C9B"/>
                </a:solidFill>
                <a:latin typeface="Alibaba PuHuiTi 3.0 115 Black"/>
                <a:ea typeface="Alibaba PuHuiTi 3.0 115 Black"/>
                <a:cs typeface="Alibaba PuHuiTi 3.0 115 Black"/>
              </a:defRPr>
            </a:pPr>
            <a:r>
              <a:rPr sz="2600" b="1">
                <a:solidFill>
                  <a:srgbClr val="007C9B"/>
                </a:solidFill>
                <a:latin typeface="Alibaba PuHuiTi 3.0 115 Black"/>
                <a:ea typeface="Alibaba PuHuiTi 3.0 115 Black"/>
                <a:cs typeface="Alibaba PuHuiTi 3.0 115 Black"/>
              </a:rPr>
              <a:t>量化位数</a:t>
            </a:r>
          </a:p>
        </p:txBody>
      </p:sp>
      <p:sp>
        <p:nvSpPr>
          <p:cNvPr id="8" name="TextBox 7">
            <a:extLst xmlns:a="http://schemas.openxmlformats.org/drawingml/2006/main">
              <a:ext uri="{FF2B5EF4-FFF2-40B4-BE49-F238E27FC236}">
                <a16:creationId xmlns:a16="http://schemas.microsoft.com/office/drawing/2014/main" id="{AB0391E5-D9D7-413B-8DEA-0E3C604FA269}"/>
              </a:ext>
            </a:extLst>
          </p:cNvPr>
          <p:cNvSpPr>
            <a:spLocks xmlns:a="http://schemas.openxmlformats.org/drawingml/2006/main" noGrp="1"/>
          </p:cNvSpPr>
          <p:nvPr/>
        </p:nvSpPr>
        <p:spPr>
          <a:xfrm xmlns:a="http://schemas.openxmlformats.org/drawingml/2006/main">
            <a:off x="6364224" y="2468880"/>
            <a:ext cx="4937760"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每样本多少bit</a:t>
            </a:r>
          </a:p>
        </p:txBody>
      </p:sp>
      <p:sp>
        <p:nvSpPr>
          <p:cNvPr id="9" name="TextBox 8">
            <a:extLst xmlns:a="http://schemas.openxmlformats.org/drawingml/2006/main">
              <a:ext uri="{FF2B5EF4-FFF2-40B4-BE49-F238E27FC236}">
                <a16:creationId xmlns:a16="http://schemas.microsoft.com/office/drawing/2014/main" id="{88BD044E-32F3-43BB-B1B2-3A83D0EF8491}"/>
              </a:ext>
            </a:extLst>
          </p:cNvPr>
          <p:cNvSpPr>
            <a:spLocks xmlns:a="http://schemas.openxmlformats.org/drawingml/2006/main" noGrp="1"/>
          </p:cNvSpPr>
          <p:nvPr/>
        </p:nvSpPr>
        <p:spPr>
          <a:xfrm xmlns:a="http://schemas.openxmlformats.org/drawingml/2006/main">
            <a:off x="822960" y="3511296"/>
            <a:ext cx="4937760" cy="39624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600" b="1">
                <a:solidFill>
                  <a:srgbClr val="8C64E1"/>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2600" b="1">
                <a:solidFill>
                  <a:srgbClr val="8C64E1"/>
                </a:solidFill>
                <a:latin typeface="Alibaba PuHuiTi 3.0 115 Black"/>
                <a:ea typeface="Alibaba PuHuiTi 3.0 115 Black"/>
                <a:cs typeface="Alibaba PuHuiTi 3.0 115 Black"/>
              </a:defRPr>
            </a:pPr>
            <a:r>
              <a:rPr sz="2600" b="1">
                <a:solidFill>
                  <a:srgbClr val="8C64E1"/>
                </a:solidFill>
                <a:latin typeface="Alibaba PuHuiTi 3.0 115 Black"/>
                <a:ea typeface="Alibaba PuHuiTi 3.0 115 Black"/>
                <a:cs typeface="Alibaba PuHuiTi 3.0 115 Black"/>
              </a:rPr>
              <a:t>声道数</a:t>
            </a:r>
          </a:p>
        </p:txBody>
      </p:sp>
      <p:sp>
        <p:nvSpPr>
          <p:cNvPr id="10" name="TextBox 9">
            <a:extLst xmlns:a="http://schemas.openxmlformats.org/drawingml/2006/main">
              <a:ext uri="{FF2B5EF4-FFF2-40B4-BE49-F238E27FC236}">
                <a16:creationId xmlns:a16="http://schemas.microsoft.com/office/drawing/2014/main" id="{EC8E51FE-97BB-48A6-97CF-D6FD49598E38}"/>
              </a:ext>
            </a:extLst>
          </p:cNvPr>
          <p:cNvSpPr>
            <a:spLocks xmlns:a="http://schemas.openxmlformats.org/drawingml/2006/main" noGrp="1"/>
          </p:cNvSpPr>
          <p:nvPr/>
        </p:nvSpPr>
        <p:spPr>
          <a:xfrm xmlns:a="http://schemas.openxmlformats.org/drawingml/2006/main">
            <a:off x="822960" y="4096511"/>
            <a:ext cx="4937760"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同一时刻几路</a:t>
            </a:r>
          </a:p>
        </p:txBody>
      </p:sp>
      <p:sp>
        <p:nvSpPr>
          <p:cNvPr id="11" name="TextBox 10">
            <a:extLst xmlns:a="http://schemas.openxmlformats.org/drawingml/2006/main">
              <a:ext uri="{FF2B5EF4-FFF2-40B4-BE49-F238E27FC236}">
                <a16:creationId xmlns:a16="http://schemas.microsoft.com/office/drawing/2014/main" id="{2A098DBB-7E75-46A3-8FED-89395F02849C}"/>
              </a:ext>
            </a:extLst>
          </p:cNvPr>
          <p:cNvSpPr>
            <a:spLocks xmlns:a="http://schemas.openxmlformats.org/drawingml/2006/main" noGrp="1"/>
          </p:cNvSpPr>
          <p:nvPr/>
        </p:nvSpPr>
        <p:spPr>
          <a:xfrm xmlns:a="http://schemas.openxmlformats.org/drawingml/2006/main">
            <a:off x="6364224" y="3511296"/>
            <a:ext cx="4937760" cy="39624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600" b="1">
                <a:solidFill>
                  <a:srgbClr val="007C9B"/>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2600" b="1">
                <a:solidFill>
                  <a:srgbClr val="007C9B"/>
                </a:solidFill>
                <a:latin typeface="Alibaba PuHuiTi 3.0 115 Black"/>
                <a:ea typeface="Alibaba PuHuiTi 3.0 115 Black"/>
                <a:cs typeface="Alibaba PuHuiTi 3.0 115 Black"/>
              </a:defRPr>
            </a:pPr>
            <a:r>
              <a:rPr sz="2600" b="1">
                <a:solidFill>
                  <a:srgbClr val="007C9B"/>
                </a:solidFill>
                <a:latin typeface="Alibaba PuHuiTi 3.0 115 Black"/>
                <a:ea typeface="Alibaba PuHuiTi 3.0 115 Black"/>
                <a:cs typeface="Alibaba PuHuiTi 3.0 115 Black"/>
              </a:rPr>
              <a:t>时长</a:t>
            </a:r>
          </a:p>
        </p:txBody>
      </p:sp>
      <p:sp>
        <p:nvSpPr>
          <p:cNvPr id="12" name="TextBox 11">
            <a:extLst xmlns:a="http://schemas.openxmlformats.org/drawingml/2006/main">
              <a:ext uri="{FF2B5EF4-FFF2-40B4-BE49-F238E27FC236}">
                <a16:creationId xmlns:a16="http://schemas.microsoft.com/office/drawing/2014/main" id="{A644918A-AFDA-4380-BE9E-5007FA02ACE2}"/>
              </a:ext>
            </a:extLst>
          </p:cNvPr>
          <p:cNvSpPr>
            <a:spLocks xmlns:a="http://schemas.openxmlformats.org/drawingml/2006/main" noGrp="1"/>
          </p:cNvSpPr>
          <p:nvPr/>
        </p:nvSpPr>
        <p:spPr>
          <a:xfrm xmlns:a="http://schemas.openxmlformats.org/drawingml/2006/main">
            <a:off x="6364224" y="4096511"/>
            <a:ext cx="4937760"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持续多少秒</a:t>
            </a:r>
          </a:p>
        </p:txBody>
      </p:sp>
    </p:spTree>
    <p:extLst>
      <p:ext uri="{BB962C8B-B14F-4D97-AF65-F5344CB8AC3E}">
        <p14:creationId xmlns:p14="http://schemas.microsoft.com/office/powerpoint/2010/main" val="1237310941"/>
      </p:ext>
    </p:extLst>
  </p:cSld>
</p:sld>
</file>

<file path=ppt/slides/slide30.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C85ACEAD-BD65-458E-8374-8D6CCD0FACBC}"/>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B483D794-CE4E-4B5B-893C-A344ECDDF0B7}"/>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92AEE4A1-5E17-44FC-A009-85D8F8F4DDB4}"/>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先数样本，再数bit，最后换成Byte</a:t>
            </a:r>
          </a:p>
        </p:txBody>
      </p:sp>
      <p:sp>
        <p:nvSpPr>
          <p:cNvPr id="5" name="TextBox 4">
            <a:extLst xmlns:a="http://schemas.openxmlformats.org/drawingml/2006/main">
              <a:ext uri="{FF2B5EF4-FFF2-40B4-BE49-F238E27FC236}">
                <a16:creationId xmlns:a16="http://schemas.microsoft.com/office/drawing/2014/main" id="{CA222C35-F473-48D0-A7F0-756065CDAFF7}"/>
              </a:ext>
            </a:extLst>
          </p:cNvPr>
          <p:cNvSpPr>
            <a:spLocks xmlns:a="http://schemas.openxmlformats.org/drawingml/2006/main" noGrp="1"/>
          </p:cNvSpPr>
          <p:nvPr/>
        </p:nvSpPr>
        <p:spPr>
          <a:xfrm xmlns:a="http://schemas.openxmlformats.org/drawingml/2006/main">
            <a:off x="822960" y="2076450"/>
            <a:ext cx="10789920" cy="53340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5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2500" b="1">
                <a:solidFill>
                  <a:srgbClr val="262626"/>
                </a:solidFill>
                <a:latin typeface="Alibaba PuHuiTi 3.0 115 Black"/>
                <a:ea typeface="Alibaba PuHuiTi 3.0 115 Black"/>
                <a:cs typeface="Alibaba PuHuiTi 3.0 115 Black"/>
              </a:defRPr>
            </a:pPr>
            <a:r>
              <a:rPr sz="2500" b="1">
                <a:solidFill>
                  <a:srgbClr val="262626"/>
                </a:solidFill>
                <a:latin typeface="Alibaba PuHuiTi 3.0 115 Black"/>
                <a:ea typeface="Alibaba PuHuiTi 3.0 115 Black"/>
                <a:cs typeface="Alibaba PuHuiTi 3.0 115 Black"/>
              </a:rPr>
              <a:t>2 样本/秒 × 4 秒 × 1 声道 = 8 个样本</a:t>
            </a:r>
          </a:p>
        </p:txBody>
      </p:sp>
      <p:sp>
        <p:nvSpPr>
          <p:cNvPr id="6" name="Rectangle 5">
            <a:extLst xmlns:a="http://schemas.openxmlformats.org/drawingml/2006/main">
              <a:ext uri="{FF2B5EF4-FFF2-40B4-BE49-F238E27FC236}">
                <a16:creationId xmlns:a16="http://schemas.microsoft.com/office/drawing/2014/main" id="{C38ABDF1-0E25-46CA-8A3E-B6127CB9B413}"/>
              </a:ext>
            </a:extLst>
          </p:cNvPr>
          <p:cNvSpPr>
            <a:spLocks xmlns:a="http://schemas.openxmlformats.org/drawingml/2006/main" noGrp="1"/>
          </p:cNvSpPr>
          <p:nvPr/>
        </p:nvSpPr>
        <p:spPr>
          <a:xfrm xmlns:a="http://schemas.openxmlformats.org/drawingml/2006/main">
            <a:off x="941832" y="2761488"/>
            <a:ext cx="1024128" cy="768096"/>
          </a:xfrm>
          <a:prstGeom xmlns:a="http://schemas.openxmlformats.org/drawingml/2006/main" prst="rect">
            <a:avLst/>
          </a:prstGeom>
          <a:noFill xmlns:a="http://schemas.openxmlformats.org/drawingml/2006/main"/>
          <a:ln xmlns:a="http://schemas.openxmlformats.org/drawingml/2006/main" w="25400">
            <a:solidFill>
              <a:srgbClr val="8C64E1"/>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7" name="TextBox 6">
            <a:extLst xmlns:a="http://schemas.openxmlformats.org/drawingml/2006/main">
              <a:ext uri="{FF2B5EF4-FFF2-40B4-BE49-F238E27FC236}">
                <a16:creationId xmlns:a16="http://schemas.microsoft.com/office/drawing/2014/main" id="{0F466CB2-25A1-451A-936D-48199C10D9F1}"/>
              </a:ext>
            </a:extLst>
          </p:cNvPr>
          <p:cNvSpPr>
            <a:spLocks xmlns:a="http://schemas.openxmlformats.org/drawingml/2006/main" noGrp="1"/>
          </p:cNvSpPr>
          <p:nvPr/>
        </p:nvSpPr>
        <p:spPr>
          <a:xfrm xmlns:a="http://schemas.openxmlformats.org/drawingml/2006/main">
            <a:off x="1060704" y="2999232"/>
            <a:ext cx="896112"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200" b="1">
                <a:solidFill>
                  <a:srgbClr val="8C64E1"/>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2200" b="1">
                <a:solidFill>
                  <a:srgbClr val="8C64E1"/>
                </a:solidFill>
                <a:latin typeface="Alibaba PuHuiTi 3.0 115 Black"/>
                <a:ea typeface="Alibaba PuHuiTi 3.0 115 Black"/>
                <a:cs typeface="Alibaba PuHuiTi 3.0 115 Black"/>
              </a:defRPr>
            </a:pPr>
            <a:r>
              <a:rPr sz="2200" b="1">
                <a:solidFill>
                  <a:srgbClr val="8C64E1"/>
                </a:solidFill>
                <a:latin typeface="Alibaba PuHuiTi 3.0 115 Black"/>
                <a:ea typeface="Alibaba PuHuiTi 3.0 115 Black"/>
                <a:cs typeface="Alibaba PuHuiTi 3.0 115 Black"/>
              </a:rPr>
              <a:t>3 bit</a:t>
            </a:r>
          </a:p>
        </p:txBody>
      </p:sp>
      <p:sp>
        <p:nvSpPr>
          <p:cNvPr id="8" name="Rectangle 7">
            <a:extLst xmlns:a="http://schemas.openxmlformats.org/drawingml/2006/main">
              <a:ext uri="{FF2B5EF4-FFF2-40B4-BE49-F238E27FC236}">
                <a16:creationId xmlns:a16="http://schemas.microsoft.com/office/drawing/2014/main" id="{4C52E847-DBCE-45D1-AD2D-3355CFF51A66}"/>
              </a:ext>
            </a:extLst>
          </p:cNvPr>
          <p:cNvSpPr>
            <a:spLocks xmlns:a="http://schemas.openxmlformats.org/drawingml/2006/main" noGrp="1"/>
          </p:cNvSpPr>
          <p:nvPr/>
        </p:nvSpPr>
        <p:spPr>
          <a:xfrm xmlns:a="http://schemas.openxmlformats.org/drawingml/2006/main">
            <a:off x="2231136" y="2761488"/>
            <a:ext cx="1024128" cy="768096"/>
          </a:xfrm>
          <a:prstGeom xmlns:a="http://schemas.openxmlformats.org/drawingml/2006/main" prst="rect">
            <a:avLst/>
          </a:prstGeom>
          <a:noFill xmlns:a="http://schemas.openxmlformats.org/drawingml/2006/main"/>
          <a:ln xmlns:a="http://schemas.openxmlformats.org/drawingml/2006/main" w="25400">
            <a:solidFill>
              <a:srgbClr val="8C64E1"/>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9" name="TextBox 8">
            <a:extLst xmlns:a="http://schemas.openxmlformats.org/drawingml/2006/main">
              <a:ext uri="{FF2B5EF4-FFF2-40B4-BE49-F238E27FC236}">
                <a16:creationId xmlns:a16="http://schemas.microsoft.com/office/drawing/2014/main" id="{DCA911DC-D749-4053-B49D-C18EAD1C06A4}"/>
              </a:ext>
            </a:extLst>
          </p:cNvPr>
          <p:cNvSpPr>
            <a:spLocks xmlns:a="http://schemas.openxmlformats.org/drawingml/2006/main" noGrp="1"/>
          </p:cNvSpPr>
          <p:nvPr/>
        </p:nvSpPr>
        <p:spPr>
          <a:xfrm xmlns:a="http://schemas.openxmlformats.org/drawingml/2006/main">
            <a:off x="2350008" y="2999232"/>
            <a:ext cx="896112"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200" b="1">
                <a:solidFill>
                  <a:srgbClr val="8C64E1"/>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2200" b="1">
                <a:solidFill>
                  <a:srgbClr val="8C64E1"/>
                </a:solidFill>
                <a:latin typeface="Alibaba PuHuiTi 3.0 115 Black"/>
                <a:ea typeface="Alibaba PuHuiTi 3.0 115 Black"/>
                <a:cs typeface="Alibaba PuHuiTi 3.0 115 Black"/>
              </a:defRPr>
            </a:pPr>
            <a:r>
              <a:rPr sz="2200" b="1">
                <a:solidFill>
                  <a:srgbClr val="8C64E1"/>
                </a:solidFill>
                <a:latin typeface="Alibaba PuHuiTi 3.0 115 Black"/>
                <a:ea typeface="Alibaba PuHuiTi 3.0 115 Black"/>
                <a:cs typeface="Alibaba PuHuiTi 3.0 115 Black"/>
              </a:rPr>
              <a:t>3 bit</a:t>
            </a:r>
          </a:p>
        </p:txBody>
      </p:sp>
      <p:sp>
        <p:nvSpPr>
          <p:cNvPr id="10" name="Rectangle 9">
            <a:extLst xmlns:a="http://schemas.openxmlformats.org/drawingml/2006/main">
              <a:ext uri="{FF2B5EF4-FFF2-40B4-BE49-F238E27FC236}">
                <a16:creationId xmlns:a16="http://schemas.microsoft.com/office/drawing/2014/main" id="{EE7AB331-4A84-40F5-924C-29BEECEC4D20}"/>
              </a:ext>
            </a:extLst>
          </p:cNvPr>
          <p:cNvSpPr>
            <a:spLocks xmlns:a="http://schemas.openxmlformats.org/drawingml/2006/main" noGrp="1"/>
          </p:cNvSpPr>
          <p:nvPr/>
        </p:nvSpPr>
        <p:spPr>
          <a:xfrm xmlns:a="http://schemas.openxmlformats.org/drawingml/2006/main">
            <a:off x="3520439" y="2761488"/>
            <a:ext cx="1024128" cy="768096"/>
          </a:xfrm>
          <a:prstGeom xmlns:a="http://schemas.openxmlformats.org/drawingml/2006/main" prst="rect">
            <a:avLst/>
          </a:prstGeom>
          <a:noFill xmlns:a="http://schemas.openxmlformats.org/drawingml/2006/main"/>
          <a:ln xmlns:a="http://schemas.openxmlformats.org/drawingml/2006/main" w="25400">
            <a:solidFill>
              <a:srgbClr val="8C64E1"/>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1" name="TextBox 10">
            <a:extLst xmlns:a="http://schemas.openxmlformats.org/drawingml/2006/main">
              <a:ext uri="{FF2B5EF4-FFF2-40B4-BE49-F238E27FC236}">
                <a16:creationId xmlns:a16="http://schemas.microsoft.com/office/drawing/2014/main" id="{60C4F071-56C6-48BA-8586-450A86884894}"/>
              </a:ext>
            </a:extLst>
          </p:cNvPr>
          <p:cNvSpPr>
            <a:spLocks xmlns:a="http://schemas.openxmlformats.org/drawingml/2006/main" noGrp="1"/>
          </p:cNvSpPr>
          <p:nvPr/>
        </p:nvSpPr>
        <p:spPr>
          <a:xfrm xmlns:a="http://schemas.openxmlformats.org/drawingml/2006/main">
            <a:off x="3639311" y="2999232"/>
            <a:ext cx="896112"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200" b="1">
                <a:solidFill>
                  <a:srgbClr val="8C64E1"/>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2200" b="1">
                <a:solidFill>
                  <a:srgbClr val="8C64E1"/>
                </a:solidFill>
                <a:latin typeface="Alibaba PuHuiTi 3.0 115 Black"/>
                <a:ea typeface="Alibaba PuHuiTi 3.0 115 Black"/>
                <a:cs typeface="Alibaba PuHuiTi 3.0 115 Black"/>
              </a:defRPr>
            </a:pPr>
            <a:r>
              <a:rPr sz="2200" b="1">
                <a:solidFill>
                  <a:srgbClr val="8C64E1"/>
                </a:solidFill>
                <a:latin typeface="Alibaba PuHuiTi 3.0 115 Black"/>
                <a:ea typeface="Alibaba PuHuiTi 3.0 115 Black"/>
                <a:cs typeface="Alibaba PuHuiTi 3.0 115 Black"/>
              </a:rPr>
              <a:t>3 bit</a:t>
            </a:r>
          </a:p>
        </p:txBody>
      </p:sp>
      <p:sp>
        <p:nvSpPr>
          <p:cNvPr id="12" name="Rectangle 11">
            <a:extLst xmlns:a="http://schemas.openxmlformats.org/drawingml/2006/main">
              <a:ext uri="{FF2B5EF4-FFF2-40B4-BE49-F238E27FC236}">
                <a16:creationId xmlns:a16="http://schemas.microsoft.com/office/drawing/2014/main" id="{6164B45A-DF45-4D45-891C-61B0A0E2B073}"/>
              </a:ext>
            </a:extLst>
          </p:cNvPr>
          <p:cNvSpPr>
            <a:spLocks xmlns:a="http://schemas.openxmlformats.org/drawingml/2006/main" noGrp="1"/>
          </p:cNvSpPr>
          <p:nvPr/>
        </p:nvSpPr>
        <p:spPr>
          <a:xfrm xmlns:a="http://schemas.openxmlformats.org/drawingml/2006/main">
            <a:off x="4809744" y="2761488"/>
            <a:ext cx="1024128" cy="768096"/>
          </a:xfrm>
          <a:prstGeom xmlns:a="http://schemas.openxmlformats.org/drawingml/2006/main" prst="rect">
            <a:avLst/>
          </a:prstGeom>
          <a:noFill xmlns:a="http://schemas.openxmlformats.org/drawingml/2006/main"/>
          <a:ln xmlns:a="http://schemas.openxmlformats.org/drawingml/2006/main" w="25400">
            <a:solidFill>
              <a:srgbClr val="8C64E1"/>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3" name="TextBox 12">
            <a:extLst xmlns:a="http://schemas.openxmlformats.org/drawingml/2006/main">
              <a:ext uri="{FF2B5EF4-FFF2-40B4-BE49-F238E27FC236}">
                <a16:creationId xmlns:a16="http://schemas.microsoft.com/office/drawing/2014/main" id="{C68F53FF-826B-4C19-A5F0-E037997E39CE}"/>
              </a:ext>
            </a:extLst>
          </p:cNvPr>
          <p:cNvSpPr>
            <a:spLocks xmlns:a="http://schemas.openxmlformats.org/drawingml/2006/main" noGrp="1"/>
          </p:cNvSpPr>
          <p:nvPr/>
        </p:nvSpPr>
        <p:spPr>
          <a:xfrm xmlns:a="http://schemas.openxmlformats.org/drawingml/2006/main">
            <a:off x="4928616" y="2999232"/>
            <a:ext cx="896112"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200" b="1">
                <a:solidFill>
                  <a:srgbClr val="8C64E1"/>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2200" b="1">
                <a:solidFill>
                  <a:srgbClr val="8C64E1"/>
                </a:solidFill>
                <a:latin typeface="Alibaba PuHuiTi 3.0 115 Black"/>
                <a:ea typeface="Alibaba PuHuiTi 3.0 115 Black"/>
                <a:cs typeface="Alibaba PuHuiTi 3.0 115 Black"/>
              </a:defRPr>
            </a:pPr>
            <a:r>
              <a:rPr sz="2200" b="1">
                <a:solidFill>
                  <a:srgbClr val="8C64E1"/>
                </a:solidFill>
                <a:latin typeface="Alibaba PuHuiTi 3.0 115 Black"/>
                <a:ea typeface="Alibaba PuHuiTi 3.0 115 Black"/>
                <a:cs typeface="Alibaba PuHuiTi 3.0 115 Black"/>
              </a:rPr>
              <a:t>3 bit</a:t>
            </a:r>
          </a:p>
        </p:txBody>
      </p:sp>
      <p:sp>
        <p:nvSpPr>
          <p:cNvPr id="14" name="Rectangle 13">
            <a:extLst xmlns:a="http://schemas.openxmlformats.org/drawingml/2006/main">
              <a:ext uri="{FF2B5EF4-FFF2-40B4-BE49-F238E27FC236}">
                <a16:creationId xmlns:a16="http://schemas.microsoft.com/office/drawing/2014/main" id="{7CB55757-E4B5-451D-914C-88AB5020C7E3}"/>
              </a:ext>
            </a:extLst>
          </p:cNvPr>
          <p:cNvSpPr>
            <a:spLocks xmlns:a="http://schemas.openxmlformats.org/drawingml/2006/main" noGrp="1"/>
          </p:cNvSpPr>
          <p:nvPr/>
        </p:nvSpPr>
        <p:spPr>
          <a:xfrm xmlns:a="http://schemas.openxmlformats.org/drawingml/2006/main">
            <a:off x="6099048" y="2761488"/>
            <a:ext cx="1024128" cy="768096"/>
          </a:xfrm>
          <a:prstGeom xmlns:a="http://schemas.openxmlformats.org/drawingml/2006/main" prst="rect">
            <a:avLst/>
          </a:prstGeom>
          <a:noFill xmlns:a="http://schemas.openxmlformats.org/drawingml/2006/main"/>
          <a:ln xmlns:a="http://schemas.openxmlformats.org/drawingml/2006/main" w="25400">
            <a:solidFill>
              <a:srgbClr val="8C64E1"/>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5" name="TextBox 14">
            <a:extLst xmlns:a="http://schemas.openxmlformats.org/drawingml/2006/main">
              <a:ext uri="{FF2B5EF4-FFF2-40B4-BE49-F238E27FC236}">
                <a16:creationId xmlns:a16="http://schemas.microsoft.com/office/drawing/2014/main" id="{BB54934C-F3A6-43CE-AC75-732F477B8F7F}"/>
              </a:ext>
            </a:extLst>
          </p:cNvPr>
          <p:cNvSpPr>
            <a:spLocks xmlns:a="http://schemas.openxmlformats.org/drawingml/2006/main" noGrp="1"/>
          </p:cNvSpPr>
          <p:nvPr/>
        </p:nvSpPr>
        <p:spPr>
          <a:xfrm xmlns:a="http://schemas.openxmlformats.org/drawingml/2006/main">
            <a:off x="6217920" y="2999232"/>
            <a:ext cx="896112"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200" b="1">
                <a:solidFill>
                  <a:srgbClr val="8C64E1"/>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2200" b="1">
                <a:solidFill>
                  <a:srgbClr val="8C64E1"/>
                </a:solidFill>
                <a:latin typeface="Alibaba PuHuiTi 3.0 115 Black"/>
                <a:ea typeface="Alibaba PuHuiTi 3.0 115 Black"/>
                <a:cs typeface="Alibaba PuHuiTi 3.0 115 Black"/>
              </a:defRPr>
            </a:pPr>
            <a:r>
              <a:rPr sz="2200" b="1">
                <a:solidFill>
                  <a:srgbClr val="8C64E1"/>
                </a:solidFill>
                <a:latin typeface="Alibaba PuHuiTi 3.0 115 Black"/>
                <a:ea typeface="Alibaba PuHuiTi 3.0 115 Black"/>
                <a:cs typeface="Alibaba PuHuiTi 3.0 115 Black"/>
              </a:rPr>
              <a:t>3 bit</a:t>
            </a:r>
          </a:p>
        </p:txBody>
      </p:sp>
      <p:sp>
        <p:nvSpPr>
          <p:cNvPr id="16" name="Rectangle 15">
            <a:extLst xmlns:a="http://schemas.openxmlformats.org/drawingml/2006/main">
              <a:ext uri="{FF2B5EF4-FFF2-40B4-BE49-F238E27FC236}">
                <a16:creationId xmlns:a16="http://schemas.microsoft.com/office/drawing/2014/main" id="{8017E0A5-3442-45AF-A91D-BF010999F5B9}"/>
              </a:ext>
            </a:extLst>
          </p:cNvPr>
          <p:cNvSpPr>
            <a:spLocks xmlns:a="http://schemas.openxmlformats.org/drawingml/2006/main" noGrp="1"/>
          </p:cNvSpPr>
          <p:nvPr/>
        </p:nvSpPr>
        <p:spPr>
          <a:xfrm xmlns:a="http://schemas.openxmlformats.org/drawingml/2006/main">
            <a:off x="7388352" y="2761488"/>
            <a:ext cx="1024128" cy="768096"/>
          </a:xfrm>
          <a:prstGeom xmlns:a="http://schemas.openxmlformats.org/drawingml/2006/main" prst="rect">
            <a:avLst/>
          </a:prstGeom>
          <a:noFill xmlns:a="http://schemas.openxmlformats.org/drawingml/2006/main"/>
          <a:ln xmlns:a="http://schemas.openxmlformats.org/drawingml/2006/main" w="25400">
            <a:solidFill>
              <a:srgbClr val="8C64E1"/>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7" name="TextBox 16">
            <a:extLst xmlns:a="http://schemas.openxmlformats.org/drawingml/2006/main">
              <a:ext uri="{FF2B5EF4-FFF2-40B4-BE49-F238E27FC236}">
                <a16:creationId xmlns:a16="http://schemas.microsoft.com/office/drawing/2014/main" id="{10169B95-F358-4396-A184-5641B18D553D}"/>
              </a:ext>
            </a:extLst>
          </p:cNvPr>
          <p:cNvSpPr>
            <a:spLocks xmlns:a="http://schemas.openxmlformats.org/drawingml/2006/main" noGrp="1"/>
          </p:cNvSpPr>
          <p:nvPr/>
        </p:nvSpPr>
        <p:spPr>
          <a:xfrm xmlns:a="http://schemas.openxmlformats.org/drawingml/2006/main">
            <a:off x="7507224" y="2999232"/>
            <a:ext cx="896112"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200" b="1">
                <a:solidFill>
                  <a:srgbClr val="8C64E1"/>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2200" b="1">
                <a:solidFill>
                  <a:srgbClr val="8C64E1"/>
                </a:solidFill>
                <a:latin typeface="Alibaba PuHuiTi 3.0 115 Black"/>
                <a:ea typeface="Alibaba PuHuiTi 3.0 115 Black"/>
                <a:cs typeface="Alibaba PuHuiTi 3.0 115 Black"/>
              </a:defRPr>
            </a:pPr>
            <a:r>
              <a:rPr sz="2200" b="1">
                <a:solidFill>
                  <a:srgbClr val="8C64E1"/>
                </a:solidFill>
                <a:latin typeface="Alibaba PuHuiTi 3.0 115 Black"/>
                <a:ea typeface="Alibaba PuHuiTi 3.0 115 Black"/>
                <a:cs typeface="Alibaba PuHuiTi 3.0 115 Black"/>
              </a:rPr>
              <a:t>3 bit</a:t>
            </a:r>
          </a:p>
        </p:txBody>
      </p:sp>
      <p:sp>
        <p:nvSpPr>
          <p:cNvPr id="18" name="Rectangle 17">
            <a:extLst xmlns:a="http://schemas.openxmlformats.org/drawingml/2006/main">
              <a:ext uri="{FF2B5EF4-FFF2-40B4-BE49-F238E27FC236}">
                <a16:creationId xmlns:a16="http://schemas.microsoft.com/office/drawing/2014/main" id="{1CC848D8-D4A3-4D04-BBE2-D9D16F968991}"/>
              </a:ext>
            </a:extLst>
          </p:cNvPr>
          <p:cNvSpPr>
            <a:spLocks xmlns:a="http://schemas.openxmlformats.org/drawingml/2006/main" noGrp="1"/>
          </p:cNvSpPr>
          <p:nvPr/>
        </p:nvSpPr>
        <p:spPr>
          <a:xfrm xmlns:a="http://schemas.openxmlformats.org/drawingml/2006/main">
            <a:off x="8677655" y="2761488"/>
            <a:ext cx="1024128" cy="768096"/>
          </a:xfrm>
          <a:prstGeom xmlns:a="http://schemas.openxmlformats.org/drawingml/2006/main" prst="rect">
            <a:avLst/>
          </a:prstGeom>
          <a:noFill xmlns:a="http://schemas.openxmlformats.org/drawingml/2006/main"/>
          <a:ln xmlns:a="http://schemas.openxmlformats.org/drawingml/2006/main" w="25400">
            <a:solidFill>
              <a:srgbClr val="8C64E1"/>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9" name="TextBox 18">
            <a:extLst xmlns:a="http://schemas.openxmlformats.org/drawingml/2006/main">
              <a:ext uri="{FF2B5EF4-FFF2-40B4-BE49-F238E27FC236}">
                <a16:creationId xmlns:a16="http://schemas.microsoft.com/office/drawing/2014/main" id="{3DD43CA4-4CDA-4163-8D53-968E606B09BC}"/>
              </a:ext>
            </a:extLst>
          </p:cNvPr>
          <p:cNvSpPr>
            <a:spLocks xmlns:a="http://schemas.openxmlformats.org/drawingml/2006/main" noGrp="1"/>
          </p:cNvSpPr>
          <p:nvPr/>
        </p:nvSpPr>
        <p:spPr>
          <a:xfrm xmlns:a="http://schemas.openxmlformats.org/drawingml/2006/main">
            <a:off x="8796528" y="2999232"/>
            <a:ext cx="896112"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200" b="1">
                <a:solidFill>
                  <a:srgbClr val="8C64E1"/>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2200" b="1">
                <a:solidFill>
                  <a:srgbClr val="8C64E1"/>
                </a:solidFill>
                <a:latin typeface="Alibaba PuHuiTi 3.0 115 Black"/>
                <a:ea typeface="Alibaba PuHuiTi 3.0 115 Black"/>
                <a:cs typeface="Alibaba PuHuiTi 3.0 115 Black"/>
              </a:defRPr>
            </a:pPr>
            <a:r>
              <a:rPr sz="2200" b="1">
                <a:solidFill>
                  <a:srgbClr val="8C64E1"/>
                </a:solidFill>
                <a:latin typeface="Alibaba PuHuiTi 3.0 115 Black"/>
                <a:ea typeface="Alibaba PuHuiTi 3.0 115 Black"/>
                <a:cs typeface="Alibaba PuHuiTi 3.0 115 Black"/>
              </a:rPr>
              <a:t>3 bit</a:t>
            </a:r>
          </a:p>
        </p:txBody>
      </p:sp>
      <p:sp>
        <p:nvSpPr>
          <p:cNvPr id="20" name="Rectangle 19">
            <a:extLst xmlns:a="http://schemas.openxmlformats.org/drawingml/2006/main">
              <a:ext uri="{FF2B5EF4-FFF2-40B4-BE49-F238E27FC236}">
                <a16:creationId xmlns:a16="http://schemas.microsoft.com/office/drawing/2014/main" id="{9FDB4B15-172C-4E16-A637-E4911200AB30}"/>
              </a:ext>
            </a:extLst>
          </p:cNvPr>
          <p:cNvSpPr>
            <a:spLocks xmlns:a="http://schemas.openxmlformats.org/drawingml/2006/main" noGrp="1"/>
          </p:cNvSpPr>
          <p:nvPr/>
        </p:nvSpPr>
        <p:spPr>
          <a:xfrm xmlns:a="http://schemas.openxmlformats.org/drawingml/2006/main">
            <a:off x="9966959" y="2761488"/>
            <a:ext cx="1024128" cy="768096"/>
          </a:xfrm>
          <a:prstGeom xmlns:a="http://schemas.openxmlformats.org/drawingml/2006/main" prst="rect">
            <a:avLst/>
          </a:prstGeom>
          <a:noFill xmlns:a="http://schemas.openxmlformats.org/drawingml/2006/main"/>
          <a:ln xmlns:a="http://schemas.openxmlformats.org/drawingml/2006/main" w="25400">
            <a:solidFill>
              <a:srgbClr val="8C64E1"/>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1" name="TextBox 20">
            <a:extLst xmlns:a="http://schemas.openxmlformats.org/drawingml/2006/main">
              <a:ext uri="{FF2B5EF4-FFF2-40B4-BE49-F238E27FC236}">
                <a16:creationId xmlns:a16="http://schemas.microsoft.com/office/drawing/2014/main" id="{3DD44E37-4E79-4AC6-9FC3-27BEF79CA0ED}"/>
              </a:ext>
            </a:extLst>
          </p:cNvPr>
          <p:cNvSpPr>
            <a:spLocks xmlns:a="http://schemas.openxmlformats.org/drawingml/2006/main" noGrp="1"/>
          </p:cNvSpPr>
          <p:nvPr/>
        </p:nvSpPr>
        <p:spPr>
          <a:xfrm xmlns:a="http://schemas.openxmlformats.org/drawingml/2006/main">
            <a:off x="10085832" y="2999232"/>
            <a:ext cx="896112"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200" b="1">
                <a:solidFill>
                  <a:srgbClr val="8C64E1"/>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2200" b="1">
                <a:solidFill>
                  <a:srgbClr val="8C64E1"/>
                </a:solidFill>
                <a:latin typeface="Alibaba PuHuiTi 3.0 115 Black"/>
                <a:ea typeface="Alibaba PuHuiTi 3.0 115 Black"/>
                <a:cs typeface="Alibaba PuHuiTi 3.0 115 Black"/>
              </a:defRPr>
            </a:pPr>
            <a:r>
              <a:rPr sz="2200" b="1">
                <a:solidFill>
                  <a:srgbClr val="8C64E1"/>
                </a:solidFill>
                <a:latin typeface="Alibaba PuHuiTi 3.0 115 Black"/>
                <a:ea typeface="Alibaba PuHuiTi 3.0 115 Black"/>
                <a:cs typeface="Alibaba PuHuiTi 3.0 115 Black"/>
              </a:rPr>
              <a:t>3 bit</a:t>
            </a:r>
          </a:p>
        </p:txBody>
      </p:sp>
      <p:sp>
        <p:nvSpPr>
          <p:cNvPr id="22" name="TextBox 21">
            <a:extLst xmlns:a="http://schemas.openxmlformats.org/drawingml/2006/main">
              <a:ext uri="{FF2B5EF4-FFF2-40B4-BE49-F238E27FC236}">
                <a16:creationId xmlns:a16="http://schemas.microsoft.com/office/drawing/2014/main" id="{04E3ABDC-8723-43B3-962B-2F2015466408}"/>
              </a:ext>
            </a:extLst>
          </p:cNvPr>
          <p:cNvSpPr>
            <a:spLocks xmlns:a="http://schemas.openxmlformats.org/drawingml/2006/main" noGrp="1"/>
          </p:cNvSpPr>
          <p:nvPr/>
        </p:nvSpPr>
        <p:spPr>
          <a:xfrm xmlns:a="http://schemas.openxmlformats.org/drawingml/2006/main">
            <a:off x="832104" y="4389120"/>
            <a:ext cx="10698480" cy="4114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700" b="1">
                <a:solidFill>
                  <a:srgbClr val="007C9B"/>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2700" b="1">
                <a:solidFill>
                  <a:srgbClr val="007C9B"/>
                </a:solidFill>
                <a:latin typeface="Alibaba PuHuiTi 3.0 115 Black"/>
                <a:ea typeface="Alibaba PuHuiTi 3.0 115 Black"/>
                <a:cs typeface="Alibaba PuHuiTi 3.0 115 Black"/>
              </a:defRPr>
            </a:pPr>
            <a:r>
              <a:rPr sz="2700" b="1">
                <a:solidFill>
                  <a:srgbClr val="007C9B"/>
                </a:solidFill>
                <a:latin typeface="Alibaba PuHuiTi 3.0 115 Black"/>
                <a:ea typeface="Alibaba PuHuiTi 3.0 115 Black"/>
                <a:cs typeface="Alibaba PuHuiTi 3.0 115 Black"/>
              </a:rPr>
              <a:t>8 个样本 × 3 bit = 24 bit = 3 Byte</a:t>
            </a:r>
          </a:p>
        </p:txBody>
      </p:sp>
      <p:sp>
        <p:nvSpPr>
          <p:cNvPr id="23" name="TextBox 22">
            <a:extLst xmlns:a="http://schemas.openxmlformats.org/drawingml/2006/main">
              <a:ext uri="{FF2B5EF4-FFF2-40B4-BE49-F238E27FC236}">
                <a16:creationId xmlns:a16="http://schemas.microsoft.com/office/drawing/2014/main" id="{228D9069-CDDE-4666-91A6-16BE6C51E39A}"/>
              </a:ext>
            </a:extLst>
          </p:cNvPr>
          <p:cNvSpPr>
            <a:spLocks xmlns:a="http://schemas.openxmlformats.org/drawingml/2006/main" noGrp="1"/>
          </p:cNvSpPr>
          <p:nvPr/>
        </p:nvSpPr>
        <p:spPr>
          <a:xfrm xmlns:a="http://schemas.openxmlformats.org/drawingml/2006/main">
            <a:off x="777240" y="5879592"/>
            <a:ext cx="10789920" cy="33528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不同声道要各自记录样本；声道数翻倍，未压缩样本数据量也翻倍。</a:t>
            </a:r>
          </a:p>
        </p:txBody>
      </p:sp>
      <p:sp>
        <p:nvSpPr>
          <p:cNvPr id="24" name="packed-model-condition">
            <a:extLst xmlns:a="http://schemas.openxmlformats.org/drawingml/2006/main">
              <a:ext uri="{FF2B5EF4-FFF2-40B4-BE49-F238E27FC236}">
                <a16:creationId xmlns:a16="http://schemas.microsoft.com/office/drawing/2014/main" id="{3EC7DFC6-2787-4CD5-9AB6-6152ADFCA1AC}"/>
              </a:ext>
            </a:extLst>
          </p:cNvPr>
          <p:cNvSpPr>
            <a:spLocks xmlns:a="http://schemas.openxmlformats.org/drawingml/2006/main" noGrp="1"/>
          </p:cNvSpPr>
          <p:nvPr/>
        </p:nvSpPr>
        <p:spPr>
          <a:xfrm xmlns:a="http://schemas.openxmlformats.org/drawingml/2006/main">
            <a:off x="609600" y="1485900"/>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3bit教学模型：码字连续打包；不是实际16bit PCM文件。</a:t>
            </a:r>
          </a:p>
        </p:txBody>
      </p:sp>
    </p:spTree>
    <p:extLst>
      <p:ext uri="{BB962C8B-B14F-4D97-AF65-F5344CB8AC3E}">
        <p14:creationId xmlns:p14="http://schemas.microsoft.com/office/powerpoint/2010/main" val="988655443"/>
      </p:ext>
    </p:extLst>
  </p:cSld>
</p:sld>
</file>

<file path=ppt/slides/slide31.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41F3E7FD-73DA-4844-944C-2285F0FB773C}"/>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37D42B4A-3AE5-4F03-82DD-F0B6DBDA58B5}"/>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CF6CCA1E-E55B-46D0-A61E-695D806BB505}"/>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未压缩PCM数据量公式，从哪里来？</a:t>
            </a:r>
          </a:p>
        </p:txBody>
      </p:sp>
      <p:sp>
        <p:nvSpPr>
          <p:cNvPr id="5" name="text">
            <a:extLst xmlns:a="http://schemas.openxmlformats.org/drawingml/2006/main">
              <a:ext uri="{FF2B5EF4-FFF2-40B4-BE49-F238E27FC236}">
                <a16:creationId xmlns:a16="http://schemas.microsoft.com/office/drawing/2014/main" id="{3088057E-027E-49DE-9423-F3C48714B5F4}"/>
              </a:ext>
            </a:extLst>
          </p:cNvPr>
          <p:cNvSpPr>
            <a:spLocks xmlns:a="http://schemas.openxmlformats.org/drawingml/2006/main" noGrp="1"/>
          </p:cNvSpPr>
          <p:nvPr/>
        </p:nvSpPr>
        <p:spPr>
          <a:xfrm xmlns:a="http://schemas.openxmlformats.org/drawingml/2006/main">
            <a:off x="609600" y="1581150"/>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未压缩、固定存储位宽；先算样本数量，再算每份大小。</a:t>
            </a:r>
          </a:p>
        </p:txBody>
      </p:sp>
      <p:sp>
        <p:nvSpPr>
          <p:cNvPr id="6" name="count-heading">
            <a:extLst xmlns:a="http://schemas.openxmlformats.org/drawingml/2006/main">
              <a:ext uri="{FF2B5EF4-FFF2-40B4-BE49-F238E27FC236}">
                <a16:creationId xmlns:a16="http://schemas.microsoft.com/office/drawing/2014/main" id="{20BAAC1E-C61A-459A-874C-84076D4E2513}"/>
              </a:ext>
            </a:extLst>
          </p:cNvPr>
          <p:cNvSpPr>
            <a:spLocks xmlns:a="http://schemas.openxmlformats.org/drawingml/2006/main" noGrp="1"/>
          </p:cNvSpPr>
          <p:nvPr/>
        </p:nvSpPr>
        <p:spPr>
          <a:xfrm xmlns:a="http://schemas.openxmlformats.org/drawingml/2006/main">
            <a:off x="609600" y="2628900"/>
            <a:ext cx="4572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400" b="1">
                <a:solidFill>
                  <a:srgbClr val="8C64E1"/>
                </a:solidFill>
                <a:latin typeface="Alibaba PuHuiTi 3.0 115 Black"/>
                <a:ea typeface="Alibaba PuHuiTi 3.0 115 Black"/>
                <a:cs typeface="Alibaba PuHuiTi 3.0 115 Black"/>
              </a:defRPr>
            </a:defPPr>
          </a:lstStyle>
          <a:p xmlns:a="http://schemas.openxmlformats.org/drawingml/2006/main">
            <a:pPr algn="l">
              <a:defRPr sz="2400" b="1">
                <a:solidFill>
                  <a:srgbClr val="8C64E1"/>
                </a:solidFill>
                <a:latin typeface="Alibaba PuHuiTi 3.0 115 Black"/>
                <a:ea typeface="Alibaba PuHuiTi 3.0 115 Black"/>
                <a:cs typeface="Alibaba PuHuiTi 3.0 115 Black"/>
              </a:defRPr>
            </a:pPr>
            <a:r>
              <a:rPr sz="2400" b="1">
                <a:solidFill>
                  <a:srgbClr val="8C64E1"/>
                </a:solidFill>
                <a:latin typeface="Alibaba PuHuiTi 3.0 115 Black"/>
                <a:ea typeface="Alibaba PuHuiTi 3.0 115 Black"/>
                <a:cs typeface="Alibaba PuHuiTi 3.0 115 Black"/>
              </a:rPr>
              <a:t>每声道样本数</a:t>
            </a:r>
          </a:p>
        </p:txBody>
      </p:sp>
      <p:sp>
        <p:nvSpPr>
          <p:cNvPr id="7" name="count-factors">
            <a:extLst xmlns:a="http://schemas.openxmlformats.org/drawingml/2006/main">
              <a:ext uri="{FF2B5EF4-FFF2-40B4-BE49-F238E27FC236}">
                <a16:creationId xmlns:a16="http://schemas.microsoft.com/office/drawing/2014/main" id="{3518E8AC-6ABB-46AC-AD2D-00756B57CC50}"/>
              </a:ext>
            </a:extLst>
          </p:cNvPr>
          <p:cNvSpPr>
            <a:spLocks xmlns:a="http://schemas.openxmlformats.org/drawingml/2006/main" noGrp="1"/>
          </p:cNvSpPr>
          <p:nvPr/>
        </p:nvSpPr>
        <p:spPr>
          <a:xfrm xmlns:a="http://schemas.openxmlformats.org/drawingml/2006/main">
            <a:off x="609600" y="3276600"/>
            <a:ext cx="4572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700" b="1">
                <a:solidFill>
                  <a:srgbClr val="262626"/>
                </a:solidFill>
                <a:latin typeface="Alibaba PuHuiTi 3.0 115 Black"/>
                <a:ea typeface="Alibaba PuHuiTi 3.0 115 Black"/>
                <a:cs typeface="Alibaba PuHuiTi 3.0 115 Black"/>
              </a:defRPr>
            </a:defPPr>
          </a:lstStyle>
          <a:p xmlns:a="http://schemas.openxmlformats.org/drawingml/2006/main">
            <a:pPr algn="l">
              <a:defRPr sz="2700" b="1">
                <a:solidFill>
                  <a:srgbClr val="262626"/>
                </a:solidFill>
                <a:latin typeface="Alibaba PuHuiTi 3.0 115 Black"/>
                <a:ea typeface="Alibaba PuHuiTi 3.0 115 Black"/>
                <a:cs typeface="Alibaba PuHuiTi 3.0 115 Black"/>
              </a:defRPr>
            </a:pPr>
            <a:r>
              <a:rPr sz="2700" b="1">
                <a:solidFill>
                  <a:srgbClr val="262626"/>
                </a:solidFill>
                <a:latin typeface="Alibaba PuHuiTi 3.0 115 Black"/>
                <a:ea typeface="Alibaba PuHuiTi 3.0 115 Black"/>
                <a:cs typeface="Alibaba PuHuiTi 3.0 115 Black"/>
              </a:rPr>
              <a:t>采样率 × 秒数</a:t>
            </a:r>
          </a:p>
        </p:txBody>
      </p:sp>
      <p:sp>
        <p:nvSpPr>
          <p:cNvPr id="8" name="width-heading">
            <a:extLst xmlns:a="http://schemas.openxmlformats.org/drawingml/2006/main">
              <a:ext uri="{FF2B5EF4-FFF2-40B4-BE49-F238E27FC236}">
                <a16:creationId xmlns:a16="http://schemas.microsoft.com/office/drawing/2014/main" id="{FF87EB17-A766-43C8-BD90-D3B4AB101C6C}"/>
              </a:ext>
            </a:extLst>
          </p:cNvPr>
          <p:cNvSpPr>
            <a:spLocks xmlns:a="http://schemas.openxmlformats.org/drawingml/2006/main" noGrp="1"/>
          </p:cNvSpPr>
          <p:nvPr/>
        </p:nvSpPr>
        <p:spPr>
          <a:xfrm xmlns:a="http://schemas.openxmlformats.org/drawingml/2006/main">
            <a:off x="6515100" y="2628900"/>
            <a:ext cx="50673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400" b="1">
                <a:solidFill>
                  <a:srgbClr val="007C9B"/>
                </a:solidFill>
                <a:latin typeface="Alibaba PuHuiTi 3.0 115 Black"/>
                <a:ea typeface="Alibaba PuHuiTi 3.0 115 Black"/>
                <a:cs typeface="Alibaba PuHuiTi 3.0 115 Black"/>
              </a:defRPr>
            </a:defPPr>
          </a:lstStyle>
          <a:p xmlns:a="http://schemas.openxmlformats.org/drawingml/2006/main">
            <a:pPr algn="l">
              <a:defRPr sz="2400" b="1">
                <a:solidFill>
                  <a:srgbClr val="007C9B"/>
                </a:solidFill>
                <a:latin typeface="Alibaba PuHuiTi 3.0 115 Black"/>
                <a:ea typeface="Alibaba PuHuiTi 3.0 115 Black"/>
                <a:cs typeface="Alibaba PuHuiTi 3.0 115 Black"/>
              </a:defRPr>
            </a:pPr>
            <a:r>
              <a:rPr sz="2400" b="1">
                <a:solidFill>
                  <a:srgbClr val="007C9B"/>
                </a:solidFill>
                <a:latin typeface="Alibaba PuHuiTi 3.0 115 Black"/>
                <a:ea typeface="Alibaba PuHuiTi 3.0 115 Black"/>
                <a:cs typeface="Alibaba PuHuiTi 3.0 115 Black"/>
              </a:rPr>
              <a:t>同一时刻的数据量</a:t>
            </a:r>
          </a:p>
        </p:txBody>
      </p:sp>
      <p:sp>
        <p:nvSpPr>
          <p:cNvPr id="9" name="width-factors">
            <a:extLst xmlns:a="http://schemas.openxmlformats.org/drawingml/2006/main">
              <a:ext uri="{FF2B5EF4-FFF2-40B4-BE49-F238E27FC236}">
                <a16:creationId xmlns:a16="http://schemas.microsoft.com/office/drawing/2014/main" id="{5B5B5099-C026-41BF-AE5C-06C51DF44D9D}"/>
              </a:ext>
            </a:extLst>
          </p:cNvPr>
          <p:cNvSpPr>
            <a:spLocks xmlns:a="http://schemas.openxmlformats.org/drawingml/2006/main" noGrp="1"/>
          </p:cNvSpPr>
          <p:nvPr/>
        </p:nvSpPr>
        <p:spPr>
          <a:xfrm xmlns:a="http://schemas.openxmlformats.org/drawingml/2006/main">
            <a:off x="6515100" y="3276600"/>
            <a:ext cx="50673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声道数 ×（存储位宽 ÷ 8）</a:t>
            </a:r>
          </a:p>
        </p:txBody>
      </p:sp>
      <p:sp>
        <p:nvSpPr>
          <p:cNvPr id="10" name="multiply-sign">
            <a:extLst xmlns:a="http://schemas.openxmlformats.org/drawingml/2006/main">
              <a:ext uri="{FF2B5EF4-FFF2-40B4-BE49-F238E27FC236}">
                <a16:creationId xmlns:a16="http://schemas.microsoft.com/office/drawing/2014/main" id="{D877E708-B5C8-4F45-9252-16883D56E761}"/>
              </a:ext>
            </a:extLst>
          </p:cNvPr>
          <p:cNvSpPr>
            <a:spLocks xmlns:a="http://schemas.openxmlformats.org/drawingml/2006/main" noGrp="1"/>
          </p:cNvSpPr>
          <p:nvPr/>
        </p:nvSpPr>
        <p:spPr>
          <a:xfrm xmlns:a="http://schemas.openxmlformats.org/drawingml/2006/main">
            <a:off x="5543550" y="3209925"/>
            <a:ext cx="6096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3600" b="1">
                <a:solidFill>
                  <a:srgbClr val="262626"/>
                </a:solidFill>
                <a:latin typeface="Alibaba PuHuiTi 3.0 115 Black"/>
                <a:ea typeface="Alibaba PuHuiTi 3.0 115 Black"/>
                <a:cs typeface="Alibaba PuHuiTi 3.0 115 Black"/>
              </a:defRPr>
            </a:defPPr>
          </a:lstStyle>
          <a:p xmlns:a="http://schemas.openxmlformats.org/drawingml/2006/main">
            <a:pPr algn="ctr">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a:t>
            </a:r>
          </a:p>
        </p:txBody>
      </p:sp>
      <p:sp>
        <p:nvSpPr>
          <p:cNvPr id="11" name="payload-equation">
            <a:extLst xmlns:a="http://schemas.openxmlformats.org/drawingml/2006/main">
              <a:ext uri="{FF2B5EF4-FFF2-40B4-BE49-F238E27FC236}">
                <a16:creationId xmlns:a16="http://schemas.microsoft.com/office/drawing/2014/main" id="{3694E9DB-2B30-48F1-BBE6-9508D16F6A1C}"/>
              </a:ext>
            </a:extLst>
          </p:cNvPr>
          <p:cNvSpPr>
            <a:spLocks xmlns:a="http://schemas.openxmlformats.org/drawingml/2006/main" noGrp="1"/>
          </p:cNvSpPr>
          <p:nvPr/>
        </p:nvSpPr>
        <p:spPr>
          <a:xfrm xmlns:a="http://schemas.openxmlformats.org/drawingml/2006/main">
            <a:off x="609600" y="4981575"/>
            <a:ext cx="109728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400" b="1">
                <a:solidFill>
                  <a:srgbClr val="8C64E1"/>
                </a:solidFill>
                <a:latin typeface="Alibaba PuHuiTi 3.0 115 Black"/>
                <a:ea typeface="Alibaba PuHuiTi 3.0 115 Black"/>
                <a:cs typeface="Alibaba PuHuiTi 3.0 115 Black"/>
              </a:defRPr>
            </a:defPPr>
          </a:lstStyle>
          <a:p xmlns:a="http://schemas.openxmlformats.org/drawingml/2006/main">
            <a:pPr algn="l">
              <a:defRPr sz="2400" b="1">
                <a:solidFill>
                  <a:srgbClr val="8C64E1"/>
                </a:solidFill>
                <a:latin typeface="Alibaba PuHuiTi 3.0 115 Black"/>
                <a:ea typeface="Alibaba PuHuiTi 3.0 115 Black"/>
                <a:cs typeface="Alibaba PuHuiTi 3.0 115 Black"/>
              </a:defRPr>
            </a:pPr>
            <a:r>
              <a:rPr sz="2400" b="1">
                <a:solidFill>
                  <a:srgbClr val="8C64E1"/>
                </a:solidFill>
                <a:latin typeface="Alibaba PuHuiTi 3.0 115 Black"/>
                <a:ea typeface="Alibaba PuHuiTi 3.0 115 Black"/>
                <a:cs typeface="Alibaba PuHuiTi 3.0 115 Black"/>
              </a:rPr>
              <a:t>PCM样本字节数＝每声道样本数 × 每时刻字节数</a:t>
            </a:r>
          </a:p>
        </p:txBody>
      </p:sp>
      <p:sp>
        <p:nvSpPr>
          <p:cNvPr id="12" name="text">
            <a:extLst xmlns:a="http://schemas.openxmlformats.org/drawingml/2006/main">
              <a:ext uri="{FF2B5EF4-FFF2-40B4-BE49-F238E27FC236}">
                <a16:creationId xmlns:a16="http://schemas.microsoft.com/office/drawing/2014/main" id="{4EE7D911-9665-4BD9-AC59-9E06B548FFD7}"/>
              </a:ext>
            </a:extLst>
          </p:cNvPr>
          <p:cNvSpPr>
            <a:spLocks xmlns:a="http://schemas.openxmlformats.org/drawingml/2006/main" noGrp="1"/>
          </p:cNvSpPr>
          <p:nvPr/>
        </p:nvSpPr>
        <p:spPr>
          <a:xfrm xmlns:a="http://schemas.openxmlformats.org/drawingml/2006/main">
            <a:off x="609600" y="5810250"/>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Hz用每秒计数；时长用秒；8 bit＝1 Byte。</a:t>
            </a:r>
          </a:p>
        </p:txBody>
      </p:sp>
    </p:spTree>
    <p:extLst>
      <p:ext uri="{BB962C8B-B14F-4D97-AF65-F5344CB8AC3E}">
        <p14:creationId xmlns:p14="http://schemas.microsoft.com/office/powerpoint/2010/main" val="501068252"/>
      </p:ext>
    </p:extLst>
  </p:cSld>
</p:sld>
</file>

<file path=ppt/slides/slide32.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C9649B05-E401-4ED1-ABB9-36BF6B81B3ED}"/>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50020634-36C4-486E-A4F2-D06C465B14E8}"/>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3BCA0A6F-F5F2-4437-B466-6EE33788617C}"/>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练习题 1</a:t>
            </a:r>
          </a:p>
        </p:txBody>
      </p:sp>
      <p:sp>
        <p:nvSpPr>
          <p:cNvPr id="5" name="practice-givens">
            <a:extLst xmlns:a="http://schemas.openxmlformats.org/drawingml/2006/main">
              <a:ext uri="{FF2B5EF4-FFF2-40B4-BE49-F238E27FC236}">
                <a16:creationId xmlns:a16="http://schemas.microsoft.com/office/drawing/2014/main" id="{E31669BC-9C0A-4F3F-8142-77DED8B4B1C9}"/>
              </a:ext>
            </a:extLst>
          </p:cNvPr>
          <p:cNvSpPr>
            <a:spLocks xmlns:a="http://schemas.openxmlformats.org/drawingml/2006/main" noGrp="1"/>
          </p:cNvSpPr>
          <p:nvPr/>
        </p:nvSpPr>
        <p:spPr>
          <a:xfrm xmlns:a="http://schemas.openxmlformats.org/drawingml/2006/main">
            <a:off x="786384" y="1691640"/>
            <a:ext cx="10652760" cy="1762125"/>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7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700" b="0">
                <a:solidFill>
                  <a:srgbClr val="262626"/>
                </a:solidFill>
                <a:latin typeface="Alibaba PuHuiTi 3.0 55 Regular"/>
                <a:ea typeface="Alibaba PuHuiTi 3.0 55 Regular"/>
                <a:cs typeface="Alibaba PuHuiTi 3.0 55 Regular"/>
              </a:defRPr>
            </a:pPr>
            <a:r>
              <a:rPr sz="2700" b="0">
                <a:solidFill>
                  <a:srgbClr val="262626"/>
                </a:solidFill>
                <a:latin typeface="Alibaba PuHuiTi 3.0 55 Regular"/>
                <a:ea typeface="Alibaba PuHuiTi 3.0 55 Regular"/>
                <a:cs typeface="Alibaba PuHuiTi 3.0 55 Regular"/>
              </a:rPr>
              <a:t>采样率 16,000 Hz，8 bit，双声道，录制5秒。</a:t>
            </a:r>
          </a:p>
          <a:p xmlns:a="http://schemas.openxmlformats.org/drawingml/2006/main">
            <a:pPr algn="l">
              <a:spcBef>
                <a:spcPts val="0"/>
              </a:spcBef>
              <a:spcAft>
                <a:spcPts val="200"/>
              </a:spcAft>
              <a:buNone/>
              <a:defRPr sz="2700" b="0">
                <a:solidFill>
                  <a:srgbClr val="262626"/>
                </a:solidFill>
                <a:latin typeface="Alibaba PuHuiTi 3.0 55 Regular"/>
                <a:ea typeface="Alibaba PuHuiTi 3.0 55 Regular"/>
                <a:cs typeface="Alibaba PuHuiTi 3.0 55 Regular"/>
              </a:defRPr>
            </a:pPr>
            <a:r>
              <a:rPr sz="2700" b="0">
                <a:solidFill>
                  <a:srgbClr val="262626"/>
                </a:solidFill>
                <a:latin typeface="Alibaba PuHuiTi 3.0 55 Regular"/>
                <a:ea typeface="Alibaba PuHuiTi 3.0 55 Regular"/>
                <a:cs typeface="Alibaba PuHuiTi 3.0 55 Regular"/>
              </a:rPr>
              <a:t>未压缩PCM样本数据共有多少 Byte？</a:t>
            </a:r>
          </a:p>
        </p:txBody>
      </p:sp>
      <p:sp>
        <p:nvSpPr>
          <p:cNvPr id="6" name="Connector 5">
            <a:extLst xmlns:a="http://schemas.openxmlformats.org/drawingml/2006/main">
              <a:ext uri="{FF2B5EF4-FFF2-40B4-BE49-F238E27FC236}">
                <a16:creationId xmlns:a16="http://schemas.microsoft.com/office/drawing/2014/main" id="{D0809662-B334-4427-BFFA-5DA8301324A8}"/>
              </a:ext>
            </a:extLst>
          </p:cNvPr>
          <p:cNvSpPr>
            <a:spLocks xmlns:a="http://schemas.openxmlformats.org/drawingml/2006/main" noGrp="1"/>
          </p:cNvSpPr>
          <p:nvPr/>
        </p:nvSpPr>
        <p:spPr>
          <a:xfrm xmlns:a="http://schemas.openxmlformats.org/drawingml/2006/main">
            <a:off x="822960" y="4919472"/>
            <a:ext cx="10259568" cy="0"/>
          </a:xfrm>
          <a:prstGeom xmlns:a="http://schemas.openxmlformats.org/drawingml/2006/main" prst="line">
            <a:avLst/>
          </a:prstGeom>
          <a:ln xmlns:a="http://schemas.openxmlformats.org/drawingml/2006/main" w="25400">
            <a:solidFill>
              <a:srgbClr val="E2E2E7"/>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 name="TextBox 6">
            <a:extLst xmlns:a="http://schemas.openxmlformats.org/drawingml/2006/main">
              <a:ext uri="{FF2B5EF4-FFF2-40B4-BE49-F238E27FC236}">
                <a16:creationId xmlns:a16="http://schemas.microsoft.com/office/drawing/2014/main" id="{EC65EDDE-C6FA-46A0-92AB-CA53F50E98BD}"/>
              </a:ext>
            </a:extLst>
          </p:cNvPr>
          <p:cNvSpPr>
            <a:spLocks xmlns:a="http://schemas.openxmlformats.org/drawingml/2006/main" noGrp="1"/>
          </p:cNvSpPr>
          <p:nvPr/>
        </p:nvSpPr>
        <p:spPr>
          <a:xfrm xmlns:a="http://schemas.openxmlformats.org/drawingml/2006/main">
            <a:off x="832104" y="5166360"/>
            <a:ext cx="10332720"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200" b="1">
                <a:solidFill>
                  <a:srgbClr val="8C64E1"/>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2200" b="1">
                <a:solidFill>
                  <a:srgbClr val="8C64E1"/>
                </a:solidFill>
                <a:latin typeface="Alibaba PuHuiTi 3.0 115 Black"/>
                <a:ea typeface="Alibaba PuHuiTi 3.0 115 Black"/>
                <a:cs typeface="Alibaba PuHuiTi 3.0 115 Black"/>
              </a:defRPr>
            </a:pPr>
            <a:r>
              <a:rPr sz="2200" b="1">
                <a:solidFill>
                  <a:srgbClr val="8C64E1"/>
                </a:solidFill>
                <a:latin typeface="Alibaba PuHuiTi 3.0 115 Black"/>
                <a:ea typeface="Alibaba PuHuiTi 3.0 115 Black"/>
                <a:cs typeface="Alibaba PuHuiTi 3.0 115 Black"/>
              </a:rPr>
              <a:t>先标出每个数字的含义。</a:t>
            </a:r>
          </a:p>
        </p:txBody>
      </p:sp>
    </p:spTree>
    <p:extLst>
      <p:ext uri="{BB962C8B-B14F-4D97-AF65-F5344CB8AC3E}">
        <p14:creationId xmlns:p14="http://schemas.microsoft.com/office/powerpoint/2010/main" val="1436871140"/>
      </p:ext>
    </p:extLst>
  </p:cSld>
</p:sld>
</file>

<file path=ppt/slides/slide33.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27B172FB-5B5B-4E7C-B02F-491B8773BD75}"/>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05E2CBD1-E57B-4C50-A1B2-56C395E79FA1}"/>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88A8FEF9-8020-4045-B551-11DF86EB213C}"/>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练习题 1</a:t>
            </a:r>
          </a:p>
        </p:txBody>
      </p:sp>
      <p:sp>
        <p:nvSpPr>
          <p:cNvPr id="5" name="practice-givens">
            <a:extLst xmlns:a="http://schemas.openxmlformats.org/drawingml/2006/main">
              <a:ext uri="{FF2B5EF4-FFF2-40B4-BE49-F238E27FC236}">
                <a16:creationId xmlns:a16="http://schemas.microsoft.com/office/drawing/2014/main" id="{64F18342-A32D-43DC-80EF-66270DBA48F5}"/>
              </a:ext>
            </a:extLst>
          </p:cNvPr>
          <p:cNvSpPr>
            <a:spLocks xmlns:a="http://schemas.openxmlformats.org/drawingml/2006/main" noGrp="1"/>
          </p:cNvSpPr>
          <p:nvPr/>
        </p:nvSpPr>
        <p:spPr>
          <a:xfrm xmlns:a="http://schemas.openxmlformats.org/drawingml/2006/main">
            <a:off x="786384" y="1691640"/>
            <a:ext cx="10652760" cy="1762125"/>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7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700" b="0">
                <a:solidFill>
                  <a:srgbClr val="262626"/>
                </a:solidFill>
                <a:latin typeface="Alibaba PuHuiTi 3.0 55 Regular"/>
                <a:ea typeface="Alibaba PuHuiTi 3.0 55 Regular"/>
                <a:cs typeface="Alibaba PuHuiTi 3.0 55 Regular"/>
              </a:defRPr>
            </a:pPr>
            <a:r>
              <a:rPr sz="2700" b="0">
                <a:solidFill>
                  <a:srgbClr val="262626"/>
                </a:solidFill>
                <a:latin typeface="Alibaba PuHuiTi 3.0 55 Regular"/>
                <a:ea typeface="Alibaba PuHuiTi 3.0 55 Regular"/>
                <a:cs typeface="Alibaba PuHuiTi 3.0 55 Regular"/>
              </a:rPr>
              <a:t>采样率 16,000 Hz，8 bit，双声道，录制5秒。</a:t>
            </a:r>
          </a:p>
          <a:p xmlns:a="http://schemas.openxmlformats.org/drawingml/2006/main">
            <a:pPr algn="l">
              <a:spcBef>
                <a:spcPts val="0"/>
              </a:spcBef>
              <a:spcAft>
                <a:spcPts val="200"/>
              </a:spcAft>
              <a:buNone/>
              <a:defRPr sz="2700" b="0">
                <a:solidFill>
                  <a:srgbClr val="262626"/>
                </a:solidFill>
                <a:latin typeface="Alibaba PuHuiTi 3.0 55 Regular"/>
                <a:ea typeface="Alibaba PuHuiTi 3.0 55 Regular"/>
                <a:cs typeface="Alibaba PuHuiTi 3.0 55 Regular"/>
              </a:defRPr>
            </a:pPr>
            <a:r>
              <a:rPr sz="2700" b="0">
                <a:solidFill>
                  <a:srgbClr val="262626"/>
                </a:solidFill>
                <a:latin typeface="Alibaba PuHuiTi 3.0 55 Regular"/>
                <a:ea typeface="Alibaba PuHuiTi 3.0 55 Regular"/>
                <a:cs typeface="Alibaba PuHuiTi 3.0 55 Regular"/>
              </a:rPr>
              <a:t>未压缩PCM样本数据共有多少 Byte？</a:t>
            </a:r>
          </a:p>
        </p:txBody>
      </p:sp>
      <p:sp>
        <p:nvSpPr>
          <p:cNvPr id="6" name="Connector 5">
            <a:extLst xmlns:a="http://schemas.openxmlformats.org/drawingml/2006/main">
              <a:ext uri="{FF2B5EF4-FFF2-40B4-BE49-F238E27FC236}">
                <a16:creationId xmlns:a16="http://schemas.microsoft.com/office/drawing/2014/main" id="{6180F880-7969-46E8-B53A-4748D6FC5F8C}"/>
              </a:ext>
            </a:extLst>
          </p:cNvPr>
          <p:cNvSpPr>
            <a:spLocks xmlns:a="http://schemas.openxmlformats.org/drawingml/2006/main" noGrp="1"/>
          </p:cNvSpPr>
          <p:nvPr/>
        </p:nvSpPr>
        <p:spPr>
          <a:xfrm xmlns:a="http://schemas.openxmlformats.org/drawingml/2006/main">
            <a:off x="822960" y="4919472"/>
            <a:ext cx="10259568" cy="0"/>
          </a:xfrm>
          <a:prstGeom xmlns:a="http://schemas.openxmlformats.org/drawingml/2006/main" prst="line">
            <a:avLst/>
          </a:prstGeom>
          <a:ln xmlns:a="http://schemas.openxmlformats.org/drawingml/2006/main" w="25400">
            <a:solidFill>
              <a:srgbClr val="E2E2E7"/>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 name="calculation-step-0">
            <a:extLst xmlns:a="http://schemas.openxmlformats.org/drawingml/2006/main">
              <a:ext uri="{FF2B5EF4-FFF2-40B4-BE49-F238E27FC236}">
                <a16:creationId xmlns:a16="http://schemas.microsoft.com/office/drawing/2014/main" id="{E4CE2F24-A34D-498C-B4EF-4D6D7CCDA7B5}"/>
              </a:ext>
            </a:extLst>
          </p:cNvPr>
          <p:cNvSpPr>
            <a:spLocks xmlns:a="http://schemas.openxmlformats.org/drawingml/2006/main" noGrp="1"/>
          </p:cNvSpPr>
          <p:nvPr/>
        </p:nvSpPr>
        <p:spPr>
          <a:xfrm xmlns:a="http://schemas.openxmlformats.org/drawingml/2006/main">
            <a:off x="819150" y="3514725"/>
            <a:ext cx="10668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每声道：16,000 × 5＝80,000 个样本</a:t>
            </a:r>
          </a:p>
        </p:txBody>
      </p:sp>
      <p:sp>
        <p:nvSpPr>
          <p:cNvPr id="8" name="calculation-step-1">
            <a:extLst xmlns:a="http://schemas.openxmlformats.org/drawingml/2006/main">
              <a:ext uri="{FF2B5EF4-FFF2-40B4-BE49-F238E27FC236}">
                <a16:creationId xmlns:a16="http://schemas.microsoft.com/office/drawing/2014/main" id="{FCD090C7-A671-4BA4-B87A-5407C359E278}"/>
              </a:ext>
            </a:extLst>
          </p:cNvPr>
          <p:cNvSpPr>
            <a:spLocks xmlns:a="http://schemas.openxmlformats.org/drawingml/2006/main" noGrp="1"/>
          </p:cNvSpPr>
          <p:nvPr/>
        </p:nvSpPr>
        <p:spPr>
          <a:xfrm xmlns:a="http://schemas.openxmlformats.org/drawingml/2006/main">
            <a:off x="819150" y="3990975"/>
            <a:ext cx="10668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每样本：8 bit ÷ 8＝1 Byte</a:t>
            </a:r>
          </a:p>
        </p:txBody>
      </p:sp>
      <p:sp>
        <p:nvSpPr>
          <p:cNvPr id="9" name="calculation-step-2">
            <a:extLst xmlns:a="http://schemas.openxmlformats.org/drawingml/2006/main">
              <a:ext uri="{FF2B5EF4-FFF2-40B4-BE49-F238E27FC236}">
                <a16:creationId xmlns:a16="http://schemas.microsoft.com/office/drawing/2014/main" id="{EC975187-ED6E-4307-BA89-B1A30FE3B0EF}"/>
              </a:ext>
            </a:extLst>
          </p:cNvPr>
          <p:cNvSpPr>
            <a:spLocks xmlns:a="http://schemas.openxmlformats.org/drawingml/2006/main" noGrp="1"/>
          </p:cNvSpPr>
          <p:nvPr/>
        </p:nvSpPr>
        <p:spPr>
          <a:xfrm xmlns:a="http://schemas.openxmlformats.org/drawingml/2006/main">
            <a:off x="819150" y="4467225"/>
            <a:ext cx="10668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双声道：80,000 × 2 × 1＝160,000 Byte</a:t>
            </a:r>
          </a:p>
        </p:txBody>
      </p:sp>
      <p:sp>
        <p:nvSpPr>
          <p:cNvPr id="10" name="practice-answer">
            <a:extLst xmlns:a="http://schemas.openxmlformats.org/drawingml/2006/main">
              <a:ext uri="{FF2B5EF4-FFF2-40B4-BE49-F238E27FC236}">
                <a16:creationId xmlns:a16="http://schemas.microsoft.com/office/drawing/2014/main" id="{59213D46-0B45-4FAB-A526-9ABFD5744F8E}"/>
              </a:ext>
            </a:extLst>
          </p:cNvPr>
          <p:cNvSpPr>
            <a:spLocks xmlns:a="http://schemas.openxmlformats.org/drawingml/2006/main" noGrp="1"/>
          </p:cNvSpPr>
          <p:nvPr/>
        </p:nvSpPr>
        <p:spPr>
          <a:xfrm xmlns:a="http://schemas.openxmlformats.org/drawingml/2006/main">
            <a:off x="819150" y="5657850"/>
            <a:ext cx="10668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700" b="1">
                <a:solidFill>
                  <a:srgbClr val="8C64E1"/>
                </a:solidFill>
                <a:latin typeface="Alibaba PuHuiTi 3.0 115 Black"/>
                <a:ea typeface="Alibaba PuHuiTi 3.0 115 Black"/>
                <a:cs typeface="Alibaba PuHuiTi 3.0 115 Black"/>
              </a:defRPr>
            </a:defPPr>
          </a:lstStyle>
          <a:p xmlns:a="http://schemas.openxmlformats.org/drawingml/2006/main">
            <a:pPr algn="l">
              <a:buNone/>
              <a:defRPr sz="2700" b="1">
                <a:solidFill>
                  <a:srgbClr val="8C64E1"/>
                </a:solidFill>
                <a:latin typeface="Alibaba PuHuiTi 3.0 115 Black"/>
                <a:ea typeface="Alibaba PuHuiTi 3.0 115 Black"/>
                <a:cs typeface="Alibaba PuHuiTi 3.0 115 Black"/>
              </a:defRPr>
            </a:pPr>
            <a:r>
              <a:rPr sz="2700" b="1">
                <a:solidFill>
                  <a:srgbClr val="8C64E1"/>
                </a:solidFill>
                <a:latin typeface="Alibaba PuHuiTi 3.0 115 Black"/>
                <a:ea typeface="Alibaba PuHuiTi 3.0 115 Black"/>
                <a:cs typeface="Alibaba PuHuiTi 3.0 115 Black"/>
              </a:rPr>
              <a:t>答案：160,000 Byte</a:t>
            </a:r>
          </a:p>
        </p:txBody>
      </p:sp>
    </p:spTree>
    <p:extLst>
      <p:ext uri="{BB962C8B-B14F-4D97-AF65-F5344CB8AC3E}">
        <p14:creationId xmlns:p14="http://schemas.microsoft.com/office/powerpoint/2010/main" val="1664441173"/>
      </p:ext>
    </p:extLst>
  </p:cSld>
</p:sld>
</file>

<file path=ppt/slides/slide34.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6A26AEFA-9B0E-468A-91B9-E23CECE222D8}"/>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28A20C2A-8A3E-48DB-9774-321470ED11C0}"/>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ACB81277-76F7-4B41-8CD9-A76FD8C9CB40}"/>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本节课你能解释三件事吗？</a:t>
            </a:r>
          </a:p>
        </p:txBody>
      </p:sp>
      <p:sp>
        <p:nvSpPr>
          <p:cNvPr id="5" name="TextBox 4">
            <a:extLst xmlns:a="http://schemas.openxmlformats.org/drawingml/2006/main">
              <a:ext uri="{FF2B5EF4-FFF2-40B4-BE49-F238E27FC236}">
                <a16:creationId xmlns:a16="http://schemas.microsoft.com/office/drawing/2014/main" id="{12B799D0-CF11-4764-B019-62EC2F5ABFBF}"/>
              </a:ext>
            </a:extLst>
          </p:cNvPr>
          <p:cNvSpPr>
            <a:spLocks xmlns:a="http://schemas.openxmlformats.org/drawingml/2006/main" noGrp="1"/>
          </p:cNvSpPr>
          <p:nvPr/>
        </p:nvSpPr>
        <p:spPr>
          <a:xfrm xmlns:a="http://schemas.openxmlformats.org/drawingml/2006/main">
            <a:off x="804672" y="1783080"/>
            <a:ext cx="107899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400" b="1">
                <a:solidFill>
                  <a:srgbClr val="8C64E1"/>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2400" b="1">
                <a:solidFill>
                  <a:srgbClr val="8C64E1"/>
                </a:solidFill>
                <a:latin typeface="Alibaba PuHuiTi 3.0 115 Black"/>
                <a:ea typeface="Alibaba PuHuiTi 3.0 115 Black"/>
                <a:cs typeface="Alibaba PuHuiTi 3.0 115 Black"/>
              </a:defRPr>
            </a:pPr>
            <a:r>
              <a:rPr sz="2400" b="1">
                <a:solidFill>
                  <a:srgbClr val="8C64E1"/>
                </a:solidFill>
                <a:latin typeface="Alibaba PuHuiTi 3.0 115 Black"/>
                <a:ea typeface="Alibaba PuHuiTi 3.0 115 Black"/>
                <a:cs typeface="Alibaba PuHuiTi 3.0 115 Black"/>
              </a:rPr>
              <a:t>① 声音怎么进入电脑？</a:t>
            </a:r>
          </a:p>
        </p:txBody>
      </p:sp>
      <p:sp>
        <p:nvSpPr>
          <p:cNvPr id="6" name="TextBox 5">
            <a:extLst xmlns:a="http://schemas.openxmlformats.org/drawingml/2006/main">
              <a:ext uri="{FF2B5EF4-FFF2-40B4-BE49-F238E27FC236}">
                <a16:creationId xmlns:a16="http://schemas.microsoft.com/office/drawing/2014/main" id="{33AFF4E6-0427-4063-B7DF-E84B6F7ADC20}"/>
              </a:ext>
            </a:extLst>
          </p:cNvPr>
          <p:cNvSpPr>
            <a:spLocks xmlns:a="http://schemas.openxmlformats.org/drawingml/2006/main" noGrp="1"/>
          </p:cNvSpPr>
          <p:nvPr/>
        </p:nvSpPr>
        <p:spPr>
          <a:xfrm xmlns:a="http://schemas.openxmlformats.org/drawingml/2006/main">
            <a:off x="960120" y="2350008"/>
            <a:ext cx="10515600"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麦克风 → ADC → 数字数据</a:t>
            </a:r>
          </a:p>
        </p:txBody>
      </p:sp>
      <p:sp>
        <p:nvSpPr>
          <p:cNvPr id="7" name="TextBox 6">
            <a:extLst xmlns:a="http://schemas.openxmlformats.org/drawingml/2006/main">
              <a:ext uri="{FF2B5EF4-FFF2-40B4-BE49-F238E27FC236}">
                <a16:creationId xmlns:a16="http://schemas.microsoft.com/office/drawing/2014/main" id="{EFBA2320-D9CF-48C1-B5D0-4082589C97EA}"/>
              </a:ext>
            </a:extLst>
          </p:cNvPr>
          <p:cNvSpPr>
            <a:spLocks xmlns:a="http://schemas.openxmlformats.org/drawingml/2006/main" noGrp="1"/>
          </p:cNvSpPr>
          <p:nvPr/>
        </p:nvSpPr>
        <p:spPr>
          <a:xfrm xmlns:a="http://schemas.openxmlformats.org/drawingml/2006/main">
            <a:off x="804672" y="3081528"/>
            <a:ext cx="107899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400" b="1">
                <a:solidFill>
                  <a:srgbClr val="8C64E1"/>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2400" b="1">
                <a:solidFill>
                  <a:srgbClr val="8C64E1"/>
                </a:solidFill>
                <a:latin typeface="Alibaba PuHuiTi 3.0 115 Black"/>
                <a:ea typeface="Alibaba PuHuiTi 3.0 115 Black"/>
                <a:cs typeface="Alibaba PuHuiTi 3.0 115 Black"/>
              </a:defRPr>
            </a:pPr>
            <a:r>
              <a:rPr sz="2400" b="1">
                <a:solidFill>
                  <a:srgbClr val="8C64E1"/>
                </a:solidFill>
                <a:latin typeface="Alibaba PuHuiTi 3.0 115 Black"/>
                <a:ea typeface="Alibaba PuHuiTi 3.0 115 Black"/>
                <a:cs typeface="Alibaba PuHuiTi 3.0 115 Black"/>
              </a:rPr>
              <a:t>② 采样和量化有什么不同？</a:t>
            </a:r>
          </a:p>
        </p:txBody>
      </p:sp>
      <p:sp>
        <p:nvSpPr>
          <p:cNvPr id="8" name="TextBox 7">
            <a:extLst xmlns:a="http://schemas.openxmlformats.org/drawingml/2006/main">
              <a:ext uri="{FF2B5EF4-FFF2-40B4-BE49-F238E27FC236}">
                <a16:creationId xmlns:a16="http://schemas.microsoft.com/office/drawing/2014/main" id="{DBDD9B8A-AC22-4CBA-A7E9-504881A0E61E}"/>
              </a:ext>
            </a:extLst>
          </p:cNvPr>
          <p:cNvSpPr>
            <a:spLocks xmlns:a="http://schemas.openxmlformats.org/drawingml/2006/main" noGrp="1"/>
          </p:cNvSpPr>
          <p:nvPr/>
        </p:nvSpPr>
        <p:spPr>
          <a:xfrm xmlns:a="http://schemas.openxmlformats.org/drawingml/2006/main">
            <a:off x="960120" y="3648456"/>
            <a:ext cx="10515600"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前者定时刻，后者定代表值</a:t>
            </a:r>
          </a:p>
        </p:txBody>
      </p:sp>
      <p:sp>
        <p:nvSpPr>
          <p:cNvPr id="9" name="TextBox 8">
            <a:extLst xmlns:a="http://schemas.openxmlformats.org/drawingml/2006/main">
              <a:ext uri="{FF2B5EF4-FFF2-40B4-BE49-F238E27FC236}">
                <a16:creationId xmlns:a16="http://schemas.microsoft.com/office/drawing/2014/main" id="{45F1DB17-DB89-47A1-9AD9-0E199132173B}"/>
              </a:ext>
            </a:extLst>
          </p:cNvPr>
          <p:cNvSpPr>
            <a:spLocks xmlns:a="http://schemas.openxmlformats.org/drawingml/2006/main" noGrp="1"/>
          </p:cNvSpPr>
          <p:nvPr/>
        </p:nvSpPr>
        <p:spPr>
          <a:xfrm xmlns:a="http://schemas.openxmlformats.org/drawingml/2006/main">
            <a:off x="804672" y="4379976"/>
            <a:ext cx="107899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400" b="1">
                <a:solidFill>
                  <a:srgbClr val="8C64E1"/>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2400" b="1">
                <a:solidFill>
                  <a:srgbClr val="8C64E1"/>
                </a:solidFill>
                <a:latin typeface="Alibaba PuHuiTi 3.0 115 Black"/>
                <a:ea typeface="Alibaba PuHuiTi 3.0 115 Black"/>
                <a:cs typeface="Alibaba PuHuiTi 3.0 115 Black"/>
              </a:defRPr>
            </a:pPr>
            <a:r>
              <a:rPr sz="2400" b="1">
                <a:solidFill>
                  <a:srgbClr val="8C64E1"/>
                </a:solidFill>
                <a:latin typeface="Alibaba PuHuiTi 3.0 115 Black"/>
                <a:ea typeface="Alibaba PuHuiTi 3.0 115 Black"/>
                <a:cs typeface="Alibaba PuHuiTi 3.0 115 Black"/>
              </a:rPr>
              <a:t>③ PCM为什么有大小差别？</a:t>
            </a:r>
          </a:p>
        </p:txBody>
      </p:sp>
      <p:sp>
        <p:nvSpPr>
          <p:cNvPr id="10" name="TextBox 9">
            <a:extLst xmlns:a="http://schemas.openxmlformats.org/drawingml/2006/main">
              <a:ext uri="{FF2B5EF4-FFF2-40B4-BE49-F238E27FC236}">
                <a16:creationId xmlns:a16="http://schemas.microsoft.com/office/drawing/2014/main" id="{82BCFBD3-BB31-4C90-80C9-F0E690E6760B}"/>
              </a:ext>
            </a:extLst>
          </p:cNvPr>
          <p:cNvSpPr>
            <a:spLocks xmlns:a="http://schemas.openxmlformats.org/drawingml/2006/main" noGrp="1"/>
          </p:cNvSpPr>
          <p:nvPr/>
        </p:nvSpPr>
        <p:spPr>
          <a:xfrm xmlns:a="http://schemas.openxmlformats.org/drawingml/2006/main">
            <a:off x="960120" y="4946904"/>
            <a:ext cx="10515600"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样本数 × 每样本bit</a:t>
            </a:r>
          </a:p>
        </p:txBody>
      </p:sp>
    </p:spTree>
    <p:extLst>
      <p:ext uri="{BB962C8B-B14F-4D97-AF65-F5344CB8AC3E}">
        <p14:creationId xmlns:p14="http://schemas.microsoft.com/office/powerpoint/2010/main" val="1560500694"/>
      </p:ext>
    </p:extLst>
  </p:cSld>
</p:sld>
</file>

<file path=ppt/slides/slide35.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6299D16D-B339-4B0F-9806-028C3B69DB5E}"/>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08100A9D-3AE7-437C-A678-CF43999231A0}"/>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C78990BA-5725-4A9E-AFA4-5232DE79BC83}"/>
              </a:ext>
            </a:extLst>
          </p:cNvPr>
          <p:cNvSpPr>
            <a:spLocks xmlns:a="http://schemas.openxmlformats.org/drawingml/2006/main" noGrp="1"/>
          </p:cNvSpPr>
          <p:nvPr/>
        </p:nvSpPr>
        <p:spPr>
          <a:xfrm xmlns:a="http://schemas.openxmlformats.org/drawingml/2006/main">
            <a:off x="608076" y="2114550"/>
            <a:ext cx="10972800" cy="114300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ctr">
              <a:defRPr sz="6000" b="1">
                <a:solidFill>
                  <a:srgbClr val="262626"/>
                </a:solidFill>
                <a:latin typeface="Alibaba PuHuiTi 3.0 115 Black"/>
                <a:ea typeface="Alibaba PuHuiTi 3.0 115 Black"/>
                <a:cs typeface="Alibaba PuHuiTi 3.0 115 Black"/>
              </a:defRPr>
            </a:defPPr>
          </a:lstStyle>
          <a:p xmlns:a="http://schemas.openxmlformats.org/drawingml/2006/main">
            <a:pPr algn="ctr">
              <a:spcBef>
                <a:spcPts val="0"/>
              </a:spcBef>
              <a:spcAft>
                <a:spcPts val="200"/>
              </a:spcAft>
              <a:buNone/>
              <a:defRPr sz="6000" b="1">
                <a:solidFill>
                  <a:srgbClr val="262626"/>
                </a:solidFill>
                <a:latin typeface="Alibaba PuHuiTi 3.0 115 Black"/>
                <a:ea typeface="Alibaba PuHuiTi 3.0 115 Black"/>
                <a:cs typeface="Alibaba PuHuiTi 3.0 115 Black"/>
              </a:defRPr>
            </a:pPr>
            <a:r>
              <a:rPr sz="6000" b="1">
                <a:solidFill>
                  <a:srgbClr val="262626"/>
                </a:solidFill>
                <a:latin typeface="Alibaba PuHuiTi 3.0 115 Black"/>
                <a:ea typeface="Alibaba PuHuiTi 3.0 115 Black"/>
                <a:cs typeface="Alibaba PuHuiTi 3.0 115 Black"/>
              </a:rPr>
              <a:t>为什么文件还需要压缩？</a:t>
            </a:r>
          </a:p>
        </p:txBody>
      </p:sp>
      <p:sp>
        <p:nvSpPr>
          <p:cNvPr id="5" name="TextBox 4">
            <a:extLst xmlns:a="http://schemas.openxmlformats.org/drawingml/2006/main">
              <a:ext uri="{FF2B5EF4-FFF2-40B4-BE49-F238E27FC236}">
                <a16:creationId xmlns:a16="http://schemas.microsoft.com/office/drawing/2014/main" id="{E5D9E495-69C5-4558-BB75-1B99EB069F32}"/>
              </a:ext>
            </a:extLst>
          </p:cNvPr>
          <p:cNvSpPr>
            <a:spLocks xmlns:a="http://schemas.openxmlformats.org/drawingml/2006/main" noGrp="1"/>
          </p:cNvSpPr>
          <p:nvPr/>
        </p:nvSpPr>
        <p:spPr>
          <a:xfrm xmlns:a="http://schemas.openxmlformats.org/drawingml/2006/main">
            <a:off x="608076" y="3714750"/>
            <a:ext cx="10972800" cy="7429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ctr">
              <a:defRPr sz="3700" b="0">
                <a:solidFill>
                  <a:srgbClr val="808080"/>
                </a:solidFill>
                <a:latin typeface="Alibaba PuHuiTi 3.0 55 Regular"/>
                <a:ea typeface="Alibaba PuHuiTi 3.0 55 Regular"/>
                <a:cs typeface="Alibaba PuHuiTi 3.0 55 Regular"/>
              </a:defRPr>
            </a:defPPr>
          </a:lstStyle>
          <a:p xmlns:a="http://schemas.openxmlformats.org/drawingml/2006/main">
            <a:pPr algn="ctr">
              <a:spcBef>
                <a:spcPts val="0"/>
              </a:spcBef>
              <a:spcAft>
                <a:spcPts val="200"/>
              </a:spcAft>
              <a:buNone/>
              <a:defRPr sz="3700" b="0">
                <a:solidFill>
                  <a:srgbClr val="808080"/>
                </a:solidFill>
                <a:latin typeface="Alibaba PuHuiTi 3.0 55 Regular"/>
                <a:ea typeface="Alibaba PuHuiTi 3.0 55 Regular"/>
                <a:cs typeface="Alibaba PuHuiTi 3.0 55 Regular"/>
              </a:defRPr>
            </a:pPr>
            <a:r>
              <a:rPr sz="3700" b="0">
                <a:solidFill>
                  <a:srgbClr val="808080"/>
                </a:solidFill>
                <a:latin typeface="Alibaba PuHuiTi 3.0 55 Regular"/>
                <a:ea typeface="Alibaba PuHuiTi 3.0 55 Regular"/>
                <a:cs typeface="Alibaba PuHuiTi 3.0 55 Regular"/>
              </a:rPr>
              <a:t>第二课时｜音频、视频编码与数据压缩</a:t>
            </a:r>
          </a:p>
        </p:txBody>
      </p:sp>
    </p:spTree>
    <p:extLst>
      <p:ext uri="{BB962C8B-B14F-4D97-AF65-F5344CB8AC3E}">
        <p14:creationId xmlns:p14="http://schemas.microsoft.com/office/powerpoint/2010/main" val="1647313591"/>
      </p:ext>
    </p:extLst>
  </p:cSld>
</p:sld>
</file>

<file path=ppt/slides/slide36.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FA51B1A3-3586-41EF-A28D-ADB680FBB8C2}"/>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563C254A-0819-4817-B4AF-0F54D5FE9014}"/>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1EAD6507-1564-44A0-9249-ED63AA94EE8F}"/>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先回忆：这四个数字，分别是什么意思？</a:t>
            </a:r>
          </a:p>
        </p:txBody>
      </p:sp>
      <p:sp>
        <p:nvSpPr>
          <p:cNvPr id="5" name="TextBox 4">
            <a:extLst xmlns:a="http://schemas.openxmlformats.org/drawingml/2006/main">
              <a:ext uri="{FF2B5EF4-FFF2-40B4-BE49-F238E27FC236}">
                <a16:creationId xmlns:a16="http://schemas.microsoft.com/office/drawing/2014/main" id="{3F8F754F-E919-44EF-B86B-437AACDADB05}"/>
              </a:ext>
            </a:extLst>
          </p:cNvPr>
          <p:cNvSpPr>
            <a:spLocks xmlns:a="http://schemas.openxmlformats.org/drawingml/2006/main" noGrp="1"/>
          </p:cNvSpPr>
          <p:nvPr/>
        </p:nvSpPr>
        <p:spPr>
          <a:xfrm xmlns:a="http://schemas.openxmlformats.org/drawingml/2006/main">
            <a:off x="859536" y="1828800"/>
            <a:ext cx="4956048"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3000" b="1">
                <a:solidFill>
                  <a:srgbClr val="8C64E1"/>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000" b="1">
                <a:solidFill>
                  <a:srgbClr val="8C64E1"/>
                </a:solidFill>
                <a:latin typeface="Alibaba PuHuiTi 3.0 115 Black"/>
                <a:ea typeface="Alibaba PuHuiTi 3.0 115 Black"/>
                <a:cs typeface="Alibaba PuHuiTi 3.0 115 Black"/>
              </a:defRPr>
            </a:pPr>
            <a:r>
              <a:rPr sz="3000" b="1">
                <a:solidFill>
                  <a:srgbClr val="8C64E1"/>
                </a:solidFill>
                <a:latin typeface="Alibaba PuHuiTi 3.0 115 Black"/>
                <a:ea typeface="Alibaba PuHuiTi 3.0 115 Black"/>
                <a:cs typeface="Alibaba PuHuiTi 3.0 115 Black"/>
              </a:rPr>
              <a:t>48,000 Hz</a:t>
            </a:r>
          </a:p>
        </p:txBody>
      </p:sp>
      <p:sp>
        <p:nvSpPr>
          <p:cNvPr id="6" name="TextBox 5">
            <a:extLst xmlns:a="http://schemas.openxmlformats.org/drawingml/2006/main">
              <a:ext uri="{FF2B5EF4-FFF2-40B4-BE49-F238E27FC236}">
                <a16:creationId xmlns:a16="http://schemas.microsoft.com/office/drawing/2014/main" id="{041B745E-4C8C-4787-AE18-9812501D75F1}"/>
              </a:ext>
            </a:extLst>
          </p:cNvPr>
          <p:cNvSpPr>
            <a:spLocks xmlns:a="http://schemas.openxmlformats.org/drawingml/2006/main" noGrp="1"/>
          </p:cNvSpPr>
          <p:nvPr/>
        </p:nvSpPr>
        <p:spPr>
          <a:xfrm xmlns:a="http://schemas.openxmlformats.org/drawingml/2006/main">
            <a:off x="859536" y="2551176"/>
            <a:ext cx="4956048"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每秒取样次数</a:t>
            </a:r>
          </a:p>
        </p:txBody>
      </p:sp>
      <p:sp>
        <p:nvSpPr>
          <p:cNvPr id="7" name="TextBox 6">
            <a:extLst xmlns:a="http://schemas.openxmlformats.org/drawingml/2006/main">
              <a:ext uri="{FF2B5EF4-FFF2-40B4-BE49-F238E27FC236}">
                <a16:creationId xmlns:a16="http://schemas.microsoft.com/office/drawing/2014/main" id="{A46D0309-A763-4576-BA63-806BDAF207FA}"/>
              </a:ext>
            </a:extLst>
          </p:cNvPr>
          <p:cNvSpPr>
            <a:spLocks xmlns:a="http://schemas.openxmlformats.org/drawingml/2006/main" noGrp="1"/>
          </p:cNvSpPr>
          <p:nvPr/>
        </p:nvSpPr>
        <p:spPr>
          <a:xfrm xmlns:a="http://schemas.openxmlformats.org/drawingml/2006/main">
            <a:off x="6455664" y="1828800"/>
            <a:ext cx="4956048"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3000" b="1">
                <a:solidFill>
                  <a:srgbClr val="007C9B"/>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000" b="1">
                <a:solidFill>
                  <a:srgbClr val="007C9B"/>
                </a:solidFill>
                <a:latin typeface="Alibaba PuHuiTi 3.0 115 Black"/>
                <a:ea typeface="Alibaba PuHuiTi 3.0 115 Black"/>
                <a:cs typeface="Alibaba PuHuiTi 3.0 115 Black"/>
              </a:defRPr>
            </a:pPr>
            <a:r>
              <a:rPr sz="3000" b="1">
                <a:solidFill>
                  <a:srgbClr val="007C9B"/>
                </a:solidFill>
                <a:latin typeface="Alibaba PuHuiTi 3.0 115 Black"/>
                <a:ea typeface="Alibaba PuHuiTi 3.0 115 Black"/>
                <a:cs typeface="Alibaba PuHuiTi 3.0 115 Black"/>
              </a:rPr>
              <a:t>16 bit</a:t>
            </a:r>
          </a:p>
        </p:txBody>
      </p:sp>
      <p:sp>
        <p:nvSpPr>
          <p:cNvPr id="8" name="TextBox 7">
            <a:extLst xmlns:a="http://schemas.openxmlformats.org/drawingml/2006/main">
              <a:ext uri="{FF2B5EF4-FFF2-40B4-BE49-F238E27FC236}">
                <a16:creationId xmlns:a16="http://schemas.microsoft.com/office/drawing/2014/main" id="{B79E5FDD-C245-4F87-B27C-06C2A660519C}"/>
              </a:ext>
            </a:extLst>
          </p:cNvPr>
          <p:cNvSpPr>
            <a:spLocks xmlns:a="http://schemas.openxmlformats.org/drawingml/2006/main" noGrp="1"/>
          </p:cNvSpPr>
          <p:nvPr/>
        </p:nvSpPr>
        <p:spPr>
          <a:xfrm xmlns:a="http://schemas.openxmlformats.org/drawingml/2006/main">
            <a:off x="6455664" y="2551176"/>
            <a:ext cx="4956048"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每样本的位数</a:t>
            </a:r>
          </a:p>
        </p:txBody>
      </p:sp>
      <p:sp>
        <p:nvSpPr>
          <p:cNvPr id="9" name="TextBox 8">
            <a:extLst xmlns:a="http://schemas.openxmlformats.org/drawingml/2006/main">
              <a:ext uri="{FF2B5EF4-FFF2-40B4-BE49-F238E27FC236}">
                <a16:creationId xmlns:a16="http://schemas.microsoft.com/office/drawing/2014/main" id="{AC6FEBB1-D865-4F37-8813-A97CA8525A7D}"/>
              </a:ext>
            </a:extLst>
          </p:cNvPr>
          <p:cNvSpPr>
            <a:spLocks xmlns:a="http://schemas.openxmlformats.org/drawingml/2006/main" noGrp="1"/>
          </p:cNvSpPr>
          <p:nvPr/>
        </p:nvSpPr>
        <p:spPr>
          <a:xfrm xmlns:a="http://schemas.openxmlformats.org/drawingml/2006/main">
            <a:off x="859536" y="3566160"/>
            <a:ext cx="4956048"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3000" b="1">
                <a:solidFill>
                  <a:srgbClr val="8C64E1"/>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000" b="1">
                <a:solidFill>
                  <a:srgbClr val="8C64E1"/>
                </a:solidFill>
                <a:latin typeface="Alibaba PuHuiTi 3.0 115 Black"/>
                <a:ea typeface="Alibaba PuHuiTi 3.0 115 Black"/>
                <a:cs typeface="Alibaba PuHuiTi 3.0 115 Black"/>
              </a:defRPr>
            </a:pPr>
            <a:r>
              <a:rPr sz="3000" b="1">
                <a:solidFill>
                  <a:srgbClr val="8C64E1"/>
                </a:solidFill>
                <a:latin typeface="Alibaba PuHuiTi 3.0 115 Black"/>
                <a:ea typeface="Alibaba PuHuiTi 3.0 115 Black"/>
                <a:cs typeface="Alibaba PuHuiTi 3.0 115 Black"/>
              </a:rPr>
              <a:t>2</a:t>
            </a:r>
          </a:p>
        </p:txBody>
      </p:sp>
      <p:sp>
        <p:nvSpPr>
          <p:cNvPr id="10" name="TextBox 9">
            <a:extLst xmlns:a="http://schemas.openxmlformats.org/drawingml/2006/main">
              <a:ext uri="{FF2B5EF4-FFF2-40B4-BE49-F238E27FC236}">
                <a16:creationId xmlns:a16="http://schemas.microsoft.com/office/drawing/2014/main" id="{4E1AC4D7-448D-4FDE-93B0-21B0C01074D0}"/>
              </a:ext>
            </a:extLst>
          </p:cNvPr>
          <p:cNvSpPr>
            <a:spLocks xmlns:a="http://schemas.openxmlformats.org/drawingml/2006/main" noGrp="1"/>
          </p:cNvSpPr>
          <p:nvPr/>
        </p:nvSpPr>
        <p:spPr>
          <a:xfrm xmlns:a="http://schemas.openxmlformats.org/drawingml/2006/main">
            <a:off x="859536" y="4288536"/>
            <a:ext cx="4956048"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左右两个声道</a:t>
            </a:r>
          </a:p>
        </p:txBody>
      </p:sp>
      <p:sp>
        <p:nvSpPr>
          <p:cNvPr id="11" name="TextBox 10">
            <a:extLst xmlns:a="http://schemas.openxmlformats.org/drawingml/2006/main">
              <a:ext uri="{FF2B5EF4-FFF2-40B4-BE49-F238E27FC236}">
                <a16:creationId xmlns:a16="http://schemas.microsoft.com/office/drawing/2014/main" id="{61EE167F-CBB1-45BD-A415-3C2FE805ACCB}"/>
              </a:ext>
            </a:extLst>
          </p:cNvPr>
          <p:cNvSpPr>
            <a:spLocks xmlns:a="http://schemas.openxmlformats.org/drawingml/2006/main" noGrp="1"/>
          </p:cNvSpPr>
          <p:nvPr/>
        </p:nvSpPr>
        <p:spPr>
          <a:xfrm xmlns:a="http://schemas.openxmlformats.org/drawingml/2006/main">
            <a:off x="6455664" y="3566160"/>
            <a:ext cx="4956048"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3000" b="1">
                <a:solidFill>
                  <a:srgbClr val="007C9B"/>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000" b="1">
                <a:solidFill>
                  <a:srgbClr val="007C9B"/>
                </a:solidFill>
                <a:latin typeface="Alibaba PuHuiTi 3.0 115 Black"/>
                <a:ea typeface="Alibaba PuHuiTi 3.0 115 Black"/>
                <a:cs typeface="Alibaba PuHuiTi 3.0 115 Black"/>
              </a:defRPr>
            </a:pPr>
            <a:r>
              <a:rPr sz="3000" b="1">
                <a:solidFill>
                  <a:srgbClr val="007C9B"/>
                </a:solidFill>
                <a:latin typeface="Alibaba PuHuiTi 3.0 115 Black"/>
                <a:ea typeface="Alibaba PuHuiTi 3.0 115 Black"/>
                <a:cs typeface="Alibaba PuHuiTi 3.0 115 Black"/>
              </a:rPr>
              <a:t>60 s</a:t>
            </a:r>
          </a:p>
        </p:txBody>
      </p:sp>
      <p:sp>
        <p:nvSpPr>
          <p:cNvPr id="12" name="TextBox 11">
            <a:extLst xmlns:a="http://schemas.openxmlformats.org/drawingml/2006/main">
              <a:ext uri="{FF2B5EF4-FFF2-40B4-BE49-F238E27FC236}">
                <a16:creationId xmlns:a16="http://schemas.microsoft.com/office/drawing/2014/main" id="{A31A36E7-AB18-4D71-9140-4AD1127C8A2D}"/>
              </a:ext>
            </a:extLst>
          </p:cNvPr>
          <p:cNvSpPr>
            <a:spLocks xmlns:a="http://schemas.openxmlformats.org/drawingml/2006/main" noGrp="1"/>
          </p:cNvSpPr>
          <p:nvPr/>
        </p:nvSpPr>
        <p:spPr>
          <a:xfrm xmlns:a="http://schemas.openxmlformats.org/drawingml/2006/main">
            <a:off x="6455664" y="4288536"/>
            <a:ext cx="4956048"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音频持续时间</a:t>
            </a:r>
          </a:p>
        </p:txBody>
      </p:sp>
      <p:sp>
        <p:nvSpPr>
          <p:cNvPr id="13" name="TextBox 12">
            <a:extLst xmlns:a="http://schemas.openxmlformats.org/drawingml/2006/main">
              <a:ext uri="{FF2B5EF4-FFF2-40B4-BE49-F238E27FC236}">
                <a16:creationId xmlns:a16="http://schemas.microsoft.com/office/drawing/2014/main" id="{751E5C86-5990-4BBA-94AE-12F34A9177C9}"/>
              </a:ext>
            </a:extLst>
          </p:cNvPr>
          <p:cNvSpPr>
            <a:spLocks xmlns:a="http://schemas.openxmlformats.org/drawingml/2006/main" noGrp="1"/>
          </p:cNvSpPr>
          <p:nvPr/>
        </p:nvSpPr>
        <p:spPr>
          <a:xfrm xmlns:a="http://schemas.openxmlformats.org/drawingml/2006/main">
            <a:off x="777240" y="5879592"/>
            <a:ext cx="10789920" cy="33528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提醒：1 MB（按1024²换算）在严格单位写法中应称MiB。</a:t>
            </a:r>
          </a:p>
        </p:txBody>
      </p:sp>
    </p:spTree>
    <p:extLst>
      <p:ext uri="{BB962C8B-B14F-4D97-AF65-F5344CB8AC3E}">
        <p14:creationId xmlns:p14="http://schemas.microsoft.com/office/powerpoint/2010/main" val="603738169"/>
      </p:ext>
    </p:extLst>
  </p:cSld>
</p:sld>
</file>

<file path=ppt/slides/slide37.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EF36C739-C494-4ABB-87F4-0AC7D4BDC4DC}"/>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3DEB8769-EF31-4A3A-BBF7-62B7D2B1E3B1}"/>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452C28D2-25E8-42F2-8D5F-C6B0BFC70CE3}"/>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练习题 2</a:t>
            </a:r>
          </a:p>
        </p:txBody>
      </p:sp>
      <p:sp>
        <p:nvSpPr>
          <p:cNvPr id="5" name="practice-givens">
            <a:extLst xmlns:a="http://schemas.openxmlformats.org/drawingml/2006/main">
              <a:ext uri="{FF2B5EF4-FFF2-40B4-BE49-F238E27FC236}">
                <a16:creationId xmlns:a16="http://schemas.microsoft.com/office/drawing/2014/main" id="{B935642A-DCE0-416E-93CE-B54731243153}"/>
              </a:ext>
            </a:extLst>
          </p:cNvPr>
          <p:cNvSpPr>
            <a:spLocks xmlns:a="http://schemas.openxmlformats.org/drawingml/2006/main" noGrp="1"/>
          </p:cNvSpPr>
          <p:nvPr/>
        </p:nvSpPr>
        <p:spPr>
          <a:xfrm xmlns:a="http://schemas.openxmlformats.org/drawingml/2006/main">
            <a:off x="786384" y="1691640"/>
            <a:ext cx="10652760" cy="1762125"/>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7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700" b="0">
                <a:solidFill>
                  <a:srgbClr val="262626"/>
                </a:solidFill>
                <a:latin typeface="Alibaba PuHuiTi 3.0 55 Regular"/>
                <a:ea typeface="Alibaba PuHuiTi 3.0 55 Regular"/>
                <a:cs typeface="Alibaba PuHuiTi 3.0 55 Regular"/>
              </a:defRPr>
            </a:pPr>
            <a:r>
              <a:rPr sz="2700" b="0">
                <a:solidFill>
                  <a:srgbClr val="262626"/>
                </a:solidFill>
                <a:latin typeface="Alibaba PuHuiTi 3.0 55 Regular"/>
                <a:ea typeface="Alibaba PuHuiTi 3.0 55 Regular"/>
                <a:cs typeface="Alibaba PuHuiTi 3.0 55 Regular"/>
              </a:rPr>
              <a:t>1分钟未压缩PCM音频：48,000 Hz、16 bit、双声道。</a:t>
            </a:r>
          </a:p>
          <a:p xmlns:a="http://schemas.openxmlformats.org/drawingml/2006/main">
            <a:pPr algn="l">
              <a:spcBef>
                <a:spcPts val="0"/>
              </a:spcBef>
              <a:spcAft>
                <a:spcPts val="200"/>
              </a:spcAft>
              <a:buNone/>
              <a:defRPr sz="2700" b="0">
                <a:solidFill>
                  <a:srgbClr val="262626"/>
                </a:solidFill>
                <a:latin typeface="Alibaba PuHuiTi 3.0 55 Regular"/>
                <a:ea typeface="Alibaba PuHuiTi 3.0 55 Regular"/>
                <a:cs typeface="Alibaba PuHuiTi 3.0 55 Regular"/>
              </a:defRPr>
            </a:pPr>
            <a:r>
              <a:rPr sz="2700" b="0">
                <a:solidFill>
                  <a:srgbClr val="262626"/>
                </a:solidFill>
                <a:latin typeface="Alibaba PuHuiTi 3.0 55 Regular"/>
                <a:ea typeface="Alibaba PuHuiTi 3.0 55 Regular"/>
                <a:cs typeface="Alibaba PuHuiTi 3.0 55 Regular"/>
              </a:rPr>
              <a:t>样本数据量约多少MiB？</a:t>
            </a:r>
          </a:p>
        </p:txBody>
      </p:sp>
      <p:sp>
        <p:nvSpPr>
          <p:cNvPr id="6" name="Connector 5">
            <a:extLst xmlns:a="http://schemas.openxmlformats.org/drawingml/2006/main">
              <a:ext uri="{FF2B5EF4-FFF2-40B4-BE49-F238E27FC236}">
                <a16:creationId xmlns:a16="http://schemas.microsoft.com/office/drawing/2014/main" id="{1B797BEA-9D84-41CD-8472-3AB48B9A3136}"/>
              </a:ext>
            </a:extLst>
          </p:cNvPr>
          <p:cNvSpPr>
            <a:spLocks xmlns:a="http://schemas.openxmlformats.org/drawingml/2006/main" noGrp="1"/>
          </p:cNvSpPr>
          <p:nvPr/>
        </p:nvSpPr>
        <p:spPr>
          <a:xfrm xmlns:a="http://schemas.openxmlformats.org/drawingml/2006/main">
            <a:off x="822960" y="4919472"/>
            <a:ext cx="10259568" cy="0"/>
          </a:xfrm>
          <a:prstGeom xmlns:a="http://schemas.openxmlformats.org/drawingml/2006/main" prst="line">
            <a:avLst/>
          </a:prstGeom>
          <a:ln xmlns:a="http://schemas.openxmlformats.org/drawingml/2006/main" w="25400">
            <a:solidFill>
              <a:srgbClr val="E2E2E7"/>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 name="TextBox 6">
            <a:extLst xmlns:a="http://schemas.openxmlformats.org/drawingml/2006/main">
              <a:ext uri="{FF2B5EF4-FFF2-40B4-BE49-F238E27FC236}">
                <a16:creationId xmlns:a16="http://schemas.microsoft.com/office/drawing/2014/main" id="{04C1E76F-4CC1-4AD5-B5C6-0B471A416687}"/>
              </a:ext>
            </a:extLst>
          </p:cNvPr>
          <p:cNvSpPr>
            <a:spLocks xmlns:a="http://schemas.openxmlformats.org/drawingml/2006/main" noGrp="1"/>
          </p:cNvSpPr>
          <p:nvPr/>
        </p:nvSpPr>
        <p:spPr>
          <a:xfrm xmlns:a="http://schemas.openxmlformats.org/drawingml/2006/main">
            <a:off x="832104" y="5166360"/>
            <a:ext cx="10332720"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200" b="1">
                <a:solidFill>
                  <a:srgbClr val="8C64E1"/>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2200" b="1">
                <a:solidFill>
                  <a:srgbClr val="8C64E1"/>
                </a:solidFill>
                <a:latin typeface="Alibaba PuHuiTi 3.0 115 Black"/>
                <a:ea typeface="Alibaba PuHuiTi 3.0 115 Black"/>
                <a:cs typeface="Alibaba PuHuiTi 3.0 115 Black"/>
              </a:defRPr>
            </a:pPr>
            <a:r>
              <a:rPr sz="2200" b="1">
                <a:solidFill>
                  <a:srgbClr val="8C64E1"/>
                </a:solidFill>
                <a:latin typeface="Alibaba PuHuiTi 3.0 115 Black"/>
                <a:ea typeface="Alibaba PuHuiTi 3.0 115 Black"/>
                <a:cs typeface="Alibaba PuHuiTi 3.0 115 Black"/>
              </a:rPr>
              <a:t>先列式，再做单位换算。</a:t>
            </a:r>
          </a:p>
        </p:txBody>
      </p:sp>
    </p:spTree>
    <p:extLst>
      <p:ext uri="{BB962C8B-B14F-4D97-AF65-F5344CB8AC3E}">
        <p14:creationId xmlns:p14="http://schemas.microsoft.com/office/powerpoint/2010/main" val="1850345566"/>
      </p:ext>
    </p:extLst>
  </p:cSld>
</p:sld>
</file>

<file path=ppt/slides/slide38.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066D5E8A-F42D-4C5C-A7EE-AF6DC04B62C0}"/>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0115AA4B-75DE-4DBA-9B98-D02C61B9106D}"/>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35067003-B407-495B-A1D1-67228A2EF3F2}"/>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练习题 2</a:t>
            </a:r>
          </a:p>
        </p:txBody>
      </p:sp>
      <p:sp>
        <p:nvSpPr>
          <p:cNvPr id="5" name="practice-givens">
            <a:extLst xmlns:a="http://schemas.openxmlformats.org/drawingml/2006/main">
              <a:ext uri="{FF2B5EF4-FFF2-40B4-BE49-F238E27FC236}">
                <a16:creationId xmlns:a16="http://schemas.microsoft.com/office/drawing/2014/main" id="{06DA94E1-7A53-4954-A939-234A0E001EFF}"/>
              </a:ext>
            </a:extLst>
          </p:cNvPr>
          <p:cNvSpPr>
            <a:spLocks xmlns:a="http://schemas.openxmlformats.org/drawingml/2006/main" noGrp="1"/>
          </p:cNvSpPr>
          <p:nvPr/>
        </p:nvSpPr>
        <p:spPr>
          <a:xfrm xmlns:a="http://schemas.openxmlformats.org/drawingml/2006/main">
            <a:off x="786384" y="1691640"/>
            <a:ext cx="10652760" cy="1762125"/>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7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700" b="0">
                <a:solidFill>
                  <a:srgbClr val="262626"/>
                </a:solidFill>
                <a:latin typeface="Alibaba PuHuiTi 3.0 55 Regular"/>
                <a:ea typeface="Alibaba PuHuiTi 3.0 55 Regular"/>
                <a:cs typeface="Alibaba PuHuiTi 3.0 55 Regular"/>
              </a:defRPr>
            </a:pPr>
            <a:r>
              <a:rPr sz="2700" b="0">
                <a:solidFill>
                  <a:srgbClr val="262626"/>
                </a:solidFill>
                <a:latin typeface="Alibaba PuHuiTi 3.0 55 Regular"/>
                <a:ea typeface="Alibaba PuHuiTi 3.0 55 Regular"/>
                <a:cs typeface="Alibaba PuHuiTi 3.0 55 Regular"/>
              </a:rPr>
              <a:t>1分钟未压缩PCM音频：48,000 Hz、16 bit、双声道。</a:t>
            </a:r>
          </a:p>
          <a:p xmlns:a="http://schemas.openxmlformats.org/drawingml/2006/main">
            <a:pPr algn="l">
              <a:spcBef>
                <a:spcPts val="0"/>
              </a:spcBef>
              <a:spcAft>
                <a:spcPts val="200"/>
              </a:spcAft>
              <a:buNone/>
              <a:defRPr sz="2700" b="0">
                <a:solidFill>
                  <a:srgbClr val="262626"/>
                </a:solidFill>
                <a:latin typeface="Alibaba PuHuiTi 3.0 55 Regular"/>
                <a:ea typeface="Alibaba PuHuiTi 3.0 55 Regular"/>
                <a:cs typeface="Alibaba PuHuiTi 3.0 55 Regular"/>
              </a:defRPr>
            </a:pPr>
            <a:r>
              <a:rPr sz="2700" b="0">
                <a:solidFill>
                  <a:srgbClr val="262626"/>
                </a:solidFill>
                <a:latin typeface="Alibaba PuHuiTi 3.0 55 Regular"/>
                <a:ea typeface="Alibaba PuHuiTi 3.0 55 Regular"/>
                <a:cs typeface="Alibaba PuHuiTi 3.0 55 Regular"/>
              </a:rPr>
              <a:t>样本数据量约多少MiB？</a:t>
            </a:r>
          </a:p>
        </p:txBody>
      </p:sp>
      <p:sp>
        <p:nvSpPr>
          <p:cNvPr id="6" name="Connector 5">
            <a:extLst xmlns:a="http://schemas.openxmlformats.org/drawingml/2006/main">
              <a:ext uri="{FF2B5EF4-FFF2-40B4-BE49-F238E27FC236}">
                <a16:creationId xmlns:a16="http://schemas.microsoft.com/office/drawing/2014/main" id="{FCDC3A8A-DD8B-4D15-A123-28A4D4AA05D3}"/>
              </a:ext>
            </a:extLst>
          </p:cNvPr>
          <p:cNvSpPr>
            <a:spLocks xmlns:a="http://schemas.openxmlformats.org/drawingml/2006/main" noGrp="1"/>
          </p:cNvSpPr>
          <p:nvPr/>
        </p:nvSpPr>
        <p:spPr>
          <a:xfrm xmlns:a="http://schemas.openxmlformats.org/drawingml/2006/main">
            <a:off x="822960" y="4919472"/>
            <a:ext cx="10259568" cy="0"/>
          </a:xfrm>
          <a:prstGeom xmlns:a="http://schemas.openxmlformats.org/drawingml/2006/main" prst="line">
            <a:avLst/>
          </a:prstGeom>
          <a:ln xmlns:a="http://schemas.openxmlformats.org/drawingml/2006/main" w="25400">
            <a:solidFill>
              <a:srgbClr val="E2E2E7"/>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 name="calculation-step-0">
            <a:extLst xmlns:a="http://schemas.openxmlformats.org/drawingml/2006/main">
              <a:ext uri="{FF2B5EF4-FFF2-40B4-BE49-F238E27FC236}">
                <a16:creationId xmlns:a16="http://schemas.microsoft.com/office/drawing/2014/main" id="{0DECBB39-16AC-4FE3-BB80-EC82208A2D8E}"/>
              </a:ext>
            </a:extLst>
          </p:cNvPr>
          <p:cNvSpPr>
            <a:spLocks xmlns:a="http://schemas.openxmlformats.org/drawingml/2006/main" noGrp="1"/>
          </p:cNvSpPr>
          <p:nvPr/>
        </p:nvSpPr>
        <p:spPr>
          <a:xfrm xmlns:a="http://schemas.openxmlformats.org/drawingml/2006/main">
            <a:off x="819150" y="3514725"/>
            <a:ext cx="10668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每声道：48,000 × 60＝2,880,000 个样本</a:t>
            </a:r>
          </a:p>
        </p:txBody>
      </p:sp>
      <p:sp>
        <p:nvSpPr>
          <p:cNvPr id="8" name="calculation-step-1">
            <a:extLst xmlns:a="http://schemas.openxmlformats.org/drawingml/2006/main">
              <a:ext uri="{FF2B5EF4-FFF2-40B4-BE49-F238E27FC236}">
                <a16:creationId xmlns:a16="http://schemas.microsoft.com/office/drawing/2014/main" id="{A8CE6ED8-1F3E-4BE3-9F09-DBC398F2E049}"/>
              </a:ext>
            </a:extLst>
          </p:cNvPr>
          <p:cNvSpPr>
            <a:spLocks xmlns:a="http://schemas.openxmlformats.org/drawingml/2006/main" noGrp="1"/>
          </p:cNvSpPr>
          <p:nvPr/>
        </p:nvSpPr>
        <p:spPr>
          <a:xfrm xmlns:a="http://schemas.openxmlformats.org/drawingml/2006/main">
            <a:off x="819150" y="3990975"/>
            <a:ext cx="10668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每样本：16 bit ÷ 8＝2 Byte</a:t>
            </a:r>
          </a:p>
        </p:txBody>
      </p:sp>
      <p:sp>
        <p:nvSpPr>
          <p:cNvPr id="9" name="calculation-step-2">
            <a:extLst xmlns:a="http://schemas.openxmlformats.org/drawingml/2006/main">
              <a:ext uri="{FF2B5EF4-FFF2-40B4-BE49-F238E27FC236}">
                <a16:creationId xmlns:a16="http://schemas.microsoft.com/office/drawing/2014/main" id="{C629BE71-1224-4217-9849-65134E09B647}"/>
              </a:ext>
            </a:extLst>
          </p:cNvPr>
          <p:cNvSpPr>
            <a:spLocks xmlns:a="http://schemas.openxmlformats.org/drawingml/2006/main" noGrp="1"/>
          </p:cNvSpPr>
          <p:nvPr/>
        </p:nvSpPr>
        <p:spPr>
          <a:xfrm xmlns:a="http://schemas.openxmlformats.org/drawingml/2006/main">
            <a:off x="819150" y="4467225"/>
            <a:ext cx="10668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总量：2,880,000 × 2声道 × 2＝11,520,000 B</a:t>
            </a:r>
          </a:p>
        </p:txBody>
      </p:sp>
      <p:sp>
        <p:nvSpPr>
          <p:cNvPr id="10" name="calculation-step-3">
            <a:extLst xmlns:a="http://schemas.openxmlformats.org/drawingml/2006/main">
              <a:ext uri="{FF2B5EF4-FFF2-40B4-BE49-F238E27FC236}">
                <a16:creationId xmlns:a16="http://schemas.microsoft.com/office/drawing/2014/main" id="{1C7CB7F3-E4B3-4FA8-ADCD-C790BF1213FB}"/>
              </a:ext>
            </a:extLst>
          </p:cNvPr>
          <p:cNvSpPr>
            <a:spLocks xmlns:a="http://schemas.openxmlformats.org/drawingml/2006/main" noGrp="1"/>
          </p:cNvSpPr>
          <p:nvPr/>
        </p:nvSpPr>
        <p:spPr>
          <a:xfrm xmlns:a="http://schemas.openxmlformats.org/drawingml/2006/main">
            <a:off x="819150" y="4943475"/>
            <a:ext cx="10668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换算：11,520,000 ÷ 1024² ≈ 10.99 MiB</a:t>
            </a:r>
          </a:p>
        </p:txBody>
      </p:sp>
      <p:sp>
        <p:nvSpPr>
          <p:cNvPr id="11" name="practice-answer">
            <a:extLst xmlns:a="http://schemas.openxmlformats.org/drawingml/2006/main">
              <a:ext uri="{FF2B5EF4-FFF2-40B4-BE49-F238E27FC236}">
                <a16:creationId xmlns:a16="http://schemas.microsoft.com/office/drawing/2014/main" id="{8B86645D-221E-4AFD-9A7C-C3AF2F4C302E}"/>
              </a:ext>
            </a:extLst>
          </p:cNvPr>
          <p:cNvSpPr>
            <a:spLocks xmlns:a="http://schemas.openxmlformats.org/drawingml/2006/main" noGrp="1"/>
          </p:cNvSpPr>
          <p:nvPr/>
        </p:nvSpPr>
        <p:spPr>
          <a:xfrm xmlns:a="http://schemas.openxmlformats.org/drawingml/2006/main">
            <a:off x="819150" y="5657850"/>
            <a:ext cx="10668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700" b="1">
                <a:solidFill>
                  <a:srgbClr val="8C64E1"/>
                </a:solidFill>
                <a:latin typeface="Alibaba PuHuiTi 3.0 115 Black"/>
                <a:ea typeface="Alibaba PuHuiTi 3.0 115 Black"/>
                <a:cs typeface="Alibaba PuHuiTi 3.0 115 Black"/>
              </a:defRPr>
            </a:defPPr>
          </a:lstStyle>
          <a:p xmlns:a="http://schemas.openxmlformats.org/drawingml/2006/main">
            <a:pPr algn="l">
              <a:buNone/>
              <a:defRPr sz="2700" b="1">
                <a:solidFill>
                  <a:srgbClr val="8C64E1"/>
                </a:solidFill>
                <a:latin typeface="Alibaba PuHuiTi 3.0 115 Black"/>
                <a:ea typeface="Alibaba PuHuiTi 3.0 115 Black"/>
                <a:cs typeface="Alibaba PuHuiTi 3.0 115 Black"/>
              </a:defRPr>
            </a:pPr>
            <a:r>
              <a:rPr sz="2700" b="1">
                <a:solidFill>
                  <a:srgbClr val="8C64E1"/>
                </a:solidFill>
                <a:latin typeface="Alibaba PuHuiTi 3.0 115 Black"/>
                <a:ea typeface="Alibaba PuHuiTi 3.0 115 Black"/>
                <a:cs typeface="Alibaba PuHuiTi 3.0 115 Black"/>
              </a:rPr>
              <a:t>答案：约10.99 MiB</a:t>
            </a:r>
          </a:p>
        </p:txBody>
      </p:sp>
    </p:spTree>
    <p:extLst>
      <p:ext uri="{BB962C8B-B14F-4D97-AF65-F5344CB8AC3E}">
        <p14:creationId xmlns:p14="http://schemas.microsoft.com/office/powerpoint/2010/main" val="794302661"/>
      </p:ext>
    </p:extLst>
  </p:cSld>
</p:sld>
</file>

<file path=ppt/slides/slide39.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E362DAEF-B75E-406E-99BF-46E94BA9AE7D}"/>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2FBE21C1-D229-4A3A-987F-26560DE8A080}"/>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FAA6B79E-E1A0-4C2F-830B-114B1CE2C9FE}"/>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练习题 3</a:t>
            </a:r>
          </a:p>
        </p:txBody>
      </p:sp>
      <p:sp>
        <p:nvSpPr>
          <p:cNvPr id="5" name="practice-givens">
            <a:extLst xmlns:a="http://schemas.openxmlformats.org/drawingml/2006/main">
              <a:ext uri="{FF2B5EF4-FFF2-40B4-BE49-F238E27FC236}">
                <a16:creationId xmlns:a16="http://schemas.microsoft.com/office/drawing/2014/main" id="{3D58D31C-D2A3-4E26-84C0-A84F6831A646}"/>
              </a:ext>
            </a:extLst>
          </p:cNvPr>
          <p:cNvSpPr>
            <a:spLocks xmlns:a="http://schemas.openxmlformats.org/drawingml/2006/main" noGrp="1"/>
          </p:cNvSpPr>
          <p:nvPr/>
        </p:nvSpPr>
        <p:spPr>
          <a:xfrm xmlns:a="http://schemas.openxmlformats.org/drawingml/2006/main">
            <a:off x="786384" y="1691640"/>
            <a:ext cx="10652760" cy="1762125"/>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7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700" b="0">
                <a:solidFill>
                  <a:srgbClr val="262626"/>
                </a:solidFill>
                <a:latin typeface="Alibaba PuHuiTi 3.0 55 Regular"/>
                <a:ea typeface="Alibaba PuHuiTi 3.0 55 Regular"/>
                <a:cs typeface="Alibaba PuHuiTi 3.0 55 Regular"/>
              </a:defRPr>
            </a:pPr>
            <a:r>
              <a:rPr sz="2700" b="0">
                <a:solidFill>
                  <a:srgbClr val="262626"/>
                </a:solidFill>
                <a:latin typeface="Alibaba PuHuiTi 3.0 55 Regular"/>
                <a:ea typeface="Alibaba PuHuiTi 3.0 55 Regular"/>
                <a:cs typeface="Alibaba PuHuiTi 3.0 55 Regular"/>
              </a:rPr>
              <a:t>给5分钟的诗朗诵加入一条等时长背景音乐音轨。</a:t>
            </a:r>
          </a:p>
          <a:p xmlns:a="http://schemas.openxmlformats.org/drawingml/2006/main">
            <a:pPr algn="l">
              <a:spcBef>
                <a:spcPts val="0"/>
              </a:spcBef>
              <a:spcAft>
                <a:spcPts val="200"/>
              </a:spcAft>
              <a:buNone/>
              <a:defRPr sz="2700" b="0">
                <a:solidFill>
                  <a:srgbClr val="262626"/>
                </a:solidFill>
                <a:latin typeface="Alibaba PuHuiTi 3.0 55 Regular"/>
                <a:ea typeface="Alibaba PuHuiTi 3.0 55 Regular"/>
                <a:cs typeface="Alibaba PuHuiTi 3.0 55 Regular"/>
              </a:defRPr>
            </a:pPr>
            <a:r>
              <a:rPr sz="2700" b="0">
                <a:solidFill>
                  <a:srgbClr val="262626"/>
                </a:solidFill>
                <a:latin typeface="Alibaba PuHuiTi 3.0 55 Regular"/>
                <a:ea typeface="Alibaba PuHuiTi 3.0 55 Regular"/>
                <a:cs typeface="Alibaba PuHuiTi 3.0 55 Regular"/>
              </a:rPr>
              <a:t>如果导出时仍为44.1 kHz、16 bit、双声道PCM，</a:t>
            </a:r>
          </a:p>
          <a:p xmlns:a="http://schemas.openxmlformats.org/drawingml/2006/main">
            <a:pPr algn="l">
              <a:spcBef>
                <a:spcPts val="0"/>
              </a:spcBef>
              <a:spcAft>
                <a:spcPts val="200"/>
              </a:spcAft>
              <a:buNone/>
              <a:defRPr sz="2700" b="0">
                <a:solidFill>
                  <a:srgbClr val="262626"/>
                </a:solidFill>
                <a:latin typeface="Alibaba PuHuiTi 3.0 55 Regular"/>
                <a:ea typeface="Alibaba PuHuiTi 3.0 55 Regular"/>
                <a:cs typeface="Alibaba PuHuiTi 3.0 55 Regular"/>
              </a:defRPr>
            </a:pPr>
            <a:r>
              <a:rPr sz="2700" b="0">
                <a:solidFill>
                  <a:srgbClr val="262626"/>
                </a:solidFill>
                <a:latin typeface="Alibaba PuHuiTi 3.0 55 Regular"/>
                <a:ea typeface="Alibaba PuHuiTi 3.0 55 Regular"/>
                <a:cs typeface="Alibaba PuHuiTi 3.0 55 Regular"/>
              </a:rPr>
              <a:t>数据量会翻倍吗？</a:t>
            </a:r>
          </a:p>
        </p:txBody>
      </p:sp>
      <p:sp>
        <p:nvSpPr>
          <p:cNvPr id="6" name="Connector 5">
            <a:extLst xmlns:a="http://schemas.openxmlformats.org/drawingml/2006/main">
              <a:ext uri="{FF2B5EF4-FFF2-40B4-BE49-F238E27FC236}">
                <a16:creationId xmlns:a16="http://schemas.microsoft.com/office/drawing/2014/main" id="{B4CA7659-332D-4CAA-BF65-5B6E20BFF703}"/>
              </a:ext>
            </a:extLst>
          </p:cNvPr>
          <p:cNvSpPr>
            <a:spLocks xmlns:a="http://schemas.openxmlformats.org/drawingml/2006/main" noGrp="1"/>
          </p:cNvSpPr>
          <p:nvPr/>
        </p:nvSpPr>
        <p:spPr>
          <a:xfrm xmlns:a="http://schemas.openxmlformats.org/drawingml/2006/main">
            <a:off x="822960" y="4919472"/>
            <a:ext cx="10259568" cy="0"/>
          </a:xfrm>
          <a:prstGeom xmlns:a="http://schemas.openxmlformats.org/drawingml/2006/main" prst="line">
            <a:avLst/>
          </a:prstGeom>
          <a:ln xmlns:a="http://schemas.openxmlformats.org/drawingml/2006/main" w="25400">
            <a:solidFill>
              <a:srgbClr val="E2E2E7"/>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 name="TextBox 6">
            <a:extLst xmlns:a="http://schemas.openxmlformats.org/drawingml/2006/main">
              <a:ext uri="{FF2B5EF4-FFF2-40B4-BE49-F238E27FC236}">
                <a16:creationId xmlns:a16="http://schemas.microsoft.com/office/drawing/2014/main" id="{F71F4805-C040-4396-BD0B-6A9F6A52B406}"/>
              </a:ext>
            </a:extLst>
          </p:cNvPr>
          <p:cNvSpPr>
            <a:spLocks xmlns:a="http://schemas.openxmlformats.org/drawingml/2006/main" noGrp="1"/>
          </p:cNvSpPr>
          <p:nvPr/>
        </p:nvSpPr>
        <p:spPr>
          <a:xfrm xmlns:a="http://schemas.openxmlformats.org/drawingml/2006/main">
            <a:off x="832104" y="5166360"/>
            <a:ext cx="10332720"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200" b="1">
                <a:solidFill>
                  <a:srgbClr val="8C64E1"/>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2200" b="1">
                <a:solidFill>
                  <a:srgbClr val="8C64E1"/>
                </a:solidFill>
                <a:latin typeface="Alibaba PuHuiTi 3.0 115 Black"/>
                <a:ea typeface="Alibaba PuHuiTi 3.0 115 Black"/>
                <a:cs typeface="Alibaba PuHuiTi 3.0 115 Black"/>
              </a:defRPr>
            </a:pPr>
            <a:r>
              <a:rPr sz="2200" b="1">
                <a:solidFill>
                  <a:srgbClr val="8C64E1"/>
                </a:solidFill>
                <a:latin typeface="Alibaba PuHuiTi 3.0 115 Black"/>
                <a:ea typeface="Alibaba PuHuiTi 3.0 115 Black"/>
                <a:cs typeface="Alibaba PuHuiTi 3.0 115 Black"/>
              </a:rPr>
              <a:t>先投票：翻倍 / 不变 / 说不清。</a:t>
            </a:r>
          </a:p>
        </p:txBody>
      </p:sp>
    </p:spTree>
    <p:extLst>
      <p:ext uri="{BB962C8B-B14F-4D97-AF65-F5344CB8AC3E}">
        <p14:creationId xmlns:p14="http://schemas.microsoft.com/office/powerpoint/2010/main" val="1801136467"/>
      </p:ext>
    </p:extLst>
  </p:cSld>
</p:sld>
</file>

<file path=ppt/slides/slide40.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ABA1BF46-6D25-4AF9-A841-C3F30AE1D5F5}"/>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75DDFCD8-3299-42EC-9758-A3928AD50E90}"/>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5EFECA51-F282-4AF3-8F05-018FCB9283B0}"/>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两个看似有道理的答案，你支持哪一个？</a:t>
            </a:r>
          </a:p>
        </p:txBody>
      </p:sp>
      <p:sp>
        <p:nvSpPr>
          <p:cNvPr id="5" name="Connector 4">
            <a:extLst xmlns:a="http://schemas.openxmlformats.org/drawingml/2006/main">
              <a:ext uri="{FF2B5EF4-FFF2-40B4-BE49-F238E27FC236}">
                <a16:creationId xmlns:a16="http://schemas.microsoft.com/office/drawing/2014/main" id="{3F61939C-3BEF-45FE-B64F-27F1487191AE}"/>
              </a:ext>
            </a:extLst>
          </p:cNvPr>
          <p:cNvSpPr>
            <a:spLocks xmlns:a="http://schemas.openxmlformats.org/drawingml/2006/main" noGrp="1"/>
          </p:cNvSpPr>
          <p:nvPr/>
        </p:nvSpPr>
        <p:spPr>
          <a:xfrm xmlns:a="http://schemas.openxmlformats.org/drawingml/2006/main">
            <a:off x="6080760" y="1627632"/>
            <a:ext cx="0" cy="3776472"/>
          </a:xfrm>
          <a:prstGeom xmlns:a="http://schemas.openxmlformats.org/drawingml/2006/main" prst="line">
            <a:avLst/>
          </a:prstGeom>
          <a:ln xmlns:a="http://schemas.openxmlformats.org/drawingml/2006/main" w="25400">
            <a:solidFill>
              <a:srgbClr val="E2E2E7"/>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 name="TextBox 5">
            <a:extLst xmlns:a="http://schemas.openxmlformats.org/drawingml/2006/main">
              <a:ext uri="{FF2B5EF4-FFF2-40B4-BE49-F238E27FC236}">
                <a16:creationId xmlns:a16="http://schemas.microsoft.com/office/drawing/2014/main" id="{D00F1509-332A-45EF-A7B9-6BFF3CF86E70}"/>
              </a:ext>
            </a:extLst>
          </p:cNvPr>
          <p:cNvSpPr>
            <a:spLocks xmlns:a="http://schemas.openxmlformats.org/drawingml/2006/main" noGrp="1"/>
          </p:cNvSpPr>
          <p:nvPr/>
        </p:nvSpPr>
        <p:spPr>
          <a:xfrm xmlns:a="http://schemas.openxmlformats.org/drawingml/2006/main">
            <a:off x="822960" y="1737360"/>
            <a:ext cx="5074920" cy="4267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800" b="1">
                <a:solidFill>
                  <a:srgbClr val="8C64E1"/>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2800" b="1">
                <a:solidFill>
                  <a:srgbClr val="8C64E1"/>
                </a:solidFill>
                <a:latin typeface="Alibaba PuHuiTi 3.0 115 Black"/>
                <a:ea typeface="Alibaba PuHuiTi 3.0 115 Black"/>
                <a:cs typeface="Alibaba PuHuiTi 3.0 115 Black"/>
              </a:defRPr>
            </a:pPr>
            <a:r>
              <a:rPr sz="2800" b="1">
                <a:solidFill>
                  <a:srgbClr val="8C64E1"/>
                </a:solidFill>
                <a:latin typeface="Alibaba PuHuiTi 3.0 115 Black"/>
                <a:ea typeface="Alibaba PuHuiTi 3.0 115 Black"/>
                <a:cs typeface="Alibaba PuHuiTi 3.0 115 Black"/>
              </a:rPr>
              <a:t>观点 A：不变</a:t>
            </a:r>
          </a:p>
        </p:txBody>
      </p:sp>
      <p:sp>
        <p:nvSpPr>
          <p:cNvPr id="7" name="TextBox 6">
            <a:extLst xmlns:a="http://schemas.openxmlformats.org/drawingml/2006/main">
              <a:ext uri="{FF2B5EF4-FFF2-40B4-BE49-F238E27FC236}">
                <a16:creationId xmlns:a16="http://schemas.microsoft.com/office/drawing/2014/main" id="{AC8413F1-127A-44E8-845E-D9E3E2C29A14}"/>
              </a:ext>
            </a:extLst>
          </p:cNvPr>
          <p:cNvSpPr>
            <a:spLocks xmlns:a="http://schemas.openxmlformats.org/drawingml/2006/main" noGrp="1"/>
          </p:cNvSpPr>
          <p:nvPr/>
        </p:nvSpPr>
        <p:spPr>
          <a:xfrm xmlns:a="http://schemas.openxmlformats.org/drawingml/2006/main">
            <a:off x="6455664" y="1737360"/>
            <a:ext cx="4754880" cy="4267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800" b="1">
                <a:solidFill>
                  <a:srgbClr val="007C9B"/>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2800" b="1">
                <a:solidFill>
                  <a:srgbClr val="007C9B"/>
                </a:solidFill>
                <a:latin typeface="Alibaba PuHuiTi 3.0 115 Black"/>
                <a:ea typeface="Alibaba PuHuiTi 3.0 115 Black"/>
                <a:cs typeface="Alibaba PuHuiTi 3.0 115 Black"/>
              </a:defRPr>
            </a:pPr>
            <a:r>
              <a:rPr sz="2800" b="1">
                <a:solidFill>
                  <a:srgbClr val="007C9B"/>
                </a:solidFill>
                <a:latin typeface="Alibaba PuHuiTi 3.0 115 Black"/>
                <a:ea typeface="Alibaba PuHuiTi 3.0 115 Black"/>
                <a:cs typeface="Alibaba PuHuiTi 3.0 115 Black"/>
              </a:rPr>
              <a:t>观点 B：翻倍</a:t>
            </a:r>
          </a:p>
        </p:txBody>
      </p:sp>
      <p:sp>
        <p:nvSpPr>
          <p:cNvPr id="8" name="TextBox 7">
            <a:extLst xmlns:a="http://schemas.openxmlformats.org/drawingml/2006/main">
              <a:ext uri="{FF2B5EF4-FFF2-40B4-BE49-F238E27FC236}">
                <a16:creationId xmlns:a16="http://schemas.microsoft.com/office/drawing/2014/main" id="{032EE781-27F2-4856-884C-3A45FA8109D7}"/>
              </a:ext>
            </a:extLst>
          </p:cNvPr>
          <p:cNvSpPr>
            <a:spLocks xmlns:a="http://schemas.openxmlformats.org/drawingml/2006/main" noGrp="1"/>
          </p:cNvSpPr>
          <p:nvPr/>
        </p:nvSpPr>
        <p:spPr>
          <a:xfrm xmlns:a="http://schemas.openxmlformats.org/drawingml/2006/main">
            <a:off x="822960" y="2743200"/>
            <a:ext cx="5010912" cy="70104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3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300" b="0">
                <a:solidFill>
                  <a:srgbClr val="262626"/>
                </a:solidFill>
                <a:latin typeface="Alibaba PuHuiTi 3.0 55 Regular"/>
                <a:ea typeface="Alibaba PuHuiTi 3.0 55 Regular"/>
                <a:cs typeface="Alibaba PuHuiTi 3.0 55 Regular"/>
              </a:defRPr>
            </a:pPr>
            <a:r>
              <a:rPr sz="2300" b="0">
                <a:solidFill>
                  <a:srgbClr val="262626"/>
                </a:solidFill>
                <a:latin typeface="Alibaba PuHuiTi 3.0 55 Regular"/>
                <a:ea typeface="Alibaba PuHuiTi 3.0 55 Regular"/>
                <a:cs typeface="Alibaba PuHuiTi 3.0 55 Regular"/>
              </a:rPr>
              <a:t>采样率没变，位数没变，时长没变，</a:t>
            </a:r>
          </a:p>
          <a:p xmlns:a="http://schemas.openxmlformats.org/drawingml/2006/main">
            <a:pPr algn="l">
              <a:spcBef>
                <a:spcPts val="0"/>
              </a:spcBef>
              <a:spcAft>
                <a:spcPts val="200"/>
              </a:spcAft>
              <a:buNone/>
              <a:defRPr sz="2300" b="0">
                <a:solidFill>
                  <a:srgbClr val="262626"/>
                </a:solidFill>
                <a:latin typeface="Alibaba PuHuiTi 3.0 55 Regular"/>
                <a:ea typeface="Alibaba PuHuiTi 3.0 55 Regular"/>
                <a:cs typeface="Alibaba PuHuiTi 3.0 55 Regular"/>
              </a:defRPr>
            </a:pPr>
            <a:r>
              <a:rPr sz="2300" b="0">
                <a:solidFill>
                  <a:srgbClr val="262626"/>
                </a:solidFill>
                <a:latin typeface="Alibaba PuHuiTi 3.0 55 Regular"/>
                <a:ea typeface="Alibaba PuHuiTi 3.0 55 Regular"/>
                <a:cs typeface="Alibaba PuHuiTi 3.0 55 Regular"/>
              </a:rPr>
              <a:t>输出的声道数也没变。</a:t>
            </a:r>
          </a:p>
        </p:txBody>
      </p:sp>
      <p:sp>
        <p:nvSpPr>
          <p:cNvPr id="9" name="TextBox 8">
            <a:extLst xmlns:a="http://schemas.openxmlformats.org/drawingml/2006/main">
              <a:ext uri="{FF2B5EF4-FFF2-40B4-BE49-F238E27FC236}">
                <a16:creationId xmlns:a16="http://schemas.microsoft.com/office/drawing/2014/main" id="{B6AAACEA-1429-4CAA-BD78-9AD73A2A79FF}"/>
              </a:ext>
            </a:extLst>
          </p:cNvPr>
          <p:cNvSpPr>
            <a:spLocks xmlns:a="http://schemas.openxmlformats.org/drawingml/2006/main" noGrp="1"/>
          </p:cNvSpPr>
          <p:nvPr/>
        </p:nvSpPr>
        <p:spPr>
          <a:xfrm xmlns:a="http://schemas.openxmlformats.org/drawingml/2006/main">
            <a:off x="6455664" y="2743200"/>
            <a:ext cx="4873752" cy="70104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3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300" b="0">
                <a:solidFill>
                  <a:srgbClr val="262626"/>
                </a:solidFill>
                <a:latin typeface="Alibaba PuHuiTi 3.0 55 Regular"/>
                <a:ea typeface="Alibaba PuHuiTi 3.0 55 Regular"/>
                <a:cs typeface="Alibaba PuHuiTi 3.0 55 Regular"/>
              </a:defRPr>
            </a:pPr>
            <a:r>
              <a:rPr sz="2300" b="0">
                <a:solidFill>
                  <a:srgbClr val="262626"/>
                </a:solidFill>
                <a:latin typeface="Alibaba PuHuiTi 3.0 55 Regular"/>
                <a:ea typeface="Alibaba PuHuiTi 3.0 55 Regular"/>
                <a:cs typeface="Alibaba PuHuiTi 3.0 55 Regular"/>
              </a:rPr>
              <a:t>录音里多了一份音乐，</a:t>
            </a:r>
          </a:p>
          <a:p xmlns:a="http://schemas.openxmlformats.org/drawingml/2006/main">
            <a:pPr algn="l">
              <a:spcBef>
                <a:spcPts val="0"/>
              </a:spcBef>
              <a:spcAft>
                <a:spcPts val="200"/>
              </a:spcAft>
              <a:buNone/>
              <a:defRPr sz="2300" b="0">
                <a:solidFill>
                  <a:srgbClr val="262626"/>
                </a:solidFill>
                <a:latin typeface="Alibaba PuHuiTi 3.0 55 Regular"/>
                <a:ea typeface="Alibaba PuHuiTi 3.0 55 Regular"/>
                <a:cs typeface="Alibaba PuHuiTi 3.0 55 Regular"/>
              </a:defRPr>
            </a:pPr>
            <a:r>
              <a:rPr sz="2300" b="0">
                <a:solidFill>
                  <a:srgbClr val="262626"/>
                </a:solidFill>
                <a:latin typeface="Alibaba PuHuiTi 3.0 55 Regular"/>
                <a:ea typeface="Alibaba PuHuiTi 3.0 55 Regular"/>
                <a:cs typeface="Alibaba PuHuiTi 3.0 55 Regular"/>
              </a:rPr>
              <a:t>是不是就需要多一份音频数据？</a:t>
            </a:r>
          </a:p>
        </p:txBody>
      </p:sp>
      <p:sp>
        <p:nvSpPr>
          <p:cNvPr id="10" name="TextBox 9">
            <a:extLst xmlns:a="http://schemas.openxmlformats.org/drawingml/2006/main">
              <a:ext uri="{FF2B5EF4-FFF2-40B4-BE49-F238E27FC236}">
                <a16:creationId xmlns:a16="http://schemas.microsoft.com/office/drawing/2014/main" id="{56FBD98A-9BEA-4F18-898E-25E9801ABC92}"/>
              </a:ext>
            </a:extLst>
          </p:cNvPr>
          <p:cNvSpPr>
            <a:spLocks xmlns:a="http://schemas.openxmlformats.org/drawingml/2006/main" noGrp="1"/>
          </p:cNvSpPr>
          <p:nvPr/>
        </p:nvSpPr>
        <p:spPr>
          <a:xfrm xmlns:a="http://schemas.openxmlformats.org/drawingml/2006/main">
            <a:off x="777240" y="5879592"/>
            <a:ext cx="10789920" cy="33528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争论的关键：编辑时的“音轨”，是不是导出时的“声道”？</a:t>
            </a:r>
          </a:p>
        </p:txBody>
      </p:sp>
    </p:spTree>
    <p:extLst>
      <p:ext uri="{BB962C8B-B14F-4D97-AF65-F5344CB8AC3E}">
        <p14:creationId xmlns:p14="http://schemas.microsoft.com/office/powerpoint/2010/main" val="1103825675"/>
      </p:ext>
    </p:extLst>
  </p:cSld>
</p:sld>
</file>

<file path=ppt/slides/slide41.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BEBA404E-08CE-4241-B73A-408354AD7F02}"/>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1B937D7B-07AF-4E2C-9434-8DBD9BF713DC}"/>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8183488D-6181-435B-A71E-04EF55E2018A}"/>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编辑音轨与输出声道，有什么不同？</a:t>
            </a:r>
          </a:p>
        </p:txBody>
      </p:sp>
      <p:sp>
        <p:nvSpPr>
          <p:cNvPr id="5" name="text">
            <a:extLst xmlns:a="http://schemas.openxmlformats.org/drawingml/2006/main">
              <a:ext uri="{FF2B5EF4-FFF2-40B4-BE49-F238E27FC236}">
                <a16:creationId xmlns:a16="http://schemas.microsoft.com/office/drawing/2014/main" id="{26DF4944-9D91-4818-A9AE-D5A18F38CB97}"/>
              </a:ext>
            </a:extLst>
          </p:cNvPr>
          <p:cNvSpPr>
            <a:spLocks xmlns:a="http://schemas.openxmlformats.org/drawingml/2006/main" noGrp="1"/>
          </p:cNvSpPr>
          <p:nvPr/>
        </p:nvSpPr>
        <p:spPr>
          <a:xfrm xmlns:a="http://schemas.openxmlformats.org/drawingml/2006/main">
            <a:off x="609600" y="1581150"/>
            <a:ext cx="4095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400" b="1">
                <a:solidFill>
                  <a:srgbClr val="8C64E1"/>
                </a:solidFill>
                <a:latin typeface="Alibaba PuHuiTi 3.0 115 Black"/>
                <a:ea typeface="Alibaba PuHuiTi 3.0 115 Black"/>
                <a:cs typeface="Alibaba PuHuiTi 3.0 115 Black"/>
              </a:defRPr>
            </a:defPPr>
          </a:lstStyle>
          <a:p xmlns:a="http://schemas.openxmlformats.org/drawingml/2006/main">
            <a:pPr algn="l">
              <a:defRPr sz="2400" b="1">
                <a:solidFill>
                  <a:srgbClr val="8C64E1"/>
                </a:solidFill>
                <a:latin typeface="Alibaba PuHuiTi 3.0 115 Black"/>
                <a:ea typeface="Alibaba PuHuiTi 3.0 115 Black"/>
                <a:cs typeface="Alibaba PuHuiTi 3.0 115 Black"/>
              </a:defRPr>
            </a:pPr>
            <a:r>
              <a:rPr sz="2400" b="1">
                <a:solidFill>
                  <a:srgbClr val="8C64E1"/>
                </a:solidFill>
                <a:latin typeface="Alibaba PuHuiTi 3.0 115 Black"/>
                <a:ea typeface="Alibaba PuHuiTi 3.0 115 Black"/>
                <a:cs typeface="Alibaba PuHuiTi 3.0 115 Black"/>
              </a:rPr>
              <a:t>编辑时：两条音轨</a:t>
            </a:r>
          </a:p>
        </p:txBody>
      </p:sp>
      <p:sp>
        <p:nvSpPr>
          <p:cNvPr id="6" name="text">
            <a:extLst xmlns:a="http://schemas.openxmlformats.org/drawingml/2006/main">
              <a:ext uri="{FF2B5EF4-FFF2-40B4-BE49-F238E27FC236}">
                <a16:creationId xmlns:a16="http://schemas.microsoft.com/office/drawing/2014/main" id="{46BAFEF4-6CB3-4AE0-851D-174D3389E450}"/>
              </a:ext>
            </a:extLst>
          </p:cNvPr>
          <p:cNvSpPr>
            <a:spLocks xmlns:a="http://schemas.openxmlformats.org/drawingml/2006/main" noGrp="1"/>
          </p:cNvSpPr>
          <p:nvPr/>
        </p:nvSpPr>
        <p:spPr>
          <a:xfrm xmlns:a="http://schemas.openxmlformats.org/drawingml/2006/main">
            <a:off x="7905750" y="1581150"/>
            <a:ext cx="36766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400" b="1">
                <a:solidFill>
                  <a:srgbClr val="007C9B"/>
                </a:solidFill>
                <a:latin typeface="Alibaba PuHuiTi 3.0 115 Black"/>
                <a:ea typeface="Alibaba PuHuiTi 3.0 115 Black"/>
                <a:cs typeface="Alibaba PuHuiTi 3.0 115 Black"/>
              </a:defRPr>
            </a:defPPr>
          </a:lstStyle>
          <a:p xmlns:a="http://schemas.openxmlformats.org/drawingml/2006/main">
            <a:pPr algn="l">
              <a:defRPr sz="2400" b="1">
                <a:solidFill>
                  <a:srgbClr val="007C9B"/>
                </a:solidFill>
                <a:latin typeface="Alibaba PuHuiTi 3.0 115 Black"/>
                <a:ea typeface="Alibaba PuHuiTi 3.0 115 Black"/>
                <a:cs typeface="Alibaba PuHuiTi 3.0 115 Black"/>
              </a:defRPr>
            </a:pPr>
            <a:r>
              <a:rPr sz="2400" b="1">
                <a:solidFill>
                  <a:srgbClr val="007C9B"/>
                </a:solidFill>
                <a:latin typeface="Alibaba PuHuiTi 3.0 115 Black"/>
                <a:ea typeface="Alibaba PuHuiTi 3.0 115 Black"/>
                <a:cs typeface="Alibaba PuHuiTi 3.0 115 Black"/>
              </a:rPr>
              <a:t>输出时：两个声道</a:t>
            </a:r>
          </a:p>
        </p:txBody>
      </p:sp>
      <p:sp>
        <p:nvSpPr>
          <p:cNvPr id="7" name="track-0">
            <a:extLst xmlns:a="http://schemas.openxmlformats.org/drawingml/2006/main">
              <a:ext uri="{FF2B5EF4-FFF2-40B4-BE49-F238E27FC236}">
                <a16:creationId xmlns:a16="http://schemas.microsoft.com/office/drawing/2014/main" id="{C068DB38-5723-42D6-84D5-819FC4197A49}"/>
              </a:ext>
            </a:extLst>
          </p:cNvPr>
          <p:cNvSpPr>
            <a:spLocks xmlns:a="http://schemas.openxmlformats.org/drawingml/2006/main" noGrp="1"/>
          </p:cNvSpPr>
          <p:nvPr/>
        </p:nvSpPr>
        <p:spPr>
          <a:xfrm xmlns:a="http://schemas.openxmlformats.org/drawingml/2006/main">
            <a:off x="609600" y="2619375"/>
            <a:ext cx="3476625" cy="723900"/>
          </a:xfrm>
          <a:prstGeom xmlns:a="http://schemas.openxmlformats.org/drawingml/2006/main" prst="rect">
            <a:avLst/>
          </a:prstGeom>
          <a:noFill xmlns:a="http://schemas.openxmlformats.org/drawingml/2006/main"/>
          <a:ln xmlns:a="http://schemas.openxmlformats.org/drawingml/2006/main" w="14288">
            <a:solidFill>
              <a:srgbClr val="8C64E1"/>
            </a:solidFill>
          </a:ln>
        </p:spPr>
      </p:sp>
      <p:sp>
        <p:nvSpPr>
          <p:cNvPr id="8" name="track-label-0">
            <a:extLst xmlns:a="http://schemas.openxmlformats.org/drawingml/2006/main">
              <a:ext uri="{FF2B5EF4-FFF2-40B4-BE49-F238E27FC236}">
                <a16:creationId xmlns:a16="http://schemas.microsoft.com/office/drawing/2014/main" id="{9BEC75FC-FED2-47B9-87C3-83B9F258674C}"/>
              </a:ext>
            </a:extLst>
          </p:cNvPr>
          <p:cNvSpPr>
            <a:spLocks xmlns:a="http://schemas.openxmlformats.org/drawingml/2006/main" noGrp="1"/>
          </p:cNvSpPr>
          <p:nvPr/>
        </p:nvSpPr>
        <p:spPr>
          <a:xfrm xmlns:a="http://schemas.openxmlformats.org/drawingml/2006/main">
            <a:off x="790575" y="2809875"/>
            <a:ext cx="30956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音轨1：诗朗诵</a:t>
            </a:r>
          </a:p>
        </p:txBody>
      </p:sp>
      <p:sp>
        <p:nvSpPr>
          <p:cNvPr id="9" name="track-1">
            <a:extLst xmlns:a="http://schemas.openxmlformats.org/drawingml/2006/main">
              <a:ext uri="{FF2B5EF4-FFF2-40B4-BE49-F238E27FC236}">
                <a16:creationId xmlns:a16="http://schemas.microsoft.com/office/drawing/2014/main" id="{2318F141-C5C8-4D2B-8848-F7192D94D77A}"/>
              </a:ext>
            </a:extLst>
          </p:cNvPr>
          <p:cNvSpPr>
            <a:spLocks xmlns:a="http://schemas.openxmlformats.org/drawingml/2006/main" noGrp="1"/>
          </p:cNvSpPr>
          <p:nvPr/>
        </p:nvSpPr>
        <p:spPr>
          <a:xfrm xmlns:a="http://schemas.openxmlformats.org/drawingml/2006/main">
            <a:off x="609600" y="4143375"/>
            <a:ext cx="3476625" cy="723900"/>
          </a:xfrm>
          <a:prstGeom xmlns:a="http://schemas.openxmlformats.org/drawingml/2006/main" prst="rect">
            <a:avLst/>
          </a:prstGeom>
          <a:noFill xmlns:a="http://schemas.openxmlformats.org/drawingml/2006/main"/>
          <a:ln xmlns:a="http://schemas.openxmlformats.org/drawingml/2006/main" w="14288">
            <a:solidFill>
              <a:srgbClr val="8C64E1"/>
            </a:solidFill>
          </a:ln>
        </p:spPr>
      </p:sp>
      <p:sp>
        <p:nvSpPr>
          <p:cNvPr id="10" name="track-label-1">
            <a:extLst xmlns:a="http://schemas.openxmlformats.org/drawingml/2006/main">
              <a:ext uri="{FF2B5EF4-FFF2-40B4-BE49-F238E27FC236}">
                <a16:creationId xmlns:a16="http://schemas.microsoft.com/office/drawing/2014/main" id="{FF2C0F56-F9D7-4931-A872-F487C1EF7D63}"/>
              </a:ext>
            </a:extLst>
          </p:cNvPr>
          <p:cNvSpPr>
            <a:spLocks xmlns:a="http://schemas.openxmlformats.org/drawingml/2006/main" noGrp="1"/>
          </p:cNvSpPr>
          <p:nvPr/>
        </p:nvSpPr>
        <p:spPr>
          <a:xfrm xmlns:a="http://schemas.openxmlformats.org/drawingml/2006/main">
            <a:off x="790575" y="4333875"/>
            <a:ext cx="30956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音轨2：背景音乐</a:t>
            </a:r>
          </a:p>
        </p:txBody>
      </p:sp>
      <p:sp>
        <p:nvSpPr>
          <p:cNvPr id="11" name="mix-operation">
            <a:extLst xmlns:a="http://schemas.openxmlformats.org/drawingml/2006/main">
              <a:ext uri="{FF2B5EF4-FFF2-40B4-BE49-F238E27FC236}">
                <a16:creationId xmlns:a16="http://schemas.microsoft.com/office/drawing/2014/main" id="{F20998D3-1BB9-4B6C-BFBA-570BBFD5F2E8}"/>
              </a:ext>
            </a:extLst>
          </p:cNvPr>
          <p:cNvSpPr>
            <a:spLocks xmlns:a="http://schemas.openxmlformats.org/drawingml/2006/main" noGrp="1"/>
          </p:cNvSpPr>
          <p:nvPr/>
        </p:nvSpPr>
        <p:spPr>
          <a:xfrm xmlns:a="http://schemas.openxmlformats.org/drawingml/2006/main">
            <a:off x="5105400" y="3362325"/>
            <a:ext cx="1981200" cy="723900"/>
          </a:xfrm>
          <a:prstGeom xmlns:a="http://schemas.openxmlformats.org/drawingml/2006/main" prst="rect">
            <a:avLst/>
          </a:prstGeom>
          <a:noFill xmlns:a="http://schemas.openxmlformats.org/drawingml/2006/main"/>
          <a:ln xmlns:a="http://schemas.openxmlformats.org/drawingml/2006/main" w="14288">
            <a:solidFill>
              <a:srgbClr val="8C64E1"/>
            </a:solidFill>
          </a:ln>
        </p:spPr>
      </p:sp>
      <p:sp>
        <p:nvSpPr>
          <p:cNvPr id="12" name="mix-label">
            <a:extLst xmlns:a="http://schemas.openxmlformats.org/drawingml/2006/main">
              <a:ext uri="{FF2B5EF4-FFF2-40B4-BE49-F238E27FC236}">
                <a16:creationId xmlns:a16="http://schemas.microsoft.com/office/drawing/2014/main" id="{C355DDE4-9C63-4F13-8BC9-2D6E5BFD56FA}"/>
              </a:ext>
            </a:extLst>
          </p:cNvPr>
          <p:cNvSpPr>
            <a:spLocks xmlns:a="http://schemas.openxmlformats.org/drawingml/2006/main" noGrp="1"/>
          </p:cNvSpPr>
          <p:nvPr/>
        </p:nvSpPr>
        <p:spPr>
          <a:xfrm xmlns:a="http://schemas.openxmlformats.org/drawingml/2006/main">
            <a:off x="5248275" y="3552825"/>
            <a:ext cx="16954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2200" b="1">
                <a:solidFill>
                  <a:srgbClr val="262626"/>
                </a:solidFill>
                <a:latin typeface="Alibaba PuHuiTi 3.0 115 Black"/>
                <a:ea typeface="Alibaba PuHuiTi 3.0 115 Black"/>
                <a:cs typeface="Alibaba PuHuiTi 3.0 115 Black"/>
              </a:defRPr>
            </a:defPPr>
          </a:lstStyle>
          <a:p xmlns:a="http://schemas.openxmlformats.org/drawingml/2006/main">
            <a:pPr algn="ctr">
              <a:defRPr sz="2200" b="1">
                <a:solidFill>
                  <a:srgbClr val="262626"/>
                </a:solidFill>
                <a:latin typeface="Alibaba PuHuiTi 3.0 115 Black"/>
                <a:ea typeface="Alibaba PuHuiTi 3.0 115 Black"/>
                <a:cs typeface="Alibaba PuHuiTi 3.0 115 Black"/>
              </a:defRPr>
            </a:pPr>
            <a:r>
              <a:rPr sz="2200" b="1">
                <a:solidFill>
                  <a:srgbClr val="262626"/>
                </a:solidFill>
                <a:latin typeface="Alibaba PuHuiTi 3.0 115 Black"/>
                <a:ea typeface="Alibaba PuHuiTi 3.0 115 Black"/>
                <a:cs typeface="Alibaba PuHuiTi 3.0 115 Black"/>
              </a:rPr>
              <a:t>混音导出</a:t>
            </a:r>
          </a:p>
        </p:txBody>
      </p:sp>
      <p:sp>
        <p:nvSpPr>
          <p:cNvPr id="13" name="output-0">
            <a:extLst xmlns:a="http://schemas.openxmlformats.org/drawingml/2006/main">
              <a:ext uri="{FF2B5EF4-FFF2-40B4-BE49-F238E27FC236}">
                <a16:creationId xmlns:a16="http://schemas.microsoft.com/office/drawing/2014/main" id="{A11A79B2-D6EE-4B11-96E0-5A55A74BA794}"/>
              </a:ext>
            </a:extLst>
          </p:cNvPr>
          <p:cNvSpPr>
            <a:spLocks xmlns:a="http://schemas.openxmlformats.org/drawingml/2006/main" noGrp="1"/>
          </p:cNvSpPr>
          <p:nvPr/>
        </p:nvSpPr>
        <p:spPr>
          <a:xfrm xmlns:a="http://schemas.openxmlformats.org/drawingml/2006/main">
            <a:off x="8096250" y="2619375"/>
            <a:ext cx="3486150" cy="723900"/>
          </a:xfrm>
          <a:prstGeom xmlns:a="http://schemas.openxmlformats.org/drawingml/2006/main" prst="rect">
            <a:avLst/>
          </a:prstGeom>
          <a:noFill xmlns:a="http://schemas.openxmlformats.org/drawingml/2006/main"/>
          <a:ln xmlns:a="http://schemas.openxmlformats.org/drawingml/2006/main" w="14288">
            <a:solidFill>
              <a:srgbClr val="00B0F0"/>
            </a:solidFill>
          </a:ln>
        </p:spPr>
      </p:sp>
      <p:sp>
        <p:nvSpPr>
          <p:cNvPr id="14" name="output-label-0">
            <a:extLst xmlns:a="http://schemas.openxmlformats.org/drawingml/2006/main">
              <a:ext uri="{FF2B5EF4-FFF2-40B4-BE49-F238E27FC236}">
                <a16:creationId xmlns:a16="http://schemas.microsoft.com/office/drawing/2014/main" id="{CC881C8F-0D3B-4852-818C-3A88326E57F5}"/>
              </a:ext>
            </a:extLst>
          </p:cNvPr>
          <p:cNvSpPr>
            <a:spLocks xmlns:a="http://schemas.openxmlformats.org/drawingml/2006/main" noGrp="1"/>
          </p:cNvSpPr>
          <p:nvPr/>
        </p:nvSpPr>
        <p:spPr>
          <a:xfrm xmlns:a="http://schemas.openxmlformats.org/drawingml/2006/main">
            <a:off x="8258175" y="2809875"/>
            <a:ext cx="3143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1">
                <a:solidFill>
                  <a:srgbClr val="007C9B"/>
                </a:solidFill>
                <a:latin typeface="Alibaba PuHuiTi 3.0 115 Black"/>
                <a:ea typeface="Alibaba PuHuiTi 3.0 115 Black"/>
                <a:cs typeface="Alibaba PuHuiTi 3.0 115 Black"/>
              </a:defRPr>
            </a:defPPr>
          </a:lstStyle>
          <a:p xmlns:a="http://schemas.openxmlformats.org/drawingml/2006/main">
            <a:pPr algn="l">
              <a:defRPr sz="2200" b="1">
                <a:solidFill>
                  <a:srgbClr val="007C9B"/>
                </a:solidFill>
                <a:latin typeface="Alibaba PuHuiTi 3.0 115 Black"/>
                <a:ea typeface="Alibaba PuHuiTi 3.0 115 Black"/>
                <a:cs typeface="Alibaba PuHuiTi 3.0 115 Black"/>
              </a:defRPr>
            </a:pPr>
            <a:r>
              <a:rPr sz="2200" b="1">
                <a:solidFill>
                  <a:srgbClr val="007C9B"/>
                </a:solidFill>
                <a:latin typeface="Alibaba PuHuiTi 3.0 115 Black"/>
                <a:ea typeface="Alibaba PuHuiTi 3.0 115 Black"/>
                <a:cs typeface="Alibaba PuHuiTi 3.0 115 Black"/>
              </a:rPr>
              <a:t>左声道 L</a:t>
            </a:r>
          </a:p>
        </p:txBody>
      </p:sp>
      <p:sp>
        <p:nvSpPr>
          <p:cNvPr id="15" name="split-0">
            <a:extLst xmlns:a="http://schemas.openxmlformats.org/drawingml/2006/main">
              <a:ext uri="{FF2B5EF4-FFF2-40B4-BE49-F238E27FC236}">
                <a16:creationId xmlns:a16="http://schemas.microsoft.com/office/drawing/2014/main" id="{F2DC6789-3185-4677-AEC1-1CF908DEB802}"/>
              </a:ext>
            </a:extLst>
          </p:cNvPr>
          <p:cNvSpPr>
            <a:spLocks xmlns:a="http://schemas.openxmlformats.org/drawingml/2006/main" noGrp="1"/>
          </p:cNvSpPr>
          <p:nvPr/>
        </p:nvSpPr>
        <p:spPr>
          <a:xfrm xmlns:a="http://schemas.openxmlformats.org/drawingml/2006/main">
            <a:off x="7086600" y="3724275"/>
            <a:ext cx="609600" cy="9525"/>
          </a:xfrm>
          <a:custGeom xmlns:a="http://schemas.openxmlformats.org/drawingml/2006/main">
            <a:pathLst>
              <a:path w="609600" h="9525">
                <a:moveTo>
                  <a:pt x="0" y="0"/>
                </a:moveTo>
                <a:lnTo>
                  <a:pt x="609600" y="0"/>
                </a:lnTo>
              </a:path>
            </a:pathLst>
          </a:custGeom>
          <a:noFill xmlns:a="http://schemas.openxmlformats.org/drawingml/2006/main"/>
          <a:ln xmlns:a="http://schemas.openxmlformats.org/drawingml/2006/main" w="19050">
            <a:solidFill>
              <a:srgbClr val="8C64E1"/>
            </a:solidFill>
          </a:ln>
        </p:spPr>
      </p:sp>
      <p:sp>
        <p:nvSpPr>
          <p:cNvPr id="16" name="split-branch-0">
            <a:extLst xmlns:a="http://schemas.openxmlformats.org/drawingml/2006/main">
              <a:ext uri="{FF2B5EF4-FFF2-40B4-BE49-F238E27FC236}">
                <a16:creationId xmlns:a16="http://schemas.microsoft.com/office/drawing/2014/main" id="{F8776E24-5338-4357-ABF2-6211DA0166C8}"/>
              </a:ext>
            </a:extLst>
          </p:cNvPr>
          <p:cNvSpPr>
            <a:spLocks xmlns:a="http://schemas.openxmlformats.org/drawingml/2006/main" noGrp="1"/>
          </p:cNvSpPr>
          <p:nvPr/>
        </p:nvSpPr>
        <p:spPr>
          <a:xfrm xmlns:a="http://schemas.openxmlformats.org/drawingml/2006/main">
            <a:off x="7696200" y="2981325"/>
            <a:ext cx="9525" cy="742950"/>
          </a:xfrm>
          <a:custGeom xmlns:a="http://schemas.openxmlformats.org/drawingml/2006/main">
            <a:pathLst>
              <a:path w="9525" h="742950">
                <a:moveTo>
                  <a:pt x="0" y="742950"/>
                </a:moveTo>
                <a:lnTo>
                  <a:pt x="0" y="0"/>
                </a:lnTo>
              </a:path>
            </a:pathLst>
          </a:custGeom>
          <a:noFill xmlns:a="http://schemas.openxmlformats.org/drawingml/2006/main"/>
          <a:ln xmlns:a="http://schemas.openxmlformats.org/drawingml/2006/main" w="19050">
            <a:solidFill>
              <a:srgbClr val="8C64E1"/>
            </a:solidFill>
          </a:ln>
        </p:spPr>
      </p:sp>
      <p:sp>
        <p:nvSpPr>
          <p:cNvPr id="17" name="mapping-arrow">
            <a:extLst xmlns:a="http://schemas.openxmlformats.org/drawingml/2006/main">
              <a:ext uri="{FF2B5EF4-FFF2-40B4-BE49-F238E27FC236}">
                <a16:creationId xmlns:a16="http://schemas.microsoft.com/office/drawing/2014/main" id="{CAB22C6E-CDB4-424F-8E04-CB802BF1B9EC}"/>
              </a:ext>
            </a:extLst>
          </p:cNvPr>
          <p:cNvSpPr>
            <a:spLocks xmlns:a="http://schemas.openxmlformats.org/drawingml/2006/main" noGrp="1"/>
          </p:cNvSpPr>
          <p:nvPr/>
        </p:nvSpPr>
        <p:spPr>
          <a:xfrm xmlns:a="http://schemas.openxmlformats.org/drawingml/2006/main">
            <a:off x="7705725" y="2886075"/>
            <a:ext cx="323850" cy="190500"/>
          </a:xfrm>
          <a:prstGeom xmlns:a="http://schemas.openxmlformats.org/drawingml/2006/main" prst="rightArrow">
            <a:avLst/>
          </a:prstGeom>
          <a:solidFill xmlns:a="http://schemas.openxmlformats.org/drawingml/2006/main">
            <a:srgbClr val="8C64E1"/>
          </a:solidFill>
          <a:ln xmlns:a="http://schemas.openxmlformats.org/drawingml/2006/main" w="0">
            <a:noFill/>
          </a:ln>
        </p:spPr>
      </p:sp>
      <p:sp>
        <p:nvSpPr>
          <p:cNvPr id="18" name="output-1">
            <a:extLst xmlns:a="http://schemas.openxmlformats.org/drawingml/2006/main">
              <a:ext uri="{FF2B5EF4-FFF2-40B4-BE49-F238E27FC236}">
                <a16:creationId xmlns:a16="http://schemas.microsoft.com/office/drawing/2014/main" id="{797DC401-5ECA-4927-A12C-C023063F422F}"/>
              </a:ext>
            </a:extLst>
          </p:cNvPr>
          <p:cNvSpPr>
            <a:spLocks xmlns:a="http://schemas.openxmlformats.org/drawingml/2006/main" noGrp="1"/>
          </p:cNvSpPr>
          <p:nvPr/>
        </p:nvSpPr>
        <p:spPr>
          <a:xfrm xmlns:a="http://schemas.openxmlformats.org/drawingml/2006/main">
            <a:off x="8096250" y="4143375"/>
            <a:ext cx="3486150" cy="723900"/>
          </a:xfrm>
          <a:prstGeom xmlns:a="http://schemas.openxmlformats.org/drawingml/2006/main" prst="rect">
            <a:avLst/>
          </a:prstGeom>
          <a:noFill xmlns:a="http://schemas.openxmlformats.org/drawingml/2006/main"/>
          <a:ln xmlns:a="http://schemas.openxmlformats.org/drawingml/2006/main" w="14288">
            <a:solidFill>
              <a:srgbClr val="00B0F0"/>
            </a:solidFill>
          </a:ln>
        </p:spPr>
      </p:sp>
      <p:sp>
        <p:nvSpPr>
          <p:cNvPr id="19" name="output-label-1">
            <a:extLst xmlns:a="http://schemas.openxmlformats.org/drawingml/2006/main">
              <a:ext uri="{FF2B5EF4-FFF2-40B4-BE49-F238E27FC236}">
                <a16:creationId xmlns:a16="http://schemas.microsoft.com/office/drawing/2014/main" id="{77DF4A3B-60B8-4FCC-9A2A-A2113DAF2959}"/>
              </a:ext>
            </a:extLst>
          </p:cNvPr>
          <p:cNvSpPr>
            <a:spLocks xmlns:a="http://schemas.openxmlformats.org/drawingml/2006/main" noGrp="1"/>
          </p:cNvSpPr>
          <p:nvPr/>
        </p:nvSpPr>
        <p:spPr>
          <a:xfrm xmlns:a="http://schemas.openxmlformats.org/drawingml/2006/main">
            <a:off x="8258175" y="4333875"/>
            <a:ext cx="3143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1">
                <a:solidFill>
                  <a:srgbClr val="007C9B"/>
                </a:solidFill>
                <a:latin typeface="Alibaba PuHuiTi 3.0 115 Black"/>
                <a:ea typeface="Alibaba PuHuiTi 3.0 115 Black"/>
                <a:cs typeface="Alibaba PuHuiTi 3.0 115 Black"/>
              </a:defRPr>
            </a:defPPr>
          </a:lstStyle>
          <a:p xmlns:a="http://schemas.openxmlformats.org/drawingml/2006/main">
            <a:pPr algn="l">
              <a:defRPr sz="2200" b="1">
                <a:solidFill>
                  <a:srgbClr val="007C9B"/>
                </a:solidFill>
                <a:latin typeface="Alibaba PuHuiTi 3.0 115 Black"/>
                <a:ea typeface="Alibaba PuHuiTi 3.0 115 Black"/>
                <a:cs typeface="Alibaba PuHuiTi 3.0 115 Black"/>
              </a:defRPr>
            </a:pPr>
            <a:r>
              <a:rPr sz="2200" b="1">
                <a:solidFill>
                  <a:srgbClr val="007C9B"/>
                </a:solidFill>
                <a:latin typeface="Alibaba PuHuiTi 3.0 115 Black"/>
                <a:ea typeface="Alibaba PuHuiTi 3.0 115 Black"/>
                <a:cs typeface="Alibaba PuHuiTi 3.0 115 Black"/>
              </a:rPr>
              <a:t>右声道 R</a:t>
            </a:r>
          </a:p>
        </p:txBody>
      </p:sp>
      <p:sp>
        <p:nvSpPr>
          <p:cNvPr id="20" name="split-1">
            <a:extLst xmlns:a="http://schemas.openxmlformats.org/drawingml/2006/main">
              <a:ext uri="{FF2B5EF4-FFF2-40B4-BE49-F238E27FC236}">
                <a16:creationId xmlns:a16="http://schemas.microsoft.com/office/drawing/2014/main" id="{1B06431F-57ED-408D-B45A-82304A67A6F8}"/>
              </a:ext>
            </a:extLst>
          </p:cNvPr>
          <p:cNvSpPr>
            <a:spLocks xmlns:a="http://schemas.openxmlformats.org/drawingml/2006/main" noGrp="1"/>
          </p:cNvSpPr>
          <p:nvPr/>
        </p:nvSpPr>
        <p:spPr>
          <a:xfrm xmlns:a="http://schemas.openxmlformats.org/drawingml/2006/main">
            <a:off x="7086600" y="3724275"/>
            <a:ext cx="609600" cy="9525"/>
          </a:xfrm>
          <a:custGeom xmlns:a="http://schemas.openxmlformats.org/drawingml/2006/main">
            <a:pathLst>
              <a:path w="609600" h="9525">
                <a:moveTo>
                  <a:pt x="0" y="0"/>
                </a:moveTo>
                <a:lnTo>
                  <a:pt x="609600" y="0"/>
                </a:lnTo>
              </a:path>
            </a:pathLst>
          </a:custGeom>
          <a:noFill xmlns:a="http://schemas.openxmlformats.org/drawingml/2006/main"/>
          <a:ln xmlns:a="http://schemas.openxmlformats.org/drawingml/2006/main" w="19050">
            <a:solidFill>
              <a:srgbClr val="8C64E1"/>
            </a:solidFill>
          </a:ln>
        </p:spPr>
      </p:sp>
      <p:sp>
        <p:nvSpPr>
          <p:cNvPr id="21" name="split-branch-1">
            <a:extLst xmlns:a="http://schemas.openxmlformats.org/drawingml/2006/main">
              <a:ext uri="{FF2B5EF4-FFF2-40B4-BE49-F238E27FC236}">
                <a16:creationId xmlns:a16="http://schemas.microsoft.com/office/drawing/2014/main" id="{3CFCBB33-93B6-41FF-8287-809EC50304E0}"/>
              </a:ext>
            </a:extLst>
          </p:cNvPr>
          <p:cNvSpPr>
            <a:spLocks xmlns:a="http://schemas.openxmlformats.org/drawingml/2006/main" noGrp="1"/>
          </p:cNvSpPr>
          <p:nvPr/>
        </p:nvSpPr>
        <p:spPr>
          <a:xfrm xmlns:a="http://schemas.openxmlformats.org/drawingml/2006/main">
            <a:off x="7696200" y="3724275"/>
            <a:ext cx="9525" cy="781050"/>
          </a:xfrm>
          <a:custGeom xmlns:a="http://schemas.openxmlformats.org/drawingml/2006/main">
            <a:pathLst>
              <a:path w="9525" h="781050">
                <a:moveTo>
                  <a:pt x="0" y="0"/>
                </a:moveTo>
                <a:lnTo>
                  <a:pt x="0" y="781050"/>
                </a:lnTo>
              </a:path>
            </a:pathLst>
          </a:custGeom>
          <a:noFill xmlns:a="http://schemas.openxmlformats.org/drawingml/2006/main"/>
          <a:ln xmlns:a="http://schemas.openxmlformats.org/drawingml/2006/main" w="19050">
            <a:solidFill>
              <a:srgbClr val="8C64E1"/>
            </a:solidFill>
          </a:ln>
        </p:spPr>
      </p:sp>
      <p:sp>
        <p:nvSpPr>
          <p:cNvPr id="22" name="mapping-arrow">
            <a:extLst xmlns:a="http://schemas.openxmlformats.org/drawingml/2006/main">
              <a:ext uri="{FF2B5EF4-FFF2-40B4-BE49-F238E27FC236}">
                <a16:creationId xmlns:a16="http://schemas.microsoft.com/office/drawing/2014/main" id="{97F758A6-C562-4C0A-AD85-1F14DCB8E08D}"/>
              </a:ext>
            </a:extLst>
          </p:cNvPr>
          <p:cNvSpPr>
            <a:spLocks xmlns:a="http://schemas.openxmlformats.org/drawingml/2006/main" noGrp="1"/>
          </p:cNvSpPr>
          <p:nvPr/>
        </p:nvSpPr>
        <p:spPr>
          <a:xfrm xmlns:a="http://schemas.openxmlformats.org/drawingml/2006/main">
            <a:off x="7705725" y="4410075"/>
            <a:ext cx="323850" cy="190500"/>
          </a:xfrm>
          <a:prstGeom xmlns:a="http://schemas.openxmlformats.org/drawingml/2006/main" prst="rightArrow">
            <a:avLst/>
          </a:prstGeom>
          <a:solidFill xmlns:a="http://schemas.openxmlformats.org/drawingml/2006/main">
            <a:srgbClr val="8C64E1"/>
          </a:solidFill>
          <a:ln xmlns:a="http://schemas.openxmlformats.org/drawingml/2006/main" w="0">
            <a:noFill/>
          </a:ln>
        </p:spPr>
      </p:sp>
      <p:sp>
        <p:nvSpPr>
          <p:cNvPr id="23" name="merge-upper">
            <a:extLst xmlns:a="http://schemas.openxmlformats.org/drawingml/2006/main">
              <a:ext uri="{FF2B5EF4-FFF2-40B4-BE49-F238E27FC236}">
                <a16:creationId xmlns:a16="http://schemas.microsoft.com/office/drawing/2014/main" id="{2543E979-09C5-4D18-B2A3-8904BFD2B870}"/>
              </a:ext>
            </a:extLst>
          </p:cNvPr>
          <p:cNvSpPr>
            <a:spLocks xmlns:a="http://schemas.openxmlformats.org/drawingml/2006/main" noGrp="1"/>
          </p:cNvSpPr>
          <p:nvPr/>
        </p:nvSpPr>
        <p:spPr>
          <a:xfrm xmlns:a="http://schemas.openxmlformats.org/drawingml/2006/main">
            <a:off x="4086225" y="2981325"/>
            <a:ext cx="581025" cy="9525"/>
          </a:xfrm>
          <a:custGeom xmlns:a="http://schemas.openxmlformats.org/drawingml/2006/main">
            <a:pathLst>
              <a:path w="581025" h="9525">
                <a:moveTo>
                  <a:pt x="0" y="0"/>
                </a:moveTo>
                <a:lnTo>
                  <a:pt x="581025" y="0"/>
                </a:lnTo>
              </a:path>
            </a:pathLst>
          </a:custGeom>
          <a:noFill xmlns:a="http://schemas.openxmlformats.org/drawingml/2006/main"/>
          <a:ln xmlns:a="http://schemas.openxmlformats.org/drawingml/2006/main" w="19050">
            <a:solidFill>
              <a:srgbClr val="8C64E1"/>
            </a:solidFill>
          </a:ln>
        </p:spPr>
      </p:sp>
      <p:sp>
        <p:nvSpPr>
          <p:cNvPr id="24" name="merge-lower">
            <a:extLst xmlns:a="http://schemas.openxmlformats.org/drawingml/2006/main">
              <a:ext uri="{FF2B5EF4-FFF2-40B4-BE49-F238E27FC236}">
                <a16:creationId xmlns:a16="http://schemas.microsoft.com/office/drawing/2014/main" id="{5FCE143A-FBFA-4FB3-99F7-956C123F7298}"/>
              </a:ext>
            </a:extLst>
          </p:cNvPr>
          <p:cNvSpPr>
            <a:spLocks xmlns:a="http://schemas.openxmlformats.org/drawingml/2006/main" noGrp="1"/>
          </p:cNvSpPr>
          <p:nvPr/>
        </p:nvSpPr>
        <p:spPr>
          <a:xfrm xmlns:a="http://schemas.openxmlformats.org/drawingml/2006/main">
            <a:off x="4086225" y="4505325"/>
            <a:ext cx="581025" cy="9525"/>
          </a:xfrm>
          <a:custGeom xmlns:a="http://schemas.openxmlformats.org/drawingml/2006/main">
            <a:pathLst>
              <a:path w="581025" h="9525">
                <a:moveTo>
                  <a:pt x="0" y="0"/>
                </a:moveTo>
                <a:lnTo>
                  <a:pt x="581025" y="0"/>
                </a:lnTo>
              </a:path>
            </a:pathLst>
          </a:custGeom>
          <a:noFill xmlns:a="http://schemas.openxmlformats.org/drawingml/2006/main"/>
          <a:ln xmlns:a="http://schemas.openxmlformats.org/drawingml/2006/main" w="19050">
            <a:solidFill>
              <a:srgbClr val="8C64E1"/>
            </a:solidFill>
          </a:ln>
        </p:spPr>
      </p:sp>
      <p:sp>
        <p:nvSpPr>
          <p:cNvPr id="25" name="merge-branch">
            <a:extLst xmlns:a="http://schemas.openxmlformats.org/drawingml/2006/main">
              <a:ext uri="{FF2B5EF4-FFF2-40B4-BE49-F238E27FC236}">
                <a16:creationId xmlns:a16="http://schemas.microsoft.com/office/drawing/2014/main" id="{0659306D-AD82-45AE-83E1-0319656F0BD8}"/>
              </a:ext>
            </a:extLst>
          </p:cNvPr>
          <p:cNvSpPr>
            <a:spLocks xmlns:a="http://schemas.openxmlformats.org/drawingml/2006/main" noGrp="1"/>
          </p:cNvSpPr>
          <p:nvPr/>
        </p:nvSpPr>
        <p:spPr>
          <a:xfrm xmlns:a="http://schemas.openxmlformats.org/drawingml/2006/main">
            <a:off x="4667250" y="2981325"/>
            <a:ext cx="9525" cy="1524000"/>
          </a:xfrm>
          <a:custGeom xmlns:a="http://schemas.openxmlformats.org/drawingml/2006/main">
            <a:pathLst>
              <a:path w="9525" h="1524000">
                <a:moveTo>
                  <a:pt x="0" y="0"/>
                </a:moveTo>
                <a:lnTo>
                  <a:pt x="0" y="1524000"/>
                </a:lnTo>
              </a:path>
            </a:pathLst>
          </a:custGeom>
          <a:noFill xmlns:a="http://schemas.openxmlformats.org/drawingml/2006/main"/>
          <a:ln xmlns:a="http://schemas.openxmlformats.org/drawingml/2006/main" w="19050">
            <a:solidFill>
              <a:srgbClr val="8C64E1"/>
            </a:solidFill>
          </a:ln>
        </p:spPr>
      </p:sp>
      <p:sp>
        <p:nvSpPr>
          <p:cNvPr id="26" name="mapping-arrow">
            <a:extLst xmlns:a="http://schemas.openxmlformats.org/drawingml/2006/main">
              <a:ext uri="{FF2B5EF4-FFF2-40B4-BE49-F238E27FC236}">
                <a16:creationId xmlns:a16="http://schemas.microsoft.com/office/drawing/2014/main" id="{2A6313DE-875B-4A49-B0EB-DD8B011DC275}"/>
              </a:ext>
            </a:extLst>
          </p:cNvPr>
          <p:cNvSpPr>
            <a:spLocks xmlns:a="http://schemas.openxmlformats.org/drawingml/2006/main" noGrp="1"/>
          </p:cNvSpPr>
          <p:nvPr/>
        </p:nvSpPr>
        <p:spPr>
          <a:xfrm xmlns:a="http://schemas.openxmlformats.org/drawingml/2006/main">
            <a:off x="4667250" y="3629025"/>
            <a:ext cx="381000" cy="190500"/>
          </a:xfrm>
          <a:prstGeom xmlns:a="http://schemas.openxmlformats.org/drawingml/2006/main" prst="rightArrow">
            <a:avLst/>
          </a:prstGeom>
          <a:solidFill xmlns:a="http://schemas.openxmlformats.org/drawingml/2006/main">
            <a:srgbClr val="8C64E1"/>
          </a:solidFill>
          <a:ln xmlns:a="http://schemas.openxmlformats.org/drawingml/2006/main" w="0">
            <a:noFill/>
          </a:ln>
        </p:spPr>
      </p:sp>
      <p:sp>
        <p:nvSpPr>
          <p:cNvPr id="27" name="text">
            <a:extLst xmlns:a="http://schemas.openxmlformats.org/drawingml/2006/main">
              <a:ext uri="{FF2B5EF4-FFF2-40B4-BE49-F238E27FC236}">
                <a16:creationId xmlns:a16="http://schemas.microsoft.com/office/drawing/2014/main" id="{289473FD-75DE-4F0F-8289-8D51C446A2F0}"/>
              </a:ext>
            </a:extLst>
          </p:cNvPr>
          <p:cNvSpPr>
            <a:spLocks xmlns:a="http://schemas.openxmlformats.org/drawingml/2006/main" noGrp="1"/>
          </p:cNvSpPr>
          <p:nvPr/>
        </p:nvSpPr>
        <p:spPr>
          <a:xfrm xmlns:a="http://schemas.openxmlformats.org/drawingml/2006/main">
            <a:off x="609600" y="5810250"/>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两条音轨共同参与混音；输出仍可为 L、R 两路。</a:t>
            </a:r>
          </a:p>
        </p:txBody>
      </p:sp>
    </p:spTree>
    <p:extLst>
      <p:ext uri="{BB962C8B-B14F-4D97-AF65-F5344CB8AC3E}">
        <p14:creationId xmlns:p14="http://schemas.microsoft.com/office/powerpoint/2010/main" val="309474929"/>
      </p:ext>
    </p:extLst>
  </p:cSld>
</p:sld>
</file>

<file path=ppt/slides/slide42.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326910E5-1015-4BED-8CE3-CE65FF20A3A2}"/>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6A4E8AC7-8255-4D98-9892-B57F2DFEAD45}"/>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3233BFB9-4B33-465B-9F84-585DC564E6BD}"/>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练习题 3</a:t>
            </a:r>
          </a:p>
        </p:txBody>
      </p:sp>
      <p:sp>
        <p:nvSpPr>
          <p:cNvPr id="5" name="practice-givens">
            <a:extLst xmlns:a="http://schemas.openxmlformats.org/drawingml/2006/main">
              <a:ext uri="{FF2B5EF4-FFF2-40B4-BE49-F238E27FC236}">
                <a16:creationId xmlns:a16="http://schemas.microsoft.com/office/drawing/2014/main" id="{2D800952-F4DC-44C5-B298-C79C96B55883}"/>
              </a:ext>
            </a:extLst>
          </p:cNvPr>
          <p:cNvSpPr>
            <a:spLocks xmlns:a="http://schemas.openxmlformats.org/drawingml/2006/main" noGrp="1"/>
          </p:cNvSpPr>
          <p:nvPr/>
        </p:nvSpPr>
        <p:spPr>
          <a:xfrm xmlns:a="http://schemas.openxmlformats.org/drawingml/2006/main">
            <a:off x="786384" y="1691640"/>
            <a:ext cx="10652760" cy="1762125"/>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7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700" b="0">
                <a:solidFill>
                  <a:srgbClr val="262626"/>
                </a:solidFill>
                <a:latin typeface="Alibaba PuHuiTi 3.0 55 Regular"/>
                <a:ea typeface="Alibaba PuHuiTi 3.0 55 Regular"/>
                <a:cs typeface="Alibaba PuHuiTi 3.0 55 Regular"/>
              </a:defRPr>
            </a:pPr>
            <a:r>
              <a:rPr sz="2700" b="0">
                <a:solidFill>
                  <a:srgbClr val="262626"/>
                </a:solidFill>
                <a:latin typeface="Alibaba PuHuiTi 3.0 55 Regular"/>
                <a:ea typeface="Alibaba PuHuiTi 3.0 55 Regular"/>
                <a:cs typeface="Alibaba PuHuiTi 3.0 55 Regular"/>
              </a:rPr>
              <a:t>给5分钟的诗朗诵加入一条等时长背景音乐音轨。</a:t>
            </a:r>
          </a:p>
          <a:p xmlns:a="http://schemas.openxmlformats.org/drawingml/2006/main">
            <a:pPr algn="l">
              <a:spcBef>
                <a:spcPts val="0"/>
              </a:spcBef>
              <a:spcAft>
                <a:spcPts val="200"/>
              </a:spcAft>
              <a:buNone/>
              <a:defRPr sz="2700" b="0">
                <a:solidFill>
                  <a:srgbClr val="262626"/>
                </a:solidFill>
                <a:latin typeface="Alibaba PuHuiTi 3.0 55 Regular"/>
                <a:ea typeface="Alibaba PuHuiTi 3.0 55 Regular"/>
                <a:cs typeface="Alibaba PuHuiTi 3.0 55 Regular"/>
              </a:defRPr>
            </a:pPr>
            <a:r>
              <a:rPr sz="2700" b="0">
                <a:solidFill>
                  <a:srgbClr val="262626"/>
                </a:solidFill>
                <a:latin typeface="Alibaba PuHuiTi 3.0 55 Regular"/>
                <a:ea typeface="Alibaba PuHuiTi 3.0 55 Regular"/>
                <a:cs typeface="Alibaba PuHuiTi 3.0 55 Regular"/>
              </a:rPr>
              <a:t>如果导出时仍为44.1 kHz、16 bit、双声道PCM，</a:t>
            </a:r>
          </a:p>
          <a:p xmlns:a="http://schemas.openxmlformats.org/drawingml/2006/main">
            <a:pPr algn="l">
              <a:spcBef>
                <a:spcPts val="0"/>
              </a:spcBef>
              <a:spcAft>
                <a:spcPts val="200"/>
              </a:spcAft>
              <a:buNone/>
              <a:defRPr sz="2700" b="0">
                <a:solidFill>
                  <a:srgbClr val="262626"/>
                </a:solidFill>
                <a:latin typeface="Alibaba PuHuiTi 3.0 55 Regular"/>
                <a:ea typeface="Alibaba PuHuiTi 3.0 55 Regular"/>
                <a:cs typeface="Alibaba PuHuiTi 3.0 55 Regular"/>
              </a:defRPr>
            </a:pPr>
            <a:r>
              <a:rPr sz="2700" b="0">
                <a:solidFill>
                  <a:srgbClr val="262626"/>
                </a:solidFill>
                <a:latin typeface="Alibaba PuHuiTi 3.0 55 Regular"/>
                <a:ea typeface="Alibaba PuHuiTi 3.0 55 Regular"/>
                <a:cs typeface="Alibaba PuHuiTi 3.0 55 Regular"/>
              </a:rPr>
              <a:t>数据量会翻倍吗？</a:t>
            </a:r>
          </a:p>
        </p:txBody>
      </p:sp>
      <p:sp>
        <p:nvSpPr>
          <p:cNvPr id="6" name="Connector 5">
            <a:extLst xmlns:a="http://schemas.openxmlformats.org/drawingml/2006/main">
              <a:ext uri="{FF2B5EF4-FFF2-40B4-BE49-F238E27FC236}">
                <a16:creationId xmlns:a16="http://schemas.microsoft.com/office/drawing/2014/main" id="{5C5AA14C-4893-4F03-8008-4406B6324D83}"/>
              </a:ext>
            </a:extLst>
          </p:cNvPr>
          <p:cNvSpPr>
            <a:spLocks xmlns:a="http://schemas.openxmlformats.org/drawingml/2006/main" noGrp="1"/>
          </p:cNvSpPr>
          <p:nvPr/>
        </p:nvSpPr>
        <p:spPr>
          <a:xfrm xmlns:a="http://schemas.openxmlformats.org/drawingml/2006/main">
            <a:off x="822960" y="4919472"/>
            <a:ext cx="10259568" cy="0"/>
          </a:xfrm>
          <a:prstGeom xmlns:a="http://schemas.openxmlformats.org/drawingml/2006/main" prst="line">
            <a:avLst/>
          </a:prstGeom>
          <a:ln xmlns:a="http://schemas.openxmlformats.org/drawingml/2006/main" w="25400">
            <a:solidFill>
              <a:srgbClr val="E2E2E7"/>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 name="TextBox 6">
            <a:extLst xmlns:a="http://schemas.openxmlformats.org/drawingml/2006/main">
              <a:ext uri="{FF2B5EF4-FFF2-40B4-BE49-F238E27FC236}">
                <a16:creationId xmlns:a16="http://schemas.microsoft.com/office/drawing/2014/main" id="{54A3F51C-7E94-413B-898C-8065C173122B}"/>
              </a:ext>
            </a:extLst>
          </p:cNvPr>
          <p:cNvSpPr>
            <a:spLocks xmlns:a="http://schemas.openxmlformats.org/drawingml/2006/main" noGrp="1"/>
          </p:cNvSpPr>
          <p:nvPr/>
        </p:nvSpPr>
        <p:spPr>
          <a:xfrm xmlns:a="http://schemas.openxmlformats.org/drawingml/2006/main">
            <a:off x="832104" y="5074920"/>
            <a:ext cx="10515600" cy="3505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300" b="1">
                <a:solidFill>
                  <a:srgbClr val="8C64E1"/>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2300" b="1">
                <a:solidFill>
                  <a:srgbClr val="8C64E1"/>
                </a:solidFill>
                <a:latin typeface="Alibaba PuHuiTi 3.0 115 Black"/>
                <a:ea typeface="Alibaba PuHuiTi 3.0 115 Black"/>
                <a:cs typeface="Alibaba PuHuiTi 3.0 115 Black"/>
              </a:defRPr>
            </a:pPr>
            <a:r>
              <a:rPr sz="2300" b="1">
                <a:solidFill>
                  <a:srgbClr val="8C64E1"/>
                </a:solidFill>
                <a:latin typeface="Alibaba PuHuiTi 3.0 115 Black"/>
                <a:ea typeface="Alibaba PuHuiTi 3.0 115 Black"/>
                <a:cs typeface="Alibaba PuHuiTi 3.0 115 Black"/>
              </a:rPr>
              <a:t>答案：未压缩样本数据量不变。</a:t>
            </a:r>
          </a:p>
        </p:txBody>
      </p:sp>
      <p:sp>
        <p:nvSpPr>
          <p:cNvPr id="8" name="TextBox 7">
            <a:extLst xmlns:a="http://schemas.openxmlformats.org/drawingml/2006/main">
              <a:ext uri="{FF2B5EF4-FFF2-40B4-BE49-F238E27FC236}">
                <a16:creationId xmlns:a16="http://schemas.microsoft.com/office/drawing/2014/main" id="{0601FCF7-CEE0-4521-B293-82098DA7E70F}"/>
              </a:ext>
            </a:extLst>
          </p:cNvPr>
          <p:cNvSpPr>
            <a:spLocks xmlns:a="http://schemas.openxmlformats.org/drawingml/2006/main" noGrp="1"/>
          </p:cNvSpPr>
          <p:nvPr/>
        </p:nvSpPr>
        <p:spPr>
          <a:xfrm xmlns:a="http://schemas.openxmlformats.org/drawingml/2006/main">
            <a:off x="832104" y="5660136"/>
            <a:ext cx="10515600" cy="33528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内容变了，但采样率、位数、声道数、时长均未变。</a:t>
            </a:r>
          </a:p>
        </p:txBody>
      </p:sp>
    </p:spTree>
    <p:extLst>
      <p:ext uri="{BB962C8B-B14F-4D97-AF65-F5344CB8AC3E}">
        <p14:creationId xmlns:p14="http://schemas.microsoft.com/office/powerpoint/2010/main" val="1447985931"/>
      </p:ext>
    </p:extLst>
  </p:cSld>
</p:sld>
</file>

<file path=ppt/slides/slide43.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5C183CD3-04AF-42FF-A565-C26B12ABB966}"/>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7EC7FEB2-E139-482F-9F0B-9C32F2335D9E}"/>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8E62FF47-1FA9-48AE-BD0F-F97604AA58F7}"/>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迁移：把双声道改成单声道，会怎样？</a:t>
            </a:r>
          </a:p>
        </p:txBody>
      </p:sp>
      <p:sp>
        <p:nvSpPr>
          <p:cNvPr id="5" name="text">
            <a:extLst xmlns:a="http://schemas.openxmlformats.org/drawingml/2006/main">
              <a:ext uri="{FF2B5EF4-FFF2-40B4-BE49-F238E27FC236}">
                <a16:creationId xmlns:a16="http://schemas.microsoft.com/office/drawing/2014/main" id="{10552169-6B2E-403B-BAEB-ACD7AC1BDB3C}"/>
              </a:ext>
            </a:extLst>
          </p:cNvPr>
          <p:cNvSpPr>
            <a:spLocks xmlns:a="http://schemas.openxmlformats.org/drawingml/2006/main" noGrp="1"/>
          </p:cNvSpPr>
          <p:nvPr/>
        </p:nvSpPr>
        <p:spPr>
          <a:xfrm xmlns:a="http://schemas.openxmlformats.org/drawingml/2006/main">
            <a:off x="609600" y="1581150"/>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相同采样率、存储位宽与时长；这里只改变声道数。</a:t>
            </a:r>
          </a:p>
        </p:txBody>
      </p:sp>
      <p:sp>
        <p:nvSpPr>
          <p:cNvPr id="6" name="channel-group-0">
            <a:extLst xmlns:a="http://schemas.openxmlformats.org/drawingml/2006/main">
              <a:ext uri="{FF2B5EF4-FFF2-40B4-BE49-F238E27FC236}">
                <a16:creationId xmlns:a16="http://schemas.microsoft.com/office/drawing/2014/main" id="{46035CB0-C9B1-4AC9-ACCB-3E2F8499490B}"/>
              </a:ext>
            </a:extLst>
          </p:cNvPr>
          <p:cNvSpPr>
            <a:spLocks xmlns:a="http://schemas.openxmlformats.org/drawingml/2006/main" noGrp="1"/>
          </p:cNvSpPr>
          <p:nvPr/>
        </p:nvSpPr>
        <p:spPr>
          <a:xfrm xmlns:a="http://schemas.openxmlformats.org/drawingml/2006/main">
            <a:off x="914400" y="2381250"/>
            <a:ext cx="4000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400" b="1">
                <a:solidFill>
                  <a:srgbClr val="8C64E1"/>
                </a:solidFill>
                <a:latin typeface="Alibaba PuHuiTi 3.0 115 Black"/>
                <a:ea typeface="Alibaba PuHuiTi 3.0 115 Black"/>
                <a:cs typeface="Alibaba PuHuiTi 3.0 115 Black"/>
              </a:defRPr>
            </a:defPPr>
          </a:lstStyle>
          <a:p xmlns:a="http://schemas.openxmlformats.org/drawingml/2006/main">
            <a:pPr algn="l">
              <a:defRPr sz="2400" b="1">
                <a:solidFill>
                  <a:srgbClr val="8C64E1"/>
                </a:solidFill>
                <a:latin typeface="Alibaba PuHuiTi 3.0 115 Black"/>
                <a:ea typeface="Alibaba PuHuiTi 3.0 115 Black"/>
                <a:cs typeface="Alibaba PuHuiTi 3.0 115 Black"/>
              </a:defRPr>
            </a:pPr>
            <a:r>
              <a:rPr sz="2400" b="1">
                <a:solidFill>
                  <a:srgbClr val="8C64E1"/>
                </a:solidFill>
                <a:latin typeface="Alibaba PuHuiTi 3.0 115 Black"/>
                <a:ea typeface="Alibaba PuHuiTi 3.0 115 Black"/>
                <a:cs typeface="Alibaba PuHuiTi 3.0 115 Black"/>
              </a:rPr>
              <a:t>双声道</a:t>
            </a:r>
          </a:p>
        </p:txBody>
      </p:sp>
      <p:sp>
        <p:nvSpPr>
          <p:cNvPr id="7" name="channel-label-0-0">
            <a:extLst xmlns:a="http://schemas.openxmlformats.org/drawingml/2006/main">
              <a:ext uri="{FF2B5EF4-FFF2-40B4-BE49-F238E27FC236}">
                <a16:creationId xmlns:a16="http://schemas.microsoft.com/office/drawing/2014/main" id="{1DB13E69-D1DF-4831-B971-73047E089F49}"/>
              </a:ext>
            </a:extLst>
          </p:cNvPr>
          <p:cNvSpPr>
            <a:spLocks xmlns:a="http://schemas.openxmlformats.org/drawingml/2006/main" noGrp="1"/>
          </p:cNvSpPr>
          <p:nvPr/>
        </p:nvSpPr>
        <p:spPr>
          <a:xfrm xmlns:a="http://schemas.openxmlformats.org/drawingml/2006/main">
            <a:off x="914400" y="3190875"/>
            <a:ext cx="685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1">
                <a:solidFill>
                  <a:srgbClr val="262626"/>
                </a:solidFill>
                <a:latin typeface="Alibaba PuHuiTi 3.0 115 Black"/>
                <a:ea typeface="Alibaba PuHuiTi 3.0 115 Black"/>
                <a:cs typeface="Alibaba PuHuiTi 3.0 115 Black"/>
              </a:defRPr>
            </a:defPPr>
          </a:lstStyle>
          <a:p xmlns:a="http://schemas.openxmlformats.org/drawingml/2006/main">
            <a:pPr algn="l">
              <a:defRPr sz="2200" b="1">
                <a:solidFill>
                  <a:srgbClr val="262626"/>
                </a:solidFill>
                <a:latin typeface="Alibaba PuHuiTi 3.0 115 Black"/>
                <a:ea typeface="Alibaba PuHuiTi 3.0 115 Black"/>
                <a:cs typeface="Alibaba PuHuiTi 3.0 115 Black"/>
              </a:defRPr>
            </a:pPr>
            <a:r>
              <a:rPr sz="2200" b="1">
                <a:solidFill>
                  <a:srgbClr val="262626"/>
                </a:solidFill>
                <a:latin typeface="Alibaba PuHuiTi 3.0 115 Black"/>
                <a:ea typeface="Alibaba PuHuiTi 3.0 115 Black"/>
                <a:cs typeface="Alibaba PuHuiTi 3.0 115 Black"/>
              </a:rPr>
              <a:t>L</a:t>
            </a:r>
          </a:p>
        </p:txBody>
      </p:sp>
      <p:sp>
        <p:nvSpPr>
          <p:cNvPr id="8" name="channel-sample-0-0-0">
            <a:extLst xmlns:a="http://schemas.openxmlformats.org/drawingml/2006/main">
              <a:ext uri="{FF2B5EF4-FFF2-40B4-BE49-F238E27FC236}">
                <a16:creationId xmlns:a16="http://schemas.microsoft.com/office/drawing/2014/main" id="{48832E4C-5D54-4ACC-805A-459F36B33018}"/>
              </a:ext>
            </a:extLst>
          </p:cNvPr>
          <p:cNvSpPr>
            <a:spLocks xmlns:a="http://schemas.openxmlformats.org/drawingml/2006/main" noGrp="1"/>
          </p:cNvSpPr>
          <p:nvPr/>
        </p:nvSpPr>
        <p:spPr>
          <a:xfrm xmlns:a="http://schemas.openxmlformats.org/drawingml/2006/main">
            <a:off x="1914525" y="3095625"/>
            <a:ext cx="666750" cy="590550"/>
          </a:xfrm>
          <a:prstGeom xmlns:a="http://schemas.openxmlformats.org/drawingml/2006/main" prst="rect">
            <a:avLst/>
          </a:prstGeom>
          <a:noFill xmlns:a="http://schemas.openxmlformats.org/drawingml/2006/main"/>
          <a:ln xmlns:a="http://schemas.openxmlformats.org/drawingml/2006/main" w="14288">
            <a:solidFill>
              <a:srgbClr val="8C64E1"/>
            </a:solidFill>
          </a:ln>
        </p:spPr>
      </p:sp>
      <p:sp>
        <p:nvSpPr>
          <p:cNvPr id="9" name="channel-value-0-0-0">
            <a:extLst xmlns:a="http://schemas.openxmlformats.org/drawingml/2006/main">
              <a:ext uri="{FF2B5EF4-FFF2-40B4-BE49-F238E27FC236}">
                <a16:creationId xmlns:a16="http://schemas.microsoft.com/office/drawing/2014/main" id="{45CDC880-BC82-45CB-B389-B5974FFEEFDD}"/>
              </a:ext>
            </a:extLst>
          </p:cNvPr>
          <p:cNvSpPr>
            <a:spLocks xmlns:a="http://schemas.openxmlformats.org/drawingml/2006/main" noGrp="1"/>
          </p:cNvSpPr>
          <p:nvPr/>
        </p:nvSpPr>
        <p:spPr>
          <a:xfrm xmlns:a="http://schemas.openxmlformats.org/drawingml/2006/main">
            <a:off x="1933575" y="3228975"/>
            <a:ext cx="6286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262626"/>
                </a:solidFill>
                <a:latin typeface="Alibaba PuHuiTi 3.0 55 Regular"/>
                <a:ea typeface="Alibaba PuHuiTi 3.0 55 Regular"/>
                <a:cs typeface="Alibaba PuHuiTi 3.0 55 Regular"/>
              </a:defRPr>
            </a:defPPr>
          </a:lstStyle>
          <a:p xmlns:a="http://schemas.openxmlformats.org/drawingml/2006/main">
            <a:pPr algn="ctr">
              <a:defRPr sz="1800" b="0">
                <a:solidFill>
                  <a:srgbClr val="262626"/>
                </a:solidFill>
                <a:latin typeface="Alibaba PuHuiTi 3.0 55 Regular"/>
                <a:ea typeface="Alibaba PuHuiTi 3.0 55 Regular"/>
                <a:cs typeface="Alibaba PuHuiTi 3.0 55 Regular"/>
              </a:defRPr>
            </a:pPr>
            <a:r>
              <a:rPr sz="1800" b="0">
                <a:solidFill>
                  <a:srgbClr val="262626"/>
                </a:solidFill>
                <a:latin typeface="Alibaba PuHuiTi 3.0 55 Regular"/>
                <a:ea typeface="Alibaba PuHuiTi 3.0 55 Regular"/>
                <a:cs typeface="Alibaba PuHuiTi 3.0 55 Regular"/>
              </a:rPr>
              <a:t>0.2</a:t>
            </a:r>
          </a:p>
        </p:txBody>
      </p:sp>
      <p:sp>
        <p:nvSpPr>
          <p:cNvPr id="10" name="channel-sample-0-0-1">
            <a:extLst xmlns:a="http://schemas.openxmlformats.org/drawingml/2006/main">
              <a:ext uri="{FF2B5EF4-FFF2-40B4-BE49-F238E27FC236}">
                <a16:creationId xmlns:a16="http://schemas.microsoft.com/office/drawing/2014/main" id="{37A65DC4-6400-4E5A-988E-33BC73B640A5}"/>
              </a:ext>
            </a:extLst>
          </p:cNvPr>
          <p:cNvSpPr>
            <a:spLocks xmlns:a="http://schemas.openxmlformats.org/drawingml/2006/main" noGrp="1"/>
          </p:cNvSpPr>
          <p:nvPr/>
        </p:nvSpPr>
        <p:spPr>
          <a:xfrm xmlns:a="http://schemas.openxmlformats.org/drawingml/2006/main">
            <a:off x="2828925" y="3095625"/>
            <a:ext cx="666750" cy="590550"/>
          </a:xfrm>
          <a:prstGeom xmlns:a="http://schemas.openxmlformats.org/drawingml/2006/main" prst="rect">
            <a:avLst/>
          </a:prstGeom>
          <a:noFill xmlns:a="http://schemas.openxmlformats.org/drawingml/2006/main"/>
          <a:ln xmlns:a="http://schemas.openxmlformats.org/drawingml/2006/main" w="14288">
            <a:solidFill>
              <a:srgbClr val="8C64E1"/>
            </a:solidFill>
          </a:ln>
        </p:spPr>
      </p:sp>
      <p:sp>
        <p:nvSpPr>
          <p:cNvPr id="11" name="channel-value-0-0-1">
            <a:extLst xmlns:a="http://schemas.openxmlformats.org/drawingml/2006/main">
              <a:ext uri="{FF2B5EF4-FFF2-40B4-BE49-F238E27FC236}">
                <a16:creationId xmlns:a16="http://schemas.microsoft.com/office/drawing/2014/main" id="{8CA6FB1A-0120-4080-AB2C-32CECEBD2ACE}"/>
              </a:ext>
            </a:extLst>
          </p:cNvPr>
          <p:cNvSpPr>
            <a:spLocks xmlns:a="http://schemas.openxmlformats.org/drawingml/2006/main" noGrp="1"/>
          </p:cNvSpPr>
          <p:nvPr/>
        </p:nvSpPr>
        <p:spPr>
          <a:xfrm xmlns:a="http://schemas.openxmlformats.org/drawingml/2006/main">
            <a:off x="2847975" y="3228975"/>
            <a:ext cx="6286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262626"/>
                </a:solidFill>
                <a:latin typeface="Alibaba PuHuiTi 3.0 55 Regular"/>
                <a:ea typeface="Alibaba PuHuiTi 3.0 55 Regular"/>
                <a:cs typeface="Alibaba PuHuiTi 3.0 55 Regular"/>
              </a:defRPr>
            </a:defPPr>
          </a:lstStyle>
          <a:p xmlns:a="http://schemas.openxmlformats.org/drawingml/2006/main">
            <a:pPr algn="ctr">
              <a:defRPr sz="1800" b="0">
                <a:solidFill>
                  <a:srgbClr val="262626"/>
                </a:solidFill>
                <a:latin typeface="Alibaba PuHuiTi 3.0 55 Regular"/>
                <a:ea typeface="Alibaba PuHuiTi 3.0 55 Regular"/>
                <a:cs typeface="Alibaba PuHuiTi 3.0 55 Regular"/>
              </a:defRPr>
            </a:pPr>
            <a:r>
              <a:rPr sz="1800" b="0">
                <a:solidFill>
                  <a:srgbClr val="262626"/>
                </a:solidFill>
                <a:latin typeface="Alibaba PuHuiTi 3.0 55 Regular"/>
                <a:ea typeface="Alibaba PuHuiTi 3.0 55 Regular"/>
                <a:cs typeface="Alibaba PuHuiTi 3.0 55 Regular"/>
              </a:rPr>
              <a:t>0.3</a:t>
            </a:r>
          </a:p>
        </p:txBody>
      </p:sp>
      <p:sp>
        <p:nvSpPr>
          <p:cNvPr id="12" name="channel-sample-0-0-2">
            <a:extLst xmlns:a="http://schemas.openxmlformats.org/drawingml/2006/main">
              <a:ext uri="{FF2B5EF4-FFF2-40B4-BE49-F238E27FC236}">
                <a16:creationId xmlns:a16="http://schemas.microsoft.com/office/drawing/2014/main" id="{2F993443-9E6A-4888-B527-4A9DF04F47AC}"/>
              </a:ext>
            </a:extLst>
          </p:cNvPr>
          <p:cNvSpPr>
            <a:spLocks xmlns:a="http://schemas.openxmlformats.org/drawingml/2006/main" noGrp="1"/>
          </p:cNvSpPr>
          <p:nvPr/>
        </p:nvSpPr>
        <p:spPr>
          <a:xfrm xmlns:a="http://schemas.openxmlformats.org/drawingml/2006/main">
            <a:off x="3743325" y="3095625"/>
            <a:ext cx="666750" cy="590550"/>
          </a:xfrm>
          <a:prstGeom xmlns:a="http://schemas.openxmlformats.org/drawingml/2006/main" prst="rect">
            <a:avLst/>
          </a:prstGeom>
          <a:noFill xmlns:a="http://schemas.openxmlformats.org/drawingml/2006/main"/>
          <a:ln xmlns:a="http://schemas.openxmlformats.org/drawingml/2006/main" w="14288">
            <a:solidFill>
              <a:srgbClr val="8C64E1"/>
            </a:solidFill>
          </a:ln>
        </p:spPr>
      </p:sp>
      <p:sp>
        <p:nvSpPr>
          <p:cNvPr id="13" name="channel-value-0-0-2">
            <a:extLst xmlns:a="http://schemas.openxmlformats.org/drawingml/2006/main">
              <a:ext uri="{FF2B5EF4-FFF2-40B4-BE49-F238E27FC236}">
                <a16:creationId xmlns:a16="http://schemas.microsoft.com/office/drawing/2014/main" id="{FB3AC042-554F-47D8-A5FA-71DDCC92EA6B}"/>
              </a:ext>
            </a:extLst>
          </p:cNvPr>
          <p:cNvSpPr>
            <a:spLocks xmlns:a="http://schemas.openxmlformats.org/drawingml/2006/main" noGrp="1"/>
          </p:cNvSpPr>
          <p:nvPr/>
        </p:nvSpPr>
        <p:spPr>
          <a:xfrm xmlns:a="http://schemas.openxmlformats.org/drawingml/2006/main">
            <a:off x="3762375" y="3228975"/>
            <a:ext cx="6286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262626"/>
                </a:solidFill>
                <a:latin typeface="Alibaba PuHuiTi 3.0 55 Regular"/>
                <a:ea typeface="Alibaba PuHuiTi 3.0 55 Regular"/>
                <a:cs typeface="Alibaba PuHuiTi 3.0 55 Regular"/>
              </a:defRPr>
            </a:defPPr>
          </a:lstStyle>
          <a:p xmlns:a="http://schemas.openxmlformats.org/drawingml/2006/main">
            <a:pPr algn="ctr">
              <a:defRPr sz="1800" b="0">
                <a:solidFill>
                  <a:srgbClr val="262626"/>
                </a:solidFill>
                <a:latin typeface="Alibaba PuHuiTi 3.0 55 Regular"/>
                <a:ea typeface="Alibaba PuHuiTi 3.0 55 Regular"/>
                <a:cs typeface="Alibaba PuHuiTi 3.0 55 Regular"/>
              </a:defRPr>
            </a:pPr>
            <a:r>
              <a:rPr sz="1800" b="0">
                <a:solidFill>
                  <a:srgbClr val="262626"/>
                </a:solidFill>
                <a:latin typeface="Alibaba PuHuiTi 3.0 55 Regular"/>
                <a:ea typeface="Alibaba PuHuiTi 3.0 55 Regular"/>
                <a:cs typeface="Alibaba PuHuiTi 3.0 55 Regular"/>
              </a:rPr>
              <a:t>0.4</a:t>
            </a:r>
          </a:p>
        </p:txBody>
      </p:sp>
      <p:sp>
        <p:nvSpPr>
          <p:cNvPr id="14" name="channel-label-0-1">
            <a:extLst xmlns:a="http://schemas.openxmlformats.org/drawingml/2006/main">
              <a:ext uri="{FF2B5EF4-FFF2-40B4-BE49-F238E27FC236}">
                <a16:creationId xmlns:a16="http://schemas.microsoft.com/office/drawing/2014/main" id="{D0E7CB0B-D7A5-4BAD-A025-7DE61E8C9A19}"/>
              </a:ext>
            </a:extLst>
          </p:cNvPr>
          <p:cNvSpPr>
            <a:spLocks xmlns:a="http://schemas.openxmlformats.org/drawingml/2006/main" noGrp="1"/>
          </p:cNvSpPr>
          <p:nvPr/>
        </p:nvSpPr>
        <p:spPr>
          <a:xfrm xmlns:a="http://schemas.openxmlformats.org/drawingml/2006/main">
            <a:off x="914400" y="4238625"/>
            <a:ext cx="685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1">
                <a:solidFill>
                  <a:srgbClr val="262626"/>
                </a:solidFill>
                <a:latin typeface="Alibaba PuHuiTi 3.0 115 Black"/>
                <a:ea typeface="Alibaba PuHuiTi 3.0 115 Black"/>
                <a:cs typeface="Alibaba PuHuiTi 3.0 115 Black"/>
              </a:defRPr>
            </a:defPPr>
          </a:lstStyle>
          <a:p xmlns:a="http://schemas.openxmlformats.org/drawingml/2006/main">
            <a:pPr algn="l">
              <a:defRPr sz="2200" b="1">
                <a:solidFill>
                  <a:srgbClr val="262626"/>
                </a:solidFill>
                <a:latin typeface="Alibaba PuHuiTi 3.0 115 Black"/>
                <a:ea typeface="Alibaba PuHuiTi 3.0 115 Black"/>
                <a:cs typeface="Alibaba PuHuiTi 3.0 115 Black"/>
              </a:defRPr>
            </a:pPr>
            <a:r>
              <a:rPr sz="2200" b="1">
                <a:solidFill>
                  <a:srgbClr val="262626"/>
                </a:solidFill>
                <a:latin typeface="Alibaba PuHuiTi 3.0 115 Black"/>
                <a:ea typeface="Alibaba PuHuiTi 3.0 115 Black"/>
                <a:cs typeface="Alibaba PuHuiTi 3.0 115 Black"/>
              </a:rPr>
              <a:t>R</a:t>
            </a:r>
          </a:p>
        </p:txBody>
      </p:sp>
      <p:sp>
        <p:nvSpPr>
          <p:cNvPr id="15" name="channel-sample-0-1-0">
            <a:extLst xmlns:a="http://schemas.openxmlformats.org/drawingml/2006/main">
              <a:ext uri="{FF2B5EF4-FFF2-40B4-BE49-F238E27FC236}">
                <a16:creationId xmlns:a16="http://schemas.microsoft.com/office/drawing/2014/main" id="{C2BFD745-6070-4DE0-998D-154145CEDE3D}"/>
              </a:ext>
            </a:extLst>
          </p:cNvPr>
          <p:cNvSpPr>
            <a:spLocks xmlns:a="http://schemas.openxmlformats.org/drawingml/2006/main" noGrp="1"/>
          </p:cNvSpPr>
          <p:nvPr/>
        </p:nvSpPr>
        <p:spPr>
          <a:xfrm xmlns:a="http://schemas.openxmlformats.org/drawingml/2006/main">
            <a:off x="1914525" y="4143375"/>
            <a:ext cx="666750" cy="590550"/>
          </a:xfrm>
          <a:prstGeom xmlns:a="http://schemas.openxmlformats.org/drawingml/2006/main" prst="rect">
            <a:avLst/>
          </a:prstGeom>
          <a:noFill xmlns:a="http://schemas.openxmlformats.org/drawingml/2006/main"/>
          <a:ln xmlns:a="http://schemas.openxmlformats.org/drawingml/2006/main" w="14288">
            <a:solidFill>
              <a:srgbClr val="8C64E1"/>
            </a:solidFill>
          </a:ln>
        </p:spPr>
      </p:sp>
      <p:sp>
        <p:nvSpPr>
          <p:cNvPr id="16" name="channel-value-0-1-0">
            <a:extLst xmlns:a="http://schemas.openxmlformats.org/drawingml/2006/main">
              <a:ext uri="{FF2B5EF4-FFF2-40B4-BE49-F238E27FC236}">
                <a16:creationId xmlns:a16="http://schemas.microsoft.com/office/drawing/2014/main" id="{5D955EEE-D240-40A8-AE92-2C43B4721FA4}"/>
              </a:ext>
            </a:extLst>
          </p:cNvPr>
          <p:cNvSpPr>
            <a:spLocks xmlns:a="http://schemas.openxmlformats.org/drawingml/2006/main" noGrp="1"/>
          </p:cNvSpPr>
          <p:nvPr/>
        </p:nvSpPr>
        <p:spPr>
          <a:xfrm xmlns:a="http://schemas.openxmlformats.org/drawingml/2006/main">
            <a:off x="1933575" y="4276725"/>
            <a:ext cx="6286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262626"/>
                </a:solidFill>
                <a:latin typeface="Alibaba PuHuiTi 3.0 55 Regular"/>
                <a:ea typeface="Alibaba PuHuiTi 3.0 55 Regular"/>
                <a:cs typeface="Alibaba PuHuiTi 3.0 55 Regular"/>
              </a:defRPr>
            </a:defPPr>
          </a:lstStyle>
          <a:p xmlns:a="http://schemas.openxmlformats.org/drawingml/2006/main">
            <a:pPr algn="ctr">
              <a:defRPr sz="1800" b="0">
                <a:solidFill>
                  <a:srgbClr val="262626"/>
                </a:solidFill>
                <a:latin typeface="Alibaba PuHuiTi 3.0 55 Regular"/>
                <a:ea typeface="Alibaba PuHuiTi 3.0 55 Regular"/>
                <a:cs typeface="Alibaba PuHuiTi 3.0 55 Regular"/>
              </a:defRPr>
            </a:pPr>
            <a:r>
              <a:rPr sz="1800" b="0">
                <a:solidFill>
                  <a:srgbClr val="262626"/>
                </a:solidFill>
                <a:latin typeface="Alibaba PuHuiTi 3.0 55 Regular"/>
                <a:ea typeface="Alibaba PuHuiTi 3.0 55 Regular"/>
                <a:cs typeface="Alibaba PuHuiTi 3.0 55 Regular"/>
              </a:rPr>
              <a:t>-0.3</a:t>
            </a:r>
          </a:p>
        </p:txBody>
      </p:sp>
      <p:sp>
        <p:nvSpPr>
          <p:cNvPr id="17" name="channel-sample-0-1-1">
            <a:extLst xmlns:a="http://schemas.openxmlformats.org/drawingml/2006/main">
              <a:ext uri="{FF2B5EF4-FFF2-40B4-BE49-F238E27FC236}">
                <a16:creationId xmlns:a16="http://schemas.microsoft.com/office/drawing/2014/main" id="{173739E5-EFA9-4FF9-B08D-F23B6D4328CF}"/>
              </a:ext>
            </a:extLst>
          </p:cNvPr>
          <p:cNvSpPr>
            <a:spLocks xmlns:a="http://schemas.openxmlformats.org/drawingml/2006/main" noGrp="1"/>
          </p:cNvSpPr>
          <p:nvPr/>
        </p:nvSpPr>
        <p:spPr>
          <a:xfrm xmlns:a="http://schemas.openxmlformats.org/drawingml/2006/main">
            <a:off x="2828925" y="4143375"/>
            <a:ext cx="666750" cy="590550"/>
          </a:xfrm>
          <a:prstGeom xmlns:a="http://schemas.openxmlformats.org/drawingml/2006/main" prst="rect">
            <a:avLst/>
          </a:prstGeom>
          <a:noFill xmlns:a="http://schemas.openxmlformats.org/drawingml/2006/main"/>
          <a:ln xmlns:a="http://schemas.openxmlformats.org/drawingml/2006/main" w="14288">
            <a:solidFill>
              <a:srgbClr val="8C64E1"/>
            </a:solidFill>
          </a:ln>
        </p:spPr>
      </p:sp>
      <p:sp>
        <p:nvSpPr>
          <p:cNvPr id="18" name="channel-value-0-1-1">
            <a:extLst xmlns:a="http://schemas.openxmlformats.org/drawingml/2006/main">
              <a:ext uri="{FF2B5EF4-FFF2-40B4-BE49-F238E27FC236}">
                <a16:creationId xmlns:a16="http://schemas.microsoft.com/office/drawing/2014/main" id="{698A7ECD-622F-480D-92D4-52D4A3798BFB}"/>
              </a:ext>
            </a:extLst>
          </p:cNvPr>
          <p:cNvSpPr>
            <a:spLocks xmlns:a="http://schemas.openxmlformats.org/drawingml/2006/main" noGrp="1"/>
          </p:cNvSpPr>
          <p:nvPr/>
        </p:nvSpPr>
        <p:spPr>
          <a:xfrm xmlns:a="http://schemas.openxmlformats.org/drawingml/2006/main">
            <a:off x="2847975" y="4276725"/>
            <a:ext cx="6286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262626"/>
                </a:solidFill>
                <a:latin typeface="Alibaba PuHuiTi 3.0 55 Regular"/>
                <a:ea typeface="Alibaba PuHuiTi 3.0 55 Regular"/>
                <a:cs typeface="Alibaba PuHuiTi 3.0 55 Regular"/>
              </a:defRPr>
            </a:defPPr>
          </a:lstStyle>
          <a:p xmlns:a="http://schemas.openxmlformats.org/drawingml/2006/main">
            <a:pPr algn="ctr">
              <a:defRPr sz="1800" b="0">
                <a:solidFill>
                  <a:srgbClr val="262626"/>
                </a:solidFill>
                <a:latin typeface="Alibaba PuHuiTi 3.0 55 Regular"/>
                <a:ea typeface="Alibaba PuHuiTi 3.0 55 Regular"/>
                <a:cs typeface="Alibaba PuHuiTi 3.0 55 Regular"/>
              </a:defRPr>
            </a:pPr>
            <a:r>
              <a:rPr sz="1800" b="0">
                <a:solidFill>
                  <a:srgbClr val="262626"/>
                </a:solidFill>
                <a:latin typeface="Alibaba PuHuiTi 3.0 55 Regular"/>
                <a:ea typeface="Alibaba PuHuiTi 3.0 55 Regular"/>
                <a:cs typeface="Alibaba PuHuiTi 3.0 55 Regular"/>
              </a:rPr>
              <a:t>-0.1</a:t>
            </a:r>
          </a:p>
        </p:txBody>
      </p:sp>
      <p:sp>
        <p:nvSpPr>
          <p:cNvPr id="19" name="channel-sample-0-1-2">
            <a:extLst xmlns:a="http://schemas.openxmlformats.org/drawingml/2006/main">
              <a:ext uri="{FF2B5EF4-FFF2-40B4-BE49-F238E27FC236}">
                <a16:creationId xmlns:a16="http://schemas.microsoft.com/office/drawing/2014/main" id="{65520E02-C912-4812-94EA-0245D8111620}"/>
              </a:ext>
            </a:extLst>
          </p:cNvPr>
          <p:cNvSpPr>
            <a:spLocks xmlns:a="http://schemas.openxmlformats.org/drawingml/2006/main" noGrp="1"/>
          </p:cNvSpPr>
          <p:nvPr/>
        </p:nvSpPr>
        <p:spPr>
          <a:xfrm xmlns:a="http://schemas.openxmlformats.org/drawingml/2006/main">
            <a:off x="3743325" y="4143375"/>
            <a:ext cx="666750" cy="590550"/>
          </a:xfrm>
          <a:prstGeom xmlns:a="http://schemas.openxmlformats.org/drawingml/2006/main" prst="rect">
            <a:avLst/>
          </a:prstGeom>
          <a:noFill xmlns:a="http://schemas.openxmlformats.org/drawingml/2006/main"/>
          <a:ln xmlns:a="http://schemas.openxmlformats.org/drawingml/2006/main" w="14288">
            <a:solidFill>
              <a:srgbClr val="8C64E1"/>
            </a:solidFill>
          </a:ln>
        </p:spPr>
      </p:sp>
      <p:sp>
        <p:nvSpPr>
          <p:cNvPr id="20" name="channel-value-0-1-2">
            <a:extLst xmlns:a="http://schemas.openxmlformats.org/drawingml/2006/main">
              <a:ext uri="{FF2B5EF4-FFF2-40B4-BE49-F238E27FC236}">
                <a16:creationId xmlns:a16="http://schemas.microsoft.com/office/drawing/2014/main" id="{033549A4-B103-49A2-9396-84916BDC4699}"/>
              </a:ext>
            </a:extLst>
          </p:cNvPr>
          <p:cNvSpPr>
            <a:spLocks xmlns:a="http://schemas.openxmlformats.org/drawingml/2006/main" noGrp="1"/>
          </p:cNvSpPr>
          <p:nvPr/>
        </p:nvSpPr>
        <p:spPr>
          <a:xfrm xmlns:a="http://schemas.openxmlformats.org/drawingml/2006/main">
            <a:off x="3762375" y="4276725"/>
            <a:ext cx="6286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262626"/>
                </a:solidFill>
                <a:latin typeface="Alibaba PuHuiTi 3.0 55 Regular"/>
                <a:ea typeface="Alibaba PuHuiTi 3.0 55 Regular"/>
                <a:cs typeface="Alibaba PuHuiTi 3.0 55 Regular"/>
              </a:defRPr>
            </a:defPPr>
          </a:lstStyle>
          <a:p xmlns:a="http://schemas.openxmlformats.org/drawingml/2006/main">
            <a:pPr algn="ctr">
              <a:defRPr sz="1800" b="0">
                <a:solidFill>
                  <a:srgbClr val="262626"/>
                </a:solidFill>
                <a:latin typeface="Alibaba PuHuiTi 3.0 55 Regular"/>
                <a:ea typeface="Alibaba PuHuiTi 3.0 55 Regular"/>
                <a:cs typeface="Alibaba PuHuiTi 3.0 55 Regular"/>
              </a:defRPr>
            </a:pPr>
            <a:r>
              <a:rPr sz="1800" b="0">
                <a:solidFill>
                  <a:srgbClr val="262626"/>
                </a:solidFill>
                <a:latin typeface="Alibaba PuHuiTi 3.0 55 Regular"/>
                <a:ea typeface="Alibaba PuHuiTi 3.0 55 Regular"/>
                <a:cs typeface="Alibaba PuHuiTi 3.0 55 Regular"/>
              </a:rPr>
              <a:t>0.1</a:t>
            </a:r>
          </a:p>
        </p:txBody>
      </p:sp>
      <p:sp>
        <p:nvSpPr>
          <p:cNvPr id="21" name="channel-instant-0-0">
            <a:extLst xmlns:a="http://schemas.openxmlformats.org/drawingml/2006/main">
              <a:ext uri="{FF2B5EF4-FFF2-40B4-BE49-F238E27FC236}">
                <a16:creationId xmlns:a16="http://schemas.microsoft.com/office/drawing/2014/main" id="{5B5ACD2D-2EA0-416D-8ED8-526DB919F4C8}"/>
              </a:ext>
            </a:extLst>
          </p:cNvPr>
          <p:cNvSpPr>
            <a:spLocks xmlns:a="http://schemas.openxmlformats.org/drawingml/2006/main" noGrp="1"/>
          </p:cNvSpPr>
          <p:nvPr/>
        </p:nvSpPr>
        <p:spPr>
          <a:xfrm xmlns:a="http://schemas.openxmlformats.org/drawingml/2006/main">
            <a:off x="1914525" y="2857500"/>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t0</a:t>
            </a:r>
          </a:p>
        </p:txBody>
      </p:sp>
      <p:sp>
        <p:nvSpPr>
          <p:cNvPr id="22" name="channel-instant-0-1">
            <a:extLst xmlns:a="http://schemas.openxmlformats.org/drawingml/2006/main">
              <a:ext uri="{FF2B5EF4-FFF2-40B4-BE49-F238E27FC236}">
                <a16:creationId xmlns:a16="http://schemas.microsoft.com/office/drawing/2014/main" id="{07B13CCA-DF98-491B-8B86-8AAD5177277D}"/>
              </a:ext>
            </a:extLst>
          </p:cNvPr>
          <p:cNvSpPr>
            <a:spLocks xmlns:a="http://schemas.openxmlformats.org/drawingml/2006/main" noGrp="1"/>
          </p:cNvSpPr>
          <p:nvPr/>
        </p:nvSpPr>
        <p:spPr>
          <a:xfrm xmlns:a="http://schemas.openxmlformats.org/drawingml/2006/main">
            <a:off x="2828925" y="2857500"/>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t1</a:t>
            </a:r>
          </a:p>
        </p:txBody>
      </p:sp>
      <p:sp>
        <p:nvSpPr>
          <p:cNvPr id="23" name="channel-instant-0-2">
            <a:extLst xmlns:a="http://schemas.openxmlformats.org/drawingml/2006/main">
              <a:ext uri="{FF2B5EF4-FFF2-40B4-BE49-F238E27FC236}">
                <a16:creationId xmlns:a16="http://schemas.microsoft.com/office/drawing/2014/main" id="{3515D948-4734-4358-B3FE-AF830A0F1507}"/>
              </a:ext>
            </a:extLst>
          </p:cNvPr>
          <p:cNvSpPr>
            <a:spLocks xmlns:a="http://schemas.openxmlformats.org/drawingml/2006/main" noGrp="1"/>
          </p:cNvSpPr>
          <p:nvPr/>
        </p:nvSpPr>
        <p:spPr>
          <a:xfrm xmlns:a="http://schemas.openxmlformats.org/drawingml/2006/main">
            <a:off x="3743325" y="2857500"/>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t2</a:t>
            </a:r>
          </a:p>
        </p:txBody>
      </p:sp>
      <p:sp>
        <p:nvSpPr>
          <p:cNvPr id="24" name="channel-group-1">
            <a:extLst xmlns:a="http://schemas.openxmlformats.org/drawingml/2006/main">
              <a:ext uri="{FF2B5EF4-FFF2-40B4-BE49-F238E27FC236}">
                <a16:creationId xmlns:a16="http://schemas.microsoft.com/office/drawing/2014/main" id="{7DF9BD60-230B-49DB-9817-D5381C972BF6}"/>
              </a:ext>
            </a:extLst>
          </p:cNvPr>
          <p:cNvSpPr>
            <a:spLocks xmlns:a="http://schemas.openxmlformats.org/drawingml/2006/main" noGrp="1"/>
          </p:cNvSpPr>
          <p:nvPr/>
        </p:nvSpPr>
        <p:spPr>
          <a:xfrm xmlns:a="http://schemas.openxmlformats.org/drawingml/2006/main">
            <a:off x="6724650" y="2381250"/>
            <a:ext cx="4000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400" b="1">
                <a:solidFill>
                  <a:srgbClr val="007C9B"/>
                </a:solidFill>
                <a:latin typeface="Alibaba PuHuiTi 3.0 115 Black"/>
                <a:ea typeface="Alibaba PuHuiTi 3.0 115 Black"/>
                <a:cs typeface="Alibaba PuHuiTi 3.0 115 Black"/>
              </a:defRPr>
            </a:defPPr>
          </a:lstStyle>
          <a:p xmlns:a="http://schemas.openxmlformats.org/drawingml/2006/main">
            <a:pPr algn="l">
              <a:defRPr sz="2400" b="1">
                <a:solidFill>
                  <a:srgbClr val="007C9B"/>
                </a:solidFill>
                <a:latin typeface="Alibaba PuHuiTi 3.0 115 Black"/>
                <a:ea typeface="Alibaba PuHuiTi 3.0 115 Black"/>
                <a:cs typeface="Alibaba PuHuiTi 3.0 115 Black"/>
              </a:defRPr>
            </a:pPr>
            <a:r>
              <a:rPr sz="2400" b="1">
                <a:solidFill>
                  <a:srgbClr val="007C9B"/>
                </a:solidFill>
                <a:latin typeface="Alibaba PuHuiTi 3.0 115 Black"/>
                <a:ea typeface="Alibaba PuHuiTi 3.0 115 Black"/>
                <a:cs typeface="Alibaba PuHuiTi 3.0 115 Black"/>
              </a:rPr>
              <a:t>单声道</a:t>
            </a:r>
          </a:p>
        </p:txBody>
      </p:sp>
      <p:sp>
        <p:nvSpPr>
          <p:cNvPr id="25" name="channel-label-1-0">
            <a:extLst xmlns:a="http://schemas.openxmlformats.org/drawingml/2006/main">
              <a:ext uri="{FF2B5EF4-FFF2-40B4-BE49-F238E27FC236}">
                <a16:creationId xmlns:a16="http://schemas.microsoft.com/office/drawing/2014/main" id="{EE554C05-E99E-4CC9-8915-1D866A1B1581}"/>
              </a:ext>
            </a:extLst>
          </p:cNvPr>
          <p:cNvSpPr>
            <a:spLocks xmlns:a="http://schemas.openxmlformats.org/drawingml/2006/main" noGrp="1"/>
          </p:cNvSpPr>
          <p:nvPr/>
        </p:nvSpPr>
        <p:spPr>
          <a:xfrm xmlns:a="http://schemas.openxmlformats.org/drawingml/2006/main">
            <a:off x="6724650" y="3190875"/>
            <a:ext cx="685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1">
                <a:solidFill>
                  <a:srgbClr val="262626"/>
                </a:solidFill>
                <a:latin typeface="Alibaba PuHuiTi 3.0 115 Black"/>
                <a:ea typeface="Alibaba PuHuiTi 3.0 115 Black"/>
                <a:cs typeface="Alibaba PuHuiTi 3.0 115 Black"/>
              </a:defRPr>
            </a:defPPr>
          </a:lstStyle>
          <a:p xmlns:a="http://schemas.openxmlformats.org/drawingml/2006/main">
            <a:pPr algn="l">
              <a:defRPr sz="2200" b="1">
                <a:solidFill>
                  <a:srgbClr val="262626"/>
                </a:solidFill>
                <a:latin typeface="Alibaba PuHuiTi 3.0 115 Black"/>
                <a:ea typeface="Alibaba PuHuiTi 3.0 115 Black"/>
                <a:cs typeface="Alibaba PuHuiTi 3.0 115 Black"/>
              </a:defRPr>
            </a:pPr>
            <a:r>
              <a:rPr sz="2200" b="1">
                <a:solidFill>
                  <a:srgbClr val="262626"/>
                </a:solidFill>
                <a:latin typeface="Alibaba PuHuiTi 3.0 115 Black"/>
                <a:ea typeface="Alibaba PuHuiTi 3.0 115 Black"/>
                <a:cs typeface="Alibaba PuHuiTi 3.0 115 Black"/>
              </a:rPr>
              <a:t>单路</a:t>
            </a:r>
          </a:p>
        </p:txBody>
      </p:sp>
      <p:sp>
        <p:nvSpPr>
          <p:cNvPr id="26" name="channel-sample-1-0-0">
            <a:extLst xmlns:a="http://schemas.openxmlformats.org/drawingml/2006/main">
              <a:ext uri="{FF2B5EF4-FFF2-40B4-BE49-F238E27FC236}">
                <a16:creationId xmlns:a16="http://schemas.microsoft.com/office/drawing/2014/main" id="{DF5FE1F4-8AC0-49AF-8B8C-4FCD765FFE3F}"/>
              </a:ext>
            </a:extLst>
          </p:cNvPr>
          <p:cNvSpPr>
            <a:spLocks xmlns:a="http://schemas.openxmlformats.org/drawingml/2006/main" noGrp="1"/>
          </p:cNvSpPr>
          <p:nvPr/>
        </p:nvSpPr>
        <p:spPr>
          <a:xfrm xmlns:a="http://schemas.openxmlformats.org/drawingml/2006/main">
            <a:off x="7724775" y="3095625"/>
            <a:ext cx="666750" cy="590550"/>
          </a:xfrm>
          <a:prstGeom xmlns:a="http://schemas.openxmlformats.org/drawingml/2006/main" prst="rect">
            <a:avLst/>
          </a:prstGeom>
          <a:noFill xmlns:a="http://schemas.openxmlformats.org/drawingml/2006/main"/>
          <a:ln xmlns:a="http://schemas.openxmlformats.org/drawingml/2006/main" w="14288">
            <a:solidFill>
              <a:srgbClr val="00B0F0"/>
            </a:solidFill>
          </a:ln>
        </p:spPr>
      </p:sp>
      <p:sp>
        <p:nvSpPr>
          <p:cNvPr id="27" name="channel-value-1-0-0">
            <a:extLst xmlns:a="http://schemas.openxmlformats.org/drawingml/2006/main">
              <a:ext uri="{FF2B5EF4-FFF2-40B4-BE49-F238E27FC236}">
                <a16:creationId xmlns:a16="http://schemas.microsoft.com/office/drawing/2014/main" id="{0D794E6F-4F42-461D-8A70-E4C89AAD116C}"/>
              </a:ext>
            </a:extLst>
          </p:cNvPr>
          <p:cNvSpPr>
            <a:spLocks xmlns:a="http://schemas.openxmlformats.org/drawingml/2006/main" noGrp="1"/>
          </p:cNvSpPr>
          <p:nvPr/>
        </p:nvSpPr>
        <p:spPr>
          <a:xfrm xmlns:a="http://schemas.openxmlformats.org/drawingml/2006/main">
            <a:off x="7743825" y="3228975"/>
            <a:ext cx="6286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262626"/>
                </a:solidFill>
                <a:latin typeface="Alibaba PuHuiTi 3.0 55 Regular"/>
                <a:ea typeface="Alibaba PuHuiTi 3.0 55 Regular"/>
                <a:cs typeface="Alibaba PuHuiTi 3.0 55 Regular"/>
              </a:defRPr>
            </a:defPPr>
          </a:lstStyle>
          <a:p xmlns:a="http://schemas.openxmlformats.org/drawingml/2006/main">
            <a:pPr algn="ctr">
              <a:defRPr sz="1800" b="0">
                <a:solidFill>
                  <a:srgbClr val="262626"/>
                </a:solidFill>
                <a:latin typeface="Alibaba PuHuiTi 3.0 55 Regular"/>
                <a:ea typeface="Alibaba PuHuiTi 3.0 55 Regular"/>
                <a:cs typeface="Alibaba PuHuiTi 3.0 55 Regular"/>
              </a:defRPr>
            </a:pPr>
            <a:r>
              <a:rPr sz="1800" b="0">
                <a:solidFill>
                  <a:srgbClr val="262626"/>
                </a:solidFill>
                <a:latin typeface="Alibaba PuHuiTi 3.0 55 Regular"/>
                <a:ea typeface="Alibaba PuHuiTi 3.0 55 Regular"/>
                <a:cs typeface="Alibaba PuHuiTi 3.0 55 Regular"/>
              </a:rPr>
              <a:t>0.2</a:t>
            </a:r>
          </a:p>
        </p:txBody>
      </p:sp>
      <p:sp>
        <p:nvSpPr>
          <p:cNvPr id="28" name="channel-sample-1-0-1">
            <a:extLst xmlns:a="http://schemas.openxmlformats.org/drawingml/2006/main">
              <a:ext uri="{FF2B5EF4-FFF2-40B4-BE49-F238E27FC236}">
                <a16:creationId xmlns:a16="http://schemas.microsoft.com/office/drawing/2014/main" id="{39A3575D-284F-47D7-9E2D-979DFF28F7CE}"/>
              </a:ext>
            </a:extLst>
          </p:cNvPr>
          <p:cNvSpPr>
            <a:spLocks xmlns:a="http://schemas.openxmlformats.org/drawingml/2006/main" noGrp="1"/>
          </p:cNvSpPr>
          <p:nvPr/>
        </p:nvSpPr>
        <p:spPr>
          <a:xfrm xmlns:a="http://schemas.openxmlformats.org/drawingml/2006/main">
            <a:off x="8639175" y="3095625"/>
            <a:ext cx="666750" cy="590550"/>
          </a:xfrm>
          <a:prstGeom xmlns:a="http://schemas.openxmlformats.org/drawingml/2006/main" prst="rect">
            <a:avLst/>
          </a:prstGeom>
          <a:noFill xmlns:a="http://schemas.openxmlformats.org/drawingml/2006/main"/>
          <a:ln xmlns:a="http://schemas.openxmlformats.org/drawingml/2006/main" w="14288">
            <a:solidFill>
              <a:srgbClr val="00B0F0"/>
            </a:solidFill>
          </a:ln>
        </p:spPr>
      </p:sp>
      <p:sp>
        <p:nvSpPr>
          <p:cNvPr id="29" name="channel-value-1-0-1">
            <a:extLst xmlns:a="http://schemas.openxmlformats.org/drawingml/2006/main">
              <a:ext uri="{FF2B5EF4-FFF2-40B4-BE49-F238E27FC236}">
                <a16:creationId xmlns:a16="http://schemas.microsoft.com/office/drawing/2014/main" id="{F287E212-1F30-411C-9EA5-CAD38B392022}"/>
              </a:ext>
            </a:extLst>
          </p:cNvPr>
          <p:cNvSpPr>
            <a:spLocks xmlns:a="http://schemas.openxmlformats.org/drawingml/2006/main" noGrp="1"/>
          </p:cNvSpPr>
          <p:nvPr/>
        </p:nvSpPr>
        <p:spPr>
          <a:xfrm xmlns:a="http://schemas.openxmlformats.org/drawingml/2006/main">
            <a:off x="8658225" y="3228975"/>
            <a:ext cx="6286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262626"/>
                </a:solidFill>
                <a:latin typeface="Alibaba PuHuiTi 3.0 55 Regular"/>
                <a:ea typeface="Alibaba PuHuiTi 3.0 55 Regular"/>
                <a:cs typeface="Alibaba PuHuiTi 3.0 55 Regular"/>
              </a:defRPr>
            </a:defPPr>
          </a:lstStyle>
          <a:p xmlns:a="http://schemas.openxmlformats.org/drawingml/2006/main">
            <a:pPr algn="ctr">
              <a:defRPr sz="1800" b="0">
                <a:solidFill>
                  <a:srgbClr val="262626"/>
                </a:solidFill>
                <a:latin typeface="Alibaba PuHuiTi 3.0 55 Regular"/>
                <a:ea typeface="Alibaba PuHuiTi 3.0 55 Regular"/>
                <a:cs typeface="Alibaba PuHuiTi 3.0 55 Regular"/>
              </a:defRPr>
            </a:pPr>
            <a:r>
              <a:rPr sz="1800" b="0">
                <a:solidFill>
                  <a:srgbClr val="262626"/>
                </a:solidFill>
                <a:latin typeface="Alibaba PuHuiTi 3.0 55 Regular"/>
                <a:ea typeface="Alibaba PuHuiTi 3.0 55 Regular"/>
                <a:cs typeface="Alibaba PuHuiTi 3.0 55 Regular"/>
              </a:rPr>
              <a:t>0.3</a:t>
            </a:r>
          </a:p>
        </p:txBody>
      </p:sp>
      <p:sp>
        <p:nvSpPr>
          <p:cNvPr id="30" name="channel-sample-1-0-2">
            <a:extLst xmlns:a="http://schemas.openxmlformats.org/drawingml/2006/main">
              <a:ext uri="{FF2B5EF4-FFF2-40B4-BE49-F238E27FC236}">
                <a16:creationId xmlns:a16="http://schemas.microsoft.com/office/drawing/2014/main" id="{98F3762A-61DA-4855-98CA-DD106B70E2EB}"/>
              </a:ext>
            </a:extLst>
          </p:cNvPr>
          <p:cNvSpPr>
            <a:spLocks xmlns:a="http://schemas.openxmlformats.org/drawingml/2006/main" noGrp="1"/>
          </p:cNvSpPr>
          <p:nvPr/>
        </p:nvSpPr>
        <p:spPr>
          <a:xfrm xmlns:a="http://schemas.openxmlformats.org/drawingml/2006/main">
            <a:off x="9553575" y="3095625"/>
            <a:ext cx="666750" cy="590550"/>
          </a:xfrm>
          <a:prstGeom xmlns:a="http://schemas.openxmlformats.org/drawingml/2006/main" prst="rect">
            <a:avLst/>
          </a:prstGeom>
          <a:noFill xmlns:a="http://schemas.openxmlformats.org/drawingml/2006/main"/>
          <a:ln xmlns:a="http://schemas.openxmlformats.org/drawingml/2006/main" w="14288">
            <a:solidFill>
              <a:srgbClr val="00B0F0"/>
            </a:solidFill>
          </a:ln>
        </p:spPr>
      </p:sp>
      <p:sp>
        <p:nvSpPr>
          <p:cNvPr id="31" name="channel-value-1-0-2">
            <a:extLst xmlns:a="http://schemas.openxmlformats.org/drawingml/2006/main">
              <a:ext uri="{FF2B5EF4-FFF2-40B4-BE49-F238E27FC236}">
                <a16:creationId xmlns:a16="http://schemas.microsoft.com/office/drawing/2014/main" id="{8AEA55CD-AD31-4600-B507-033B11987F71}"/>
              </a:ext>
            </a:extLst>
          </p:cNvPr>
          <p:cNvSpPr>
            <a:spLocks xmlns:a="http://schemas.openxmlformats.org/drawingml/2006/main" noGrp="1"/>
          </p:cNvSpPr>
          <p:nvPr/>
        </p:nvSpPr>
        <p:spPr>
          <a:xfrm xmlns:a="http://schemas.openxmlformats.org/drawingml/2006/main">
            <a:off x="9572625" y="3228975"/>
            <a:ext cx="6286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262626"/>
                </a:solidFill>
                <a:latin typeface="Alibaba PuHuiTi 3.0 55 Regular"/>
                <a:ea typeface="Alibaba PuHuiTi 3.0 55 Regular"/>
                <a:cs typeface="Alibaba PuHuiTi 3.0 55 Regular"/>
              </a:defRPr>
            </a:defPPr>
          </a:lstStyle>
          <a:p xmlns:a="http://schemas.openxmlformats.org/drawingml/2006/main">
            <a:pPr algn="ctr">
              <a:defRPr sz="1800" b="0">
                <a:solidFill>
                  <a:srgbClr val="262626"/>
                </a:solidFill>
                <a:latin typeface="Alibaba PuHuiTi 3.0 55 Regular"/>
                <a:ea typeface="Alibaba PuHuiTi 3.0 55 Regular"/>
                <a:cs typeface="Alibaba PuHuiTi 3.0 55 Regular"/>
              </a:defRPr>
            </a:pPr>
            <a:r>
              <a:rPr sz="1800" b="0">
                <a:solidFill>
                  <a:srgbClr val="262626"/>
                </a:solidFill>
                <a:latin typeface="Alibaba PuHuiTi 3.0 55 Regular"/>
                <a:ea typeface="Alibaba PuHuiTi 3.0 55 Regular"/>
                <a:cs typeface="Alibaba PuHuiTi 3.0 55 Regular"/>
              </a:rPr>
              <a:t>0.4</a:t>
            </a:r>
          </a:p>
        </p:txBody>
      </p:sp>
      <p:sp>
        <p:nvSpPr>
          <p:cNvPr id="32" name="channel-instant-1-0">
            <a:extLst xmlns:a="http://schemas.openxmlformats.org/drawingml/2006/main">
              <a:ext uri="{FF2B5EF4-FFF2-40B4-BE49-F238E27FC236}">
                <a16:creationId xmlns:a16="http://schemas.microsoft.com/office/drawing/2014/main" id="{4C233503-3C58-4447-A930-6FA8EB9C80EF}"/>
              </a:ext>
            </a:extLst>
          </p:cNvPr>
          <p:cNvSpPr>
            <a:spLocks xmlns:a="http://schemas.openxmlformats.org/drawingml/2006/main" noGrp="1"/>
          </p:cNvSpPr>
          <p:nvPr/>
        </p:nvSpPr>
        <p:spPr>
          <a:xfrm xmlns:a="http://schemas.openxmlformats.org/drawingml/2006/main">
            <a:off x="7724775" y="2857500"/>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t0</a:t>
            </a:r>
          </a:p>
        </p:txBody>
      </p:sp>
      <p:sp>
        <p:nvSpPr>
          <p:cNvPr id="33" name="channel-instant-1-1">
            <a:extLst xmlns:a="http://schemas.openxmlformats.org/drawingml/2006/main">
              <a:ext uri="{FF2B5EF4-FFF2-40B4-BE49-F238E27FC236}">
                <a16:creationId xmlns:a16="http://schemas.microsoft.com/office/drawing/2014/main" id="{FA5B668D-5F9D-4D74-ADAC-EE5C6C166E91}"/>
              </a:ext>
            </a:extLst>
          </p:cNvPr>
          <p:cNvSpPr>
            <a:spLocks xmlns:a="http://schemas.openxmlformats.org/drawingml/2006/main" noGrp="1"/>
          </p:cNvSpPr>
          <p:nvPr/>
        </p:nvSpPr>
        <p:spPr>
          <a:xfrm xmlns:a="http://schemas.openxmlformats.org/drawingml/2006/main">
            <a:off x="8639175" y="2857500"/>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t1</a:t>
            </a:r>
          </a:p>
        </p:txBody>
      </p:sp>
      <p:sp>
        <p:nvSpPr>
          <p:cNvPr id="34" name="channel-instant-1-2">
            <a:extLst xmlns:a="http://schemas.openxmlformats.org/drawingml/2006/main">
              <a:ext uri="{FF2B5EF4-FFF2-40B4-BE49-F238E27FC236}">
                <a16:creationId xmlns:a16="http://schemas.microsoft.com/office/drawing/2014/main" id="{8A82EA0F-27FA-4C78-B0CB-63388277C393}"/>
              </a:ext>
            </a:extLst>
          </p:cNvPr>
          <p:cNvSpPr>
            <a:spLocks xmlns:a="http://schemas.openxmlformats.org/drawingml/2006/main" noGrp="1"/>
          </p:cNvSpPr>
          <p:nvPr/>
        </p:nvSpPr>
        <p:spPr>
          <a:xfrm xmlns:a="http://schemas.openxmlformats.org/drawingml/2006/main">
            <a:off x="9553575" y="2857500"/>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t2</a:t>
            </a:r>
          </a:p>
        </p:txBody>
      </p:sp>
      <p:sp>
        <p:nvSpPr>
          <p:cNvPr id="35" name="same-instant-stereo">
            <a:extLst xmlns:a="http://schemas.openxmlformats.org/drawingml/2006/main">
              <a:ext uri="{FF2B5EF4-FFF2-40B4-BE49-F238E27FC236}">
                <a16:creationId xmlns:a16="http://schemas.microsoft.com/office/drawing/2014/main" id="{54C0CD4C-44F4-4D77-918B-6EC18ADAC0F7}"/>
              </a:ext>
            </a:extLst>
          </p:cNvPr>
          <p:cNvSpPr>
            <a:spLocks xmlns:a="http://schemas.openxmlformats.org/drawingml/2006/main" noGrp="1"/>
          </p:cNvSpPr>
          <p:nvPr/>
        </p:nvSpPr>
        <p:spPr>
          <a:xfrm xmlns:a="http://schemas.openxmlformats.org/drawingml/2006/main">
            <a:off x="1857375" y="3057525"/>
            <a:ext cx="790575" cy="1714500"/>
          </a:xfrm>
          <a:prstGeom xmlns:a="http://schemas.openxmlformats.org/drawingml/2006/main" prst="rect">
            <a:avLst/>
          </a:prstGeom>
          <a:noFill xmlns:a="http://schemas.openxmlformats.org/drawingml/2006/main"/>
          <a:ln xmlns:a="http://schemas.openxmlformats.org/drawingml/2006/main" w="28575">
            <a:solidFill>
              <a:srgbClr val="FF0000"/>
            </a:solidFill>
          </a:ln>
        </p:spPr>
      </p:sp>
      <p:sp>
        <p:nvSpPr>
          <p:cNvPr id="36" name="two-samples">
            <a:extLst xmlns:a="http://schemas.openxmlformats.org/drawingml/2006/main">
              <a:ext uri="{FF2B5EF4-FFF2-40B4-BE49-F238E27FC236}">
                <a16:creationId xmlns:a16="http://schemas.microsoft.com/office/drawing/2014/main" id="{E45DF262-28DE-460C-A043-E8BAF107EE22}"/>
              </a:ext>
            </a:extLst>
          </p:cNvPr>
          <p:cNvSpPr>
            <a:spLocks xmlns:a="http://schemas.openxmlformats.org/drawingml/2006/main" noGrp="1"/>
          </p:cNvSpPr>
          <p:nvPr/>
        </p:nvSpPr>
        <p:spPr>
          <a:xfrm xmlns:a="http://schemas.openxmlformats.org/drawingml/2006/main">
            <a:off x="914400" y="5162550"/>
            <a:ext cx="4000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1">
                <a:solidFill>
                  <a:srgbClr val="8C64E1"/>
                </a:solidFill>
                <a:latin typeface="Alibaba PuHuiTi 3.0 115 Black"/>
                <a:ea typeface="Alibaba PuHuiTi 3.0 115 Black"/>
                <a:cs typeface="Alibaba PuHuiTi 3.0 115 Black"/>
              </a:defRPr>
            </a:defPPr>
          </a:lstStyle>
          <a:p xmlns:a="http://schemas.openxmlformats.org/drawingml/2006/main">
            <a:pPr algn="l">
              <a:defRPr sz="2200" b="1">
                <a:solidFill>
                  <a:srgbClr val="8C64E1"/>
                </a:solidFill>
                <a:latin typeface="Alibaba PuHuiTi 3.0 115 Black"/>
                <a:ea typeface="Alibaba PuHuiTi 3.0 115 Black"/>
                <a:cs typeface="Alibaba PuHuiTi 3.0 115 Black"/>
              </a:defRPr>
            </a:pPr>
            <a:r>
              <a:rPr sz="2200" b="1">
                <a:solidFill>
                  <a:srgbClr val="8C64E1"/>
                </a:solidFill>
                <a:latin typeface="Alibaba PuHuiTi 3.0 115 Black"/>
                <a:ea typeface="Alibaba PuHuiTi 3.0 115 Black"/>
                <a:cs typeface="Alibaba PuHuiTi 3.0 115 Black"/>
              </a:rPr>
              <a:t>同一时刻：2个样本</a:t>
            </a:r>
          </a:p>
        </p:txBody>
      </p:sp>
      <p:sp>
        <p:nvSpPr>
          <p:cNvPr id="37" name="one-sample">
            <a:extLst xmlns:a="http://schemas.openxmlformats.org/drawingml/2006/main">
              <a:ext uri="{FF2B5EF4-FFF2-40B4-BE49-F238E27FC236}">
                <a16:creationId xmlns:a16="http://schemas.microsoft.com/office/drawing/2014/main" id="{FF95FB82-C48F-43A5-B841-8298C8A3C826}"/>
              </a:ext>
            </a:extLst>
          </p:cNvPr>
          <p:cNvSpPr>
            <a:spLocks xmlns:a="http://schemas.openxmlformats.org/drawingml/2006/main" noGrp="1"/>
          </p:cNvSpPr>
          <p:nvPr/>
        </p:nvSpPr>
        <p:spPr>
          <a:xfrm xmlns:a="http://schemas.openxmlformats.org/drawingml/2006/main">
            <a:off x="6724650" y="5162550"/>
            <a:ext cx="4857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1">
                <a:solidFill>
                  <a:srgbClr val="007C9B"/>
                </a:solidFill>
                <a:latin typeface="Alibaba PuHuiTi 3.0 115 Black"/>
                <a:ea typeface="Alibaba PuHuiTi 3.0 115 Black"/>
                <a:cs typeface="Alibaba PuHuiTi 3.0 115 Black"/>
              </a:defRPr>
            </a:defPPr>
          </a:lstStyle>
          <a:p xmlns:a="http://schemas.openxmlformats.org/drawingml/2006/main">
            <a:pPr algn="l">
              <a:defRPr sz="2200" b="1">
                <a:solidFill>
                  <a:srgbClr val="007C9B"/>
                </a:solidFill>
                <a:latin typeface="Alibaba PuHuiTi 3.0 115 Black"/>
                <a:ea typeface="Alibaba PuHuiTi 3.0 115 Black"/>
                <a:cs typeface="Alibaba PuHuiTi 3.0 115 Black"/>
              </a:defRPr>
            </a:pPr>
            <a:r>
              <a:rPr sz="2200" b="1">
                <a:solidFill>
                  <a:srgbClr val="007C9B"/>
                </a:solidFill>
                <a:latin typeface="Alibaba PuHuiTi 3.0 115 Black"/>
                <a:ea typeface="Alibaba PuHuiTi 3.0 115 Black"/>
                <a:cs typeface="Alibaba PuHuiTi 3.0 115 Black"/>
              </a:rPr>
              <a:t>同一时刻：1个样本</a:t>
            </a:r>
          </a:p>
        </p:txBody>
      </p:sp>
      <p:sp>
        <p:nvSpPr>
          <p:cNvPr id="38" name="text">
            <a:extLst xmlns:a="http://schemas.openxmlformats.org/drawingml/2006/main">
              <a:ext uri="{FF2B5EF4-FFF2-40B4-BE49-F238E27FC236}">
                <a16:creationId xmlns:a16="http://schemas.microsoft.com/office/drawing/2014/main" id="{C1BB6D2B-135E-41C8-83E6-F9C8D51C3BF7}"/>
              </a:ext>
            </a:extLst>
          </p:cNvPr>
          <p:cNvSpPr>
            <a:spLocks xmlns:a="http://schemas.openxmlformats.org/drawingml/2006/main" noGrp="1"/>
          </p:cNvSpPr>
          <p:nvPr/>
        </p:nvSpPr>
        <p:spPr>
          <a:xfrm xmlns:a="http://schemas.openxmlformats.org/drawingml/2006/main">
            <a:off x="609600" y="5810250"/>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其他条件相同：单声道的PCM样本数据量为原来一半。</a:t>
            </a:r>
          </a:p>
        </p:txBody>
      </p:sp>
    </p:spTree>
    <p:extLst>
      <p:ext uri="{BB962C8B-B14F-4D97-AF65-F5344CB8AC3E}">
        <p14:creationId xmlns:p14="http://schemas.microsoft.com/office/powerpoint/2010/main" val="496766387"/>
      </p:ext>
    </p:extLst>
  </p:cSld>
</p:sld>
</file>

<file path=ppt/slides/slide44.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A4B60B5C-DD68-4FED-8E13-B7502DFF54A7}"/>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4C88733E-D364-49B8-8191-34F5E3C13491}"/>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A919A0E5-300D-4E28-BBB8-66BDEE4EC9B6}"/>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图像采样与声音采样，哪里相同？</a:t>
            </a:r>
          </a:p>
        </p:txBody>
      </p:sp>
      <p:sp>
        <p:nvSpPr>
          <p:cNvPr id="5" name="TextBox 4">
            <a:extLst xmlns:a="http://schemas.openxmlformats.org/drawingml/2006/main">
              <a:ext uri="{FF2B5EF4-FFF2-40B4-BE49-F238E27FC236}">
                <a16:creationId xmlns:a16="http://schemas.microsoft.com/office/drawing/2014/main" id="{2048AF24-AEDE-4B41-942C-0012CBFBDEFC}"/>
              </a:ext>
            </a:extLst>
          </p:cNvPr>
          <p:cNvSpPr>
            <a:spLocks xmlns:a="http://schemas.openxmlformats.org/drawingml/2006/main" noGrp="1"/>
          </p:cNvSpPr>
          <p:nvPr/>
        </p:nvSpPr>
        <p:spPr>
          <a:xfrm xmlns:a="http://schemas.openxmlformats.org/drawingml/2006/main">
            <a:off x="742950" y="2371725"/>
            <a:ext cx="2095500" cy="49530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200" b="1">
                <a:solidFill>
                  <a:srgbClr val="8C64E1"/>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2200" b="1">
                <a:solidFill>
                  <a:srgbClr val="8C64E1"/>
                </a:solidFill>
                <a:latin typeface="Alibaba PuHuiTi 3.0 115 Black"/>
                <a:ea typeface="Alibaba PuHuiTi 3.0 115 Black"/>
                <a:cs typeface="Alibaba PuHuiTi 3.0 115 Black"/>
              </a:defRPr>
            </a:pPr>
            <a:r>
              <a:rPr sz="2200" b="1">
                <a:solidFill>
                  <a:srgbClr val="8C64E1"/>
                </a:solidFill>
                <a:latin typeface="Alibaba PuHuiTi 3.0 115 Black"/>
                <a:ea typeface="Alibaba PuHuiTi 3.0 115 Black"/>
                <a:cs typeface="Alibaba PuHuiTi 3.0 115 Black"/>
              </a:rPr>
              <a:t>取样位置</a:t>
            </a:r>
          </a:p>
        </p:txBody>
      </p:sp>
      <p:sp>
        <p:nvSpPr>
          <p:cNvPr id="6" name="TextBox 5">
            <a:extLst xmlns:a="http://schemas.openxmlformats.org/drawingml/2006/main">
              <a:ext uri="{FF2B5EF4-FFF2-40B4-BE49-F238E27FC236}">
                <a16:creationId xmlns:a16="http://schemas.microsoft.com/office/drawing/2014/main" id="{EB038607-4B46-4513-822A-CDBFE53AFBE8}"/>
              </a:ext>
            </a:extLst>
          </p:cNvPr>
          <p:cNvSpPr>
            <a:spLocks xmlns:a="http://schemas.openxmlformats.org/drawingml/2006/main" noGrp="1"/>
          </p:cNvSpPr>
          <p:nvPr/>
        </p:nvSpPr>
        <p:spPr>
          <a:xfrm xmlns:a="http://schemas.openxmlformats.org/drawingml/2006/main">
            <a:off x="3152775" y="2371725"/>
            <a:ext cx="4095750" cy="49530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二维：行×列的像素</a:t>
            </a:r>
          </a:p>
        </p:txBody>
      </p:sp>
      <p:sp>
        <p:nvSpPr>
          <p:cNvPr id="7" name="TextBox 6">
            <a:extLst xmlns:a="http://schemas.openxmlformats.org/drawingml/2006/main">
              <a:ext uri="{FF2B5EF4-FFF2-40B4-BE49-F238E27FC236}">
                <a16:creationId xmlns:a16="http://schemas.microsoft.com/office/drawing/2014/main" id="{82022762-2467-40F0-88A5-A00E7AA80957}"/>
              </a:ext>
            </a:extLst>
          </p:cNvPr>
          <p:cNvSpPr>
            <a:spLocks xmlns:a="http://schemas.openxmlformats.org/drawingml/2006/main" noGrp="1"/>
          </p:cNvSpPr>
          <p:nvPr/>
        </p:nvSpPr>
        <p:spPr>
          <a:xfrm xmlns:a="http://schemas.openxmlformats.org/drawingml/2006/main">
            <a:off x="7400925" y="2371725"/>
            <a:ext cx="4095750" cy="49530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一维：时间点</a:t>
            </a:r>
          </a:p>
        </p:txBody>
      </p:sp>
      <p:sp>
        <p:nvSpPr>
          <p:cNvPr id="8" name="Connector 7">
            <a:extLst xmlns:a="http://schemas.openxmlformats.org/drawingml/2006/main">
              <a:ext uri="{FF2B5EF4-FFF2-40B4-BE49-F238E27FC236}">
                <a16:creationId xmlns:a16="http://schemas.microsoft.com/office/drawing/2014/main" id="{74F1D4FB-0C0A-455D-AAFE-A8A0CDF20D18}"/>
              </a:ext>
            </a:extLst>
          </p:cNvPr>
          <p:cNvSpPr>
            <a:spLocks xmlns:a="http://schemas.openxmlformats.org/drawingml/2006/main" noGrp="1"/>
          </p:cNvSpPr>
          <p:nvPr/>
        </p:nvSpPr>
        <p:spPr>
          <a:xfrm xmlns:a="http://schemas.openxmlformats.org/drawingml/2006/main">
            <a:off x="822960" y="2697479"/>
            <a:ext cx="10332720" cy="0"/>
          </a:xfrm>
          <a:prstGeom xmlns:a="http://schemas.openxmlformats.org/drawingml/2006/main" prst="line">
            <a:avLst/>
          </a:prstGeom>
          <a:ln xmlns:a="http://schemas.openxmlformats.org/drawingml/2006/main" w="15240">
            <a:solidFill>
              <a:srgbClr val="E2E2E7"/>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 name="TextBox 8">
            <a:extLst xmlns:a="http://schemas.openxmlformats.org/drawingml/2006/main">
              <a:ext uri="{FF2B5EF4-FFF2-40B4-BE49-F238E27FC236}">
                <a16:creationId xmlns:a16="http://schemas.microsoft.com/office/drawing/2014/main" id="{127DE202-AEE3-4425-A95B-BCB4290F95C4}"/>
              </a:ext>
            </a:extLst>
          </p:cNvPr>
          <p:cNvSpPr>
            <a:spLocks xmlns:a="http://schemas.openxmlformats.org/drawingml/2006/main" noGrp="1"/>
          </p:cNvSpPr>
          <p:nvPr/>
        </p:nvSpPr>
        <p:spPr>
          <a:xfrm xmlns:a="http://schemas.openxmlformats.org/drawingml/2006/main">
            <a:off x="742950" y="3476625"/>
            <a:ext cx="2095500" cy="49530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200" b="1">
                <a:solidFill>
                  <a:srgbClr val="8C64E1"/>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2200" b="1">
                <a:solidFill>
                  <a:srgbClr val="8C64E1"/>
                </a:solidFill>
                <a:latin typeface="Alibaba PuHuiTi 3.0 115 Black"/>
                <a:ea typeface="Alibaba PuHuiTi 3.0 115 Black"/>
                <a:cs typeface="Alibaba PuHuiTi 3.0 115 Black"/>
              </a:defRPr>
            </a:pPr>
            <a:r>
              <a:rPr sz="2200" b="1">
                <a:solidFill>
                  <a:srgbClr val="8C64E1"/>
                </a:solidFill>
                <a:latin typeface="Alibaba PuHuiTi 3.0 115 Black"/>
                <a:ea typeface="Alibaba PuHuiTi 3.0 115 Black"/>
                <a:cs typeface="Alibaba PuHuiTi 3.0 115 Black"/>
              </a:rPr>
              <a:t>描述的量</a:t>
            </a:r>
          </a:p>
        </p:txBody>
      </p:sp>
      <p:sp>
        <p:nvSpPr>
          <p:cNvPr id="10" name="TextBox 9">
            <a:extLst xmlns:a="http://schemas.openxmlformats.org/drawingml/2006/main">
              <a:ext uri="{FF2B5EF4-FFF2-40B4-BE49-F238E27FC236}">
                <a16:creationId xmlns:a16="http://schemas.microsoft.com/office/drawing/2014/main" id="{367BC95A-0265-4714-ABBF-426E858E8FE0}"/>
              </a:ext>
            </a:extLst>
          </p:cNvPr>
          <p:cNvSpPr>
            <a:spLocks xmlns:a="http://schemas.openxmlformats.org/drawingml/2006/main" noGrp="1"/>
          </p:cNvSpPr>
          <p:nvPr/>
        </p:nvSpPr>
        <p:spPr>
          <a:xfrm xmlns:a="http://schemas.openxmlformats.org/drawingml/2006/main">
            <a:off x="3152775" y="3476625"/>
            <a:ext cx="4095750" cy="49530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像素的颜色信息</a:t>
            </a:r>
          </a:p>
        </p:txBody>
      </p:sp>
      <p:sp>
        <p:nvSpPr>
          <p:cNvPr id="11" name="TextBox 10">
            <a:extLst xmlns:a="http://schemas.openxmlformats.org/drawingml/2006/main">
              <a:ext uri="{FF2B5EF4-FFF2-40B4-BE49-F238E27FC236}">
                <a16:creationId xmlns:a16="http://schemas.microsoft.com/office/drawing/2014/main" id="{B2B3E1B6-1DDB-4CCB-AB50-6F001EA4DCBB}"/>
              </a:ext>
            </a:extLst>
          </p:cNvPr>
          <p:cNvSpPr>
            <a:spLocks xmlns:a="http://schemas.openxmlformats.org/drawingml/2006/main" noGrp="1"/>
          </p:cNvSpPr>
          <p:nvPr/>
        </p:nvSpPr>
        <p:spPr>
          <a:xfrm xmlns:a="http://schemas.openxmlformats.org/drawingml/2006/main">
            <a:off x="7400925" y="3476625"/>
            <a:ext cx="4095750" cy="49530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声音信号振幅</a:t>
            </a:r>
          </a:p>
        </p:txBody>
      </p:sp>
      <p:sp>
        <p:nvSpPr>
          <p:cNvPr id="12" name="Connector 11">
            <a:extLst xmlns:a="http://schemas.openxmlformats.org/drawingml/2006/main">
              <a:ext uri="{FF2B5EF4-FFF2-40B4-BE49-F238E27FC236}">
                <a16:creationId xmlns:a16="http://schemas.microsoft.com/office/drawing/2014/main" id="{F32F15F1-D846-4C58-882F-AB650B374279}"/>
              </a:ext>
            </a:extLst>
          </p:cNvPr>
          <p:cNvSpPr>
            <a:spLocks xmlns:a="http://schemas.openxmlformats.org/drawingml/2006/main" noGrp="1"/>
          </p:cNvSpPr>
          <p:nvPr/>
        </p:nvSpPr>
        <p:spPr>
          <a:xfrm xmlns:a="http://schemas.openxmlformats.org/drawingml/2006/main">
            <a:off x="822960" y="3813048"/>
            <a:ext cx="10332720" cy="0"/>
          </a:xfrm>
          <a:prstGeom xmlns:a="http://schemas.openxmlformats.org/drawingml/2006/main" prst="line">
            <a:avLst/>
          </a:prstGeom>
          <a:ln xmlns:a="http://schemas.openxmlformats.org/drawingml/2006/main" w="15240">
            <a:solidFill>
              <a:srgbClr val="E2E2E7"/>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3" name="TextBox 12">
            <a:extLst xmlns:a="http://schemas.openxmlformats.org/drawingml/2006/main">
              <a:ext uri="{FF2B5EF4-FFF2-40B4-BE49-F238E27FC236}">
                <a16:creationId xmlns:a16="http://schemas.microsoft.com/office/drawing/2014/main" id="{D3C188E4-C771-4011-B5B8-3B7BCC4FD9A5}"/>
              </a:ext>
            </a:extLst>
          </p:cNvPr>
          <p:cNvSpPr>
            <a:spLocks xmlns:a="http://schemas.openxmlformats.org/drawingml/2006/main" noGrp="1"/>
          </p:cNvSpPr>
          <p:nvPr/>
        </p:nvSpPr>
        <p:spPr>
          <a:xfrm xmlns:a="http://schemas.openxmlformats.org/drawingml/2006/main">
            <a:off x="742950" y="4581525"/>
            <a:ext cx="2095500" cy="49530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200" b="1">
                <a:solidFill>
                  <a:srgbClr val="8C64E1"/>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2200" b="1">
                <a:solidFill>
                  <a:srgbClr val="8C64E1"/>
                </a:solidFill>
                <a:latin typeface="Alibaba PuHuiTi 3.0 115 Black"/>
                <a:ea typeface="Alibaba PuHuiTi 3.0 115 Black"/>
                <a:cs typeface="Alibaba PuHuiTi 3.0 115 Black"/>
              </a:defRPr>
            </a:pPr>
            <a:r>
              <a:rPr sz="2200" b="1">
                <a:solidFill>
                  <a:srgbClr val="8C64E1"/>
                </a:solidFill>
                <a:latin typeface="Alibaba PuHuiTi 3.0 115 Black"/>
                <a:ea typeface="Alibaba PuHuiTi 3.0 115 Black"/>
                <a:cs typeface="Alibaba PuHuiTi 3.0 115 Black"/>
              </a:rPr>
              <a:t>数据量</a:t>
            </a:r>
          </a:p>
        </p:txBody>
      </p:sp>
      <p:sp>
        <p:nvSpPr>
          <p:cNvPr id="14" name="TextBox 13">
            <a:extLst xmlns:a="http://schemas.openxmlformats.org/drawingml/2006/main">
              <a:ext uri="{FF2B5EF4-FFF2-40B4-BE49-F238E27FC236}">
                <a16:creationId xmlns:a16="http://schemas.microsoft.com/office/drawing/2014/main" id="{856C25C1-4A14-4AD4-B791-7E775A82B6C2}"/>
              </a:ext>
            </a:extLst>
          </p:cNvPr>
          <p:cNvSpPr>
            <a:spLocks xmlns:a="http://schemas.openxmlformats.org/drawingml/2006/main" noGrp="1"/>
          </p:cNvSpPr>
          <p:nvPr/>
        </p:nvSpPr>
        <p:spPr>
          <a:xfrm xmlns:a="http://schemas.openxmlformats.org/drawingml/2006/main">
            <a:off x="3152775" y="4581525"/>
            <a:ext cx="4095750" cy="49530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像素数×每像素位数</a:t>
            </a:r>
          </a:p>
        </p:txBody>
      </p:sp>
      <p:sp>
        <p:nvSpPr>
          <p:cNvPr id="15" name="TextBox 14">
            <a:extLst xmlns:a="http://schemas.openxmlformats.org/drawingml/2006/main">
              <a:ext uri="{FF2B5EF4-FFF2-40B4-BE49-F238E27FC236}">
                <a16:creationId xmlns:a16="http://schemas.microsoft.com/office/drawing/2014/main" id="{0DB2E5C6-E773-4AD9-BA21-9241578E6E40}"/>
              </a:ext>
            </a:extLst>
          </p:cNvPr>
          <p:cNvSpPr>
            <a:spLocks xmlns:a="http://schemas.openxmlformats.org/drawingml/2006/main" noGrp="1"/>
          </p:cNvSpPr>
          <p:nvPr/>
        </p:nvSpPr>
        <p:spPr>
          <a:xfrm xmlns:a="http://schemas.openxmlformats.org/drawingml/2006/main">
            <a:off x="7400925" y="4581525"/>
            <a:ext cx="4095750" cy="49530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样本数×每样本位数</a:t>
            </a:r>
          </a:p>
        </p:txBody>
      </p:sp>
      <p:sp>
        <p:nvSpPr>
          <p:cNvPr id="16" name="TextBox 15">
            <a:extLst xmlns:a="http://schemas.openxmlformats.org/drawingml/2006/main">
              <a:ext uri="{FF2B5EF4-FFF2-40B4-BE49-F238E27FC236}">
                <a16:creationId xmlns:a16="http://schemas.microsoft.com/office/drawing/2014/main" id="{E61956DE-12AB-48D5-886D-A8B9DD82C043}"/>
              </a:ext>
            </a:extLst>
          </p:cNvPr>
          <p:cNvSpPr>
            <a:spLocks xmlns:a="http://schemas.openxmlformats.org/drawingml/2006/main" noGrp="1"/>
          </p:cNvSpPr>
          <p:nvPr/>
        </p:nvSpPr>
        <p:spPr>
          <a:xfrm xmlns:a="http://schemas.openxmlformats.org/drawingml/2006/main">
            <a:off x="777240" y="5879592"/>
            <a:ext cx="10789920" cy="33528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这两种编码都有“选择样本”和“用有限数字表达样本”的过程。</a:t>
            </a:r>
          </a:p>
        </p:txBody>
      </p:sp>
      <p:sp>
        <p:nvSpPr>
          <p:cNvPr id="17" name="image-column-heading">
            <a:extLst xmlns:a="http://schemas.openxmlformats.org/drawingml/2006/main">
              <a:ext uri="{FF2B5EF4-FFF2-40B4-BE49-F238E27FC236}">
                <a16:creationId xmlns:a16="http://schemas.microsoft.com/office/drawing/2014/main" id="{A478A1B4-CDF5-47A9-A72B-514CA271DE9D}"/>
              </a:ext>
            </a:extLst>
          </p:cNvPr>
          <p:cNvSpPr>
            <a:spLocks xmlns:a="http://schemas.openxmlformats.org/drawingml/2006/main" noGrp="1"/>
          </p:cNvSpPr>
          <p:nvPr/>
        </p:nvSpPr>
        <p:spPr>
          <a:xfrm xmlns:a="http://schemas.openxmlformats.org/drawingml/2006/main">
            <a:off x="3152775" y="1581150"/>
            <a:ext cx="3905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1">
                <a:solidFill>
                  <a:srgbClr val="8C64E1"/>
                </a:solidFill>
                <a:latin typeface="Alibaba PuHuiTi 3.0 115 Black"/>
                <a:ea typeface="Alibaba PuHuiTi 3.0 115 Black"/>
                <a:cs typeface="Alibaba PuHuiTi 3.0 115 Black"/>
              </a:defRPr>
            </a:defPPr>
          </a:lstStyle>
          <a:p xmlns:a="http://schemas.openxmlformats.org/drawingml/2006/main">
            <a:pPr algn="l">
              <a:defRPr sz="2200" b="1">
                <a:solidFill>
                  <a:srgbClr val="8C64E1"/>
                </a:solidFill>
                <a:latin typeface="Alibaba PuHuiTi 3.0 115 Black"/>
                <a:ea typeface="Alibaba PuHuiTi 3.0 115 Black"/>
                <a:cs typeface="Alibaba PuHuiTi 3.0 115 Black"/>
              </a:defRPr>
            </a:pPr>
            <a:r>
              <a:rPr sz="2200" b="1">
                <a:solidFill>
                  <a:srgbClr val="8C64E1"/>
                </a:solidFill>
                <a:latin typeface="Alibaba PuHuiTi 3.0 115 Black"/>
                <a:ea typeface="Alibaba PuHuiTi 3.0 115 Black"/>
                <a:cs typeface="Alibaba PuHuiTi 3.0 115 Black"/>
              </a:rPr>
              <a:t>图像：空间采样</a:t>
            </a:r>
          </a:p>
        </p:txBody>
      </p:sp>
      <p:sp>
        <p:nvSpPr>
          <p:cNvPr id="18" name="audio-column-heading">
            <a:extLst xmlns:a="http://schemas.openxmlformats.org/drawingml/2006/main">
              <a:ext uri="{FF2B5EF4-FFF2-40B4-BE49-F238E27FC236}">
                <a16:creationId xmlns:a16="http://schemas.microsoft.com/office/drawing/2014/main" id="{8D4FE4E5-DC73-4BD0-9710-35D14D9B861D}"/>
              </a:ext>
            </a:extLst>
          </p:cNvPr>
          <p:cNvSpPr>
            <a:spLocks xmlns:a="http://schemas.openxmlformats.org/drawingml/2006/main" noGrp="1"/>
          </p:cNvSpPr>
          <p:nvPr/>
        </p:nvSpPr>
        <p:spPr>
          <a:xfrm xmlns:a="http://schemas.openxmlformats.org/drawingml/2006/main">
            <a:off x="7400925" y="1581150"/>
            <a:ext cx="41814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1">
                <a:solidFill>
                  <a:srgbClr val="007C9B"/>
                </a:solidFill>
                <a:latin typeface="Alibaba PuHuiTi 3.0 115 Black"/>
                <a:ea typeface="Alibaba PuHuiTi 3.0 115 Black"/>
                <a:cs typeface="Alibaba PuHuiTi 3.0 115 Black"/>
              </a:defRPr>
            </a:defPPr>
          </a:lstStyle>
          <a:p xmlns:a="http://schemas.openxmlformats.org/drawingml/2006/main">
            <a:pPr algn="l">
              <a:defRPr sz="2200" b="1">
                <a:solidFill>
                  <a:srgbClr val="007C9B"/>
                </a:solidFill>
                <a:latin typeface="Alibaba PuHuiTi 3.0 115 Black"/>
                <a:ea typeface="Alibaba PuHuiTi 3.0 115 Black"/>
                <a:cs typeface="Alibaba PuHuiTi 3.0 115 Black"/>
              </a:defRPr>
            </a:pPr>
            <a:r>
              <a:rPr sz="2200" b="1">
                <a:solidFill>
                  <a:srgbClr val="007C9B"/>
                </a:solidFill>
                <a:latin typeface="Alibaba PuHuiTi 3.0 115 Black"/>
                <a:ea typeface="Alibaba PuHuiTi 3.0 115 Black"/>
                <a:cs typeface="Alibaba PuHuiTi 3.0 115 Black"/>
              </a:rPr>
              <a:t>声音：时间采样</a:t>
            </a:r>
          </a:p>
        </p:txBody>
      </p:sp>
    </p:spTree>
    <p:extLst>
      <p:ext uri="{BB962C8B-B14F-4D97-AF65-F5344CB8AC3E}">
        <p14:creationId xmlns:p14="http://schemas.microsoft.com/office/powerpoint/2010/main" val="1571901996"/>
      </p:ext>
    </p:extLst>
  </p:cSld>
</p:sld>
</file>

<file path=ppt/slides/slide45.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6CC72A83-55C2-4661-ADC0-F7BDB8D3F65B}"/>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5598E12A-F69F-4165-A67F-BE70ABCEB0DB}"/>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85A6F206-8F9C-45E5-A362-B9140C0BEEF6}"/>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连续的图片，怎样让我们看到运动？</a:t>
            </a:r>
          </a:p>
        </p:txBody>
      </p:sp>
      <p:sp>
        <p:nvSpPr>
          <p:cNvPr id="5" name="Rectangle 4">
            <a:extLst xmlns:a="http://schemas.openxmlformats.org/drawingml/2006/main">
              <a:ext uri="{FF2B5EF4-FFF2-40B4-BE49-F238E27FC236}">
                <a16:creationId xmlns:a16="http://schemas.microsoft.com/office/drawing/2014/main" id="{7D0B5C2D-DF2F-4BBC-95A1-6B11213E5BD8}"/>
              </a:ext>
            </a:extLst>
          </p:cNvPr>
          <p:cNvSpPr>
            <a:spLocks xmlns:a="http://schemas.openxmlformats.org/drawingml/2006/main" noGrp="1"/>
          </p:cNvSpPr>
          <p:nvPr/>
        </p:nvSpPr>
        <p:spPr>
          <a:xfrm xmlns:a="http://schemas.openxmlformats.org/drawingml/2006/main">
            <a:off x="722376" y="2084831"/>
            <a:ext cx="2066543" cy="2084831"/>
          </a:xfrm>
          <a:prstGeom xmlns:a="http://schemas.openxmlformats.org/drawingml/2006/main" prst="rect">
            <a:avLst/>
          </a:prstGeom>
          <a:noFill xmlns:a="http://schemas.openxmlformats.org/drawingml/2006/main"/>
          <a:ln xmlns:a="http://schemas.openxmlformats.org/drawingml/2006/main" w="19050">
            <a:solidFill>
              <a:srgbClr val="E2E2E7"/>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6" name="Oval 5">
            <a:extLst xmlns:a="http://schemas.openxmlformats.org/drawingml/2006/main">
              <a:ext uri="{FF2B5EF4-FFF2-40B4-BE49-F238E27FC236}">
                <a16:creationId xmlns:a16="http://schemas.microsoft.com/office/drawing/2014/main" id="{E5CAD4C9-2078-46E8-A5F0-43D7DC93D871}"/>
              </a:ext>
            </a:extLst>
          </p:cNvPr>
          <p:cNvSpPr>
            <a:spLocks xmlns:a="http://schemas.openxmlformats.org/drawingml/2006/main" noGrp="1"/>
          </p:cNvSpPr>
          <p:nvPr/>
        </p:nvSpPr>
        <p:spPr>
          <a:xfrm xmlns:a="http://schemas.openxmlformats.org/drawingml/2006/main">
            <a:off x="905256" y="2889504"/>
            <a:ext cx="484632" cy="484632"/>
          </a:xfrm>
          <a:prstGeom xmlns:a="http://schemas.openxmlformats.org/drawingml/2006/main" prst="ellipse">
            <a:avLst/>
          </a:prstGeom>
          <a:solidFill xmlns:a="http://schemas.openxmlformats.org/drawingml/2006/main">
            <a:srgbClr val="00B0F0"/>
          </a:solidFill>
          <a:ln xmlns:a="http://schemas.openxmlformats.org/drawingml/2006/main" w="127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7" name="TextBox 6">
            <a:extLst xmlns:a="http://schemas.openxmlformats.org/drawingml/2006/main">
              <a:ext uri="{FF2B5EF4-FFF2-40B4-BE49-F238E27FC236}">
                <a16:creationId xmlns:a16="http://schemas.microsoft.com/office/drawing/2014/main" id="{99F2A1C1-7EF4-48E9-A43E-4385A2E222B4}"/>
              </a:ext>
            </a:extLst>
          </p:cNvPr>
          <p:cNvSpPr>
            <a:spLocks xmlns:a="http://schemas.openxmlformats.org/drawingml/2006/main" noGrp="1"/>
          </p:cNvSpPr>
          <p:nvPr/>
        </p:nvSpPr>
        <p:spPr>
          <a:xfrm xmlns:a="http://schemas.openxmlformats.org/drawingml/2006/main">
            <a:off x="722376" y="4352544"/>
            <a:ext cx="2066543"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2200" b="0">
                <a:solidFill>
                  <a:srgbClr val="808080"/>
                </a:solidFill>
                <a:latin typeface="Alibaba PuHuiTi 3.0 55 Regular"/>
                <a:ea typeface="Alibaba PuHuiTi 3.0 55 Regular"/>
                <a:cs typeface="Alibaba PuHuiTi 3.0 55 Regular"/>
              </a:defRPr>
            </a:defPPr>
          </a:lstStyle>
          <a:p xmlns:a="http://schemas.openxmlformats.org/drawingml/2006/main">
            <a:pPr algn="ctr">
              <a:spcBef>
                <a:spcPts val="0"/>
              </a:spcBef>
              <a:spcAft>
                <a:spcPts val="200"/>
              </a:spcAft>
              <a:buNone/>
              <a:defRPr sz="2200" b="0">
                <a:solidFill>
                  <a:srgbClr val="808080"/>
                </a:solidFill>
                <a:latin typeface="Alibaba PuHuiTi 3.0 55 Regular"/>
                <a:ea typeface="Alibaba PuHuiTi 3.0 55 Regular"/>
                <a:cs typeface="Alibaba PuHuiTi 3.0 55 Regular"/>
              </a:defRPr>
            </a:pPr>
            <a:r>
              <a:rPr sz="2200" b="0">
                <a:solidFill>
                  <a:srgbClr val="808080"/>
                </a:solidFill>
                <a:latin typeface="Alibaba PuHuiTi 3.0 55 Regular"/>
                <a:ea typeface="Alibaba PuHuiTi 3.0 55 Regular"/>
                <a:cs typeface="Alibaba PuHuiTi 3.0 55 Regular"/>
              </a:rPr>
              <a:t>第1帧</a:t>
            </a:r>
          </a:p>
        </p:txBody>
      </p:sp>
      <p:sp>
        <p:nvSpPr>
          <p:cNvPr id="8" name="Rectangle 7">
            <a:extLst xmlns:a="http://schemas.openxmlformats.org/drawingml/2006/main">
              <a:ext uri="{FF2B5EF4-FFF2-40B4-BE49-F238E27FC236}">
                <a16:creationId xmlns:a16="http://schemas.microsoft.com/office/drawing/2014/main" id="{BAD35231-6187-4CC4-9459-A57EBB1E53BB}"/>
              </a:ext>
            </a:extLst>
          </p:cNvPr>
          <p:cNvSpPr>
            <a:spLocks xmlns:a="http://schemas.openxmlformats.org/drawingml/2006/main" noGrp="1"/>
          </p:cNvSpPr>
          <p:nvPr/>
        </p:nvSpPr>
        <p:spPr>
          <a:xfrm xmlns:a="http://schemas.openxmlformats.org/drawingml/2006/main">
            <a:off x="3026664" y="2084831"/>
            <a:ext cx="2066543" cy="2084831"/>
          </a:xfrm>
          <a:prstGeom xmlns:a="http://schemas.openxmlformats.org/drawingml/2006/main" prst="rect">
            <a:avLst/>
          </a:prstGeom>
          <a:noFill xmlns:a="http://schemas.openxmlformats.org/drawingml/2006/main"/>
          <a:ln xmlns:a="http://schemas.openxmlformats.org/drawingml/2006/main" w="19050">
            <a:solidFill>
              <a:srgbClr val="E2E2E7"/>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9" name="Oval 8">
            <a:extLst xmlns:a="http://schemas.openxmlformats.org/drawingml/2006/main">
              <a:ext uri="{FF2B5EF4-FFF2-40B4-BE49-F238E27FC236}">
                <a16:creationId xmlns:a16="http://schemas.microsoft.com/office/drawing/2014/main" id="{47DD49A3-0C0F-4A91-BD59-E1A539E3140E}"/>
              </a:ext>
            </a:extLst>
          </p:cNvPr>
          <p:cNvSpPr>
            <a:spLocks xmlns:a="http://schemas.openxmlformats.org/drawingml/2006/main" noGrp="1"/>
          </p:cNvSpPr>
          <p:nvPr/>
        </p:nvSpPr>
        <p:spPr>
          <a:xfrm xmlns:a="http://schemas.openxmlformats.org/drawingml/2006/main">
            <a:off x="3465576" y="2889504"/>
            <a:ext cx="484632" cy="484632"/>
          </a:xfrm>
          <a:prstGeom xmlns:a="http://schemas.openxmlformats.org/drawingml/2006/main" prst="ellipse">
            <a:avLst/>
          </a:prstGeom>
          <a:solidFill xmlns:a="http://schemas.openxmlformats.org/drawingml/2006/main">
            <a:srgbClr val="00B0F0"/>
          </a:solidFill>
          <a:ln xmlns:a="http://schemas.openxmlformats.org/drawingml/2006/main" w="127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0" name="TextBox 9">
            <a:extLst xmlns:a="http://schemas.openxmlformats.org/drawingml/2006/main">
              <a:ext uri="{FF2B5EF4-FFF2-40B4-BE49-F238E27FC236}">
                <a16:creationId xmlns:a16="http://schemas.microsoft.com/office/drawing/2014/main" id="{25A5B942-D0EF-4A9E-BC1C-3B8BEC6FDCCD}"/>
              </a:ext>
            </a:extLst>
          </p:cNvPr>
          <p:cNvSpPr>
            <a:spLocks xmlns:a="http://schemas.openxmlformats.org/drawingml/2006/main" noGrp="1"/>
          </p:cNvSpPr>
          <p:nvPr/>
        </p:nvSpPr>
        <p:spPr>
          <a:xfrm xmlns:a="http://schemas.openxmlformats.org/drawingml/2006/main">
            <a:off x="3026664" y="4352544"/>
            <a:ext cx="2066543"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2200" b="0">
                <a:solidFill>
                  <a:srgbClr val="808080"/>
                </a:solidFill>
                <a:latin typeface="Alibaba PuHuiTi 3.0 55 Regular"/>
                <a:ea typeface="Alibaba PuHuiTi 3.0 55 Regular"/>
                <a:cs typeface="Alibaba PuHuiTi 3.0 55 Regular"/>
              </a:defRPr>
            </a:defPPr>
          </a:lstStyle>
          <a:p xmlns:a="http://schemas.openxmlformats.org/drawingml/2006/main">
            <a:pPr algn="ctr">
              <a:spcBef>
                <a:spcPts val="0"/>
              </a:spcBef>
              <a:spcAft>
                <a:spcPts val="200"/>
              </a:spcAft>
              <a:buNone/>
              <a:defRPr sz="2200" b="0">
                <a:solidFill>
                  <a:srgbClr val="808080"/>
                </a:solidFill>
                <a:latin typeface="Alibaba PuHuiTi 3.0 55 Regular"/>
                <a:ea typeface="Alibaba PuHuiTi 3.0 55 Regular"/>
                <a:cs typeface="Alibaba PuHuiTi 3.0 55 Regular"/>
              </a:defRPr>
            </a:pPr>
            <a:r>
              <a:rPr sz="2200" b="0">
                <a:solidFill>
                  <a:srgbClr val="808080"/>
                </a:solidFill>
                <a:latin typeface="Alibaba PuHuiTi 3.0 55 Regular"/>
                <a:ea typeface="Alibaba PuHuiTi 3.0 55 Regular"/>
                <a:cs typeface="Alibaba PuHuiTi 3.0 55 Regular"/>
              </a:rPr>
              <a:t>第2帧</a:t>
            </a:r>
          </a:p>
        </p:txBody>
      </p:sp>
      <p:sp>
        <p:nvSpPr>
          <p:cNvPr id="11" name="Rectangle 10">
            <a:extLst xmlns:a="http://schemas.openxmlformats.org/drawingml/2006/main">
              <a:ext uri="{FF2B5EF4-FFF2-40B4-BE49-F238E27FC236}">
                <a16:creationId xmlns:a16="http://schemas.microsoft.com/office/drawing/2014/main" id="{7568A683-AFF5-483A-8BB4-1BB2BA3B1BA0}"/>
              </a:ext>
            </a:extLst>
          </p:cNvPr>
          <p:cNvSpPr>
            <a:spLocks xmlns:a="http://schemas.openxmlformats.org/drawingml/2006/main" noGrp="1"/>
          </p:cNvSpPr>
          <p:nvPr/>
        </p:nvSpPr>
        <p:spPr>
          <a:xfrm xmlns:a="http://schemas.openxmlformats.org/drawingml/2006/main">
            <a:off x="5330952" y="2084831"/>
            <a:ext cx="2066543" cy="2084831"/>
          </a:xfrm>
          <a:prstGeom xmlns:a="http://schemas.openxmlformats.org/drawingml/2006/main" prst="rect">
            <a:avLst/>
          </a:prstGeom>
          <a:noFill xmlns:a="http://schemas.openxmlformats.org/drawingml/2006/main"/>
          <a:ln xmlns:a="http://schemas.openxmlformats.org/drawingml/2006/main" w="19050">
            <a:solidFill>
              <a:srgbClr val="E2E2E7"/>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2" name="Oval 11">
            <a:extLst xmlns:a="http://schemas.openxmlformats.org/drawingml/2006/main">
              <a:ext uri="{FF2B5EF4-FFF2-40B4-BE49-F238E27FC236}">
                <a16:creationId xmlns:a16="http://schemas.microsoft.com/office/drawing/2014/main" id="{36346C87-1A59-4C05-AC3E-EA0173367299}"/>
              </a:ext>
            </a:extLst>
          </p:cNvPr>
          <p:cNvSpPr>
            <a:spLocks xmlns:a="http://schemas.openxmlformats.org/drawingml/2006/main" noGrp="1"/>
          </p:cNvSpPr>
          <p:nvPr/>
        </p:nvSpPr>
        <p:spPr>
          <a:xfrm xmlns:a="http://schemas.openxmlformats.org/drawingml/2006/main">
            <a:off x="6025896" y="2889504"/>
            <a:ext cx="484632" cy="484632"/>
          </a:xfrm>
          <a:prstGeom xmlns:a="http://schemas.openxmlformats.org/drawingml/2006/main" prst="ellipse">
            <a:avLst/>
          </a:prstGeom>
          <a:solidFill xmlns:a="http://schemas.openxmlformats.org/drawingml/2006/main">
            <a:srgbClr val="00B0F0"/>
          </a:solidFill>
          <a:ln xmlns:a="http://schemas.openxmlformats.org/drawingml/2006/main" w="127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3" name="TextBox 12">
            <a:extLst xmlns:a="http://schemas.openxmlformats.org/drawingml/2006/main">
              <a:ext uri="{FF2B5EF4-FFF2-40B4-BE49-F238E27FC236}">
                <a16:creationId xmlns:a16="http://schemas.microsoft.com/office/drawing/2014/main" id="{0172BE2F-825F-4060-B886-C9615F4D945E}"/>
              </a:ext>
            </a:extLst>
          </p:cNvPr>
          <p:cNvSpPr>
            <a:spLocks xmlns:a="http://schemas.openxmlformats.org/drawingml/2006/main" noGrp="1"/>
          </p:cNvSpPr>
          <p:nvPr/>
        </p:nvSpPr>
        <p:spPr>
          <a:xfrm xmlns:a="http://schemas.openxmlformats.org/drawingml/2006/main">
            <a:off x="5330952" y="4352544"/>
            <a:ext cx="2066543"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2200" b="0">
                <a:solidFill>
                  <a:srgbClr val="808080"/>
                </a:solidFill>
                <a:latin typeface="Alibaba PuHuiTi 3.0 55 Regular"/>
                <a:ea typeface="Alibaba PuHuiTi 3.0 55 Regular"/>
                <a:cs typeface="Alibaba PuHuiTi 3.0 55 Regular"/>
              </a:defRPr>
            </a:defPPr>
          </a:lstStyle>
          <a:p xmlns:a="http://schemas.openxmlformats.org/drawingml/2006/main">
            <a:pPr algn="ctr">
              <a:spcBef>
                <a:spcPts val="0"/>
              </a:spcBef>
              <a:spcAft>
                <a:spcPts val="200"/>
              </a:spcAft>
              <a:buNone/>
              <a:defRPr sz="2200" b="0">
                <a:solidFill>
                  <a:srgbClr val="808080"/>
                </a:solidFill>
                <a:latin typeface="Alibaba PuHuiTi 3.0 55 Regular"/>
                <a:ea typeface="Alibaba PuHuiTi 3.0 55 Regular"/>
                <a:cs typeface="Alibaba PuHuiTi 3.0 55 Regular"/>
              </a:defRPr>
            </a:pPr>
            <a:r>
              <a:rPr sz="2200" b="0">
                <a:solidFill>
                  <a:srgbClr val="808080"/>
                </a:solidFill>
                <a:latin typeface="Alibaba PuHuiTi 3.0 55 Regular"/>
                <a:ea typeface="Alibaba PuHuiTi 3.0 55 Regular"/>
                <a:cs typeface="Alibaba PuHuiTi 3.0 55 Regular"/>
              </a:rPr>
              <a:t>第3帧</a:t>
            </a:r>
          </a:p>
        </p:txBody>
      </p:sp>
      <p:sp>
        <p:nvSpPr>
          <p:cNvPr id="14" name="Rectangle 13">
            <a:extLst xmlns:a="http://schemas.openxmlformats.org/drawingml/2006/main">
              <a:ext uri="{FF2B5EF4-FFF2-40B4-BE49-F238E27FC236}">
                <a16:creationId xmlns:a16="http://schemas.microsoft.com/office/drawing/2014/main" id="{CB9427C4-0CEF-47A9-8890-3477EA46767D}"/>
              </a:ext>
            </a:extLst>
          </p:cNvPr>
          <p:cNvSpPr>
            <a:spLocks xmlns:a="http://schemas.openxmlformats.org/drawingml/2006/main" noGrp="1"/>
          </p:cNvSpPr>
          <p:nvPr/>
        </p:nvSpPr>
        <p:spPr>
          <a:xfrm xmlns:a="http://schemas.openxmlformats.org/drawingml/2006/main">
            <a:off x="7635240" y="2084831"/>
            <a:ext cx="2066543" cy="2084831"/>
          </a:xfrm>
          <a:prstGeom xmlns:a="http://schemas.openxmlformats.org/drawingml/2006/main" prst="rect">
            <a:avLst/>
          </a:prstGeom>
          <a:noFill xmlns:a="http://schemas.openxmlformats.org/drawingml/2006/main"/>
          <a:ln xmlns:a="http://schemas.openxmlformats.org/drawingml/2006/main" w="19050">
            <a:solidFill>
              <a:srgbClr val="E2E2E7"/>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5" name="Oval 14">
            <a:extLst xmlns:a="http://schemas.openxmlformats.org/drawingml/2006/main">
              <a:ext uri="{FF2B5EF4-FFF2-40B4-BE49-F238E27FC236}">
                <a16:creationId xmlns:a16="http://schemas.microsoft.com/office/drawing/2014/main" id="{80C8F7C8-47C5-4EA9-B20B-BBDEC90EA678}"/>
              </a:ext>
            </a:extLst>
          </p:cNvPr>
          <p:cNvSpPr>
            <a:spLocks xmlns:a="http://schemas.openxmlformats.org/drawingml/2006/main" noGrp="1"/>
          </p:cNvSpPr>
          <p:nvPr/>
        </p:nvSpPr>
        <p:spPr>
          <a:xfrm xmlns:a="http://schemas.openxmlformats.org/drawingml/2006/main">
            <a:off x="8586216" y="2889504"/>
            <a:ext cx="484632" cy="484632"/>
          </a:xfrm>
          <a:prstGeom xmlns:a="http://schemas.openxmlformats.org/drawingml/2006/main" prst="ellipse">
            <a:avLst/>
          </a:prstGeom>
          <a:solidFill xmlns:a="http://schemas.openxmlformats.org/drawingml/2006/main">
            <a:srgbClr val="00B0F0"/>
          </a:solidFill>
          <a:ln xmlns:a="http://schemas.openxmlformats.org/drawingml/2006/main" w="127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6" name="TextBox 15">
            <a:extLst xmlns:a="http://schemas.openxmlformats.org/drawingml/2006/main">
              <a:ext uri="{FF2B5EF4-FFF2-40B4-BE49-F238E27FC236}">
                <a16:creationId xmlns:a16="http://schemas.microsoft.com/office/drawing/2014/main" id="{544526F9-1ADF-4D96-AA61-FFF84BA23B88}"/>
              </a:ext>
            </a:extLst>
          </p:cNvPr>
          <p:cNvSpPr>
            <a:spLocks xmlns:a="http://schemas.openxmlformats.org/drawingml/2006/main" noGrp="1"/>
          </p:cNvSpPr>
          <p:nvPr/>
        </p:nvSpPr>
        <p:spPr>
          <a:xfrm xmlns:a="http://schemas.openxmlformats.org/drawingml/2006/main">
            <a:off x="7635240" y="4352544"/>
            <a:ext cx="2066543"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2200" b="0">
                <a:solidFill>
                  <a:srgbClr val="808080"/>
                </a:solidFill>
                <a:latin typeface="Alibaba PuHuiTi 3.0 55 Regular"/>
                <a:ea typeface="Alibaba PuHuiTi 3.0 55 Regular"/>
                <a:cs typeface="Alibaba PuHuiTi 3.0 55 Regular"/>
              </a:defRPr>
            </a:defPPr>
          </a:lstStyle>
          <a:p xmlns:a="http://schemas.openxmlformats.org/drawingml/2006/main">
            <a:pPr algn="ctr">
              <a:spcBef>
                <a:spcPts val="0"/>
              </a:spcBef>
              <a:spcAft>
                <a:spcPts val="200"/>
              </a:spcAft>
              <a:buNone/>
              <a:defRPr sz="2200" b="0">
                <a:solidFill>
                  <a:srgbClr val="808080"/>
                </a:solidFill>
                <a:latin typeface="Alibaba PuHuiTi 3.0 55 Regular"/>
                <a:ea typeface="Alibaba PuHuiTi 3.0 55 Regular"/>
                <a:cs typeface="Alibaba PuHuiTi 3.0 55 Regular"/>
              </a:defRPr>
            </a:pPr>
            <a:r>
              <a:rPr sz="2200" b="0">
                <a:solidFill>
                  <a:srgbClr val="808080"/>
                </a:solidFill>
                <a:latin typeface="Alibaba PuHuiTi 3.0 55 Regular"/>
                <a:ea typeface="Alibaba PuHuiTi 3.0 55 Regular"/>
                <a:cs typeface="Alibaba PuHuiTi 3.0 55 Regular"/>
              </a:rPr>
              <a:t>第4帧</a:t>
            </a:r>
          </a:p>
        </p:txBody>
      </p:sp>
      <p:sp>
        <p:nvSpPr>
          <p:cNvPr id="17" name="Rectangle 16">
            <a:extLst xmlns:a="http://schemas.openxmlformats.org/drawingml/2006/main">
              <a:ext uri="{FF2B5EF4-FFF2-40B4-BE49-F238E27FC236}">
                <a16:creationId xmlns:a16="http://schemas.microsoft.com/office/drawing/2014/main" id="{F9730DA6-8FCE-494C-A605-B19DF2BBA0DB}"/>
              </a:ext>
            </a:extLst>
          </p:cNvPr>
          <p:cNvSpPr>
            <a:spLocks xmlns:a="http://schemas.openxmlformats.org/drawingml/2006/main" noGrp="1"/>
          </p:cNvSpPr>
          <p:nvPr/>
        </p:nvSpPr>
        <p:spPr>
          <a:xfrm xmlns:a="http://schemas.openxmlformats.org/drawingml/2006/main">
            <a:off x="9939528" y="2084831"/>
            <a:ext cx="2066543" cy="2084831"/>
          </a:xfrm>
          <a:prstGeom xmlns:a="http://schemas.openxmlformats.org/drawingml/2006/main" prst="rect">
            <a:avLst/>
          </a:prstGeom>
          <a:noFill xmlns:a="http://schemas.openxmlformats.org/drawingml/2006/main"/>
          <a:ln xmlns:a="http://schemas.openxmlformats.org/drawingml/2006/main" w="19050">
            <a:solidFill>
              <a:srgbClr val="E2E2E7"/>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8" name="Oval 17">
            <a:extLst xmlns:a="http://schemas.openxmlformats.org/drawingml/2006/main">
              <a:ext uri="{FF2B5EF4-FFF2-40B4-BE49-F238E27FC236}">
                <a16:creationId xmlns:a16="http://schemas.microsoft.com/office/drawing/2014/main" id="{475E59B1-CE20-4B8C-AF8A-EFBAD843D39E}"/>
              </a:ext>
            </a:extLst>
          </p:cNvPr>
          <p:cNvSpPr>
            <a:spLocks xmlns:a="http://schemas.openxmlformats.org/drawingml/2006/main" noGrp="1"/>
          </p:cNvSpPr>
          <p:nvPr/>
        </p:nvSpPr>
        <p:spPr>
          <a:xfrm xmlns:a="http://schemas.openxmlformats.org/drawingml/2006/main">
            <a:off x="11146536" y="2889504"/>
            <a:ext cx="484632" cy="484632"/>
          </a:xfrm>
          <a:prstGeom xmlns:a="http://schemas.openxmlformats.org/drawingml/2006/main" prst="ellipse">
            <a:avLst/>
          </a:prstGeom>
          <a:solidFill xmlns:a="http://schemas.openxmlformats.org/drawingml/2006/main">
            <a:srgbClr val="00B0F0"/>
          </a:solidFill>
          <a:ln xmlns:a="http://schemas.openxmlformats.org/drawingml/2006/main" w="127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9" name="TextBox 18">
            <a:extLst xmlns:a="http://schemas.openxmlformats.org/drawingml/2006/main">
              <a:ext uri="{FF2B5EF4-FFF2-40B4-BE49-F238E27FC236}">
                <a16:creationId xmlns:a16="http://schemas.microsoft.com/office/drawing/2014/main" id="{132E4E02-F71D-4FF7-B717-1EEA9155B378}"/>
              </a:ext>
            </a:extLst>
          </p:cNvPr>
          <p:cNvSpPr>
            <a:spLocks xmlns:a="http://schemas.openxmlformats.org/drawingml/2006/main" noGrp="1"/>
          </p:cNvSpPr>
          <p:nvPr/>
        </p:nvSpPr>
        <p:spPr>
          <a:xfrm xmlns:a="http://schemas.openxmlformats.org/drawingml/2006/main">
            <a:off x="9939528" y="4352544"/>
            <a:ext cx="2066543"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2200" b="0">
                <a:solidFill>
                  <a:srgbClr val="808080"/>
                </a:solidFill>
                <a:latin typeface="Alibaba PuHuiTi 3.0 55 Regular"/>
                <a:ea typeface="Alibaba PuHuiTi 3.0 55 Regular"/>
                <a:cs typeface="Alibaba PuHuiTi 3.0 55 Regular"/>
              </a:defRPr>
            </a:defPPr>
          </a:lstStyle>
          <a:p xmlns:a="http://schemas.openxmlformats.org/drawingml/2006/main">
            <a:pPr algn="ctr">
              <a:spcBef>
                <a:spcPts val="0"/>
              </a:spcBef>
              <a:spcAft>
                <a:spcPts val="200"/>
              </a:spcAft>
              <a:buNone/>
              <a:defRPr sz="2200" b="0">
                <a:solidFill>
                  <a:srgbClr val="808080"/>
                </a:solidFill>
                <a:latin typeface="Alibaba PuHuiTi 3.0 55 Regular"/>
                <a:ea typeface="Alibaba PuHuiTi 3.0 55 Regular"/>
                <a:cs typeface="Alibaba PuHuiTi 3.0 55 Regular"/>
              </a:defRPr>
            </a:pPr>
            <a:r>
              <a:rPr sz="2200" b="0">
                <a:solidFill>
                  <a:srgbClr val="808080"/>
                </a:solidFill>
                <a:latin typeface="Alibaba PuHuiTi 3.0 55 Regular"/>
                <a:ea typeface="Alibaba PuHuiTi 3.0 55 Regular"/>
                <a:cs typeface="Alibaba PuHuiTi 3.0 55 Regular"/>
              </a:rPr>
              <a:t>第5帧</a:t>
            </a:r>
          </a:p>
        </p:txBody>
      </p:sp>
      <p:sp>
        <p:nvSpPr>
          <p:cNvPr id="20" name="TextBox 19">
            <a:extLst xmlns:a="http://schemas.openxmlformats.org/drawingml/2006/main">
              <a:ext uri="{FF2B5EF4-FFF2-40B4-BE49-F238E27FC236}">
                <a16:creationId xmlns:a16="http://schemas.microsoft.com/office/drawing/2014/main" id="{15A38971-D832-4CF0-8F84-45C4AE41A40A}"/>
              </a:ext>
            </a:extLst>
          </p:cNvPr>
          <p:cNvSpPr>
            <a:spLocks xmlns:a="http://schemas.openxmlformats.org/drawingml/2006/main" noGrp="1"/>
          </p:cNvSpPr>
          <p:nvPr/>
        </p:nvSpPr>
        <p:spPr>
          <a:xfrm xmlns:a="http://schemas.openxmlformats.org/drawingml/2006/main">
            <a:off x="777240" y="5879592"/>
            <a:ext cx="10789920" cy="33528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帧率25 fps：每秒显示25张画面。</a:t>
            </a:r>
          </a:p>
        </p:txBody>
      </p:sp>
      <p:sp>
        <p:nvSpPr>
          <p:cNvPr id="21" name="TextBox 20">
            <a:extLst xmlns:a="http://schemas.openxmlformats.org/drawingml/2006/main">
              <a:ext uri="{FF2B5EF4-FFF2-40B4-BE49-F238E27FC236}">
                <a16:creationId xmlns:a16="http://schemas.microsoft.com/office/drawing/2014/main" id="{DF31247B-9914-4BF3-995C-52FBAB82F074}"/>
              </a:ext>
            </a:extLst>
          </p:cNvPr>
          <p:cNvSpPr>
            <a:spLocks xmlns:a="http://schemas.openxmlformats.org/drawingml/2006/main" noGrp="1"/>
          </p:cNvSpPr>
          <p:nvPr/>
        </p:nvSpPr>
        <p:spPr>
          <a:xfrm xmlns:a="http://schemas.openxmlformats.org/drawingml/2006/main">
            <a:off x="2286000" y="5056632"/>
            <a:ext cx="7818120"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2200" b="1">
                <a:solidFill>
                  <a:srgbClr val="8C64E1"/>
                </a:solidFill>
                <a:latin typeface="Alibaba PuHuiTi 3.0 115 Black"/>
                <a:ea typeface="Alibaba PuHuiTi 3.0 115 Black"/>
                <a:cs typeface="Alibaba PuHuiTi 3.0 115 Black"/>
              </a:defRPr>
            </a:defPPr>
          </a:lstStyle>
          <a:p xmlns:a="http://schemas.openxmlformats.org/drawingml/2006/main">
            <a:pPr algn="ctr">
              <a:buNone/>
              <a:defRPr sz="2200" b="1">
                <a:solidFill>
                  <a:srgbClr val="8C64E1"/>
                </a:solidFill>
                <a:latin typeface="Alibaba PuHuiTi 3.0 115 Black"/>
                <a:ea typeface="Alibaba PuHuiTi 3.0 115 Black"/>
                <a:cs typeface="Alibaba PuHuiTi 3.0 115 Black"/>
              </a:defRPr>
            </a:pPr>
            <a:r>
              <a:rPr sz="2200" b="1">
                <a:solidFill>
                  <a:srgbClr val="8C64E1"/>
                </a:solidFill>
                <a:latin typeface="Alibaba PuHuiTi 3.0 115 Black"/>
                <a:ea typeface="Alibaba PuHuiTi 3.0 115 Black"/>
                <a:cs typeface="Alibaba PuHuiTi 3.0 115 Black"/>
              </a:rPr>
              <a:t>球在画面中的位置逐帧变化</a:t>
            </a:r>
          </a:p>
        </p:txBody>
      </p:sp>
    </p:spTree>
    <p:extLst>
      <p:ext uri="{BB962C8B-B14F-4D97-AF65-F5344CB8AC3E}">
        <p14:creationId xmlns:p14="http://schemas.microsoft.com/office/powerpoint/2010/main" val="991203829"/>
      </p:ext>
    </p:extLst>
  </p:cSld>
</p:sld>
</file>

<file path=ppt/slides/slide46.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91820ED1-A929-4E46-B021-CBEBD6C1685A}"/>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71B8DCB3-2C93-4428-8446-067FFCCA60BF}"/>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97D83945-FA16-49C6-93FA-682BD573D4F2}"/>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10分钟、25fps，要保存多少帧？</a:t>
            </a:r>
          </a:p>
        </p:txBody>
      </p:sp>
      <p:sp>
        <p:nvSpPr>
          <p:cNvPr id="5" name="TextBox 4">
            <a:extLst xmlns:a="http://schemas.openxmlformats.org/drawingml/2006/main">
              <a:ext uri="{FF2B5EF4-FFF2-40B4-BE49-F238E27FC236}">
                <a16:creationId xmlns:a16="http://schemas.microsoft.com/office/drawing/2014/main" id="{4FF829EA-2790-4F54-ADA0-5400F1570A26}"/>
              </a:ext>
            </a:extLst>
          </p:cNvPr>
          <p:cNvSpPr>
            <a:spLocks xmlns:a="http://schemas.openxmlformats.org/drawingml/2006/main" noGrp="1"/>
          </p:cNvSpPr>
          <p:nvPr/>
        </p:nvSpPr>
        <p:spPr>
          <a:xfrm xmlns:a="http://schemas.openxmlformats.org/drawingml/2006/main">
            <a:off x="768096" y="2048256"/>
            <a:ext cx="10789920" cy="4114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7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2700" b="1">
                <a:solidFill>
                  <a:srgbClr val="262626"/>
                </a:solidFill>
                <a:latin typeface="Alibaba PuHuiTi 3.0 115 Black"/>
                <a:ea typeface="Alibaba PuHuiTi 3.0 115 Black"/>
                <a:cs typeface="Alibaba PuHuiTi 3.0 115 Black"/>
              </a:defRPr>
            </a:pPr>
            <a:r>
              <a:rPr sz="2700" b="1">
                <a:solidFill>
                  <a:srgbClr val="262626"/>
                </a:solidFill>
                <a:latin typeface="Alibaba PuHuiTi 3.0 115 Black"/>
                <a:ea typeface="Alibaba PuHuiTi 3.0 115 Black"/>
                <a:cs typeface="Alibaba PuHuiTi 3.0 115 Black"/>
              </a:rPr>
              <a:t>25帧/秒 × 60秒/分钟 × 10分钟</a:t>
            </a:r>
          </a:p>
        </p:txBody>
      </p:sp>
      <p:sp>
        <p:nvSpPr>
          <p:cNvPr id="6" name="TextBox 5">
            <a:extLst xmlns:a="http://schemas.openxmlformats.org/drawingml/2006/main">
              <a:ext uri="{FF2B5EF4-FFF2-40B4-BE49-F238E27FC236}">
                <a16:creationId xmlns:a16="http://schemas.microsoft.com/office/drawing/2014/main" id="{731C3185-DE9A-41ED-B243-4979A8D1203E}"/>
              </a:ext>
            </a:extLst>
          </p:cNvPr>
          <p:cNvSpPr>
            <a:spLocks xmlns:a="http://schemas.openxmlformats.org/drawingml/2006/main" noGrp="1"/>
          </p:cNvSpPr>
          <p:nvPr/>
        </p:nvSpPr>
        <p:spPr>
          <a:xfrm xmlns:a="http://schemas.openxmlformats.org/drawingml/2006/main">
            <a:off x="841248" y="3264408"/>
            <a:ext cx="1051560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4200" b="1">
                <a:solidFill>
                  <a:srgbClr val="8C64E1"/>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4200" b="1">
                <a:solidFill>
                  <a:srgbClr val="8C64E1"/>
                </a:solidFill>
                <a:latin typeface="Alibaba PuHuiTi 3.0 115 Black"/>
                <a:ea typeface="Alibaba PuHuiTi 3.0 115 Black"/>
                <a:cs typeface="Alibaba PuHuiTi 3.0 115 Black"/>
              </a:defRPr>
            </a:pPr>
            <a:r>
              <a:rPr sz="4200" b="1">
                <a:solidFill>
                  <a:srgbClr val="8C64E1"/>
                </a:solidFill>
                <a:latin typeface="Alibaba PuHuiTi 3.0 115 Black"/>
                <a:ea typeface="Alibaba PuHuiTi 3.0 115 Black"/>
                <a:cs typeface="Alibaba PuHuiTi 3.0 115 Black"/>
              </a:rPr>
              <a:t>= 15,000 帧</a:t>
            </a:r>
          </a:p>
        </p:txBody>
      </p:sp>
      <p:sp>
        <p:nvSpPr>
          <p:cNvPr id="7" name="TextBox 6">
            <a:extLst xmlns:a="http://schemas.openxmlformats.org/drawingml/2006/main">
              <a:ext uri="{FF2B5EF4-FFF2-40B4-BE49-F238E27FC236}">
                <a16:creationId xmlns:a16="http://schemas.microsoft.com/office/drawing/2014/main" id="{4C7E941B-D40D-4730-A3DD-49DA74CBD469}"/>
              </a:ext>
            </a:extLst>
          </p:cNvPr>
          <p:cNvSpPr>
            <a:spLocks xmlns:a="http://schemas.openxmlformats.org/drawingml/2006/main" noGrp="1"/>
          </p:cNvSpPr>
          <p:nvPr/>
        </p:nvSpPr>
        <p:spPr>
          <a:xfrm xmlns:a="http://schemas.openxmlformats.org/drawingml/2006/main">
            <a:off x="777240" y="4910328"/>
            <a:ext cx="10789920"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200" b="1">
                <a:solidFill>
                  <a:srgbClr val="8C64E1"/>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2200" b="1">
                <a:solidFill>
                  <a:srgbClr val="8C64E1"/>
                </a:solidFill>
                <a:latin typeface="Alibaba PuHuiTi 3.0 115 Black"/>
                <a:ea typeface="Alibaba PuHuiTi 3.0 115 Black"/>
                <a:cs typeface="Alibaba PuHuiTi 3.0 115 Black"/>
              </a:defRPr>
            </a:pPr>
            <a:r>
              <a:rPr sz="2200" b="1">
                <a:solidFill>
                  <a:srgbClr val="8C64E1"/>
                </a:solidFill>
                <a:latin typeface="Alibaba PuHuiTi 3.0 115 Black"/>
                <a:ea typeface="Alibaba PuHuiTi 3.0 115 Black"/>
                <a:cs typeface="Alibaba PuHuiTi 3.0 115 Black"/>
              </a:rPr>
              <a:t>无压缩视频 = 单帧图像数据量 × 总帧数。</a:t>
            </a:r>
          </a:p>
        </p:txBody>
      </p:sp>
    </p:spTree>
    <p:extLst>
      <p:ext uri="{BB962C8B-B14F-4D97-AF65-F5344CB8AC3E}">
        <p14:creationId xmlns:p14="http://schemas.microsoft.com/office/powerpoint/2010/main" val="1653715975"/>
      </p:ext>
    </p:extLst>
  </p:cSld>
</p:sld>
</file>

<file path=ppt/slides/slide47.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F48A47DF-EA30-4B85-8FFA-DA793659EAF8}"/>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8E4F7918-05EF-4B0C-B1E3-F3AC71916EE3}"/>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85DFEBF3-8EA5-45E1-93DD-7C8ADC4C938D}"/>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练习题 4</a:t>
            </a:r>
          </a:p>
        </p:txBody>
      </p:sp>
      <p:sp>
        <p:nvSpPr>
          <p:cNvPr id="5" name="practice-givens">
            <a:extLst xmlns:a="http://schemas.openxmlformats.org/drawingml/2006/main">
              <a:ext uri="{FF2B5EF4-FFF2-40B4-BE49-F238E27FC236}">
                <a16:creationId xmlns:a16="http://schemas.microsoft.com/office/drawing/2014/main" id="{525AA737-361B-433A-A7F4-BA11572EC813}"/>
              </a:ext>
            </a:extLst>
          </p:cNvPr>
          <p:cNvSpPr>
            <a:spLocks xmlns:a="http://schemas.openxmlformats.org/drawingml/2006/main" noGrp="1"/>
          </p:cNvSpPr>
          <p:nvPr/>
        </p:nvSpPr>
        <p:spPr>
          <a:xfrm xmlns:a="http://schemas.openxmlformats.org/drawingml/2006/main">
            <a:off x="786384" y="1691640"/>
            <a:ext cx="10652760" cy="1762125"/>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7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700" b="0">
                <a:solidFill>
                  <a:srgbClr val="262626"/>
                </a:solidFill>
                <a:latin typeface="Alibaba PuHuiTi 3.0 55 Regular"/>
                <a:ea typeface="Alibaba PuHuiTi 3.0 55 Regular"/>
                <a:cs typeface="Alibaba PuHuiTi 3.0 55 Regular"/>
              </a:defRPr>
            </a:pPr>
            <a:r>
              <a:rPr sz="2700" b="0">
                <a:solidFill>
                  <a:srgbClr val="262626"/>
                </a:solidFill>
                <a:latin typeface="Alibaba PuHuiTi 3.0 55 Regular"/>
                <a:ea typeface="Alibaba PuHuiTi 3.0 55 Regular"/>
                <a:cs typeface="Alibaba PuHuiTi 3.0 55 Regular"/>
              </a:rPr>
              <a:t>10分钟的无声视频：480×320像素，24 bit/像素，</a:t>
            </a:r>
          </a:p>
          <a:p xmlns:a="http://schemas.openxmlformats.org/drawingml/2006/main">
            <a:pPr algn="l">
              <a:spcBef>
                <a:spcPts val="0"/>
              </a:spcBef>
              <a:spcAft>
                <a:spcPts val="200"/>
              </a:spcAft>
              <a:buNone/>
              <a:defRPr sz="2700" b="0">
                <a:solidFill>
                  <a:srgbClr val="262626"/>
                </a:solidFill>
                <a:latin typeface="Alibaba PuHuiTi 3.0 55 Regular"/>
                <a:ea typeface="Alibaba PuHuiTi 3.0 55 Regular"/>
                <a:cs typeface="Alibaba PuHuiTi 3.0 55 Regular"/>
              </a:defRPr>
            </a:pPr>
            <a:r>
              <a:rPr sz="2700" b="0">
                <a:solidFill>
                  <a:srgbClr val="262626"/>
                </a:solidFill>
                <a:latin typeface="Alibaba PuHuiTi 3.0 55 Regular"/>
                <a:ea typeface="Alibaba PuHuiTi 3.0 55 Regular"/>
                <a:cs typeface="Alibaba PuHuiTi 3.0 55 Regular"/>
              </a:rPr>
              <a:t>帧率25 fps。假设逐帧未压缩存储，</a:t>
            </a:r>
          </a:p>
          <a:p xmlns:a="http://schemas.openxmlformats.org/drawingml/2006/main">
            <a:pPr algn="l">
              <a:spcBef>
                <a:spcPts val="0"/>
              </a:spcBef>
              <a:spcAft>
                <a:spcPts val="200"/>
              </a:spcAft>
              <a:buNone/>
              <a:defRPr sz="2700" b="0">
                <a:solidFill>
                  <a:srgbClr val="262626"/>
                </a:solidFill>
                <a:latin typeface="Alibaba PuHuiTi 3.0 55 Regular"/>
                <a:ea typeface="Alibaba PuHuiTi 3.0 55 Regular"/>
                <a:cs typeface="Alibaba PuHuiTi 3.0 55 Regular"/>
              </a:defRPr>
            </a:pPr>
            <a:r>
              <a:rPr sz="2700" b="0">
                <a:solidFill>
                  <a:srgbClr val="262626"/>
                </a:solidFill>
                <a:latin typeface="Alibaba PuHuiTi 3.0 55 Regular"/>
                <a:ea typeface="Alibaba PuHuiTi 3.0 55 Regular"/>
                <a:cs typeface="Alibaba PuHuiTi 3.0 55 Regular"/>
              </a:rPr>
              <a:t>总数据量约多少GiB？</a:t>
            </a:r>
          </a:p>
        </p:txBody>
      </p:sp>
      <p:sp>
        <p:nvSpPr>
          <p:cNvPr id="6" name="Connector 5">
            <a:extLst xmlns:a="http://schemas.openxmlformats.org/drawingml/2006/main">
              <a:ext uri="{FF2B5EF4-FFF2-40B4-BE49-F238E27FC236}">
                <a16:creationId xmlns:a16="http://schemas.microsoft.com/office/drawing/2014/main" id="{64A30EB8-7197-490D-832D-C4F8CADC827D}"/>
              </a:ext>
            </a:extLst>
          </p:cNvPr>
          <p:cNvSpPr>
            <a:spLocks xmlns:a="http://schemas.openxmlformats.org/drawingml/2006/main" noGrp="1"/>
          </p:cNvSpPr>
          <p:nvPr/>
        </p:nvSpPr>
        <p:spPr>
          <a:xfrm xmlns:a="http://schemas.openxmlformats.org/drawingml/2006/main">
            <a:off x="822960" y="4919472"/>
            <a:ext cx="10259568" cy="0"/>
          </a:xfrm>
          <a:prstGeom xmlns:a="http://schemas.openxmlformats.org/drawingml/2006/main" prst="line">
            <a:avLst/>
          </a:prstGeom>
          <a:ln xmlns:a="http://schemas.openxmlformats.org/drawingml/2006/main" w="25400">
            <a:solidFill>
              <a:srgbClr val="E2E2E7"/>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 name="TextBox 6">
            <a:extLst xmlns:a="http://schemas.openxmlformats.org/drawingml/2006/main">
              <a:ext uri="{FF2B5EF4-FFF2-40B4-BE49-F238E27FC236}">
                <a16:creationId xmlns:a16="http://schemas.microsoft.com/office/drawing/2014/main" id="{879F7FF0-D57B-4292-8ED7-F6BD733EB2F9}"/>
              </a:ext>
            </a:extLst>
          </p:cNvPr>
          <p:cNvSpPr>
            <a:spLocks xmlns:a="http://schemas.openxmlformats.org/drawingml/2006/main" noGrp="1"/>
          </p:cNvSpPr>
          <p:nvPr/>
        </p:nvSpPr>
        <p:spPr>
          <a:xfrm xmlns:a="http://schemas.openxmlformats.org/drawingml/2006/main">
            <a:off x="832104" y="5166360"/>
            <a:ext cx="10332720"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200" b="1">
                <a:solidFill>
                  <a:srgbClr val="8C64E1"/>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2200" b="1">
                <a:solidFill>
                  <a:srgbClr val="8C64E1"/>
                </a:solidFill>
                <a:latin typeface="Alibaba PuHuiTi 3.0 115 Black"/>
                <a:ea typeface="Alibaba PuHuiTi 3.0 115 Black"/>
                <a:cs typeface="Alibaba PuHuiTi 3.0 115 Black"/>
              </a:defRPr>
            </a:pPr>
            <a:r>
              <a:rPr sz="2200" b="1">
                <a:solidFill>
                  <a:srgbClr val="8C64E1"/>
                </a:solidFill>
                <a:latin typeface="Alibaba PuHuiTi 3.0 115 Black"/>
                <a:ea typeface="Alibaba PuHuiTi 3.0 115 Black"/>
                <a:cs typeface="Alibaba PuHuiTi 3.0 115 Black"/>
              </a:rPr>
              <a:t>先算每帧，再算总帧数。</a:t>
            </a:r>
          </a:p>
        </p:txBody>
      </p:sp>
    </p:spTree>
    <p:extLst>
      <p:ext uri="{BB962C8B-B14F-4D97-AF65-F5344CB8AC3E}">
        <p14:creationId xmlns:p14="http://schemas.microsoft.com/office/powerpoint/2010/main" val="2131278924"/>
      </p:ext>
    </p:extLst>
  </p:cSld>
</p:sld>
</file>

<file path=ppt/slides/slide48.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7E4F12CC-7077-4853-A185-C0B552AF1018}"/>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E0418E61-BB83-4764-A15B-E4595F5A4EE1}"/>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5E0ECEFB-063F-40E6-BA53-C603C48F3E73}"/>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练习题 4</a:t>
            </a:r>
          </a:p>
        </p:txBody>
      </p:sp>
      <p:sp>
        <p:nvSpPr>
          <p:cNvPr id="5" name="practice-givens">
            <a:extLst xmlns:a="http://schemas.openxmlformats.org/drawingml/2006/main">
              <a:ext uri="{FF2B5EF4-FFF2-40B4-BE49-F238E27FC236}">
                <a16:creationId xmlns:a16="http://schemas.microsoft.com/office/drawing/2014/main" id="{DCB06CCF-53D2-46E4-BC00-BFCDC990D7C6}"/>
              </a:ext>
            </a:extLst>
          </p:cNvPr>
          <p:cNvSpPr>
            <a:spLocks xmlns:a="http://schemas.openxmlformats.org/drawingml/2006/main" noGrp="1"/>
          </p:cNvSpPr>
          <p:nvPr/>
        </p:nvSpPr>
        <p:spPr>
          <a:xfrm xmlns:a="http://schemas.openxmlformats.org/drawingml/2006/main">
            <a:off x="786384" y="1691640"/>
            <a:ext cx="10652760" cy="1762125"/>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7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700" b="0">
                <a:solidFill>
                  <a:srgbClr val="262626"/>
                </a:solidFill>
                <a:latin typeface="Alibaba PuHuiTi 3.0 55 Regular"/>
                <a:ea typeface="Alibaba PuHuiTi 3.0 55 Regular"/>
                <a:cs typeface="Alibaba PuHuiTi 3.0 55 Regular"/>
              </a:defRPr>
            </a:pPr>
            <a:r>
              <a:rPr sz="2700" b="0">
                <a:solidFill>
                  <a:srgbClr val="262626"/>
                </a:solidFill>
                <a:latin typeface="Alibaba PuHuiTi 3.0 55 Regular"/>
                <a:ea typeface="Alibaba PuHuiTi 3.0 55 Regular"/>
                <a:cs typeface="Alibaba PuHuiTi 3.0 55 Regular"/>
              </a:rPr>
              <a:t>10分钟的无声视频：480×320像素，24 bit/像素，</a:t>
            </a:r>
          </a:p>
          <a:p xmlns:a="http://schemas.openxmlformats.org/drawingml/2006/main">
            <a:pPr algn="l">
              <a:spcBef>
                <a:spcPts val="0"/>
              </a:spcBef>
              <a:spcAft>
                <a:spcPts val="200"/>
              </a:spcAft>
              <a:buNone/>
              <a:defRPr sz="2700" b="0">
                <a:solidFill>
                  <a:srgbClr val="262626"/>
                </a:solidFill>
                <a:latin typeface="Alibaba PuHuiTi 3.0 55 Regular"/>
                <a:ea typeface="Alibaba PuHuiTi 3.0 55 Regular"/>
                <a:cs typeface="Alibaba PuHuiTi 3.0 55 Regular"/>
              </a:defRPr>
            </a:pPr>
            <a:r>
              <a:rPr sz="2700" b="0">
                <a:solidFill>
                  <a:srgbClr val="262626"/>
                </a:solidFill>
                <a:latin typeface="Alibaba PuHuiTi 3.0 55 Regular"/>
                <a:ea typeface="Alibaba PuHuiTi 3.0 55 Regular"/>
                <a:cs typeface="Alibaba PuHuiTi 3.0 55 Regular"/>
              </a:rPr>
              <a:t>帧率25 fps。假设逐帧未压缩存储，</a:t>
            </a:r>
          </a:p>
          <a:p xmlns:a="http://schemas.openxmlformats.org/drawingml/2006/main">
            <a:pPr algn="l">
              <a:spcBef>
                <a:spcPts val="0"/>
              </a:spcBef>
              <a:spcAft>
                <a:spcPts val="200"/>
              </a:spcAft>
              <a:buNone/>
              <a:defRPr sz="2700" b="0">
                <a:solidFill>
                  <a:srgbClr val="262626"/>
                </a:solidFill>
                <a:latin typeface="Alibaba PuHuiTi 3.0 55 Regular"/>
                <a:ea typeface="Alibaba PuHuiTi 3.0 55 Regular"/>
                <a:cs typeface="Alibaba PuHuiTi 3.0 55 Regular"/>
              </a:defRPr>
            </a:pPr>
            <a:r>
              <a:rPr sz="2700" b="0">
                <a:solidFill>
                  <a:srgbClr val="262626"/>
                </a:solidFill>
                <a:latin typeface="Alibaba PuHuiTi 3.0 55 Regular"/>
                <a:ea typeface="Alibaba PuHuiTi 3.0 55 Regular"/>
                <a:cs typeface="Alibaba PuHuiTi 3.0 55 Regular"/>
              </a:rPr>
              <a:t>总数据量约多少GiB？</a:t>
            </a:r>
          </a:p>
        </p:txBody>
      </p:sp>
      <p:sp>
        <p:nvSpPr>
          <p:cNvPr id="6" name="Connector 5">
            <a:extLst xmlns:a="http://schemas.openxmlformats.org/drawingml/2006/main">
              <a:ext uri="{FF2B5EF4-FFF2-40B4-BE49-F238E27FC236}">
                <a16:creationId xmlns:a16="http://schemas.microsoft.com/office/drawing/2014/main" id="{CE431726-F8B3-4900-A81A-6697A0284874}"/>
              </a:ext>
            </a:extLst>
          </p:cNvPr>
          <p:cNvSpPr>
            <a:spLocks xmlns:a="http://schemas.openxmlformats.org/drawingml/2006/main" noGrp="1"/>
          </p:cNvSpPr>
          <p:nvPr/>
        </p:nvSpPr>
        <p:spPr>
          <a:xfrm xmlns:a="http://schemas.openxmlformats.org/drawingml/2006/main">
            <a:off x="822960" y="4919472"/>
            <a:ext cx="10259568" cy="0"/>
          </a:xfrm>
          <a:prstGeom xmlns:a="http://schemas.openxmlformats.org/drawingml/2006/main" prst="line">
            <a:avLst/>
          </a:prstGeom>
          <a:ln xmlns:a="http://schemas.openxmlformats.org/drawingml/2006/main" w="25400">
            <a:solidFill>
              <a:srgbClr val="E2E2E7"/>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 name="calculation-step-0">
            <a:extLst xmlns:a="http://schemas.openxmlformats.org/drawingml/2006/main">
              <a:ext uri="{FF2B5EF4-FFF2-40B4-BE49-F238E27FC236}">
                <a16:creationId xmlns:a16="http://schemas.microsoft.com/office/drawing/2014/main" id="{A4B31346-32E8-4831-8610-1ADC019B2A0E}"/>
              </a:ext>
            </a:extLst>
          </p:cNvPr>
          <p:cNvSpPr>
            <a:spLocks xmlns:a="http://schemas.openxmlformats.org/drawingml/2006/main" noGrp="1"/>
          </p:cNvSpPr>
          <p:nvPr/>
        </p:nvSpPr>
        <p:spPr>
          <a:xfrm xmlns:a="http://schemas.openxmlformats.org/drawingml/2006/main">
            <a:off x="819150" y="3514725"/>
            <a:ext cx="10668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单帧：480 × 320 × 24 ÷ 8＝460,800 B</a:t>
            </a:r>
          </a:p>
        </p:txBody>
      </p:sp>
      <p:sp>
        <p:nvSpPr>
          <p:cNvPr id="8" name="calculation-step-1">
            <a:extLst xmlns:a="http://schemas.openxmlformats.org/drawingml/2006/main">
              <a:ext uri="{FF2B5EF4-FFF2-40B4-BE49-F238E27FC236}">
                <a16:creationId xmlns:a16="http://schemas.microsoft.com/office/drawing/2014/main" id="{3B1ABC75-7945-4731-A9EE-FE3E6F5FA4FE}"/>
              </a:ext>
            </a:extLst>
          </p:cNvPr>
          <p:cNvSpPr>
            <a:spLocks xmlns:a="http://schemas.openxmlformats.org/drawingml/2006/main" noGrp="1"/>
          </p:cNvSpPr>
          <p:nvPr/>
        </p:nvSpPr>
        <p:spPr>
          <a:xfrm xmlns:a="http://schemas.openxmlformats.org/drawingml/2006/main">
            <a:off x="819150" y="3990975"/>
            <a:ext cx="10668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帧数：25 × 10 × 60＝15,000 帧</a:t>
            </a:r>
          </a:p>
        </p:txBody>
      </p:sp>
      <p:sp>
        <p:nvSpPr>
          <p:cNvPr id="9" name="calculation-step-2">
            <a:extLst xmlns:a="http://schemas.openxmlformats.org/drawingml/2006/main">
              <a:ext uri="{FF2B5EF4-FFF2-40B4-BE49-F238E27FC236}">
                <a16:creationId xmlns:a16="http://schemas.microsoft.com/office/drawing/2014/main" id="{91740D09-E05B-436C-AF2D-3F30002A7940}"/>
              </a:ext>
            </a:extLst>
          </p:cNvPr>
          <p:cNvSpPr>
            <a:spLocks xmlns:a="http://schemas.openxmlformats.org/drawingml/2006/main" noGrp="1"/>
          </p:cNvSpPr>
          <p:nvPr/>
        </p:nvSpPr>
        <p:spPr>
          <a:xfrm xmlns:a="http://schemas.openxmlformats.org/drawingml/2006/main">
            <a:off x="819150" y="4467225"/>
            <a:ext cx="10668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总量：460,800 × 15,000＝6,912,000,000 B</a:t>
            </a:r>
          </a:p>
        </p:txBody>
      </p:sp>
      <p:sp>
        <p:nvSpPr>
          <p:cNvPr id="10" name="calculation-step-3">
            <a:extLst xmlns:a="http://schemas.openxmlformats.org/drawingml/2006/main">
              <a:ext uri="{FF2B5EF4-FFF2-40B4-BE49-F238E27FC236}">
                <a16:creationId xmlns:a16="http://schemas.microsoft.com/office/drawing/2014/main" id="{CF0BC073-1495-47D1-B0D8-A58D5F72D4B8}"/>
              </a:ext>
            </a:extLst>
          </p:cNvPr>
          <p:cNvSpPr>
            <a:spLocks xmlns:a="http://schemas.openxmlformats.org/drawingml/2006/main" noGrp="1"/>
          </p:cNvSpPr>
          <p:nvPr/>
        </p:nvSpPr>
        <p:spPr>
          <a:xfrm xmlns:a="http://schemas.openxmlformats.org/drawingml/2006/main">
            <a:off x="819150" y="4943475"/>
            <a:ext cx="10668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换算：6,912,000,000 ÷ 1024³ ≈ 6.44 GiB</a:t>
            </a:r>
          </a:p>
        </p:txBody>
      </p:sp>
      <p:sp>
        <p:nvSpPr>
          <p:cNvPr id="11" name="practice-answer">
            <a:extLst xmlns:a="http://schemas.openxmlformats.org/drawingml/2006/main">
              <a:ext uri="{FF2B5EF4-FFF2-40B4-BE49-F238E27FC236}">
                <a16:creationId xmlns:a16="http://schemas.microsoft.com/office/drawing/2014/main" id="{FB3AD08D-A1D8-4CB8-9B62-9BEF8FFA50F9}"/>
              </a:ext>
            </a:extLst>
          </p:cNvPr>
          <p:cNvSpPr>
            <a:spLocks xmlns:a="http://schemas.openxmlformats.org/drawingml/2006/main" noGrp="1"/>
          </p:cNvSpPr>
          <p:nvPr/>
        </p:nvSpPr>
        <p:spPr>
          <a:xfrm xmlns:a="http://schemas.openxmlformats.org/drawingml/2006/main">
            <a:off x="819150" y="5657850"/>
            <a:ext cx="10668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700" b="1">
                <a:solidFill>
                  <a:srgbClr val="8C64E1"/>
                </a:solidFill>
                <a:latin typeface="Alibaba PuHuiTi 3.0 115 Black"/>
                <a:ea typeface="Alibaba PuHuiTi 3.0 115 Black"/>
                <a:cs typeface="Alibaba PuHuiTi 3.0 115 Black"/>
              </a:defRPr>
            </a:defPPr>
          </a:lstStyle>
          <a:p xmlns:a="http://schemas.openxmlformats.org/drawingml/2006/main">
            <a:pPr algn="l">
              <a:buNone/>
              <a:defRPr sz="2700" b="1">
                <a:solidFill>
                  <a:srgbClr val="8C64E1"/>
                </a:solidFill>
                <a:latin typeface="Alibaba PuHuiTi 3.0 115 Black"/>
                <a:ea typeface="Alibaba PuHuiTi 3.0 115 Black"/>
                <a:cs typeface="Alibaba PuHuiTi 3.0 115 Black"/>
              </a:defRPr>
            </a:pPr>
            <a:r>
              <a:rPr sz="2700" b="1">
                <a:solidFill>
                  <a:srgbClr val="8C64E1"/>
                </a:solidFill>
                <a:latin typeface="Alibaba PuHuiTi 3.0 115 Black"/>
                <a:ea typeface="Alibaba PuHuiTi 3.0 115 Black"/>
                <a:cs typeface="Alibaba PuHuiTi 3.0 115 Black"/>
              </a:rPr>
              <a:t>答案：约6.44 GiB</a:t>
            </a:r>
          </a:p>
        </p:txBody>
      </p:sp>
    </p:spTree>
    <p:extLst>
      <p:ext uri="{BB962C8B-B14F-4D97-AF65-F5344CB8AC3E}">
        <p14:creationId xmlns:p14="http://schemas.microsoft.com/office/powerpoint/2010/main" val="669091188"/>
      </p:ext>
    </p:extLst>
  </p:cSld>
</p:sld>
</file>

<file path=ppt/slides/slide49.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9C7A18DA-FE06-4D8E-8F53-77A6E77D5500}"/>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F6BCF116-9F98-4665-99E6-95D705013A8C}"/>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A76A5737-0705-48D8-9C87-57A278120256}"/>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视频文件为什么可能小于6.44 GiB？</a:t>
            </a:r>
          </a:p>
        </p:txBody>
      </p:sp>
      <p:sp>
        <p:nvSpPr>
          <p:cNvPr id="5" name="TextBox 4">
            <a:extLst xmlns:a="http://schemas.openxmlformats.org/drawingml/2006/main">
              <a:ext uri="{FF2B5EF4-FFF2-40B4-BE49-F238E27FC236}">
                <a16:creationId xmlns:a16="http://schemas.microsoft.com/office/drawing/2014/main" id="{DCE8C617-C97D-4282-A52C-C9758C8566DA}"/>
              </a:ext>
            </a:extLst>
          </p:cNvPr>
          <p:cNvSpPr>
            <a:spLocks xmlns:a="http://schemas.openxmlformats.org/drawingml/2006/main" noGrp="1"/>
          </p:cNvSpPr>
          <p:nvPr/>
        </p:nvSpPr>
        <p:spPr>
          <a:xfrm xmlns:a="http://schemas.openxmlformats.org/drawingml/2006/main">
            <a:off x="804672" y="1892807"/>
            <a:ext cx="10789920" cy="51816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3400" b="1">
                <a:solidFill>
                  <a:srgbClr val="8C64E1"/>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400" b="1">
                <a:solidFill>
                  <a:srgbClr val="8C64E1"/>
                </a:solidFill>
                <a:latin typeface="Alibaba PuHuiTi 3.0 115 Black"/>
                <a:ea typeface="Alibaba PuHuiTi 3.0 115 Black"/>
                <a:cs typeface="Alibaba PuHuiTi 3.0 115 Black"/>
              </a:defRPr>
            </a:pPr>
            <a:r>
              <a:rPr sz="3400" b="1">
                <a:solidFill>
                  <a:srgbClr val="8C64E1"/>
                </a:solidFill>
                <a:latin typeface="Alibaba PuHuiTi 3.0 115 Black"/>
                <a:ea typeface="Alibaba PuHuiTi 3.0 115 Black"/>
                <a:cs typeface="Alibaba PuHuiTi 3.0 115 Black"/>
              </a:rPr>
              <a:t>刚才的计算错了吗？</a:t>
            </a:r>
          </a:p>
        </p:txBody>
      </p:sp>
      <p:sp>
        <p:nvSpPr>
          <p:cNvPr id="6" name="TextBox 5">
            <a:extLst xmlns:a="http://schemas.openxmlformats.org/drawingml/2006/main">
              <a:ext uri="{FF2B5EF4-FFF2-40B4-BE49-F238E27FC236}">
                <a16:creationId xmlns:a16="http://schemas.microsoft.com/office/drawing/2014/main" id="{BA97660D-BCF7-4A12-A1EF-BE40395761D2}"/>
              </a:ext>
            </a:extLst>
          </p:cNvPr>
          <p:cNvSpPr>
            <a:spLocks xmlns:a="http://schemas.openxmlformats.org/drawingml/2006/main" noGrp="1"/>
          </p:cNvSpPr>
          <p:nvPr/>
        </p:nvSpPr>
        <p:spPr>
          <a:xfrm xmlns:a="http://schemas.openxmlformats.org/drawingml/2006/main">
            <a:off x="822960" y="3300984"/>
            <a:ext cx="10698480" cy="4267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8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800" b="0">
                <a:solidFill>
                  <a:srgbClr val="262626"/>
                </a:solidFill>
                <a:latin typeface="Alibaba PuHuiTi 3.0 55 Regular"/>
                <a:ea typeface="Alibaba PuHuiTi 3.0 55 Regular"/>
                <a:cs typeface="Alibaba PuHuiTi 3.0 55 Regular"/>
              </a:defRPr>
            </a:pPr>
            <a:r>
              <a:rPr sz="2800" b="0">
                <a:solidFill>
                  <a:srgbClr val="262626"/>
                </a:solidFill>
                <a:latin typeface="Alibaba PuHuiTi 3.0 55 Regular"/>
                <a:ea typeface="Alibaba PuHuiTi 3.0 55 Regular"/>
                <a:cs typeface="Alibaba PuHuiTi 3.0 55 Regular"/>
              </a:rPr>
              <a:t>如果公式没错，实际文件为什么可能小得多？</a:t>
            </a:r>
          </a:p>
        </p:txBody>
      </p:sp>
      <p:sp>
        <p:nvSpPr>
          <p:cNvPr id="7" name="TextBox 6">
            <a:extLst xmlns:a="http://schemas.openxmlformats.org/drawingml/2006/main">
              <a:ext uri="{FF2B5EF4-FFF2-40B4-BE49-F238E27FC236}">
                <a16:creationId xmlns:a16="http://schemas.microsoft.com/office/drawing/2014/main" id="{B632EE08-A12D-4146-8934-9DB357C4B645}"/>
              </a:ext>
            </a:extLst>
          </p:cNvPr>
          <p:cNvSpPr>
            <a:spLocks xmlns:a="http://schemas.openxmlformats.org/drawingml/2006/main" noGrp="1"/>
          </p:cNvSpPr>
          <p:nvPr/>
        </p:nvSpPr>
        <p:spPr>
          <a:xfrm xmlns:a="http://schemas.openxmlformats.org/drawingml/2006/main">
            <a:off x="777240" y="5879592"/>
            <a:ext cx="10789920" cy="33528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请提出至少一种可以检验的解释。</a:t>
            </a:r>
          </a:p>
        </p:txBody>
      </p:sp>
    </p:spTree>
    <p:extLst>
      <p:ext uri="{BB962C8B-B14F-4D97-AF65-F5344CB8AC3E}">
        <p14:creationId xmlns:p14="http://schemas.microsoft.com/office/powerpoint/2010/main" val="2064523846"/>
      </p:ext>
    </p:extLst>
  </p:cSld>
</p:sld>
</file>

<file path=ppt/slides/slide50.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672B63DB-6118-4323-9E7E-CCA132784176}"/>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2748265D-7913-418A-AFF6-53DDDEA47CD9}"/>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51BF1218-3645-44E9-8784-1DCB861C9421}"/>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刚才计算的是逐帧未压缩数据量</a:t>
            </a:r>
          </a:p>
        </p:txBody>
      </p:sp>
      <p:sp>
        <p:nvSpPr>
          <p:cNvPr id="5" name="Rectangle 4">
            <a:extLst xmlns:a="http://schemas.openxmlformats.org/drawingml/2006/main">
              <a:ext uri="{FF2B5EF4-FFF2-40B4-BE49-F238E27FC236}">
                <a16:creationId xmlns:a16="http://schemas.microsoft.com/office/drawing/2014/main" id="{022C48AE-5B3F-49F9-86F5-685ABD402EB6}"/>
              </a:ext>
            </a:extLst>
          </p:cNvPr>
          <p:cNvSpPr>
            <a:spLocks xmlns:a="http://schemas.openxmlformats.org/drawingml/2006/main" noGrp="1"/>
          </p:cNvSpPr>
          <p:nvPr/>
        </p:nvSpPr>
        <p:spPr>
          <a:xfrm xmlns:a="http://schemas.openxmlformats.org/drawingml/2006/main">
            <a:off x="832104" y="2267712"/>
            <a:ext cx="4590288" cy="667512"/>
          </a:xfrm>
          <a:prstGeom xmlns:a="http://schemas.openxmlformats.org/drawingml/2006/main" prst="rect">
            <a:avLst/>
          </a:prstGeom>
          <a:noFill xmlns:a="http://schemas.openxmlformats.org/drawingml/2006/main"/>
          <a:ln xmlns:a="http://schemas.openxmlformats.org/drawingml/2006/main" w="25400">
            <a:solidFill>
              <a:srgbClr val="8C64E1"/>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6" name="TextBox 5">
            <a:extLst xmlns:a="http://schemas.openxmlformats.org/drawingml/2006/main">
              <a:ext uri="{FF2B5EF4-FFF2-40B4-BE49-F238E27FC236}">
                <a16:creationId xmlns:a16="http://schemas.microsoft.com/office/drawing/2014/main" id="{241CFF3E-13AA-4C80-BAA9-CB60DA4AC6E3}"/>
              </a:ext>
            </a:extLst>
          </p:cNvPr>
          <p:cNvSpPr>
            <a:spLocks xmlns:a="http://schemas.openxmlformats.org/drawingml/2006/main" noGrp="1"/>
          </p:cNvSpPr>
          <p:nvPr/>
        </p:nvSpPr>
        <p:spPr>
          <a:xfrm xmlns:a="http://schemas.openxmlformats.org/drawingml/2006/main">
            <a:off x="905256" y="2386584"/>
            <a:ext cx="4443983"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2200" b="1">
                <a:solidFill>
                  <a:srgbClr val="8C64E1"/>
                </a:solidFill>
                <a:latin typeface="Alibaba PuHuiTi 3.0 115 Black"/>
                <a:ea typeface="Alibaba PuHuiTi 3.0 115 Black"/>
                <a:cs typeface="Alibaba PuHuiTi 3.0 115 Black"/>
              </a:defRPr>
            </a:defPPr>
          </a:lstStyle>
          <a:p xmlns:a="http://schemas.openxmlformats.org/drawingml/2006/main">
            <a:pPr algn="ctr">
              <a:spcBef>
                <a:spcPts val="0"/>
              </a:spcBef>
              <a:spcAft>
                <a:spcPts val="200"/>
              </a:spcAft>
              <a:buNone/>
              <a:defRPr sz="2200" b="1">
                <a:solidFill>
                  <a:srgbClr val="8C64E1"/>
                </a:solidFill>
                <a:latin typeface="Alibaba PuHuiTi 3.0 115 Black"/>
                <a:ea typeface="Alibaba PuHuiTi 3.0 115 Black"/>
                <a:cs typeface="Alibaba PuHuiTi 3.0 115 Black"/>
              </a:defRPr>
            </a:pPr>
            <a:r>
              <a:rPr sz="2200" b="1">
                <a:solidFill>
                  <a:srgbClr val="8C64E1"/>
                </a:solidFill>
                <a:latin typeface="Alibaba PuHuiTi 3.0 115 Black"/>
                <a:ea typeface="Alibaba PuHuiTi 3.0 115 Black"/>
                <a:cs typeface="Alibaba PuHuiTi 3.0 115 Black"/>
              </a:rPr>
              <a:t>未压缩图像帧</a:t>
            </a:r>
          </a:p>
        </p:txBody>
      </p:sp>
      <p:sp>
        <p:nvSpPr>
          <p:cNvPr id="7" name="Connector 6">
            <a:extLst xmlns:a="http://schemas.openxmlformats.org/drawingml/2006/main">
              <a:ext uri="{FF2B5EF4-FFF2-40B4-BE49-F238E27FC236}">
                <a16:creationId xmlns:a16="http://schemas.microsoft.com/office/drawing/2014/main" id="{CE7B6797-52EE-47D4-91BA-5CE289F15308}"/>
              </a:ext>
            </a:extLst>
          </p:cNvPr>
          <p:cNvSpPr>
            <a:spLocks xmlns:a="http://schemas.openxmlformats.org/drawingml/2006/main" noGrp="1"/>
          </p:cNvSpPr>
          <p:nvPr/>
        </p:nvSpPr>
        <p:spPr>
          <a:xfrm xmlns:a="http://schemas.openxmlformats.org/drawingml/2006/main">
            <a:off x="5513832" y="2606040"/>
            <a:ext cx="987552" cy="0"/>
          </a:xfrm>
          <a:prstGeom xmlns:a="http://schemas.openxmlformats.org/drawingml/2006/main" prst="line">
            <a:avLst/>
          </a:prstGeom>
          <a:ln xmlns:a="http://schemas.openxmlformats.org/drawingml/2006/main" w="3810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 name="Rectangle 7">
            <a:extLst xmlns:a="http://schemas.openxmlformats.org/drawingml/2006/main">
              <a:ext uri="{FF2B5EF4-FFF2-40B4-BE49-F238E27FC236}">
                <a16:creationId xmlns:a16="http://schemas.microsoft.com/office/drawing/2014/main" id="{B4C64501-1490-43CF-8390-E490310956A7}"/>
              </a:ext>
            </a:extLst>
          </p:cNvPr>
          <p:cNvSpPr>
            <a:spLocks xmlns:a="http://schemas.openxmlformats.org/drawingml/2006/main" noGrp="1"/>
          </p:cNvSpPr>
          <p:nvPr/>
        </p:nvSpPr>
        <p:spPr>
          <a:xfrm xmlns:a="http://schemas.openxmlformats.org/drawingml/2006/main">
            <a:off x="6574536" y="2267712"/>
            <a:ext cx="4663440" cy="667512"/>
          </a:xfrm>
          <a:prstGeom xmlns:a="http://schemas.openxmlformats.org/drawingml/2006/main" prst="rect">
            <a:avLst/>
          </a:prstGeom>
          <a:noFill xmlns:a="http://schemas.openxmlformats.org/drawingml/2006/main"/>
          <a:ln xmlns:a="http://schemas.openxmlformats.org/drawingml/2006/main" w="254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9" name="TextBox 8">
            <a:extLst xmlns:a="http://schemas.openxmlformats.org/drawingml/2006/main">
              <a:ext uri="{FF2B5EF4-FFF2-40B4-BE49-F238E27FC236}">
                <a16:creationId xmlns:a16="http://schemas.microsoft.com/office/drawing/2014/main" id="{A703D6B0-09C9-43F8-A78F-31EBEDA5F603}"/>
              </a:ext>
            </a:extLst>
          </p:cNvPr>
          <p:cNvSpPr>
            <a:spLocks xmlns:a="http://schemas.openxmlformats.org/drawingml/2006/main" noGrp="1"/>
          </p:cNvSpPr>
          <p:nvPr/>
        </p:nvSpPr>
        <p:spPr>
          <a:xfrm xmlns:a="http://schemas.openxmlformats.org/drawingml/2006/main">
            <a:off x="6647688" y="2386584"/>
            <a:ext cx="4517136"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2200" b="1">
                <a:solidFill>
                  <a:srgbClr val="007C9B"/>
                </a:solidFill>
                <a:latin typeface="Alibaba PuHuiTi 3.0 115 Black"/>
                <a:ea typeface="Alibaba PuHuiTi 3.0 115 Black"/>
                <a:cs typeface="Alibaba PuHuiTi 3.0 115 Black"/>
              </a:defRPr>
            </a:defPPr>
          </a:lstStyle>
          <a:p xmlns:a="http://schemas.openxmlformats.org/drawingml/2006/main">
            <a:pPr algn="ctr">
              <a:spcBef>
                <a:spcPts val="0"/>
              </a:spcBef>
              <a:spcAft>
                <a:spcPts val="200"/>
              </a:spcAft>
              <a:buNone/>
              <a:defRPr sz="2200" b="1">
                <a:solidFill>
                  <a:srgbClr val="007C9B"/>
                </a:solidFill>
                <a:latin typeface="Alibaba PuHuiTi 3.0 115 Black"/>
                <a:ea typeface="Alibaba PuHuiTi 3.0 115 Black"/>
                <a:cs typeface="Alibaba PuHuiTi 3.0 115 Black"/>
              </a:defRPr>
            </a:pPr>
            <a:r>
              <a:rPr sz="2200" b="1">
                <a:solidFill>
                  <a:srgbClr val="007C9B"/>
                </a:solidFill>
                <a:latin typeface="Alibaba PuHuiTi 3.0 115 Black"/>
                <a:ea typeface="Alibaba PuHuiTi 3.0 115 Black"/>
                <a:cs typeface="Alibaba PuHuiTi 3.0 115 Black"/>
              </a:rPr>
              <a:t>重新编码后的视频</a:t>
            </a:r>
          </a:p>
        </p:txBody>
      </p:sp>
      <p:sp>
        <p:nvSpPr>
          <p:cNvPr id="10" name="TextBox 9">
            <a:extLst xmlns:a="http://schemas.openxmlformats.org/drawingml/2006/main">
              <a:ext uri="{FF2B5EF4-FFF2-40B4-BE49-F238E27FC236}">
                <a16:creationId xmlns:a16="http://schemas.microsoft.com/office/drawing/2014/main" id="{548CB43B-82A9-47CE-8D17-CC0F0BD1E090}"/>
              </a:ext>
            </a:extLst>
          </p:cNvPr>
          <p:cNvSpPr>
            <a:spLocks xmlns:a="http://schemas.openxmlformats.org/drawingml/2006/main" noGrp="1"/>
          </p:cNvSpPr>
          <p:nvPr/>
        </p:nvSpPr>
        <p:spPr>
          <a:xfrm xmlns:a="http://schemas.openxmlformats.org/drawingml/2006/main">
            <a:off x="859536" y="3712463"/>
            <a:ext cx="4599432"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每一帧都要保存完整的原始像素数据</a:t>
            </a:r>
          </a:p>
        </p:txBody>
      </p:sp>
      <p:sp>
        <p:nvSpPr>
          <p:cNvPr id="11" name="TextBox 10">
            <a:extLst xmlns:a="http://schemas.openxmlformats.org/drawingml/2006/main">
              <a:ext uri="{FF2B5EF4-FFF2-40B4-BE49-F238E27FC236}">
                <a16:creationId xmlns:a16="http://schemas.microsoft.com/office/drawing/2014/main" id="{A1068641-C72F-45CC-9020-D34EFD0379D4}"/>
              </a:ext>
            </a:extLst>
          </p:cNvPr>
          <p:cNvSpPr>
            <a:spLocks xmlns:a="http://schemas.openxmlformats.org/drawingml/2006/main" noGrp="1"/>
          </p:cNvSpPr>
          <p:nvPr/>
        </p:nvSpPr>
        <p:spPr>
          <a:xfrm xmlns:a="http://schemas.openxmlformats.org/drawingml/2006/main">
            <a:off x="6601968" y="3712463"/>
            <a:ext cx="4681728" cy="67056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利用帧间相似和更有效的编码，</a:t>
            </a:r>
          </a:p>
          <a:p xmlns:a="http://schemas.openxmlformats.org/drawingml/2006/main">
            <a:pPr algn="l">
              <a:spcBef>
                <a:spcPts val="0"/>
              </a:spcBef>
              <a:spcAft>
                <a:spcPts val="200"/>
              </a:spcAft>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数据可能显著减小</a:t>
            </a:r>
          </a:p>
        </p:txBody>
      </p:sp>
      <p:sp>
        <p:nvSpPr>
          <p:cNvPr id="12" name="TextBox 11">
            <a:extLst xmlns:a="http://schemas.openxmlformats.org/drawingml/2006/main">
              <a:ext uri="{FF2B5EF4-FFF2-40B4-BE49-F238E27FC236}">
                <a16:creationId xmlns:a16="http://schemas.microsoft.com/office/drawing/2014/main" id="{B665E2F4-816A-4475-84FC-0711E904C3F3}"/>
              </a:ext>
            </a:extLst>
          </p:cNvPr>
          <p:cNvSpPr>
            <a:spLocks xmlns:a="http://schemas.openxmlformats.org/drawingml/2006/main" noGrp="1"/>
          </p:cNvSpPr>
          <p:nvPr/>
        </p:nvSpPr>
        <p:spPr>
          <a:xfrm xmlns:a="http://schemas.openxmlformats.org/drawingml/2006/main">
            <a:off x="777240" y="5879592"/>
            <a:ext cx="10789920" cy="33528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数据量计算仍正确，它描述的是题设中的“未压缩”情况。</a:t>
            </a:r>
          </a:p>
        </p:txBody>
      </p:sp>
    </p:spTree>
    <p:extLst>
      <p:ext uri="{BB962C8B-B14F-4D97-AF65-F5344CB8AC3E}">
        <p14:creationId xmlns:p14="http://schemas.microsoft.com/office/powerpoint/2010/main" val="1649176444"/>
      </p:ext>
    </p:extLst>
  </p:cSld>
</p:sld>
</file>

<file path=ppt/slides/slide51.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14093FAB-1AC2-4C99-8584-182684C3B2EA}"/>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5C86014B-DEC2-45C5-9E09-45129EB05484}"/>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F26C5C9E-63A4-42F5-B4EC-1539230C7991}"/>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为什么要压缩？先想两种真实需求</a:t>
            </a:r>
          </a:p>
        </p:txBody>
      </p:sp>
      <p:sp>
        <p:nvSpPr>
          <p:cNvPr id="5" name="Connector 4">
            <a:extLst xmlns:a="http://schemas.openxmlformats.org/drawingml/2006/main">
              <a:ext uri="{FF2B5EF4-FFF2-40B4-BE49-F238E27FC236}">
                <a16:creationId xmlns:a16="http://schemas.microsoft.com/office/drawing/2014/main" id="{B8989768-D4CD-4E57-8836-F3CAE1754626}"/>
              </a:ext>
            </a:extLst>
          </p:cNvPr>
          <p:cNvSpPr>
            <a:spLocks xmlns:a="http://schemas.openxmlformats.org/drawingml/2006/main" noGrp="1"/>
          </p:cNvSpPr>
          <p:nvPr/>
        </p:nvSpPr>
        <p:spPr>
          <a:xfrm xmlns:a="http://schemas.openxmlformats.org/drawingml/2006/main">
            <a:off x="6080760" y="1627632"/>
            <a:ext cx="0" cy="3776472"/>
          </a:xfrm>
          <a:prstGeom xmlns:a="http://schemas.openxmlformats.org/drawingml/2006/main" prst="line">
            <a:avLst/>
          </a:prstGeom>
          <a:ln xmlns:a="http://schemas.openxmlformats.org/drawingml/2006/main" w="25400">
            <a:solidFill>
              <a:srgbClr val="E2E2E7"/>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 name="TextBox 5">
            <a:extLst xmlns:a="http://schemas.openxmlformats.org/drawingml/2006/main">
              <a:ext uri="{FF2B5EF4-FFF2-40B4-BE49-F238E27FC236}">
                <a16:creationId xmlns:a16="http://schemas.microsoft.com/office/drawing/2014/main" id="{EF6ED5FC-2CFE-411F-A8EE-0F27C79274F3}"/>
              </a:ext>
            </a:extLst>
          </p:cNvPr>
          <p:cNvSpPr>
            <a:spLocks xmlns:a="http://schemas.openxmlformats.org/drawingml/2006/main" noGrp="1"/>
          </p:cNvSpPr>
          <p:nvPr/>
        </p:nvSpPr>
        <p:spPr>
          <a:xfrm xmlns:a="http://schemas.openxmlformats.org/drawingml/2006/main">
            <a:off x="822960" y="1737360"/>
            <a:ext cx="5074920" cy="4267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800" b="1">
                <a:solidFill>
                  <a:srgbClr val="8C64E1"/>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2800" b="1">
                <a:solidFill>
                  <a:srgbClr val="8C64E1"/>
                </a:solidFill>
                <a:latin typeface="Alibaba PuHuiTi 3.0 115 Black"/>
                <a:ea typeface="Alibaba PuHuiTi 3.0 115 Black"/>
                <a:cs typeface="Alibaba PuHuiTi 3.0 115 Black"/>
              </a:defRPr>
            </a:pPr>
            <a:r>
              <a:rPr sz="2800" b="1">
                <a:solidFill>
                  <a:srgbClr val="8C64E1"/>
                </a:solidFill>
                <a:latin typeface="Alibaba PuHuiTi 3.0 115 Black"/>
                <a:ea typeface="Alibaba PuHuiTi 3.0 115 Black"/>
                <a:cs typeface="Alibaba PuHuiTi 3.0 115 Black"/>
              </a:rPr>
              <a:t>节省存储空间</a:t>
            </a:r>
          </a:p>
        </p:txBody>
      </p:sp>
      <p:sp>
        <p:nvSpPr>
          <p:cNvPr id="7" name="TextBox 6">
            <a:extLst xmlns:a="http://schemas.openxmlformats.org/drawingml/2006/main">
              <a:ext uri="{FF2B5EF4-FFF2-40B4-BE49-F238E27FC236}">
                <a16:creationId xmlns:a16="http://schemas.microsoft.com/office/drawing/2014/main" id="{C4DF377C-EF73-4104-B9F6-2C334F727773}"/>
              </a:ext>
            </a:extLst>
          </p:cNvPr>
          <p:cNvSpPr>
            <a:spLocks xmlns:a="http://schemas.openxmlformats.org/drawingml/2006/main" noGrp="1"/>
          </p:cNvSpPr>
          <p:nvPr/>
        </p:nvSpPr>
        <p:spPr>
          <a:xfrm xmlns:a="http://schemas.openxmlformats.org/drawingml/2006/main">
            <a:off x="6455664" y="1737360"/>
            <a:ext cx="4754880" cy="4267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800" b="1">
                <a:solidFill>
                  <a:srgbClr val="007C9B"/>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2800" b="1">
                <a:solidFill>
                  <a:srgbClr val="007C9B"/>
                </a:solidFill>
                <a:latin typeface="Alibaba PuHuiTi 3.0 115 Black"/>
                <a:ea typeface="Alibaba PuHuiTi 3.0 115 Black"/>
                <a:cs typeface="Alibaba PuHuiTi 3.0 115 Black"/>
              </a:defRPr>
            </a:pPr>
            <a:r>
              <a:rPr sz="2800" b="1">
                <a:solidFill>
                  <a:srgbClr val="007C9B"/>
                </a:solidFill>
                <a:latin typeface="Alibaba PuHuiTi 3.0 115 Black"/>
                <a:ea typeface="Alibaba PuHuiTi 3.0 115 Black"/>
                <a:cs typeface="Alibaba PuHuiTi 3.0 115 Black"/>
              </a:rPr>
              <a:t>方便网络传输</a:t>
            </a:r>
          </a:p>
        </p:txBody>
      </p:sp>
      <p:sp>
        <p:nvSpPr>
          <p:cNvPr id="8" name="TextBox 7">
            <a:extLst xmlns:a="http://schemas.openxmlformats.org/drawingml/2006/main">
              <a:ext uri="{FF2B5EF4-FFF2-40B4-BE49-F238E27FC236}">
                <a16:creationId xmlns:a16="http://schemas.microsoft.com/office/drawing/2014/main" id="{960784B8-A2D2-4868-91B7-74AA604DE529}"/>
              </a:ext>
            </a:extLst>
          </p:cNvPr>
          <p:cNvSpPr>
            <a:spLocks xmlns:a="http://schemas.openxmlformats.org/drawingml/2006/main" noGrp="1"/>
          </p:cNvSpPr>
          <p:nvPr/>
        </p:nvSpPr>
        <p:spPr>
          <a:xfrm xmlns:a="http://schemas.openxmlformats.org/drawingml/2006/main">
            <a:off x="822960" y="2743200"/>
            <a:ext cx="5010912" cy="70104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3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300" b="0">
                <a:solidFill>
                  <a:srgbClr val="262626"/>
                </a:solidFill>
                <a:latin typeface="Alibaba PuHuiTi 3.0 55 Regular"/>
                <a:ea typeface="Alibaba PuHuiTi 3.0 55 Regular"/>
                <a:cs typeface="Alibaba PuHuiTi 3.0 55 Regular"/>
              </a:defRPr>
            </a:pPr>
            <a:r>
              <a:rPr sz="2300" b="0">
                <a:solidFill>
                  <a:srgbClr val="262626"/>
                </a:solidFill>
                <a:latin typeface="Alibaba PuHuiTi 3.0 55 Regular"/>
                <a:ea typeface="Alibaba PuHuiTi 3.0 55 Regular"/>
                <a:cs typeface="Alibaba PuHuiTi 3.0 55 Regular"/>
              </a:rPr>
              <a:t>同样容量的手机或硬盘，</a:t>
            </a:r>
          </a:p>
          <a:p xmlns:a="http://schemas.openxmlformats.org/drawingml/2006/main">
            <a:pPr algn="l">
              <a:spcBef>
                <a:spcPts val="0"/>
              </a:spcBef>
              <a:spcAft>
                <a:spcPts val="200"/>
              </a:spcAft>
              <a:buNone/>
              <a:defRPr sz="2300" b="0">
                <a:solidFill>
                  <a:srgbClr val="262626"/>
                </a:solidFill>
                <a:latin typeface="Alibaba PuHuiTi 3.0 55 Regular"/>
                <a:ea typeface="Alibaba PuHuiTi 3.0 55 Regular"/>
                <a:cs typeface="Alibaba PuHuiTi 3.0 55 Regular"/>
              </a:defRPr>
            </a:pPr>
            <a:r>
              <a:rPr sz="2300" b="0">
                <a:solidFill>
                  <a:srgbClr val="262626"/>
                </a:solidFill>
                <a:latin typeface="Alibaba PuHuiTi 3.0 55 Regular"/>
                <a:ea typeface="Alibaba PuHuiTi 3.0 55 Regular"/>
                <a:cs typeface="Alibaba PuHuiTi 3.0 55 Regular"/>
              </a:rPr>
              <a:t>可以保存更多数据。</a:t>
            </a:r>
          </a:p>
        </p:txBody>
      </p:sp>
      <p:sp>
        <p:nvSpPr>
          <p:cNvPr id="9" name="TextBox 8">
            <a:extLst xmlns:a="http://schemas.openxmlformats.org/drawingml/2006/main">
              <a:ext uri="{FF2B5EF4-FFF2-40B4-BE49-F238E27FC236}">
                <a16:creationId xmlns:a16="http://schemas.microsoft.com/office/drawing/2014/main" id="{B3B1EAE8-36B5-41C8-AE06-0E2D16530512}"/>
              </a:ext>
            </a:extLst>
          </p:cNvPr>
          <p:cNvSpPr>
            <a:spLocks xmlns:a="http://schemas.openxmlformats.org/drawingml/2006/main" noGrp="1"/>
          </p:cNvSpPr>
          <p:nvPr/>
        </p:nvSpPr>
        <p:spPr>
          <a:xfrm xmlns:a="http://schemas.openxmlformats.org/drawingml/2006/main">
            <a:off x="6455664" y="2743200"/>
            <a:ext cx="4873752" cy="70104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3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300" b="0">
                <a:solidFill>
                  <a:srgbClr val="262626"/>
                </a:solidFill>
                <a:latin typeface="Alibaba PuHuiTi 3.0 55 Regular"/>
                <a:ea typeface="Alibaba PuHuiTi 3.0 55 Regular"/>
                <a:cs typeface="Alibaba PuHuiTi 3.0 55 Regular"/>
              </a:defRPr>
            </a:pPr>
            <a:r>
              <a:rPr sz="2300" b="0">
                <a:solidFill>
                  <a:srgbClr val="262626"/>
                </a:solidFill>
                <a:latin typeface="Alibaba PuHuiTi 3.0 55 Regular"/>
                <a:ea typeface="Alibaba PuHuiTi 3.0 55 Regular"/>
                <a:cs typeface="Alibaba PuHuiTi 3.0 55 Regular"/>
              </a:rPr>
              <a:t>需要传输的数据更少，</a:t>
            </a:r>
          </a:p>
          <a:p xmlns:a="http://schemas.openxmlformats.org/drawingml/2006/main">
            <a:pPr algn="l">
              <a:spcBef>
                <a:spcPts val="0"/>
              </a:spcBef>
              <a:spcAft>
                <a:spcPts val="200"/>
              </a:spcAft>
              <a:buNone/>
              <a:defRPr sz="2300" b="0">
                <a:solidFill>
                  <a:srgbClr val="262626"/>
                </a:solidFill>
                <a:latin typeface="Alibaba PuHuiTi 3.0 55 Regular"/>
                <a:ea typeface="Alibaba PuHuiTi 3.0 55 Regular"/>
                <a:cs typeface="Alibaba PuHuiTi 3.0 55 Regular"/>
              </a:defRPr>
            </a:pPr>
            <a:r>
              <a:rPr sz="2300" b="0">
                <a:solidFill>
                  <a:srgbClr val="262626"/>
                </a:solidFill>
                <a:latin typeface="Alibaba PuHuiTi 3.0 55 Regular"/>
                <a:ea typeface="Alibaba PuHuiTi 3.0 55 Regular"/>
                <a:cs typeface="Alibaba PuHuiTi 3.0 55 Regular"/>
              </a:rPr>
              <a:t>通常能更快下载或播放。</a:t>
            </a:r>
          </a:p>
        </p:txBody>
      </p:sp>
      <p:sp>
        <p:nvSpPr>
          <p:cNvPr id="10" name="TextBox 9">
            <a:extLst xmlns:a="http://schemas.openxmlformats.org/drawingml/2006/main">
              <a:ext uri="{FF2B5EF4-FFF2-40B4-BE49-F238E27FC236}">
                <a16:creationId xmlns:a16="http://schemas.microsoft.com/office/drawing/2014/main" id="{FD993DD6-01E0-4553-BDF4-E7254658CBCD}"/>
              </a:ext>
            </a:extLst>
          </p:cNvPr>
          <p:cNvSpPr>
            <a:spLocks xmlns:a="http://schemas.openxmlformats.org/drawingml/2006/main" noGrp="1"/>
          </p:cNvSpPr>
          <p:nvPr/>
        </p:nvSpPr>
        <p:spPr>
          <a:xfrm xmlns:a="http://schemas.openxmlformats.org/drawingml/2006/main">
            <a:off x="777240" y="5879592"/>
            <a:ext cx="10789920" cy="33528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压缩的两个目的：节省空间、提高传输效率。</a:t>
            </a:r>
          </a:p>
        </p:txBody>
      </p:sp>
    </p:spTree>
    <p:extLst>
      <p:ext uri="{BB962C8B-B14F-4D97-AF65-F5344CB8AC3E}">
        <p14:creationId xmlns:p14="http://schemas.microsoft.com/office/powerpoint/2010/main" val="1515240837"/>
      </p:ext>
    </p:extLst>
  </p:cSld>
</p:sld>
</file>

<file path=ppt/slides/slide52.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B45C9309-4012-4D5F-9A1E-637A31CB017E}"/>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D9FED1C3-7801-410B-B04C-09F671308BF8}"/>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E661E9A0-1950-4A44-B32A-CA8154929E9C}"/>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“中国”重复100次，怎样写得更短？</a:t>
            </a:r>
          </a:p>
        </p:txBody>
      </p:sp>
      <p:sp>
        <p:nvSpPr>
          <p:cNvPr id="5" name="TextBox 4">
            <a:extLst xmlns:a="http://schemas.openxmlformats.org/drawingml/2006/main">
              <a:ext uri="{FF2B5EF4-FFF2-40B4-BE49-F238E27FC236}">
                <a16:creationId xmlns:a16="http://schemas.microsoft.com/office/drawing/2014/main" id="{6CBE751D-DFA8-4BB7-A016-63FB4D8D28A8}"/>
              </a:ext>
            </a:extLst>
          </p:cNvPr>
          <p:cNvSpPr>
            <a:spLocks xmlns:a="http://schemas.openxmlformats.org/drawingml/2006/main" noGrp="1"/>
          </p:cNvSpPr>
          <p:nvPr/>
        </p:nvSpPr>
        <p:spPr>
          <a:xfrm xmlns:a="http://schemas.openxmlformats.org/drawingml/2006/main">
            <a:off x="786384" y="1975104"/>
            <a:ext cx="1078992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30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000" b="1">
                <a:solidFill>
                  <a:srgbClr val="262626"/>
                </a:solidFill>
                <a:latin typeface="Alibaba PuHuiTi 3.0 115 Black"/>
                <a:ea typeface="Alibaba PuHuiTi 3.0 115 Black"/>
                <a:cs typeface="Alibaba PuHuiTi 3.0 115 Black"/>
              </a:defRPr>
            </a:pPr>
            <a:r>
              <a:rPr sz="3000" b="1">
                <a:solidFill>
                  <a:srgbClr val="262626"/>
                </a:solidFill>
                <a:latin typeface="Alibaba PuHuiTi 3.0 115 Black"/>
                <a:ea typeface="Alibaba PuHuiTi 3.0 115 Black"/>
                <a:cs typeface="Alibaba PuHuiTi 3.0 115 Black"/>
              </a:rPr>
              <a:t>中国中国中国中国中国中国……</a:t>
            </a:r>
          </a:p>
        </p:txBody>
      </p:sp>
      <p:sp>
        <p:nvSpPr>
          <p:cNvPr id="6" name="Connector 5">
            <a:extLst xmlns:a="http://schemas.openxmlformats.org/drawingml/2006/main">
              <a:ext uri="{FF2B5EF4-FFF2-40B4-BE49-F238E27FC236}">
                <a16:creationId xmlns:a16="http://schemas.microsoft.com/office/drawing/2014/main" id="{4FCBCAA7-CAD3-4038-AEE3-3F2BE06AA3DE}"/>
              </a:ext>
            </a:extLst>
          </p:cNvPr>
          <p:cNvSpPr>
            <a:spLocks xmlns:a="http://schemas.openxmlformats.org/drawingml/2006/main" noGrp="1"/>
          </p:cNvSpPr>
          <p:nvPr/>
        </p:nvSpPr>
        <p:spPr>
          <a:xfrm xmlns:a="http://schemas.openxmlformats.org/drawingml/2006/main">
            <a:off x="3291840" y="3685032"/>
            <a:ext cx="3154680" cy="0"/>
          </a:xfrm>
          <a:prstGeom xmlns:a="http://schemas.openxmlformats.org/drawingml/2006/main" prst="line">
            <a:avLst/>
          </a:prstGeom>
          <a:ln xmlns:a="http://schemas.openxmlformats.org/drawingml/2006/main" w="3810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 name="TextBox 6">
            <a:extLst xmlns:a="http://schemas.openxmlformats.org/drawingml/2006/main">
              <a:ext uri="{FF2B5EF4-FFF2-40B4-BE49-F238E27FC236}">
                <a16:creationId xmlns:a16="http://schemas.microsoft.com/office/drawing/2014/main" id="{66B88E5D-891F-4EB1-BE59-73F126D1C152}"/>
              </a:ext>
            </a:extLst>
          </p:cNvPr>
          <p:cNvSpPr>
            <a:spLocks xmlns:a="http://schemas.openxmlformats.org/drawingml/2006/main" noGrp="1"/>
          </p:cNvSpPr>
          <p:nvPr/>
        </p:nvSpPr>
        <p:spPr>
          <a:xfrm xmlns:a="http://schemas.openxmlformats.org/drawingml/2006/main">
            <a:off x="6803136" y="3310128"/>
            <a:ext cx="429768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3300" b="1">
                <a:solidFill>
                  <a:srgbClr val="8C64E1"/>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300" b="1">
                <a:solidFill>
                  <a:srgbClr val="8C64E1"/>
                </a:solidFill>
                <a:latin typeface="Alibaba PuHuiTi 3.0 115 Black"/>
                <a:ea typeface="Alibaba PuHuiTi 3.0 115 Black"/>
                <a:cs typeface="Alibaba PuHuiTi 3.0 115 Black"/>
              </a:defRPr>
            </a:pPr>
            <a:r>
              <a:rPr sz="3300" b="1">
                <a:solidFill>
                  <a:srgbClr val="8C64E1"/>
                </a:solidFill>
                <a:latin typeface="Alibaba PuHuiTi 3.0 115 Black"/>
                <a:ea typeface="Alibaba PuHuiTi 3.0 115 Black"/>
                <a:cs typeface="Alibaba PuHuiTi 3.0 115 Black"/>
              </a:rPr>
              <a:t>“中国” × 100</a:t>
            </a:r>
          </a:p>
        </p:txBody>
      </p:sp>
      <p:sp>
        <p:nvSpPr>
          <p:cNvPr id="8" name="TextBox 7">
            <a:extLst xmlns:a="http://schemas.openxmlformats.org/drawingml/2006/main">
              <a:ext uri="{FF2B5EF4-FFF2-40B4-BE49-F238E27FC236}">
                <a16:creationId xmlns:a16="http://schemas.microsoft.com/office/drawing/2014/main" id="{6FFA1C6C-2E82-4AB0-8DA6-D81E9682843C}"/>
              </a:ext>
            </a:extLst>
          </p:cNvPr>
          <p:cNvSpPr>
            <a:spLocks xmlns:a="http://schemas.openxmlformats.org/drawingml/2006/main" noGrp="1"/>
          </p:cNvSpPr>
          <p:nvPr/>
        </p:nvSpPr>
        <p:spPr>
          <a:xfrm xmlns:a="http://schemas.openxmlformats.org/drawingml/2006/main">
            <a:off x="777240" y="5879592"/>
            <a:ext cx="10789920" cy="33528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在不改变内容的前提下，用规则和次数来表示重复部分。</a:t>
            </a:r>
          </a:p>
        </p:txBody>
      </p:sp>
    </p:spTree>
    <p:extLst>
      <p:ext uri="{BB962C8B-B14F-4D97-AF65-F5344CB8AC3E}">
        <p14:creationId xmlns:p14="http://schemas.microsoft.com/office/powerpoint/2010/main" val="1923840916"/>
      </p:ext>
    </p:extLst>
  </p:cSld>
</p:sld>
</file>

<file path=ppt/slides/slide53.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312505A3-CA78-4D11-B3BE-795607F50F7A}"/>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F41EC01E-A53D-4341-A019-5761EAE1FF92}"/>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4A051B56-5FC5-40A4-93E3-65F32BC9A289}"/>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为什么重复内容更容易压缩？</a:t>
            </a:r>
          </a:p>
        </p:txBody>
      </p:sp>
      <p:sp>
        <p:nvSpPr>
          <p:cNvPr id="5" name="Connector 4">
            <a:extLst xmlns:a="http://schemas.openxmlformats.org/drawingml/2006/main">
              <a:ext uri="{FF2B5EF4-FFF2-40B4-BE49-F238E27FC236}">
                <a16:creationId xmlns:a16="http://schemas.microsoft.com/office/drawing/2014/main" id="{AEAEA053-5613-479F-B635-091AEC879FBB}"/>
              </a:ext>
            </a:extLst>
          </p:cNvPr>
          <p:cNvSpPr>
            <a:spLocks xmlns:a="http://schemas.openxmlformats.org/drawingml/2006/main" noGrp="1"/>
          </p:cNvSpPr>
          <p:nvPr/>
        </p:nvSpPr>
        <p:spPr>
          <a:xfrm xmlns:a="http://schemas.openxmlformats.org/drawingml/2006/main">
            <a:off x="6080760" y="1627632"/>
            <a:ext cx="0" cy="3776472"/>
          </a:xfrm>
          <a:prstGeom xmlns:a="http://schemas.openxmlformats.org/drawingml/2006/main" prst="line">
            <a:avLst/>
          </a:prstGeom>
          <a:ln xmlns:a="http://schemas.openxmlformats.org/drawingml/2006/main" w="25400">
            <a:solidFill>
              <a:srgbClr val="E2E2E7"/>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 name="TextBox 5">
            <a:extLst xmlns:a="http://schemas.openxmlformats.org/drawingml/2006/main">
              <a:ext uri="{FF2B5EF4-FFF2-40B4-BE49-F238E27FC236}">
                <a16:creationId xmlns:a16="http://schemas.microsoft.com/office/drawing/2014/main" id="{832D697F-245F-4212-92DC-B1E7D9D05F38}"/>
              </a:ext>
            </a:extLst>
          </p:cNvPr>
          <p:cNvSpPr>
            <a:spLocks xmlns:a="http://schemas.openxmlformats.org/drawingml/2006/main" noGrp="1"/>
          </p:cNvSpPr>
          <p:nvPr/>
        </p:nvSpPr>
        <p:spPr>
          <a:xfrm xmlns:a="http://schemas.openxmlformats.org/drawingml/2006/main">
            <a:off x="822960" y="1737360"/>
            <a:ext cx="5074920" cy="4267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800" b="1">
                <a:solidFill>
                  <a:srgbClr val="8C64E1"/>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2800" b="1">
                <a:solidFill>
                  <a:srgbClr val="8C64E1"/>
                </a:solidFill>
                <a:latin typeface="Alibaba PuHuiTi 3.0 115 Black"/>
                <a:ea typeface="Alibaba PuHuiTi 3.0 115 Black"/>
                <a:cs typeface="Alibaba PuHuiTi 3.0 115 Black"/>
              </a:defRPr>
            </a:pPr>
            <a:r>
              <a:rPr sz="2800" b="1">
                <a:solidFill>
                  <a:srgbClr val="8C64E1"/>
                </a:solidFill>
                <a:latin typeface="Alibaba PuHuiTi 3.0 115 Black"/>
                <a:ea typeface="Alibaba PuHuiTi 3.0 115 Black"/>
                <a:cs typeface="Alibaba PuHuiTi 3.0 115 Black"/>
              </a:rPr>
              <a:t>高度重复的内容</a:t>
            </a:r>
          </a:p>
        </p:txBody>
      </p:sp>
      <p:sp>
        <p:nvSpPr>
          <p:cNvPr id="7" name="TextBox 6">
            <a:extLst xmlns:a="http://schemas.openxmlformats.org/drawingml/2006/main">
              <a:ext uri="{FF2B5EF4-FFF2-40B4-BE49-F238E27FC236}">
                <a16:creationId xmlns:a16="http://schemas.microsoft.com/office/drawing/2014/main" id="{BDB6664A-8BF4-4649-B996-081902C4FDAC}"/>
              </a:ext>
            </a:extLst>
          </p:cNvPr>
          <p:cNvSpPr>
            <a:spLocks xmlns:a="http://schemas.openxmlformats.org/drawingml/2006/main" noGrp="1"/>
          </p:cNvSpPr>
          <p:nvPr/>
        </p:nvSpPr>
        <p:spPr>
          <a:xfrm xmlns:a="http://schemas.openxmlformats.org/drawingml/2006/main">
            <a:off x="6455664" y="1737360"/>
            <a:ext cx="4754880" cy="4267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800" b="1">
                <a:solidFill>
                  <a:srgbClr val="007C9B"/>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2800" b="1">
                <a:solidFill>
                  <a:srgbClr val="007C9B"/>
                </a:solidFill>
                <a:latin typeface="Alibaba PuHuiTi 3.0 115 Black"/>
                <a:ea typeface="Alibaba PuHuiTi 3.0 115 Black"/>
                <a:cs typeface="Alibaba PuHuiTi 3.0 115 Black"/>
              </a:defRPr>
            </a:pPr>
            <a:r>
              <a:rPr sz="2800" b="1">
                <a:solidFill>
                  <a:srgbClr val="007C9B"/>
                </a:solidFill>
                <a:latin typeface="Alibaba PuHuiTi 3.0 115 Black"/>
                <a:ea typeface="Alibaba PuHuiTi 3.0 115 Black"/>
                <a:cs typeface="Alibaba PuHuiTi 3.0 115 Black"/>
              </a:rPr>
              <a:t>变化复杂的内容</a:t>
            </a:r>
          </a:p>
        </p:txBody>
      </p:sp>
      <p:sp>
        <p:nvSpPr>
          <p:cNvPr id="8" name="TextBox 7">
            <a:extLst xmlns:a="http://schemas.openxmlformats.org/drawingml/2006/main">
              <a:ext uri="{FF2B5EF4-FFF2-40B4-BE49-F238E27FC236}">
                <a16:creationId xmlns:a16="http://schemas.microsoft.com/office/drawing/2014/main" id="{68CAFFED-E2AC-4B03-887D-985377D64752}"/>
              </a:ext>
            </a:extLst>
          </p:cNvPr>
          <p:cNvSpPr>
            <a:spLocks xmlns:a="http://schemas.openxmlformats.org/drawingml/2006/main" noGrp="1"/>
          </p:cNvSpPr>
          <p:nvPr/>
        </p:nvSpPr>
        <p:spPr>
          <a:xfrm xmlns:a="http://schemas.openxmlformats.org/drawingml/2006/main">
            <a:off x="822960" y="2743200"/>
            <a:ext cx="5010912" cy="110236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3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300" b="0">
                <a:solidFill>
                  <a:srgbClr val="262626"/>
                </a:solidFill>
                <a:latin typeface="Alibaba PuHuiTi 3.0 55 Regular"/>
                <a:ea typeface="Alibaba PuHuiTi 3.0 55 Regular"/>
                <a:cs typeface="Alibaba PuHuiTi 3.0 55 Regular"/>
              </a:defRPr>
            </a:pPr>
            <a:r>
              <a:rPr sz="2300" b="0">
                <a:solidFill>
                  <a:srgbClr val="262626"/>
                </a:solidFill>
                <a:latin typeface="Alibaba PuHuiTi 3.0 55 Regular"/>
                <a:ea typeface="Alibaba PuHuiTi 3.0 55 Regular"/>
                <a:cs typeface="Alibaba PuHuiTi 3.0 55 Regular"/>
              </a:rPr>
              <a:t>AAAAAAAAAA…</a:t>
            </a:r>
          </a:p>
          <a:p xmlns:a="http://schemas.openxmlformats.org/drawingml/2006/main">
            <a:pPr>
              <a:spcBef>
                <a:spcPts val="0"/>
              </a:spcBef>
              <a:spcAft>
                <a:spcPts val="200"/>
              </a:spcAft>
              <a:buNone/>
              <a:defRPr sz="2300" b="0">
                <a:solidFill>
                  <a:srgbClr val="262626"/>
                </a:solidFill>
                <a:latin typeface="Alibaba PuHuiTi 3.0 55 Regular"/>
                <a:ea typeface="Alibaba PuHuiTi 3.0 55 Regular"/>
                <a:cs typeface="Alibaba PuHuiTi 3.0 55 Regular"/>
              </a:defRPr>
            </a:pPr>
            <a:r>
              <a:t/>
            </a:r>
          </a:p>
          <a:p xmlns:a="http://schemas.openxmlformats.org/drawingml/2006/main">
            <a:pPr algn="l">
              <a:spcBef>
                <a:spcPts val="0"/>
              </a:spcBef>
              <a:spcAft>
                <a:spcPts val="200"/>
              </a:spcAft>
              <a:buNone/>
              <a:defRPr sz="2300" b="0">
                <a:solidFill>
                  <a:srgbClr val="262626"/>
                </a:solidFill>
                <a:latin typeface="Alibaba PuHuiTi 3.0 55 Regular"/>
                <a:ea typeface="Alibaba PuHuiTi 3.0 55 Regular"/>
                <a:cs typeface="Alibaba PuHuiTi 3.0 55 Regular"/>
              </a:defRPr>
            </a:pPr>
            <a:r>
              <a:rPr sz="2300" b="0">
                <a:solidFill>
                  <a:srgbClr val="262626"/>
                </a:solidFill>
                <a:latin typeface="Alibaba PuHuiTi 3.0 55 Regular"/>
                <a:ea typeface="Alibaba PuHuiTi 3.0 55 Regular"/>
                <a:cs typeface="Alibaba PuHuiTi 3.0 55 Regular"/>
              </a:rPr>
              <a:t>容易用简短规则表示。</a:t>
            </a:r>
          </a:p>
        </p:txBody>
      </p:sp>
      <p:sp>
        <p:nvSpPr>
          <p:cNvPr id="9" name="TextBox 8">
            <a:extLst xmlns:a="http://schemas.openxmlformats.org/drawingml/2006/main">
              <a:ext uri="{FF2B5EF4-FFF2-40B4-BE49-F238E27FC236}">
                <a16:creationId xmlns:a16="http://schemas.microsoft.com/office/drawing/2014/main" id="{E75F2CB0-EF27-403E-811C-80E9A2670F3F}"/>
              </a:ext>
            </a:extLst>
          </p:cNvPr>
          <p:cNvSpPr>
            <a:spLocks xmlns:a="http://schemas.openxmlformats.org/drawingml/2006/main" noGrp="1"/>
          </p:cNvSpPr>
          <p:nvPr/>
        </p:nvSpPr>
        <p:spPr>
          <a:xfrm xmlns:a="http://schemas.openxmlformats.org/drawingml/2006/main">
            <a:off x="6455664" y="2743200"/>
            <a:ext cx="4873752" cy="110236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3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300" b="0">
                <a:solidFill>
                  <a:srgbClr val="262626"/>
                </a:solidFill>
                <a:latin typeface="Alibaba PuHuiTi 3.0 55 Regular"/>
                <a:ea typeface="Alibaba PuHuiTi 3.0 55 Regular"/>
                <a:cs typeface="Alibaba PuHuiTi 3.0 55 Regular"/>
              </a:defRPr>
            </a:pPr>
            <a:r>
              <a:rPr sz="2300" b="0">
                <a:solidFill>
                  <a:srgbClr val="262626"/>
                </a:solidFill>
                <a:latin typeface="Alibaba PuHuiTi 3.0 55 Regular"/>
                <a:ea typeface="Alibaba PuHuiTi 3.0 55 Regular"/>
                <a:cs typeface="Alibaba PuHuiTi 3.0 55 Regular"/>
              </a:rPr>
              <a:t>AX3Q9P8F2…</a:t>
            </a:r>
          </a:p>
          <a:p xmlns:a="http://schemas.openxmlformats.org/drawingml/2006/main">
            <a:pPr>
              <a:spcBef>
                <a:spcPts val="0"/>
              </a:spcBef>
              <a:spcAft>
                <a:spcPts val="200"/>
              </a:spcAft>
              <a:buNone/>
              <a:defRPr sz="2300" b="0">
                <a:solidFill>
                  <a:srgbClr val="262626"/>
                </a:solidFill>
                <a:latin typeface="Alibaba PuHuiTi 3.0 55 Regular"/>
                <a:ea typeface="Alibaba PuHuiTi 3.0 55 Regular"/>
                <a:cs typeface="Alibaba PuHuiTi 3.0 55 Regular"/>
              </a:defRPr>
            </a:pPr>
            <a:r>
              <a:t/>
            </a:r>
          </a:p>
          <a:p xmlns:a="http://schemas.openxmlformats.org/drawingml/2006/main">
            <a:pPr algn="l">
              <a:spcBef>
                <a:spcPts val="0"/>
              </a:spcBef>
              <a:spcAft>
                <a:spcPts val="200"/>
              </a:spcAft>
              <a:buNone/>
              <a:defRPr sz="2300" b="0">
                <a:solidFill>
                  <a:srgbClr val="262626"/>
                </a:solidFill>
                <a:latin typeface="Alibaba PuHuiTi 3.0 55 Regular"/>
                <a:ea typeface="Alibaba PuHuiTi 3.0 55 Regular"/>
                <a:cs typeface="Alibaba PuHuiTi 3.0 55 Regular"/>
              </a:defRPr>
            </a:pPr>
            <a:r>
              <a:rPr sz="2300" b="0">
                <a:solidFill>
                  <a:srgbClr val="262626"/>
                </a:solidFill>
                <a:latin typeface="Alibaba PuHuiTi 3.0 55 Regular"/>
                <a:ea typeface="Alibaba PuHuiTi 3.0 55 Regular"/>
                <a:cs typeface="Alibaba PuHuiTi 3.0 55 Regular"/>
              </a:rPr>
              <a:t>难以找到同样简短的规则。</a:t>
            </a:r>
          </a:p>
        </p:txBody>
      </p:sp>
      <p:sp>
        <p:nvSpPr>
          <p:cNvPr id="10" name="TextBox 9">
            <a:extLst xmlns:a="http://schemas.openxmlformats.org/drawingml/2006/main">
              <a:ext uri="{FF2B5EF4-FFF2-40B4-BE49-F238E27FC236}">
                <a16:creationId xmlns:a16="http://schemas.microsoft.com/office/drawing/2014/main" id="{A3867212-537E-4B6C-9061-FFC3660D1A15}"/>
              </a:ext>
            </a:extLst>
          </p:cNvPr>
          <p:cNvSpPr>
            <a:spLocks xmlns:a="http://schemas.openxmlformats.org/drawingml/2006/main" noGrp="1"/>
          </p:cNvSpPr>
          <p:nvPr/>
        </p:nvSpPr>
        <p:spPr>
          <a:xfrm xmlns:a="http://schemas.openxmlformats.org/drawingml/2006/main">
            <a:off x="777240" y="5879592"/>
            <a:ext cx="10789920" cy="33528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冗余越多，使用合适的算法时，通常越容易压缩。</a:t>
            </a:r>
          </a:p>
        </p:txBody>
      </p:sp>
    </p:spTree>
    <p:extLst>
      <p:ext uri="{BB962C8B-B14F-4D97-AF65-F5344CB8AC3E}">
        <p14:creationId xmlns:p14="http://schemas.microsoft.com/office/powerpoint/2010/main" val="1350035696"/>
      </p:ext>
    </p:extLst>
  </p:cSld>
</p:sld>
</file>

<file path=ppt/slides/slide54.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D113F245-16FC-493D-B0C0-6A901DBDA158}"/>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4401BC2E-ACC4-4FFF-9E08-0AE2E7D144D7}"/>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94B5C6B2-920B-4554-8CC1-758FC3504774}"/>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两份都是1000Byte，压缩后谁更小？</a:t>
            </a:r>
          </a:p>
        </p:txBody>
      </p:sp>
      <p:sp>
        <p:nvSpPr>
          <p:cNvPr id="5" name="TextBox 4">
            <a:extLst xmlns:a="http://schemas.openxmlformats.org/drawingml/2006/main">
              <a:ext uri="{FF2B5EF4-FFF2-40B4-BE49-F238E27FC236}">
                <a16:creationId xmlns:a16="http://schemas.microsoft.com/office/drawing/2014/main" id="{7637B534-1F2E-47A2-8A25-E30D5D6E4475}"/>
              </a:ext>
            </a:extLst>
          </p:cNvPr>
          <p:cNvSpPr>
            <a:spLocks xmlns:a="http://schemas.openxmlformats.org/drawingml/2006/main" noGrp="1"/>
          </p:cNvSpPr>
          <p:nvPr/>
        </p:nvSpPr>
        <p:spPr>
          <a:xfrm xmlns:a="http://schemas.openxmlformats.org/drawingml/2006/main">
            <a:off x="795528" y="2002536"/>
            <a:ext cx="4882896" cy="4114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700" b="1">
                <a:solidFill>
                  <a:srgbClr val="8C64E1"/>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2700" b="1">
                <a:solidFill>
                  <a:srgbClr val="8C64E1"/>
                </a:solidFill>
                <a:latin typeface="Alibaba PuHuiTi 3.0 115 Black"/>
                <a:ea typeface="Alibaba PuHuiTi 3.0 115 Black"/>
                <a:cs typeface="Alibaba PuHuiTi 3.0 115 Black"/>
              </a:defRPr>
            </a:pPr>
            <a:r>
              <a:rPr sz="2700" b="1">
                <a:solidFill>
                  <a:srgbClr val="8C64E1"/>
                </a:solidFill>
                <a:latin typeface="Alibaba PuHuiTi 3.0 115 Black"/>
                <a:ea typeface="Alibaba PuHuiTi 3.0 115 Black"/>
                <a:cs typeface="Alibaba PuHuiTi 3.0 115 Black"/>
              </a:rPr>
              <a:t>文件A：1000个“A”</a:t>
            </a:r>
          </a:p>
        </p:txBody>
      </p:sp>
      <p:sp>
        <p:nvSpPr>
          <p:cNvPr id="6" name="TextBox 5">
            <a:extLst xmlns:a="http://schemas.openxmlformats.org/drawingml/2006/main">
              <a:ext uri="{FF2B5EF4-FFF2-40B4-BE49-F238E27FC236}">
                <a16:creationId xmlns:a16="http://schemas.microsoft.com/office/drawing/2014/main" id="{288E4EB4-B451-4319-91B1-B1A22A20FB93}"/>
              </a:ext>
            </a:extLst>
          </p:cNvPr>
          <p:cNvSpPr>
            <a:spLocks xmlns:a="http://schemas.openxmlformats.org/drawingml/2006/main" noGrp="1"/>
          </p:cNvSpPr>
          <p:nvPr/>
        </p:nvSpPr>
        <p:spPr>
          <a:xfrm xmlns:a="http://schemas.openxmlformats.org/drawingml/2006/main">
            <a:off x="6419088" y="2002536"/>
            <a:ext cx="4828032" cy="39624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600" b="1">
                <a:solidFill>
                  <a:srgbClr val="007C9B"/>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2600" b="1">
                <a:solidFill>
                  <a:srgbClr val="007C9B"/>
                </a:solidFill>
                <a:latin typeface="Alibaba PuHuiTi 3.0 115 Black"/>
                <a:ea typeface="Alibaba PuHuiTi 3.0 115 Black"/>
                <a:cs typeface="Alibaba PuHuiTi 3.0 115 Black"/>
              </a:defRPr>
            </a:pPr>
            <a:r>
              <a:rPr sz="2600" b="1">
                <a:solidFill>
                  <a:srgbClr val="007C9B"/>
                </a:solidFill>
                <a:latin typeface="Alibaba PuHuiTi 3.0 115 Black"/>
                <a:ea typeface="Alibaba PuHuiTi 3.0 115 Black"/>
                <a:cs typeface="Alibaba PuHuiTi 3.0 115 Black"/>
              </a:rPr>
              <a:t>文件B：1000个随机字节</a:t>
            </a:r>
          </a:p>
        </p:txBody>
      </p:sp>
      <p:sp>
        <p:nvSpPr>
          <p:cNvPr id="7" name="TextBox 6">
            <a:extLst xmlns:a="http://schemas.openxmlformats.org/drawingml/2006/main">
              <a:ext uri="{FF2B5EF4-FFF2-40B4-BE49-F238E27FC236}">
                <a16:creationId xmlns:a16="http://schemas.microsoft.com/office/drawing/2014/main" id="{035ACA73-9D79-41C5-A8C7-FAD72B547EC4}"/>
              </a:ext>
            </a:extLst>
          </p:cNvPr>
          <p:cNvSpPr>
            <a:spLocks xmlns:a="http://schemas.openxmlformats.org/drawingml/2006/main" noGrp="1"/>
          </p:cNvSpPr>
          <p:nvPr/>
        </p:nvSpPr>
        <p:spPr>
          <a:xfrm xmlns:a="http://schemas.openxmlformats.org/drawingml/2006/main">
            <a:off x="804672" y="3337560"/>
            <a:ext cx="105156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4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400" b="0">
                <a:solidFill>
                  <a:srgbClr val="262626"/>
                </a:solidFill>
                <a:latin typeface="Alibaba PuHuiTi 3.0 55 Regular"/>
                <a:ea typeface="Alibaba PuHuiTi 3.0 55 Regular"/>
                <a:cs typeface="Alibaba PuHuiTi 3.0 55 Regular"/>
              </a:defRPr>
            </a:pPr>
            <a:r>
              <a:rPr sz="2400" b="0">
                <a:solidFill>
                  <a:srgbClr val="262626"/>
                </a:solidFill>
                <a:latin typeface="Alibaba PuHuiTi 3.0 55 Regular"/>
                <a:ea typeface="Alibaba PuHuiTi 3.0 55 Regular"/>
                <a:cs typeface="Alibaba PuHuiTi 3.0 55 Regular"/>
              </a:rPr>
              <a:t>原始大小相同，都等于1000 Byte。</a:t>
            </a:r>
          </a:p>
        </p:txBody>
      </p:sp>
      <p:sp>
        <p:nvSpPr>
          <p:cNvPr id="8" name="TextBox 7">
            <a:extLst xmlns:a="http://schemas.openxmlformats.org/drawingml/2006/main">
              <a:ext uri="{FF2B5EF4-FFF2-40B4-BE49-F238E27FC236}">
                <a16:creationId xmlns:a16="http://schemas.microsoft.com/office/drawing/2014/main" id="{15D2B491-FC36-4324-B8A3-9F4B6F16D909}"/>
              </a:ext>
            </a:extLst>
          </p:cNvPr>
          <p:cNvSpPr>
            <a:spLocks xmlns:a="http://schemas.openxmlformats.org/drawingml/2006/main" noGrp="1"/>
          </p:cNvSpPr>
          <p:nvPr/>
        </p:nvSpPr>
        <p:spPr>
          <a:xfrm xmlns:a="http://schemas.openxmlformats.org/drawingml/2006/main">
            <a:off x="777240" y="5065776"/>
            <a:ext cx="10789920"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200" b="1">
                <a:solidFill>
                  <a:srgbClr val="8C64E1"/>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2200" b="1">
                <a:solidFill>
                  <a:srgbClr val="8C64E1"/>
                </a:solidFill>
                <a:latin typeface="Alibaba PuHuiTi 3.0 115 Black"/>
                <a:ea typeface="Alibaba PuHuiTi 3.0 115 Black"/>
                <a:cs typeface="Alibaba PuHuiTi 3.0 115 Black"/>
              </a:defRPr>
            </a:pPr>
            <a:r>
              <a:rPr sz="2200" b="1">
                <a:solidFill>
                  <a:srgbClr val="8C64E1"/>
                </a:solidFill>
                <a:latin typeface="Alibaba PuHuiTi 3.0 115 Black"/>
                <a:ea typeface="Alibaba PuHuiTi 3.0 115 Black"/>
                <a:cs typeface="Alibaba PuHuiTi 3.0 115 Black"/>
              </a:rPr>
              <a:t>请预测：压缩后 A、B 谁更小？能够完整恢复吗？</a:t>
            </a:r>
          </a:p>
        </p:txBody>
      </p:sp>
    </p:spTree>
    <p:extLst>
      <p:ext uri="{BB962C8B-B14F-4D97-AF65-F5344CB8AC3E}">
        <p14:creationId xmlns:p14="http://schemas.microsoft.com/office/powerpoint/2010/main" val="491927422"/>
      </p:ext>
    </p:extLst>
  </p:cSld>
</p:sld>
</file>

<file path=ppt/slides/slide55.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35D5393F-B383-4C91-95F9-E55BD451536C}"/>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6F0D2FC0-E657-4267-ABC5-B50DE758784F}"/>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9F0E87F8-062F-4222-AE66-439406AE6F8C}"/>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演示D：同样1000Byte，压缩后会相同吗？</a:t>
            </a:r>
          </a:p>
        </p:txBody>
      </p:sp>
      <p:sp>
        <p:nvSpPr>
          <p:cNvPr id="5" name="TextBox 4">
            <a:extLst xmlns:a="http://schemas.openxmlformats.org/drawingml/2006/main">
              <a:ext uri="{FF2B5EF4-FFF2-40B4-BE49-F238E27FC236}">
                <a16:creationId xmlns:a16="http://schemas.microsoft.com/office/drawing/2014/main" id="{458DBD57-23E8-43F9-9326-FE65C48282EB}"/>
              </a:ext>
            </a:extLst>
          </p:cNvPr>
          <p:cNvSpPr>
            <a:spLocks xmlns:a="http://schemas.openxmlformats.org/drawingml/2006/main" noGrp="1"/>
          </p:cNvSpPr>
          <p:nvPr/>
        </p:nvSpPr>
        <p:spPr>
          <a:xfrm xmlns:a="http://schemas.openxmlformats.org/drawingml/2006/main">
            <a:off x="822960" y="1627632"/>
            <a:ext cx="10515600" cy="39624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600" b="1">
                <a:solidFill>
                  <a:srgbClr val="262626"/>
                </a:solidFill>
                <a:latin typeface="Alibaba PuHuiTi 3.0 115 Black"/>
                <a:ea typeface="Alibaba PuHuiTi 3.0 115 Black"/>
                <a:cs typeface="Alibaba PuHuiTi 3.0 115 Black"/>
              </a:defRPr>
            </a:defPPr>
          </a:lstStyle>
          <a:p xmlns:a="http://schemas.openxmlformats.org/drawingml/2006/main">
            <a:pPr algn="l">
              <a:buNone/>
              <a:defRPr sz="2600" b="1">
                <a:solidFill>
                  <a:srgbClr val="262626"/>
                </a:solidFill>
                <a:latin typeface="Alibaba PuHuiTi 3.0 115 Black"/>
                <a:ea typeface="Alibaba PuHuiTi 3.0 115 Black"/>
                <a:cs typeface="Alibaba PuHuiTi 3.0 115 Black"/>
              </a:defRPr>
            </a:pPr>
            <a:r>
              <a:rPr sz="2600" b="1">
                <a:solidFill>
                  <a:srgbClr val="262626"/>
                </a:solidFill>
                <a:latin typeface="Alibaba PuHuiTi 3.0 115 Black"/>
                <a:ea typeface="Alibaba PuHuiTi 3.0 115 Black"/>
                <a:cs typeface="Alibaba PuHuiTi 3.0 115 Black"/>
              </a:rPr>
              <a:t>同样是 1000 Byte：</a:t>
            </a:r>
          </a:p>
        </p:txBody>
      </p:sp>
      <p:sp>
        <p:nvSpPr>
          <p:cNvPr id="6" name="Rectangle 5">
            <a:extLst xmlns:a="http://schemas.openxmlformats.org/drawingml/2006/main">
              <a:ext uri="{FF2B5EF4-FFF2-40B4-BE49-F238E27FC236}">
                <a16:creationId xmlns:a16="http://schemas.microsoft.com/office/drawing/2014/main" id="{89E62C4E-8F5E-40B3-8DD3-503CE950F342}"/>
              </a:ext>
            </a:extLst>
          </p:cNvPr>
          <p:cNvSpPr>
            <a:spLocks xmlns:a="http://schemas.openxmlformats.org/drawingml/2006/main" noGrp="1"/>
          </p:cNvSpPr>
          <p:nvPr/>
        </p:nvSpPr>
        <p:spPr>
          <a:xfrm xmlns:a="http://schemas.openxmlformats.org/drawingml/2006/main">
            <a:off x="822960" y="2587752"/>
            <a:ext cx="5102352" cy="1261872"/>
          </a:xfrm>
          <a:prstGeom xmlns:a="http://schemas.openxmlformats.org/drawingml/2006/main" prst="rect">
            <a:avLst/>
          </a:prstGeom>
          <a:noFill xmlns:a="http://schemas.openxmlformats.org/drawingml/2006/main"/>
          <a:ln xmlns:a="http://schemas.openxmlformats.org/drawingml/2006/main" w="19050">
            <a:solidFill>
              <a:srgbClr val="8C64E1"/>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7" name="TextBox 6">
            <a:extLst xmlns:a="http://schemas.openxmlformats.org/drawingml/2006/main">
              <a:ext uri="{FF2B5EF4-FFF2-40B4-BE49-F238E27FC236}">
                <a16:creationId xmlns:a16="http://schemas.microsoft.com/office/drawing/2014/main" id="{E574B343-60CB-4508-B15C-323FBF60A578}"/>
              </a:ext>
            </a:extLst>
          </p:cNvPr>
          <p:cNvSpPr>
            <a:spLocks xmlns:a="http://schemas.openxmlformats.org/drawingml/2006/main" noGrp="1"/>
          </p:cNvSpPr>
          <p:nvPr/>
        </p:nvSpPr>
        <p:spPr>
          <a:xfrm xmlns:a="http://schemas.openxmlformats.org/drawingml/2006/main">
            <a:off x="1014984" y="2798064"/>
            <a:ext cx="1353312" cy="3505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300" b="1">
                <a:solidFill>
                  <a:srgbClr val="8C64E1"/>
                </a:solidFill>
                <a:latin typeface="Alibaba PuHuiTi 3.0 115 Black"/>
                <a:ea typeface="Alibaba PuHuiTi 3.0 115 Black"/>
                <a:cs typeface="Alibaba PuHuiTi 3.0 115 Black"/>
              </a:defRPr>
            </a:defPPr>
          </a:lstStyle>
          <a:p xmlns:a="http://schemas.openxmlformats.org/drawingml/2006/main">
            <a:pPr algn="l">
              <a:buNone/>
              <a:defRPr sz="2300" b="1">
                <a:solidFill>
                  <a:srgbClr val="8C64E1"/>
                </a:solidFill>
                <a:latin typeface="Alibaba PuHuiTi 3.0 115 Black"/>
                <a:ea typeface="Alibaba PuHuiTi 3.0 115 Black"/>
                <a:cs typeface="Alibaba PuHuiTi 3.0 115 Black"/>
              </a:defRPr>
            </a:pPr>
            <a:r>
              <a:rPr sz="2300" b="1">
                <a:solidFill>
                  <a:srgbClr val="8C64E1"/>
                </a:solidFill>
                <a:latin typeface="Alibaba PuHuiTi 3.0 115 Black"/>
                <a:ea typeface="Alibaba PuHuiTi 3.0 115 Black"/>
                <a:cs typeface="Alibaba PuHuiTi 3.0 115 Black"/>
              </a:rPr>
              <a:t>文件 A</a:t>
            </a:r>
          </a:p>
        </p:txBody>
      </p:sp>
      <p:sp>
        <p:nvSpPr>
          <p:cNvPr id="8" name="TextBox 7">
            <a:extLst xmlns:a="http://schemas.openxmlformats.org/drawingml/2006/main">
              <a:ext uri="{FF2B5EF4-FFF2-40B4-BE49-F238E27FC236}">
                <a16:creationId xmlns:a16="http://schemas.microsoft.com/office/drawing/2014/main" id="{F20FAC58-A8AE-4A18-AD14-F3039C510DA4}"/>
              </a:ext>
            </a:extLst>
          </p:cNvPr>
          <p:cNvSpPr>
            <a:spLocks xmlns:a="http://schemas.openxmlformats.org/drawingml/2006/main" noGrp="1"/>
          </p:cNvSpPr>
          <p:nvPr/>
        </p:nvSpPr>
        <p:spPr>
          <a:xfrm xmlns:a="http://schemas.openxmlformats.org/drawingml/2006/main">
            <a:off x="2340864" y="2798064"/>
            <a:ext cx="3273552"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1000个重复的字节“A”</a:t>
            </a:r>
          </a:p>
        </p:txBody>
      </p:sp>
      <p:sp>
        <p:nvSpPr>
          <p:cNvPr id="9" name="Rectangle 8">
            <a:extLst xmlns:a="http://schemas.openxmlformats.org/drawingml/2006/main">
              <a:ext uri="{FF2B5EF4-FFF2-40B4-BE49-F238E27FC236}">
                <a16:creationId xmlns:a16="http://schemas.microsoft.com/office/drawing/2014/main" id="{AEC86C89-69D7-47EB-A911-EF087FCB7495}"/>
              </a:ext>
            </a:extLst>
          </p:cNvPr>
          <p:cNvSpPr>
            <a:spLocks xmlns:a="http://schemas.openxmlformats.org/drawingml/2006/main" noGrp="1"/>
          </p:cNvSpPr>
          <p:nvPr/>
        </p:nvSpPr>
        <p:spPr>
          <a:xfrm xmlns:a="http://schemas.openxmlformats.org/drawingml/2006/main">
            <a:off x="6629400" y="2587752"/>
            <a:ext cx="5102352" cy="1261872"/>
          </a:xfrm>
          <a:prstGeom xmlns:a="http://schemas.openxmlformats.org/drawingml/2006/main" prst="rect">
            <a:avLst/>
          </a:prstGeom>
          <a:noFill xmlns:a="http://schemas.openxmlformats.org/drawingml/2006/main"/>
          <a:ln xmlns:a="http://schemas.openxmlformats.org/drawingml/2006/main" w="1905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0" name="TextBox 9">
            <a:extLst xmlns:a="http://schemas.openxmlformats.org/drawingml/2006/main">
              <a:ext uri="{FF2B5EF4-FFF2-40B4-BE49-F238E27FC236}">
                <a16:creationId xmlns:a16="http://schemas.microsoft.com/office/drawing/2014/main" id="{447234E4-FC00-45F0-AE79-ABD94F087394}"/>
              </a:ext>
            </a:extLst>
          </p:cNvPr>
          <p:cNvSpPr>
            <a:spLocks xmlns:a="http://schemas.openxmlformats.org/drawingml/2006/main" noGrp="1"/>
          </p:cNvSpPr>
          <p:nvPr/>
        </p:nvSpPr>
        <p:spPr>
          <a:xfrm xmlns:a="http://schemas.openxmlformats.org/drawingml/2006/main">
            <a:off x="6821424" y="2798064"/>
            <a:ext cx="1353312" cy="3505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300" b="1">
                <a:solidFill>
                  <a:srgbClr val="007C9B"/>
                </a:solidFill>
                <a:latin typeface="Alibaba PuHuiTi 3.0 115 Black"/>
                <a:ea typeface="Alibaba PuHuiTi 3.0 115 Black"/>
                <a:cs typeface="Alibaba PuHuiTi 3.0 115 Black"/>
              </a:defRPr>
            </a:defPPr>
          </a:lstStyle>
          <a:p xmlns:a="http://schemas.openxmlformats.org/drawingml/2006/main">
            <a:pPr algn="l">
              <a:buNone/>
              <a:defRPr sz="2300" b="1">
                <a:solidFill>
                  <a:srgbClr val="007C9B"/>
                </a:solidFill>
                <a:latin typeface="Alibaba PuHuiTi 3.0 115 Black"/>
                <a:ea typeface="Alibaba PuHuiTi 3.0 115 Black"/>
                <a:cs typeface="Alibaba PuHuiTi 3.0 115 Black"/>
              </a:defRPr>
            </a:pPr>
            <a:r>
              <a:rPr sz="2300" b="1">
                <a:solidFill>
                  <a:srgbClr val="007C9B"/>
                </a:solidFill>
                <a:latin typeface="Alibaba PuHuiTi 3.0 115 Black"/>
                <a:ea typeface="Alibaba PuHuiTi 3.0 115 Black"/>
                <a:cs typeface="Alibaba PuHuiTi 3.0 115 Black"/>
              </a:rPr>
              <a:t>文件 B</a:t>
            </a:r>
          </a:p>
        </p:txBody>
      </p:sp>
      <p:sp>
        <p:nvSpPr>
          <p:cNvPr id="11" name="TextBox 10">
            <a:extLst xmlns:a="http://schemas.openxmlformats.org/drawingml/2006/main">
              <a:ext uri="{FF2B5EF4-FFF2-40B4-BE49-F238E27FC236}">
                <a16:creationId xmlns:a16="http://schemas.microsoft.com/office/drawing/2014/main" id="{E0030BDA-1641-4C6B-BC58-58EE7A7D774C}"/>
              </a:ext>
            </a:extLst>
          </p:cNvPr>
          <p:cNvSpPr>
            <a:spLocks xmlns:a="http://schemas.openxmlformats.org/drawingml/2006/main" noGrp="1"/>
          </p:cNvSpPr>
          <p:nvPr/>
        </p:nvSpPr>
        <p:spPr>
          <a:xfrm xmlns:a="http://schemas.openxmlformats.org/drawingml/2006/main">
            <a:off x="8147304" y="2798064"/>
            <a:ext cx="3273552"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1000个随机变化的字节</a:t>
            </a:r>
          </a:p>
        </p:txBody>
      </p:sp>
      <p:sp>
        <p:nvSpPr>
          <p:cNvPr id="12" name="TextBox 11">
            <a:extLst xmlns:a="http://schemas.openxmlformats.org/drawingml/2006/main">
              <a:ext uri="{FF2B5EF4-FFF2-40B4-BE49-F238E27FC236}">
                <a16:creationId xmlns:a16="http://schemas.microsoft.com/office/drawing/2014/main" id="{788DF6A5-876A-4C41-B4A2-BBC38B204065}"/>
              </a:ext>
            </a:extLst>
          </p:cNvPr>
          <p:cNvSpPr>
            <a:spLocks xmlns:a="http://schemas.openxmlformats.org/drawingml/2006/main" noGrp="1"/>
          </p:cNvSpPr>
          <p:nvPr/>
        </p:nvSpPr>
        <p:spPr>
          <a:xfrm xmlns:a="http://schemas.openxmlformats.org/drawingml/2006/main">
            <a:off x="804672" y="4315968"/>
            <a:ext cx="10625328"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400" b="1">
                <a:solidFill>
                  <a:srgbClr val="8C64E1"/>
                </a:solidFill>
                <a:latin typeface="Alibaba PuHuiTi 3.0 115 Black"/>
                <a:ea typeface="Alibaba PuHuiTi 3.0 115 Black"/>
                <a:cs typeface="Alibaba PuHuiTi 3.0 115 Black"/>
              </a:defRPr>
            </a:defPPr>
          </a:lstStyle>
          <a:p xmlns:a="http://schemas.openxmlformats.org/drawingml/2006/main">
            <a:pPr algn="l">
              <a:buNone/>
              <a:defRPr sz="2400" b="1">
                <a:solidFill>
                  <a:srgbClr val="8C64E1"/>
                </a:solidFill>
                <a:latin typeface="Alibaba PuHuiTi 3.0 115 Black"/>
                <a:ea typeface="Alibaba PuHuiTi 3.0 115 Black"/>
                <a:cs typeface="Alibaba PuHuiTi 3.0 115 Black"/>
              </a:defRPr>
            </a:pPr>
            <a:r>
              <a:rPr sz="2400" b="1">
                <a:solidFill>
                  <a:srgbClr val="8C64E1"/>
                </a:solidFill>
                <a:latin typeface="Alibaba PuHuiTi 3.0 115 Black"/>
                <a:ea typeface="Alibaba PuHuiTi 3.0 115 Black"/>
                <a:cs typeface="Alibaba PuHuiTi 3.0 115 Black"/>
              </a:rPr>
              <a:t>① 先预测 → ② 运行Notebook的zlib压缩 → ③ 比较结果</a:t>
            </a:r>
          </a:p>
        </p:txBody>
      </p:sp>
      <p:sp>
        <p:nvSpPr>
          <p:cNvPr id="13" name="TextBox 12">
            <a:extLst xmlns:a="http://schemas.openxmlformats.org/drawingml/2006/main">
              <a:ext uri="{FF2B5EF4-FFF2-40B4-BE49-F238E27FC236}">
                <a16:creationId xmlns:a16="http://schemas.microsoft.com/office/drawing/2014/main" id="{4AA01038-FBE6-43C2-812C-1EACF17487AB}"/>
              </a:ext>
            </a:extLst>
          </p:cNvPr>
          <p:cNvSpPr>
            <a:spLocks xmlns:a="http://schemas.openxmlformats.org/drawingml/2006/main" noGrp="1"/>
          </p:cNvSpPr>
          <p:nvPr/>
        </p:nvSpPr>
        <p:spPr>
          <a:xfrm xmlns:a="http://schemas.openxmlformats.org/drawingml/2006/main">
            <a:off x="804672" y="5559552"/>
            <a:ext cx="10515600"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可追问：压缩后的文件有没有可能比原来更大？</a:t>
            </a:r>
          </a:p>
        </p:txBody>
      </p:sp>
    </p:spTree>
    <p:extLst>
      <p:ext uri="{BB962C8B-B14F-4D97-AF65-F5344CB8AC3E}">
        <p14:creationId xmlns:p14="http://schemas.microsoft.com/office/powerpoint/2010/main" val="867342076"/>
      </p:ext>
    </p:extLst>
  </p:cSld>
</p:sld>
</file>

<file path=ppt/slides/slide56.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19515D67-DFE5-4F32-8A67-EEDA68103818}"/>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BEC94959-5E99-4164-98CC-932D6F46FDF0}"/>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ABDFA094-2D3F-4964-8E69-8F43D247FE45}"/>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同样原始大小，压缩结果为何不同？</a:t>
            </a:r>
          </a:p>
        </p:txBody>
      </p:sp>
      <p:sp>
        <p:nvSpPr>
          <p:cNvPr id="5" name="compression-header-0">
            <a:extLst xmlns:a="http://schemas.openxmlformats.org/drawingml/2006/main">
              <a:ext uri="{FF2B5EF4-FFF2-40B4-BE49-F238E27FC236}">
                <a16:creationId xmlns:a16="http://schemas.microsoft.com/office/drawing/2014/main" id="{45EC7CAC-5C18-46A4-AB69-6AA26146A279}"/>
              </a:ext>
            </a:extLst>
          </p:cNvPr>
          <p:cNvSpPr>
            <a:spLocks xmlns:a="http://schemas.openxmlformats.org/drawingml/2006/main" noGrp="1"/>
          </p:cNvSpPr>
          <p:nvPr/>
        </p:nvSpPr>
        <p:spPr>
          <a:xfrm xmlns:a="http://schemas.openxmlformats.org/drawingml/2006/main">
            <a:off x="609600" y="1590675"/>
            <a:ext cx="51816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400" b="1">
                <a:solidFill>
                  <a:srgbClr val="8C64E1"/>
                </a:solidFill>
                <a:latin typeface="Alibaba PuHuiTi 3.0 115 Black"/>
                <a:ea typeface="Alibaba PuHuiTi 3.0 115 Black"/>
                <a:cs typeface="Alibaba PuHuiTi 3.0 115 Black"/>
              </a:defRPr>
            </a:defPPr>
          </a:lstStyle>
          <a:p xmlns:a="http://schemas.openxmlformats.org/drawingml/2006/main">
            <a:pPr algn="l">
              <a:defRPr sz="2400" b="1">
                <a:solidFill>
                  <a:srgbClr val="8C64E1"/>
                </a:solidFill>
                <a:latin typeface="Alibaba PuHuiTi 3.0 115 Black"/>
                <a:ea typeface="Alibaba PuHuiTi 3.0 115 Black"/>
                <a:cs typeface="Alibaba PuHuiTi 3.0 115 Black"/>
              </a:defRPr>
            </a:pPr>
            <a:r>
              <a:rPr sz="2400" b="1">
                <a:solidFill>
                  <a:srgbClr val="8C64E1"/>
                </a:solidFill>
                <a:latin typeface="Alibaba PuHuiTi 3.0 115 Black"/>
                <a:ea typeface="Alibaba PuHuiTi 3.0 115 Black"/>
                <a:cs typeface="Alibaba PuHuiTi 3.0 115 Black"/>
              </a:rPr>
              <a:t>A：重复的内容</a:t>
            </a:r>
          </a:p>
        </p:txBody>
      </p:sp>
      <p:sp>
        <p:nvSpPr>
          <p:cNvPr id="6" name="original-count-0">
            <a:extLst xmlns:a="http://schemas.openxmlformats.org/drawingml/2006/main">
              <a:ext uri="{FF2B5EF4-FFF2-40B4-BE49-F238E27FC236}">
                <a16:creationId xmlns:a16="http://schemas.microsoft.com/office/drawing/2014/main" id="{15460A1F-0FEB-42F0-9035-3A38C518CCA2}"/>
              </a:ext>
            </a:extLst>
          </p:cNvPr>
          <p:cNvSpPr>
            <a:spLocks xmlns:a="http://schemas.openxmlformats.org/drawingml/2006/main" noGrp="1"/>
          </p:cNvSpPr>
          <p:nvPr/>
        </p:nvSpPr>
        <p:spPr>
          <a:xfrm xmlns:a="http://schemas.openxmlformats.org/drawingml/2006/main">
            <a:off x="609600" y="2409825"/>
            <a:ext cx="51816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原始：1000 Byte</a:t>
            </a:r>
          </a:p>
        </p:txBody>
      </p:sp>
      <p:sp>
        <p:nvSpPr>
          <p:cNvPr id="7" name="original-bar-0">
            <a:extLst xmlns:a="http://schemas.openxmlformats.org/drawingml/2006/main">
              <a:ext uri="{FF2B5EF4-FFF2-40B4-BE49-F238E27FC236}">
                <a16:creationId xmlns:a16="http://schemas.microsoft.com/office/drawing/2014/main" id="{F1292CA1-3D4A-4186-9D74-786144BBD8DC}"/>
              </a:ext>
            </a:extLst>
          </p:cNvPr>
          <p:cNvSpPr>
            <a:spLocks xmlns:a="http://schemas.openxmlformats.org/drawingml/2006/main" noGrp="1"/>
          </p:cNvSpPr>
          <p:nvPr/>
        </p:nvSpPr>
        <p:spPr>
          <a:xfrm xmlns:a="http://schemas.openxmlformats.org/drawingml/2006/main">
            <a:off x="609600" y="2895600"/>
            <a:ext cx="4762500" cy="285750"/>
          </a:xfrm>
          <a:prstGeom xmlns:a="http://schemas.openxmlformats.org/drawingml/2006/main" prst="rect">
            <a:avLst/>
          </a:prstGeom>
          <a:solidFill xmlns:a="http://schemas.openxmlformats.org/drawingml/2006/main">
            <a:srgbClr val="D7D7DE"/>
          </a:solidFill>
          <a:ln xmlns:a="http://schemas.openxmlformats.org/drawingml/2006/main" w="0">
            <a:noFill/>
          </a:ln>
        </p:spPr>
      </p:sp>
      <p:sp>
        <p:nvSpPr>
          <p:cNvPr id="8" name="compressed-count-0">
            <a:extLst xmlns:a="http://schemas.openxmlformats.org/drawingml/2006/main">
              <a:ext uri="{FF2B5EF4-FFF2-40B4-BE49-F238E27FC236}">
                <a16:creationId xmlns:a16="http://schemas.microsoft.com/office/drawing/2014/main" id="{AE240940-5CB4-493F-B56E-C21F8039D60E}"/>
              </a:ext>
            </a:extLst>
          </p:cNvPr>
          <p:cNvSpPr>
            <a:spLocks xmlns:a="http://schemas.openxmlformats.org/drawingml/2006/main" noGrp="1"/>
          </p:cNvSpPr>
          <p:nvPr/>
        </p:nvSpPr>
        <p:spPr>
          <a:xfrm xmlns:a="http://schemas.openxmlformats.org/drawingml/2006/main">
            <a:off x="609600" y="3667125"/>
            <a:ext cx="51816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400" b="1">
                <a:solidFill>
                  <a:srgbClr val="8C64E1"/>
                </a:solidFill>
                <a:latin typeface="Alibaba PuHuiTi 3.0 115 Black"/>
                <a:ea typeface="Alibaba PuHuiTi 3.0 115 Black"/>
                <a:cs typeface="Alibaba PuHuiTi 3.0 115 Black"/>
              </a:defRPr>
            </a:defPPr>
          </a:lstStyle>
          <a:p xmlns:a="http://schemas.openxmlformats.org/drawingml/2006/main">
            <a:pPr algn="l">
              <a:defRPr sz="2400" b="1">
                <a:solidFill>
                  <a:srgbClr val="8C64E1"/>
                </a:solidFill>
                <a:latin typeface="Alibaba PuHuiTi 3.0 115 Black"/>
                <a:ea typeface="Alibaba PuHuiTi 3.0 115 Black"/>
                <a:cs typeface="Alibaba PuHuiTi 3.0 115 Black"/>
              </a:defRPr>
            </a:pPr>
            <a:r>
              <a:rPr sz="2400" b="1">
                <a:solidFill>
                  <a:srgbClr val="8C64E1"/>
                </a:solidFill>
                <a:latin typeface="Alibaba PuHuiTi 3.0 115 Black"/>
                <a:ea typeface="Alibaba PuHuiTi 3.0 115 Black"/>
                <a:cs typeface="Alibaba PuHuiTi 3.0 115 Black"/>
              </a:rPr>
              <a:t>压缩后：17 Byte</a:t>
            </a:r>
          </a:p>
        </p:txBody>
      </p:sp>
      <p:sp>
        <p:nvSpPr>
          <p:cNvPr id="9" name="compressed-bar-0">
            <a:extLst xmlns:a="http://schemas.openxmlformats.org/drawingml/2006/main">
              <a:ext uri="{FF2B5EF4-FFF2-40B4-BE49-F238E27FC236}">
                <a16:creationId xmlns:a16="http://schemas.microsoft.com/office/drawing/2014/main" id="{DBEF3D61-757E-4BCC-902E-BF57CD9AF5CB}"/>
              </a:ext>
            </a:extLst>
          </p:cNvPr>
          <p:cNvSpPr>
            <a:spLocks xmlns:a="http://schemas.openxmlformats.org/drawingml/2006/main" noGrp="1"/>
          </p:cNvSpPr>
          <p:nvPr/>
        </p:nvSpPr>
        <p:spPr>
          <a:xfrm xmlns:a="http://schemas.openxmlformats.org/drawingml/2006/main">
            <a:off x="609600" y="4219575"/>
            <a:ext cx="80963" cy="285750"/>
          </a:xfrm>
          <a:prstGeom xmlns:a="http://schemas.openxmlformats.org/drawingml/2006/main" prst="rect">
            <a:avLst/>
          </a:prstGeom>
          <a:solidFill xmlns:a="http://schemas.openxmlformats.org/drawingml/2006/main">
            <a:srgbClr val="8C64E1"/>
          </a:solidFill>
          <a:ln xmlns:a="http://schemas.openxmlformats.org/drawingml/2006/main" w="0">
            <a:noFill/>
          </a:ln>
        </p:spPr>
      </p:sp>
      <p:sp>
        <p:nvSpPr>
          <p:cNvPr id="10" name="compression-header-1">
            <a:extLst xmlns:a="http://schemas.openxmlformats.org/drawingml/2006/main">
              <a:ext uri="{FF2B5EF4-FFF2-40B4-BE49-F238E27FC236}">
                <a16:creationId xmlns:a16="http://schemas.microsoft.com/office/drawing/2014/main" id="{B559A03A-9AFB-4759-80D0-074F43DA94E0}"/>
              </a:ext>
            </a:extLst>
          </p:cNvPr>
          <p:cNvSpPr>
            <a:spLocks xmlns:a="http://schemas.openxmlformats.org/drawingml/2006/main" noGrp="1"/>
          </p:cNvSpPr>
          <p:nvPr/>
        </p:nvSpPr>
        <p:spPr>
          <a:xfrm xmlns:a="http://schemas.openxmlformats.org/drawingml/2006/main">
            <a:off x="6400800" y="1590675"/>
            <a:ext cx="51816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400" b="1">
                <a:solidFill>
                  <a:srgbClr val="007C9B"/>
                </a:solidFill>
                <a:latin typeface="Alibaba PuHuiTi 3.0 115 Black"/>
                <a:ea typeface="Alibaba PuHuiTi 3.0 115 Black"/>
                <a:cs typeface="Alibaba PuHuiTi 3.0 115 Black"/>
              </a:defRPr>
            </a:defPPr>
          </a:lstStyle>
          <a:p xmlns:a="http://schemas.openxmlformats.org/drawingml/2006/main">
            <a:pPr algn="l">
              <a:defRPr sz="2400" b="1">
                <a:solidFill>
                  <a:srgbClr val="007C9B"/>
                </a:solidFill>
                <a:latin typeface="Alibaba PuHuiTi 3.0 115 Black"/>
                <a:ea typeface="Alibaba PuHuiTi 3.0 115 Black"/>
                <a:cs typeface="Alibaba PuHuiTi 3.0 115 Black"/>
              </a:defRPr>
            </a:pPr>
            <a:r>
              <a:rPr sz="2400" b="1">
                <a:solidFill>
                  <a:srgbClr val="007C9B"/>
                </a:solidFill>
                <a:latin typeface="Alibaba PuHuiTi 3.0 115 Black"/>
                <a:ea typeface="Alibaba PuHuiTi 3.0 115 Black"/>
                <a:cs typeface="Alibaba PuHuiTi 3.0 115 Black"/>
              </a:rPr>
              <a:t>B：复杂的内容</a:t>
            </a:r>
          </a:p>
        </p:txBody>
      </p:sp>
      <p:sp>
        <p:nvSpPr>
          <p:cNvPr id="11" name="original-count-1">
            <a:extLst xmlns:a="http://schemas.openxmlformats.org/drawingml/2006/main">
              <a:ext uri="{FF2B5EF4-FFF2-40B4-BE49-F238E27FC236}">
                <a16:creationId xmlns:a16="http://schemas.microsoft.com/office/drawing/2014/main" id="{C34D8B10-4380-42C1-8406-8624D8988F71}"/>
              </a:ext>
            </a:extLst>
          </p:cNvPr>
          <p:cNvSpPr>
            <a:spLocks xmlns:a="http://schemas.openxmlformats.org/drawingml/2006/main" noGrp="1"/>
          </p:cNvSpPr>
          <p:nvPr/>
        </p:nvSpPr>
        <p:spPr>
          <a:xfrm xmlns:a="http://schemas.openxmlformats.org/drawingml/2006/main">
            <a:off x="6400800" y="2409825"/>
            <a:ext cx="51816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原始：1000 Byte</a:t>
            </a:r>
          </a:p>
        </p:txBody>
      </p:sp>
      <p:sp>
        <p:nvSpPr>
          <p:cNvPr id="12" name="original-bar-1">
            <a:extLst xmlns:a="http://schemas.openxmlformats.org/drawingml/2006/main">
              <a:ext uri="{FF2B5EF4-FFF2-40B4-BE49-F238E27FC236}">
                <a16:creationId xmlns:a16="http://schemas.microsoft.com/office/drawing/2014/main" id="{5320F40E-1959-47DF-A6C1-E38B43521626}"/>
              </a:ext>
            </a:extLst>
          </p:cNvPr>
          <p:cNvSpPr>
            <a:spLocks xmlns:a="http://schemas.openxmlformats.org/drawingml/2006/main" noGrp="1"/>
          </p:cNvSpPr>
          <p:nvPr/>
        </p:nvSpPr>
        <p:spPr>
          <a:xfrm xmlns:a="http://schemas.openxmlformats.org/drawingml/2006/main">
            <a:off x="6400800" y="2895600"/>
            <a:ext cx="4762500" cy="285750"/>
          </a:xfrm>
          <a:prstGeom xmlns:a="http://schemas.openxmlformats.org/drawingml/2006/main" prst="rect">
            <a:avLst/>
          </a:prstGeom>
          <a:solidFill xmlns:a="http://schemas.openxmlformats.org/drawingml/2006/main">
            <a:srgbClr val="D7D7DE"/>
          </a:solidFill>
          <a:ln xmlns:a="http://schemas.openxmlformats.org/drawingml/2006/main" w="0">
            <a:noFill/>
          </a:ln>
        </p:spPr>
      </p:sp>
      <p:sp>
        <p:nvSpPr>
          <p:cNvPr id="13" name="compressed-count-1">
            <a:extLst xmlns:a="http://schemas.openxmlformats.org/drawingml/2006/main">
              <a:ext uri="{FF2B5EF4-FFF2-40B4-BE49-F238E27FC236}">
                <a16:creationId xmlns:a16="http://schemas.microsoft.com/office/drawing/2014/main" id="{1E990956-2956-4B65-AB2C-D1559CC89F9D}"/>
              </a:ext>
            </a:extLst>
          </p:cNvPr>
          <p:cNvSpPr>
            <a:spLocks xmlns:a="http://schemas.openxmlformats.org/drawingml/2006/main" noGrp="1"/>
          </p:cNvSpPr>
          <p:nvPr/>
        </p:nvSpPr>
        <p:spPr>
          <a:xfrm xmlns:a="http://schemas.openxmlformats.org/drawingml/2006/main">
            <a:off x="6400800" y="3667125"/>
            <a:ext cx="51816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400" b="1">
                <a:solidFill>
                  <a:srgbClr val="007C9B"/>
                </a:solidFill>
                <a:latin typeface="Alibaba PuHuiTi 3.0 115 Black"/>
                <a:ea typeface="Alibaba PuHuiTi 3.0 115 Black"/>
                <a:cs typeface="Alibaba PuHuiTi 3.0 115 Black"/>
              </a:defRPr>
            </a:defPPr>
          </a:lstStyle>
          <a:p xmlns:a="http://schemas.openxmlformats.org/drawingml/2006/main">
            <a:pPr algn="l">
              <a:defRPr sz="2400" b="1">
                <a:solidFill>
                  <a:srgbClr val="007C9B"/>
                </a:solidFill>
                <a:latin typeface="Alibaba PuHuiTi 3.0 115 Black"/>
                <a:ea typeface="Alibaba PuHuiTi 3.0 115 Black"/>
                <a:cs typeface="Alibaba PuHuiTi 3.0 115 Black"/>
              </a:defRPr>
            </a:pPr>
            <a:r>
              <a:rPr sz="2400" b="1">
                <a:solidFill>
                  <a:srgbClr val="007C9B"/>
                </a:solidFill>
                <a:latin typeface="Alibaba PuHuiTi 3.0 115 Black"/>
                <a:ea typeface="Alibaba PuHuiTi 3.0 115 Black"/>
                <a:cs typeface="Alibaba PuHuiTi 3.0 115 Black"/>
              </a:rPr>
              <a:t>压缩后：1011 Byte</a:t>
            </a:r>
          </a:p>
        </p:txBody>
      </p:sp>
      <p:sp>
        <p:nvSpPr>
          <p:cNvPr id="14" name="compressed-bar-1">
            <a:extLst xmlns:a="http://schemas.openxmlformats.org/drawingml/2006/main">
              <a:ext uri="{FF2B5EF4-FFF2-40B4-BE49-F238E27FC236}">
                <a16:creationId xmlns:a16="http://schemas.microsoft.com/office/drawing/2014/main" id="{F82C4966-A915-4FBC-A3ED-36321691A155}"/>
              </a:ext>
            </a:extLst>
          </p:cNvPr>
          <p:cNvSpPr>
            <a:spLocks xmlns:a="http://schemas.openxmlformats.org/drawingml/2006/main" noGrp="1"/>
          </p:cNvSpPr>
          <p:nvPr/>
        </p:nvSpPr>
        <p:spPr>
          <a:xfrm xmlns:a="http://schemas.openxmlformats.org/drawingml/2006/main">
            <a:off x="6400800" y="4219575"/>
            <a:ext cx="4814888" cy="285750"/>
          </a:xfrm>
          <a:prstGeom xmlns:a="http://schemas.openxmlformats.org/drawingml/2006/main" prst="rect">
            <a:avLst/>
          </a:prstGeom>
          <a:solidFill xmlns:a="http://schemas.openxmlformats.org/drawingml/2006/main">
            <a:srgbClr val="007C9B"/>
          </a:solidFill>
          <a:ln xmlns:a="http://schemas.openxmlformats.org/drawingml/2006/main" w="0">
            <a:noFill/>
          </a:ln>
        </p:spPr>
      </p:sp>
      <p:sp>
        <p:nvSpPr>
          <p:cNvPr id="15" name="extra-eleven-bytes">
            <a:extLst xmlns:a="http://schemas.openxmlformats.org/drawingml/2006/main">
              <a:ext uri="{FF2B5EF4-FFF2-40B4-BE49-F238E27FC236}">
                <a16:creationId xmlns:a16="http://schemas.microsoft.com/office/drawing/2014/main" id="{FC79B386-D0E7-4776-A30A-FA74D840BD70}"/>
              </a:ext>
            </a:extLst>
          </p:cNvPr>
          <p:cNvSpPr>
            <a:spLocks xmlns:a="http://schemas.openxmlformats.org/drawingml/2006/main" noGrp="1"/>
          </p:cNvSpPr>
          <p:nvPr/>
        </p:nvSpPr>
        <p:spPr>
          <a:xfrm xmlns:a="http://schemas.openxmlformats.org/drawingml/2006/main">
            <a:off x="11163300" y="4219575"/>
            <a:ext cx="52388" cy="285750"/>
          </a:xfrm>
          <a:prstGeom xmlns:a="http://schemas.openxmlformats.org/drawingml/2006/main" prst="rect">
            <a:avLst/>
          </a:prstGeom>
          <a:solidFill xmlns:a="http://schemas.openxmlformats.org/drawingml/2006/main">
            <a:srgbClr val="FF0000"/>
          </a:solidFill>
          <a:ln xmlns:a="http://schemas.openxmlformats.org/drawingml/2006/main" w="0">
            <a:noFill/>
          </a:ln>
        </p:spPr>
      </p:sp>
      <p:sp>
        <p:nvSpPr>
          <p:cNvPr id="16" name="compression-extra">
            <a:extLst xmlns:a="http://schemas.openxmlformats.org/drawingml/2006/main">
              <a:ext uri="{FF2B5EF4-FFF2-40B4-BE49-F238E27FC236}">
                <a16:creationId xmlns:a16="http://schemas.microsoft.com/office/drawing/2014/main" id="{0EC5717A-459F-49C9-AD0F-8C76562003C9}"/>
              </a:ext>
            </a:extLst>
          </p:cNvPr>
          <p:cNvSpPr>
            <a:spLocks xmlns:a="http://schemas.openxmlformats.org/drawingml/2006/main" noGrp="1"/>
          </p:cNvSpPr>
          <p:nvPr/>
        </p:nvSpPr>
        <p:spPr>
          <a:xfrm xmlns:a="http://schemas.openxmlformats.org/drawingml/2006/main">
            <a:off x="6400800" y="4762500"/>
            <a:ext cx="51816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FF0000"/>
                </a:solidFill>
                <a:latin typeface="Alibaba PuHuiTi 3.0 55 Regular"/>
                <a:ea typeface="Alibaba PuHuiTi 3.0 55 Regular"/>
                <a:cs typeface="Alibaba PuHuiTi 3.0 55 Regular"/>
              </a:defRPr>
            </a:defPPr>
          </a:lstStyle>
          <a:p xmlns:a="http://schemas.openxmlformats.org/drawingml/2006/main">
            <a:pPr algn="l">
              <a:defRPr sz="2200" b="0">
                <a:solidFill>
                  <a:srgbClr val="FF0000"/>
                </a:solidFill>
                <a:latin typeface="Alibaba PuHuiTi 3.0 55 Regular"/>
                <a:ea typeface="Alibaba PuHuiTi 3.0 55 Regular"/>
                <a:cs typeface="Alibaba PuHuiTi 3.0 55 Regular"/>
              </a:defRPr>
            </a:pPr>
            <a:r>
              <a:rPr sz="2200" b="0">
                <a:solidFill>
                  <a:srgbClr val="FF0000"/>
                </a:solidFill>
                <a:latin typeface="Alibaba PuHuiTi 3.0 55 Regular"/>
                <a:ea typeface="Alibaba PuHuiTi 3.0 55 Regular"/>
                <a:cs typeface="Alibaba PuHuiTi 3.0 55 Regular"/>
              </a:rPr>
              <a:t>比原始多11 Byte</a:t>
            </a:r>
          </a:p>
        </p:txBody>
      </p:sp>
      <p:sp>
        <p:nvSpPr>
          <p:cNvPr id="17" name="text">
            <a:extLst xmlns:a="http://schemas.openxmlformats.org/drawingml/2006/main">
              <a:ext uri="{FF2B5EF4-FFF2-40B4-BE49-F238E27FC236}">
                <a16:creationId xmlns:a16="http://schemas.microsoft.com/office/drawing/2014/main" id="{503DC229-B479-4A44-8B0F-67BCB84776AC}"/>
              </a:ext>
            </a:extLst>
          </p:cNvPr>
          <p:cNvSpPr>
            <a:spLocks xmlns:a="http://schemas.openxmlformats.org/drawingml/2006/main" noGrp="1"/>
          </p:cNvSpPr>
          <p:nvPr/>
        </p:nvSpPr>
        <p:spPr>
          <a:xfrm xmlns:a="http://schemas.openxmlformats.org/drawingml/2006/main">
            <a:off x="609600" y="5810250"/>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同一比例尺；解压后都能逐字节恢复原始数据。</a:t>
            </a:r>
          </a:p>
        </p:txBody>
      </p:sp>
    </p:spTree>
    <p:extLst>
      <p:ext uri="{BB962C8B-B14F-4D97-AF65-F5344CB8AC3E}">
        <p14:creationId xmlns:p14="http://schemas.microsoft.com/office/powerpoint/2010/main" val="757539079"/>
      </p:ext>
    </p:extLst>
  </p:cSld>
</p:sld>
</file>

<file path=ppt/slides/slide57.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E1362713-27BE-4E2E-8939-E4C005A6BEAC}"/>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8F5E6EB9-CCEF-473B-9007-D81A775F09E7}"/>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594B05B7-2139-43CE-A40D-212F8204296D}"/>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压缩到底改变了什么？</a:t>
            </a:r>
          </a:p>
        </p:txBody>
      </p:sp>
      <p:sp>
        <p:nvSpPr>
          <p:cNvPr id="5" name="TextBox 4">
            <a:extLst xmlns:a="http://schemas.openxmlformats.org/drawingml/2006/main">
              <a:ext uri="{FF2B5EF4-FFF2-40B4-BE49-F238E27FC236}">
                <a16:creationId xmlns:a16="http://schemas.microsoft.com/office/drawing/2014/main" id="{159000EF-1E2D-4938-9196-9EB8C2416529}"/>
              </a:ext>
            </a:extLst>
          </p:cNvPr>
          <p:cNvSpPr>
            <a:spLocks xmlns:a="http://schemas.openxmlformats.org/drawingml/2006/main" noGrp="1"/>
          </p:cNvSpPr>
          <p:nvPr/>
        </p:nvSpPr>
        <p:spPr>
          <a:xfrm xmlns:a="http://schemas.openxmlformats.org/drawingml/2006/main">
            <a:off x="813816" y="1837943"/>
            <a:ext cx="10698480" cy="44196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9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2900" b="1">
                <a:solidFill>
                  <a:srgbClr val="262626"/>
                </a:solidFill>
                <a:latin typeface="Alibaba PuHuiTi 3.0 115 Black"/>
                <a:ea typeface="Alibaba PuHuiTi 3.0 115 Black"/>
                <a:cs typeface="Alibaba PuHuiTi 3.0 115 Black"/>
              </a:defRPr>
            </a:pPr>
            <a:r>
              <a:rPr sz="2900" b="1">
                <a:solidFill>
                  <a:srgbClr val="262626"/>
                </a:solidFill>
                <a:latin typeface="Alibaba PuHuiTi 3.0 115 Black"/>
                <a:ea typeface="Alibaba PuHuiTi 3.0 115 Black"/>
                <a:cs typeface="Alibaba PuHuiTi 3.0 115 Black"/>
              </a:rPr>
              <a:t>数据本身在计算机中仍是0和1。</a:t>
            </a:r>
          </a:p>
        </p:txBody>
      </p:sp>
      <p:sp>
        <p:nvSpPr>
          <p:cNvPr id="6" name="TextBox 5">
            <a:extLst xmlns:a="http://schemas.openxmlformats.org/drawingml/2006/main">
              <a:ext uri="{FF2B5EF4-FFF2-40B4-BE49-F238E27FC236}">
                <a16:creationId xmlns:a16="http://schemas.microsoft.com/office/drawing/2014/main" id="{546EE775-D217-43A6-9910-914462FCAE2F}"/>
              </a:ext>
            </a:extLst>
          </p:cNvPr>
          <p:cNvSpPr>
            <a:spLocks xmlns:a="http://schemas.openxmlformats.org/drawingml/2006/main" noGrp="1"/>
          </p:cNvSpPr>
          <p:nvPr/>
        </p:nvSpPr>
        <p:spPr>
          <a:xfrm xmlns:a="http://schemas.openxmlformats.org/drawingml/2006/main">
            <a:off x="832104" y="2999232"/>
            <a:ext cx="10698480" cy="4114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700" b="1">
                <a:solidFill>
                  <a:srgbClr val="8C64E1"/>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2700" b="1">
                <a:solidFill>
                  <a:srgbClr val="8C64E1"/>
                </a:solidFill>
                <a:latin typeface="Alibaba PuHuiTi 3.0 115 Black"/>
                <a:ea typeface="Alibaba PuHuiTi 3.0 115 Black"/>
                <a:cs typeface="Alibaba PuHuiTi 3.0 115 Black"/>
              </a:defRPr>
            </a:pPr>
            <a:r>
              <a:rPr sz="2700" b="1">
                <a:solidFill>
                  <a:srgbClr val="8C64E1"/>
                </a:solidFill>
                <a:latin typeface="Alibaba PuHuiTi 3.0 115 Black"/>
                <a:ea typeface="Alibaba PuHuiTi 3.0 115 Black"/>
                <a:cs typeface="Alibaba PuHuiTi 3.0 115 Black"/>
              </a:rPr>
              <a:t>压缩：用更少的比特，重新表示相同或近似相同的内容。</a:t>
            </a:r>
          </a:p>
        </p:txBody>
      </p:sp>
      <p:sp>
        <p:nvSpPr>
          <p:cNvPr id="7" name="TextBox 6">
            <a:extLst xmlns:a="http://schemas.openxmlformats.org/drawingml/2006/main">
              <a:ext uri="{FF2B5EF4-FFF2-40B4-BE49-F238E27FC236}">
                <a16:creationId xmlns:a16="http://schemas.microsoft.com/office/drawing/2014/main" id="{35D09BCC-D120-43F3-B648-9DF3D594E5F2}"/>
              </a:ext>
            </a:extLst>
          </p:cNvPr>
          <p:cNvSpPr>
            <a:spLocks xmlns:a="http://schemas.openxmlformats.org/drawingml/2006/main" noGrp="1"/>
          </p:cNvSpPr>
          <p:nvPr/>
        </p:nvSpPr>
        <p:spPr>
          <a:xfrm xmlns:a="http://schemas.openxmlformats.org/drawingml/2006/main">
            <a:off x="777240" y="5879592"/>
            <a:ext cx="10789920" cy="33528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方法有很多，今天重点研究能不能完整还原。</a:t>
            </a:r>
          </a:p>
        </p:txBody>
      </p:sp>
    </p:spTree>
    <p:extLst>
      <p:ext uri="{BB962C8B-B14F-4D97-AF65-F5344CB8AC3E}">
        <p14:creationId xmlns:p14="http://schemas.microsoft.com/office/powerpoint/2010/main" val="977242696"/>
      </p:ext>
    </p:extLst>
  </p:cSld>
</p:sld>
</file>

<file path=ppt/slides/slide58.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441D3418-95CF-4210-83D7-FBE8A9FB8B1C}"/>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3AB0B320-D5FB-49FE-8ED7-8DD95CA41742}"/>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867CD0AB-F405-42DA-8C85-571F5853F210}"/>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无损与有损：按什么区分？</a:t>
            </a:r>
          </a:p>
        </p:txBody>
      </p:sp>
      <p:sp>
        <p:nvSpPr>
          <p:cNvPr id="5" name="Connector 4">
            <a:extLst xmlns:a="http://schemas.openxmlformats.org/drawingml/2006/main">
              <a:ext uri="{FF2B5EF4-FFF2-40B4-BE49-F238E27FC236}">
                <a16:creationId xmlns:a16="http://schemas.microsoft.com/office/drawing/2014/main" id="{D86D6B48-3C07-4DED-8F6E-227F53CB0FE5}"/>
              </a:ext>
            </a:extLst>
          </p:cNvPr>
          <p:cNvSpPr>
            <a:spLocks xmlns:a="http://schemas.openxmlformats.org/drawingml/2006/main" noGrp="1"/>
          </p:cNvSpPr>
          <p:nvPr/>
        </p:nvSpPr>
        <p:spPr>
          <a:xfrm xmlns:a="http://schemas.openxmlformats.org/drawingml/2006/main">
            <a:off x="6080760" y="1627632"/>
            <a:ext cx="0" cy="3776472"/>
          </a:xfrm>
          <a:prstGeom xmlns:a="http://schemas.openxmlformats.org/drawingml/2006/main" prst="line">
            <a:avLst/>
          </a:prstGeom>
          <a:ln xmlns:a="http://schemas.openxmlformats.org/drawingml/2006/main" w="25400">
            <a:solidFill>
              <a:srgbClr val="E2E2E7"/>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 name="TextBox 7">
            <a:extLst xmlns:a="http://schemas.openxmlformats.org/drawingml/2006/main">
              <a:ext uri="{FF2B5EF4-FFF2-40B4-BE49-F238E27FC236}">
                <a16:creationId xmlns:a16="http://schemas.microsoft.com/office/drawing/2014/main" id="{CC8C26BC-BD52-438C-AA6D-56D720BF6076}"/>
              </a:ext>
            </a:extLst>
          </p:cNvPr>
          <p:cNvSpPr>
            <a:spLocks xmlns:a="http://schemas.openxmlformats.org/drawingml/2006/main" noGrp="1"/>
          </p:cNvSpPr>
          <p:nvPr/>
        </p:nvSpPr>
        <p:spPr>
          <a:xfrm xmlns:a="http://schemas.openxmlformats.org/drawingml/2006/main">
            <a:off x="822960" y="2743200"/>
            <a:ext cx="5010912" cy="110236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解压后与原始数据完全一致。</a:t>
            </a:r>
          </a:p>
          <a:p xmlns:a="http://schemas.openxmlformats.org/drawingml/2006/main">
            <a:pPr>
              <a:spcBef>
                <a:spcPts val="0"/>
              </a:spcBef>
              <a:spcAft>
                <a:spcPts val="200"/>
              </a:spcAft>
              <a:buNone/>
              <a:defRPr sz="2200" b="0">
                <a:solidFill>
                  <a:srgbClr val="262626"/>
                </a:solidFill>
                <a:latin typeface="Alibaba PuHuiTi 3.0 55 Regular"/>
                <a:ea typeface="Alibaba PuHuiTi 3.0 55 Regular"/>
                <a:cs typeface="Alibaba PuHuiTi 3.0 55 Regular"/>
              </a:defRPr>
            </a:pPr>
            <a:r>
              <a:rPr sz="2200">
                <a:solidFill>
                  <a:srgbClr val="262626"/>
                </a:solidFill>
                <a:latin typeface="Alibaba PuHuiTi 3.0 55 Regular"/>
                <a:ea typeface="Alibaba PuHuiTi 3.0 55 Regular"/>
                <a:cs typeface="Alibaba PuHuiTi 3.0 55 Regular"/>
              </a:rPr>
              <a:t>适合：文档、程序、精确备份。</a:t>
            </a:r>
          </a:p>
        </p:txBody>
      </p:sp>
      <p:sp>
        <p:nvSpPr>
          <p:cNvPr id="9" name="TextBox 8">
            <a:extLst xmlns:a="http://schemas.openxmlformats.org/drawingml/2006/main">
              <a:ext uri="{FF2B5EF4-FFF2-40B4-BE49-F238E27FC236}">
                <a16:creationId xmlns:a16="http://schemas.microsoft.com/office/drawing/2014/main" id="{271AFA3E-D331-4A2A-8657-6669E999F1EA}"/>
              </a:ext>
            </a:extLst>
          </p:cNvPr>
          <p:cNvSpPr>
            <a:spLocks xmlns:a="http://schemas.openxmlformats.org/drawingml/2006/main" noGrp="1"/>
          </p:cNvSpPr>
          <p:nvPr/>
        </p:nvSpPr>
        <p:spPr>
          <a:xfrm xmlns:a="http://schemas.openxmlformats.org/drawingml/2006/main">
            <a:off x="6455664" y="2743200"/>
            <a:ext cx="4873752" cy="14528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解码后不能完全恢复原始数据。</a:t>
            </a:r>
          </a:p>
          <a:p xmlns:a="http://schemas.openxmlformats.org/drawingml/2006/main">
            <a:pPr>
              <a:spcBef>
                <a:spcPts val="0"/>
              </a:spcBef>
              <a:spcAft>
                <a:spcPts val="200"/>
              </a:spcAft>
              <a:buNone/>
              <a:defRPr sz="2200" b="0">
                <a:solidFill>
                  <a:srgbClr val="262626"/>
                </a:solidFill>
                <a:latin typeface="Alibaba PuHuiTi 3.0 55 Regular"/>
                <a:ea typeface="Alibaba PuHuiTi 3.0 55 Regular"/>
                <a:cs typeface="Alibaba PuHuiTi 3.0 55 Regular"/>
              </a:defRPr>
            </a:pPr>
            <a:r>
              <a:rPr sz="2200">
                <a:solidFill>
                  <a:srgbClr val="262626"/>
                </a:solidFill>
                <a:latin typeface="Alibaba PuHuiTi 3.0 55 Regular"/>
                <a:ea typeface="Alibaba PuHuiTi 3.0 55 Regular"/>
                <a:cs typeface="Alibaba PuHuiTi 3.0 55 Regular"/>
              </a:rPr>
              <a:t>适合：允许一定失真的音视频。</a:t>
            </a:r>
          </a:p>
        </p:txBody>
      </p:sp>
      <p:sp>
        <p:nvSpPr>
          <p:cNvPr id="10" name="TextBox 9">
            <a:extLst xmlns:a="http://schemas.openxmlformats.org/drawingml/2006/main">
              <a:ext uri="{FF2B5EF4-FFF2-40B4-BE49-F238E27FC236}">
                <a16:creationId xmlns:a16="http://schemas.microsoft.com/office/drawing/2014/main" id="{5CB1B50E-E716-4DBA-97D7-CAA807E22F23}"/>
              </a:ext>
            </a:extLst>
          </p:cNvPr>
          <p:cNvSpPr>
            <a:spLocks xmlns:a="http://schemas.openxmlformats.org/drawingml/2006/main" noGrp="1"/>
          </p:cNvSpPr>
          <p:nvPr/>
        </p:nvSpPr>
        <p:spPr>
          <a:xfrm xmlns:a="http://schemas.openxmlformats.org/drawingml/2006/main">
            <a:off x="777240" y="5879592"/>
            <a:ext cx="10789920" cy="33528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判断标准：解码/解压后，能否完整得到原始数据？</a:t>
            </a:r>
          </a:p>
        </p:txBody>
      </p:sp>
      <p:sp>
        <p:nvSpPr>
          <p:cNvPr id="11" name="compression-kind-无损压缩">
            <a:extLst xmlns:a="http://schemas.openxmlformats.org/drawingml/2006/main">
              <a:ext uri="{FF2B5EF4-FFF2-40B4-BE49-F238E27FC236}">
                <a16:creationId xmlns:a16="http://schemas.microsoft.com/office/drawing/2014/main" id="{612D355C-5061-4A18-92DD-5E8AAF923D0C}"/>
              </a:ext>
            </a:extLst>
          </p:cNvPr>
          <p:cNvSpPr>
            <a:spLocks xmlns:a="http://schemas.openxmlformats.org/drawingml/2006/main" noGrp="1"/>
          </p:cNvSpPr>
          <p:nvPr/>
        </p:nvSpPr>
        <p:spPr>
          <a:xfrm xmlns:a="http://schemas.openxmlformats.org/drawingml/2006/main">
            <a:off x="822960" y="1737360"/>
            <a:ext cx="50768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800" b="0">
                <a:solidFill>
                  <a:srgbClr val="8C64E1"/>
                </a:solidFill>
                <a:latin typeface="Alibaba PuHuiTi 3.0 55 Regular"/>
                <a:ea typeface="Alibaba PuHuiTi 3.0 55 Regular"/>
                <a:cs typeface="Alibaba PuHuiTi 3.0 55 Regular"/>
              </a:defRPr>
            </a:defPPr>
          </a:lstStyle>
          <a:p xmlns:a="http://schemas.openxmlformats.org/drawingml/2006/main">
            <a:pPr algn="l">
              <a:buNone/>
              <a:defRPr sz="2800" b="0">
                <a:solidFill>
                  <a:srgbClr val="8C64E1"/>
                </a:solidFill>
                <a:latin typeface="Alibaba PuHuiTi 3.0 55 Regular"/>
                <a:ea typeface="Alibaba PuHuiTi 3.0 55 Regular"/>
                <a:cs typeface="Alibaba PuHuiTi 3.0 55 Regular"/>
              </a:defRPr>
            </a:pPr>
            <a:r>
              <a:rPr sz="2800" b="0">
                <a:solidFill>
                  <a:srgbClr val="8C64E1"/>
                </a:solidFill>
                <a:latin typeface="Alibaba PuHuiTi 3.0 55 Regular"/>
                <a:ea typeface="Alibaba PuHuiTi 3.0 55 Regular"/>
                <a:cs typeface="Alibaba PuHuiTi 3.0 55 Regular"/>
              </a:rPr>
              <a:t>无损压缩</a:t>
            </a:r>
          </a:p>
        </p:txBody>
      </p:sp>
      <p:sp>
        <p:nvSpPr>
          <p:cNvPr id="12" name="compression-kind-有损压缩">
            <a:extLst xmlns:a="http://schemas.openxmlformats.org/drawingml/2006/main">
              <a:ext uri="{FF2B5EF4-FFF2-40B4-BE49-F238E27FC236}">
                <a16:creationId xmlns:a16="http://schemas.microsoft.com/office/drawing/2014/main" id="{97F2F50D-5CD5-40E6-BEFD-8767DEAF7009}"/>
              </a:ext>
            </a:extLst>
          </p:cNvPr>
          <p:cNvSpPr>
            <a:spLocks xmlns:a="http://schemas.openxmlformats.org/drawingml/2006/main" noGrp="1"/>
          </p:cNvSpPr>
          <p:nvPr/>
        </p:nvSpPr>
        <p:spPr>
          <a:xfrm xmlns:a="http://schemas.openxmlformats.org/drawingml/2006/main">
            <a:off x="6437376" y="1737360"/>
            <a:ext cx="50768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800" b="0">
                <a:solidFill>
                  <a:srgbClr val="007C9B"/>
                </a:solidFill>
                <a:latin typeface="Alibaba PuHuiTi 3.0 55 Regular"/>
                <a:ea typeface="Alibaba PuHuiTi 3.0 55 Regular"/>
                <a:cs typeface="Alibaba PuHuiTi 3.0 55 Regular"/>
              </a:defRPr>
            </a:defPPr>
          </a:lstStyle>
          <a:p xmlns:a="http://schemas.openxmlformats.org/drawingml/2006/main">
            <a:pPr algn="l">
              <a:buNone/>
              <a:defRPr sz="2800" b="0">
                <a:solidFill>
                  <a:srgbClr val="007C9B"/>
                </a:solidFill>
                <a:latin typeface="Alibaba PuHuiTi 3.0 55 Regular"/>
                <a:ea typeface="Alibaba PuHuiTi 3.0 55 Regular"/>
                <a:cs typeface="Alibaba PuHuiTi 3.0 55 Regular"/>
              </a:defRPr>
            </a:pPr>
            <a:r>
              <a:rPr sz="2800" b="0">
                <a:solidFill>
                  <a:srgbClr val="007C9B"/>
                </a:solidFill>
                <a:latin typeface="Alibaba PuHuiTi 3.0 55 Regular"/>
                <a:ea typeface="Alibaba PuHuiTi 3.0 55 Regular"/>
                <a:cs typeface="Alibaba PuHuiTi 3.0 55 Regular"/>
              </a:rPr>
              <a:t>有损压缩</a:t>
            </a:r>
          </a:p>
        </p:txBody>
      </p:sp>
    </p:spTree>
    <p:extLst>
      <p:ext uri="{BB962C8B-B14F-4D97-AF65-F5344CB8AC3E}">
        <p14:creationId xmlns:p14="http://schemas.microsoft.com/office/powerpoint/2010/main" val="1352918926"/>
      </p:ext>
    </p:extLst>
  </p:cSld>
</p:sld>
</file>

<file path=ppt/slides/slide59.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A88FCEB7-92A2-4174-8867-478BECCB14A8}"/>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77E87870-91FC-405B-A381-FDE8260C379D}"/>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86A7D893-968C-4BE3-928E-AC96FE038593}"/>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ZIP、MP3、WAV、MP4，是同一层吗？</a:t>
            </a:r>
          </a:p>
        </p:txBody>
      </p:sp>
      <p:sp>
        <p:nvSpPr>
          <p:cNvPr id="5" name="TextBox 4">
            <a:extLst xmlns:a="http://schemas.openxmlformats.org/drawingml/2006/main">
              <a:ext uri="{FF2B5EF4-FFF2-40B4-BE49-F238E27FC236}">
                <a16:creationId xmlns:a16="http://schemas.microsoft.com/office/drawing/2014/main" id="{42A37649-4176-4BB5-941D-57260AADA944}"/>
              </a:ext>
            </a:extLst>
          </p:cNvPr>
          <p:cNvSpPr>
            <a:spLocks xmlns:a="http://schemas.openxmlformats.org/drawingml/2006/main" noGrp="1"/>
          </p:cNvSpPr>
          <p:nvPr/>
        </p:nvSpPr>
        <p:spPr>
          <a:xfrm xmlns:a="http://schemas.openxmlformats.org/drawingml/2006/main">
            <a:off x="822960" y="1865376"/>
            <a:ext cx="4846320" cy="4114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700" b="1">
                <a:solidFill>
                  <a:srgbClr val="8C64E1"/>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2700" b="1">
                <a:solidFill>
                  <a:srgbClr val="8C64E1"/>
                </a:solidFill>
                <a:latin typeface="Alibaba PuHuiTi 3.0 115 Black"/>
                <a:ea typeface="Alibaba PuHuiTi 3.0 115 Black"/>
                <a:cs typeface="Alibaba PuHuiTi 3.0 115 Black"/>
              </a:defRPr>
            </a:pPr>
            <a:r>
              <a:rPr sz="2700" b="1">
                <a:solidFill>
                  <a:srgbClr val="8C64E1"/>
                </a:solidFill>
                <a:latin typeface="Alibaba PuHuiTi 3.0 115 Black"/>
                <a:ea typeface="Alibaba PuHuiTi 3.0 115 Black"/>
                <a:cs typeface="Alibaba PuHuiTi 3.0 115 Black"/>
              </a:rPr>
              <a:t>ZIP / RAR</a:t>
            </a:r>
          </a:p>
        </p:txBody>
      </p:sp>
      <p:sp>
        <p:nvSpPr>
          <p:cNvPr id="6" name="TextBox 5">
            <a:extLst xmlns:a="http://schemas.openxmlformats.org/drawingml/2006/main">
              <a:ext uri="{FF2B5EF4-FFF2-40B4-BE49-F238E27FC236}">
                <a16:creationId xmlns:a16="http://schemas.microsoft.com/office/drawing/2014/main" id="{5585A271-28DC-4B9B-BAAC-4416315D389F}"/>
              </a:ext>
            </a:extLst>
          </p:cNvPr>
          <p:cNvSpPr>
            <a:spLocks xmlns:a="http://schemas.openxmlformats.org/drawingml/2006/main" noGrp="1"/>
          </p:cNvSpPr>
          <p:nvPr/>
        </p:nvSpPr>
        <p:spPr>
          <a:xfrm xmlns:a="http://schemas.openxmlformats.org/drawingml/2006/main">
            <a:off x="822960" y="2441448"/>
            <a:ext cx="4873752"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通常为无损归档格式</a:t>
            </a:r>
          </a:p>
        </p:txBody>
      </p:sp>
      <p:sp>
        <p:nvSpPr>
          <p:cNvPr id="7" name="TextBox 6">
            <a:extLst xmlns:a="http://schemas.openxmlformats.org/drawingml/2006/main">
              <a:ext uri="{FF2B5EF4-FFF2-40B4-BE49-F238E27FC236}">
                <a16:creationId xmlns:a16="http://schemas.microsoft.com/office/drawing/2014/main" id="{6BC8D57F-3F52-43C4-8BFD-6695312CCF45}"/>
              </a:ext>
            </a:extLst>
          </p:cNvPr>
          <p:cNvSpPr>
            <a:spLocks xmlns:a="http://schemas.openxmlformats.org/drawingml/2006/main" noGrp="1"/>
          </p:cNvSpPr>
          <p:nvPr/>
        </p:nvSpPr>
        <p:spPr>
          <a:xfrm xmlns:a="http://schemas.openxmlformats.org/drawingml/2006/main">
            <a:off x="6400800" y="1865376"/>
            <a:ext cx="4846320" cy="4114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700" b="1">
                <a:solidFill>
                  <a:srgbClr val="007C9B"/>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2700" b="1">
                <a:solidFill>
                  <a:srgbClr val="007C9B"/>
                </a:solidFill>
                <a:latin typeface="Alibaba PuHuiTi 3.0 115 Black"/>
                <a:ea typeface="Alibaba PuHuiTi 3.0 115 Black"/>
                <a:cs typeface="Alibaba PuHuiTi 3.0 115 Black"/>
              </a:defRPr>
            </a:pPr>
            <a:r>
              <a:rPr sz="2700" b="1">
                <a:solidFill>
                  <a:srgbClr val="007C9B"/>
                </a:solidFill>
                <a:latin typeface="Alibaba PuHuiTi 3.0 115 Black"/>
                <a:ea typeface="Alibaba PuHuiTi 3.0 115 Black"/>
                <a:cs typeface="Alibaba PuHuiTi 3.0 115 Black"/>
              </a:rPr>
              <a:t>MP3</a:t>
            </a:r>
          </a:p>
        </p:txBody>
      </p:sp>
      <p:sp>
        <p:nvSpPr>
          <p:cNvPr id="8" name="TextBox 7">
            <a:extLst xmlns:a="http://schemas.openxmlformats.org/drawingml/2006/main">
              <a:ext uri="{FF2B5EF4-FFF2-40B4-BE49-F238E27FC236}">
                <a16:creationId xmlns:a16="http://schemas.microsoft.com/office/drawing/2014/main" id="{CF344A69-A57A-472C-941C-71E9954AEB89}"/>
              </a:ext>
            </a:extLst>
          </p:cNvPr>
          <p:cNvSpPr>
            <a:spLocks xmlns:a="http://schemas.openxmlformats.org/drawingml/2006/main" noGrp="1"/>
          </p:cNvSpPr>
          <p:nvPr/>
        </p:nvSpPr>
        <p:spPr>
          <a:xfrm xmlns:a="http://schemas.openxmlformats.org/drawingml/2006/main">
            <a:off x="6400800" y="2441448"/>
            <a:ext cx="4873752"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常见有损音频编码</a:t>
            </a:r>
          </a:p>
        </p:txBody>
      </p:sp>
      <p:sp>
        <p:nvSpPr>
          <p:cNvPr id="9" name="TextBox 8">
            <a:extLst xmlns:a="http://schemas.openxmlformats.org/drawingml/2006/main">
              <a:ext uri="{FF2B5EF4-FFF2-40B4-BE49-F238E27FC236}">
                <a16:creationId xmlns:a16="http://schemas.microsoft.com/office/drawing/2014/main" id="{EF904E9C-B19C-4AD0-BD28-77B1496B0E1C}"/>
              </a:ext>
            </a:extLst>
          </p:cNvPr>
          <p:cNvSpPr>
            <a:spLocks xmlns:a="http://schemas.openxmlformats.org/drawingml/2006/main" noGrp="1"/>
          </p:cNvSpPr>
          <p:nvPr/>
        </p:nvSpPr>
        <p:spPr>
          <a:xfrm xmlns:a="http://schemas.openxmlformats.org/drawingml/2006/main">
            <a:off x="822960" y="3502152"/>
            <a:ext cx="4846320" cy="4114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700" b="1">
                <a:solidFill>
                  <a:srgbClr val="8C64E1"/>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2700" b="1">
                <a:solidFill>
                  <a:srgbClr val="8C64E1"/>
                </a:solidFill>
                <a:latin typeface="Alibaba PuHuiTi 3.0 115 Black"/>
                <a:ea typeface="Alibaba PuHuiTi 3.0 115 Black"/>
                <a:cs typeface="Alibaba PuHuiTi 3.0 115 Black"/>
              </a:defRPr>
            </a:pPr>
            <a:r>
              <a:rPr sz="2700" b="1">
                <a:solidFill>
                  <a:srgbClr val="8C64E1"/>
                </a:solidFill>
                <a:latin typeface="Alibaba PuHuiTi 3.0 115 Black"/>
                <a:ea typeface="Alibaba PuHuiTi 3.0 115 Black"/>
                <a:cs typeface="Alibaba PuHuiTi 3.0 115 Black"/>
              </a:rPr>
              <a:t>WAV</a:t>
            </a:r>
          </a:p>
        </p:txBody>
      </p:sp>
      <p:sp>
        <p:nvSpPr>
          <p:cNvPr id="10" name="TextBox 9">
            <a:extLst xmlns:a="http://schemas.openxmlformats.org/drawingml/2006/main">
              <a:ext uri="{FF2B5EF4-FFF2-40B4-BE49-F238E27FC236}">
                <a16:creationId xmlns:a16="http://schemas.microsoft.com/office/drawing/2014/main" id="{E5F270CA-76F3-46F4-AD3D-5A91E3EB24C0}"/>
              </a:ext>
            </a:extLst>
          </p:cNvPr>
          <p:cNvSpPr>
            <a:spLocks xmlns:a="http://schemas.openxmlformats.org/drawingml/2006/main" noGrp="1"/>
          </p:cNvSpPr>
          <p:nvPr/>
        </p:nvSpPr>
        <p:spPr>
          <a:xfrm xmlns:a="http://schemas.openxmlformats.org/drawingml/2006/main">
            <a:off x="822960" y="4078224"/>
            <a:ext cx="4873752"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容器；常见未压缩PCM</a:t>
            </a:r>
          </a:p>
        </p:txBody>
      </p:sp>
      <p:sp>
        <p:nvSpPr>
          <p:cNvPr id="11" name="TextBox 10">
            <a:extLst xmlns:a="http://schemas.openxmlformats.org/drawingml/2006/main">
              <a:ext uri="{FF2B5EF4-FFF2-40B4-BE49-F238E27FC236}">
                <a16:creationId xmlns:a16="http://schemas.microsoft.com/office/drawing/2014/main" id="{012A81BC-1714-4C7A-9F29-B979739684D0}"/>
              </a:ext>
            </a:extLst>
          </p:cNvPr>
          <p:cNvSpPr>
            <a:spLocks xmlns:a="http://schemas.openxmlformats.org/drawingml/2006/main" noGrp="1"/>
          </p:cNvSpPr>
          <p:nvPr/>
        </p:nvSpPr>
        <p:spPr>
          <a:xfrm xmlns:a="http://schemas.openxmlformats.org/drawingml/2006/main">
            <a:off x="6400800" y="3502152"/>
            <a:ext cx="4846320" cy="4114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700" b="1">
                <a:solidFill>
                  <a:srgbClr val="007C9B"/>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2700" b="1">
                <a:solidFill>
                  <a:srgbClr val="007C9B"/>
                </a:solidFill>
                <a:latin typeface="Alibaba PuHuiTi 3.0 115 Black"/>
                <a:ea typeface="Alibaba PuHuiTi 3.0 115 Black"/>
                <a:cs typeface="Alibaba PuHuiTi 3.0 115 Black"/>
              </a:defRPr>
            </a:pPr>
            <a:r>
              <a:rPr sz="2700" b="1">
                <a:solidFill>
                  <a:srgbClr val="007C9B"/>
                </a:solidFill>
                <a:latin typeface="Alibaba PuHuiTi 3.0 115 Black"/>
                <a:ea typeface="Alibaba PuHuiTi 3.0 115 Black"/>
                <a:cs typeface="Alibaba PuHuiTi 3.0 115 Black"/>
              </a:rPr>
              <a:t>MP4</a:t>
            </a:r>
          </a:p>
        </p:txBody>
      </p:sp>
      <p:sp>
        <p:nvSpPr>
          <p:cNvPr id="12" name="TextBox 11">
            <a:extLst xmlns:a="http://schemas.openxmlformats.org/drawingml/2006/main">
              <a:ext uri="{FF2B5EF4-FFF2-40B4-BE49-F238E27FC236}">
                <a16:creationId xmlns:a16="http://schemas.microsoft.com/office/drawing/2014/main" id="{0213B7B7-67BD-4EBB-AA82-ED9D14754BA6}"/>
              </a:ext>
            </a:extLst>
          </p:cNvPr>
          <p:cNvSpPr>
            <a:spLocks xmlns:a="http://schemas.openxmlformats.org/drawingml/2006/main" noGrp="1"/>
          </p:cNvSpPr>
          <p:nvPr/>
        </p:nvSpPr>
        <p:spPr>
          <a:xfrm xmlns:a="http://schemas.openxmlformats.org/drawingml/2006/main">
            <a:off x="6400800" y="4078224"/>
            <a:ext cx="4873752"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容器；常装有损视频</a:t>
            </a:r>
          </a:p>
        </p:txBody>
      </p:sp>
      <p:sp>
        <p:nvSpPr>
          <p:cNvPr id="13" name="TextBox 12">
            <a:extLst xmlns:a="http://schemas.openxmlformats.org/drawingml/2006/main">
              <a:ext uri="{FF2B5EF4-FFF2-40B4-BE49-F238E27FC236}">
                <a16:creationId xmlns:a16="http://schemas.microsoft.com/office/drawing/2014/main" id="{4A370B55-FEEC-4F6B-A063-3D99FF5C037C}"/>
              </a:ext>
            </a:extLst>
          </p:cNvPr>
          <p:cNvSpPr>
            <a:spLocks xmlns:a="http://schemas.openxmlformats.org/drawingml/2006/main" noGrp="1"/>
          </p:cNvSpPr>
          <p:nvPr/>
        </p:nvSpPr>
        <p:spPr>
          <a:xfrm xmlns:a="http://schemas.openxmlformats.org/drawingml/2006/main">
            <a:off x="777240" y="5879592"/>
            <a:ext cx="10789920" cy="33528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格式名和压缩方法不总是一回事。</a:t>
            </a:r>
          </a:p>
        </p:txBody>
      </p:sp>
    </p:spTree>
    <p:extLst>
      <p:ext uri="{BB962C8B-B14F-4D97-AF65-F5344CB8AC3E}">
        <p14:creationId xmlns:p14="http://schemas.microsoft.com/office/powerpoint/2010/main" val="3847893"/>
      </p:ext>
    </p:extLst>
  </p:cSld>
</p:sld>
</file>

<file path=ppt/slides/slide60.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4FA754AD-ACDC-49F8-A235-242A8BD4FB4F}"/>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367100F0-75FC-4065-A2E4-861272691C85}"/>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557F0369-719A-4907-968D-6742027F9795}"/>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相同尺寸的三幅图，谁容易无损压缩？</a:t>
            </a:r>
          </a:p>
        </p:txBody>
      </p:sp>
      <p:sp>
        <p:nvSpPr>
          <p:cNvPr id="5" name="TextBox 4">
            <a:extLst xmlns:a="http://schemas.openxmlformats.org/drawingml/2006/main">
              <a:ext uri="{FF2B5EF4-FFF2-40B4-BE49-F238E27FC236}">
                <a16:creationId xmlns:a16="http://schemas.microsoft.com/office/drawing/2014/main" id="{4F9033B4-40B4-4156-ABC9-BADD998A82D5}"/>
              </a:ext>
            </a:extLst>
          </p:cNvPr>
          <p:cNvSpPr>
            <a:spLocks xmlns:a="http://schemas.openxmlformats.org/drawingml/2006/main" noGrp="1"/>
          </p:cNvSpPr>
          <p:nvPr/>
        </p:nvSpPr>
        <p:spPr>
          <a:xfrm xmlns:a="http://schemas.openxmlformats.org/drawingml/2006/main">
            <a:off x="850392" y="1719072"/>
            <a:ext cx="3474720" cy="38100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5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2500" b="1">
                <a:solidFill>
                  <a:srgbClr val="262626"/>
                </a:solidFill>
                <a:latin typeface="Alibaba PuHuiTi 3.0 115 Black"/>
                <a:ea typeface="Alibaba PuHuiTi 3.0 115 Black"/>
                <a:cs typeface="Alibaba PuHuiTi 3.0 115 Black"/>
              </a:defRPr>
            </a:pPr>
            <a:r>
              <a:rPr sz="2500" b="1">
                <a:solidFill>
                  <a:srgbClr val="262626"/>
                </a:solidFill>
                <a:latin typeface="Alibaba PuHuiTi 3.0 115 Black"/>
                <a:ea typeface="Alibaba PuHuiTi 3.0 115 Black"/>
                <a:cs typeface="Alibaba PuHuiTi 3.0 115 Black"/>
              </a:rPr>
              <a:t>A 纯色</a:t>
            </a:r>
          </a:p>
        </p:txBody>
      </p:sp>
      <p:sp>
        <p:nvSpPr>
          <p:cNvPr id="6" name="Rectangle 5">
            <a:extLst xmlns:a="http://schemas.openxmlformats.org/drawingml/2006/main">
              <a:ext uri="{FF2B5EF4-FFF2-40B4-BE49-F238E27FC236}">
                <a16:creationId xmlns:a16="http://schemas.microsoft.com/office/drawing/2014/main" id="{A55E6178-7142-47DC-93A2-4AB2C2ACC234}"/>
              </a:ext>
            </a:extLst>
          </p:cNvPr>
          <p:cNvSpPr>
            <a:spLocks xmlns:a="http://schemas.openxmlformats.org/drawingml/2006/main" noGrp="1"/>
          </p:cNvSpPr>
          <p:nvPr/>
        </p:nvSpPr>
        <p:spPr>
          <a:xfrm xmlns:a="http://schemas.openxmlformats.org/drawingml/2006/main">
            <a:off x="850392" y="2532888"/>
            <a:ext cx="333756" cy="333756"/>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7" name="Rectangle 6">
            <a:extLst xmlns:a="http://schemas.openxmlformats.org/drawingml/2006/main">
              <a:ext uri="{FF2B5EF4-FFF2-40B4-BE49-F238E27FC236}">
                <a16:creationId xmlns:a16="http://schemas.microsoft.com/office/drawing/2014/main" id="{7E6D5AFC-7EBD-415E-8AA2-2CB0EE48581A}"/>
              </a:ext>
            </a:extLst>
          </p:cNvPr>
          <p:cNvSpPr>
            <a:spLocks xmlns:a="http://schemas.openxmlformats.org/drawingml/2006/main" noGrp="1"/>
          </p:cNvSpPr>
          <p:nvPr/>
        </p:nvSpPr>
        <p:spPr>
          <a:xfrm xmlns:a="http://schemas.openxmlformats.org/drawingml/2006/main">
            <a:off x="1207008" y="2532888"/>
            <a:ext cx="333756" cy="333756"/>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8" name="Rectangle 7">
            <a:extLst xmlns:a="http://schemas.openxmlformats.org/drawingml/2006/main">
              <a:ext uri="{FF2B5EF4-FFF2-40B4-BE49-F238E27FC236}">
                <a16:creationId xmlns:a16="http://schemas.microsoft.com/office/drawing/2014/main" id="{AB56B943-CA1E-48A4-8145-03898794AC78}"/>
              </a:ext>
            </a:extLst>
          </p:cNvPr>
          <p:cNvSpPr>
            <a:spLocks xmlns:a="http://schemas.openxmlformats.org/drawingml/2006/main" noGrp="1"/>
          </p:cNvSpPr>
          <p:nvPr/>
        </p:nvSpPr>
        <p:spPr>
          <a:xfrm xmlns:a="http://schemas.openxmlformats.org/drawingml/2006/main">
            <a:off x="1563624" y="2532888"/>
            <a:ext cx="333756" cy="333756"/>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9" name="Rectangle 8">
            <a:extLst xmlns:a="http://schemas.openxmlformats.org/drawingml/2006/main">
              <a:ext uri="{FF2B5EF4-FFF2-40B4-BE49-F238E27FC236}">
                <a16:creationId xmlns:a16="http://schemas.microsoft.com/office/drawing/2014/main" id="{9A162CC4-C5C1-4A05-BF9E-AB2FE724AF0C}"/>
              </a:ext>
            </a:extLst>
          </p:cNvPr>
          <p:cNvSpPr>
            <a:spLocks xmlns:a="http://schemas.openxmlformats.org/drawingml/2006/main" noGrp="1"/>
          </p:cNvSpPr>
          <p:nvPr/>
        </p:nvSpPr>
        <p:spPr>
          <a:xfrm xmlns:a="http://schemas.openxmlformats.org/drawingml/2006/main">
            <a:off x="1920240" y="2532888"/>
            <a:ext cx="333756" cy="333756"/>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0" name="Rectangle 9">
            <a:extLst xmlns:a="http://schemas.openxmlformats.org/drawingml/2006/main">
              <a:ext uri="{FF2B5EF4-FFF2-40B4-BE49-F238E27FC236}">
                <a16:creationId xmlns:a16="http://schemas.microsoft.com/office/drawing/2014/main" id="{822CBC4F-62BC-444D-B110-52EBC76A979F}"/>
              </a:ext>
            </a:extLst>
          </p:cNvPr>
          <p:cNvSpPr>
            <a:spLocks xmlns:a="http://schemas.openxmlformats.org/drawingml/2006/main" noGrp="1"/>
          </p:cNvSpPr>
          <p:nvPr/>
        </p:nvSpPr>
        <p:spPr>
          <a:xfrm xmlns:a="http://schemas.openxmlformats.org/drawingml/2006/main">
            <a:off x="2276856" y="2532888"/>
            <a:ext cx="333756" cy="333756"/>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1" name="Rectangle 10">
            <a:extLst xmlns:a="http://schemas.openxmlformats.org/drawingml/2006/main">
              <a:ext uri="{FF2B5EF4-FFF2-40B4-BE49-F238E27FC236}">
                <a16:creationId xmlns:a16="http://schemas.microsoft.com/office/drawing/2014/main" id="{C48CF238-3B7E-4B01-9420-296DBAFFBE67}"/>
              </a:ext>
            </a:extLst>
          </p:cNvPr>
          <p:cNvSpPr>
            <a:spLocks xmlns:a="http://schemas.openxmlformats.org/drawingml/2006/main" noGrp="1"/>
          </p:cNvSpPr>
          <p:nvPr/>
        </p:nvSpPr>
        <p:spPr>
          <a:xfrm xmlns:a="http://schemas.openxmlformats.org/drawingml/2006/main">
            <a:off x="2633472" y="2532888"/>
            <a:ext cx="333756" cy="333756"/>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2" name="Rectangle 11">
            <a:extLst xmlns:a="http://schemas.openxmlformats.org/drawingml/2006/main">
              <a:ext uri="{FF2B5EF4-FFF2-40B4-BE49-F238E27FC236}">
                <a16:creationId xmlns:a16="http://schemas.microsoft.com/office/drawing/2014/main" id="{6E9A5B35-FA6E-4DC4-9D55-B220FA7D6242}"/>
              </a:ext>
            </a:extLst>
          </p:cNvPr>
          <p:cNvSpPr>
            <a:spLocks xmlns:a="http://schemas.openxmlformats.org/drawingml/2006/main" noGrp="1"/>
          </p:cNvSpPr>
          <p:nvPr/>
        </p:nvSpPr>
        <p:spPr>
          <a:xfrm xmlns:a="http://schemas.openxmlformats.org/drawingml/2006/main">
            <a:off x="2990088" y="2532888"/>
            <a:ext cx="333756" cy="333756"/>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3" name="Rectangle 12">
            <a:extLst xmlns:a="http://schemas.openxmlformats.org/drawingml/2006/main">
              <a:ext uri="{FF2B5EF4-FFF2-40B4-BE49-F238E27FC236}">
                <a16:creationId xmlns:a16="http://schemas.microsoft.com/office/drawing/2014/main" id="{2A6C90CC-DAE9-44C5-A8F5-5E0D5FB4A8A1}"/>
              </a:ext>
            </a:extLst>
          </p:cNvPr>
          <p:cNvSpPr>
            <a:spLocks xmlns:a="http://schemas.openxmlformats.org/drawingml/2006/main" noGrp="1"/>
          </p:cNvSpPr>
          <p:nvPr/>
        </p:nvSpPr>
        <p:spPr>
          <a:xfrm xmlns:a="http://schemas.openxmlformats.org/drawingml/2006/main">
            <a:off x="3346704" y="2532888"/>
            <a:ext cx="333756" cy="333756"/>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4" name="Rectangle 13">
            <a:extLst xmlns:a="http://schemas.openxmlformats.org/drawingml/2006/main">
              <a:ext uri="{FF2B5EF4-FFF2-40B4-BE49-F238E27FC236}">
                <a16:creationId xmlns:a16="http://schemas.microsoft.com/office/drawing/2014/main" id="{BE880483-BE7C-4D41-AC26-4553E3B16F37}"/>
              </a:ext>
            </a:extLst>
          </p:cNvPr>
          <p:cNvSpPr>
            <a:spLocks xmlns:a="http://schemas.openxmlformats.org/drawingml/2006/main" noGrp="1"/>
          </p:cNvSpPr>
          <p:nvPr/>
        </p:nvSpPr>
        <p:spPr>
          <a:xfrm xmlns:a="http://schemas.openxmlformats.org/drawingml/2006/main">
            <a:off x="3703320" y="2532888"/>
            <a:ext cx="333756" cy="333756"/>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5" name="Rectangle 14">
            <a:extLst xmlns:a="http://schemas.openxmlformats.org/drawingml/2006/main">
              <a:ext uri="{FF2B5EF4-FFF2-40B4-BE49-F238E27FC236}">
                <a16:creationId xmlns:a16="http://schemas.microsoft.com/office/drawing/2014/main" id="{B7F6934D-6FE2-492B-A8E0-A52C2D68C93F}"/>
              </a:ext>
            </a:extLst>
          </p:cNvPr>
          <p:cNvSpPr>
            <a:spLocks xmlns:a="http://schemas.openxmlformats.org/drawingml/2006/main" noGrp="1"/>
          </p:cNvSpPr>
          <p:nvPr/>
        </p:nvSpPr>
        <p:spPr>
          <a:xfrm xmlns:a="http://schemas.openxmlformats.org/drawingml/2006/main">
            <a:off x="850392" y="2889504"/>
            <a:ext cx="333756" cy="333756"/>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6" name="Rectangle 15">
            <a:extLst xmlns:a="http://schemas.openxmlformats.org/drawingml/2006/main">
              <a:ext uri="{FF2B5EF4-FFF2-40B4-BE49-F238E27FC236}">
                <a16:creationId xmlns:a16="http://schemas.microsoft.com/office/drawing/2014/main" id="{5514A5C5-B7C3-416D-BA12-267DDDD2A507}"/>
              </a:ext>
            </a:extLst>
          </p:cNvPr>
          <p:cNvSpPr>
            <a:spLocks xmlns:a="http://schemas.openxmlformats.org/drawingml/2006/main" noGrp="1"/>
          </p:cNvSpPr>
          <p:nvPr/>
        </p:nvSpPr>
        <p:spPr>
          <a:xfrm xmlns:a="http://schemas.openxmlformats.org/drawingml/2006/main">
            <a:off x="1207008" y="2889504"/>
            <a:ext cx="333756" cy="333756"/>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7" name="Rectangle 16">
            <a:extLst xmlns:a="http://schemas.openxmlformats.org/drawingml/2006/main">
              <a:ext uri="{FF2B5EF4-FFF2-40B4-BE49-F238E27FC236}">
                <a16:creationId xmlns:a16="http://schemas.microsoft.com/office/drawing/2014/main" id="{51F76153-49DE-4DB4-86D0-FC480C0DC121}"/>
              </a:ext>
            </a:extLst>
          </p:cNvPr>
          <p:cNvSpPr>
            <a:spLocks xmlns:a="http://schemas.openxmlformats.org/drawingml/2006/main" noGrp="1"/>
          </p:cNvSpPr>
          <p:nvPr/>
        </p:nvSpPr>
        <p:spPr>
          <a:xfrm xmlns:a="http://schemas.openxmlformats.org/drawingml/2006/main">
            <a:off x="1563624" y="2889504"/>
            <a:ext cx="333756" cy="333756"/>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8" name="Rectangle 17">
            <a:extLst xmlns:a="http://schemas.openxmlformats.org/drawingml/2006/main">
              <a:ext uri="{FF2B5EF4-FFF2-40B4-BE49-F238E27FC236}">
                <a16:creationId xmlns:a16="http://schemas.microsoft.com/office/drawing/2014/main" id="{393D95B1-36BE-4F63-A5D4-04906AC61B58}"/>
              </a:ext>
            </a:extLst>
          </p:cNvPr>
          <p:cNvSpPr>
            <a:spLocks xmlns:a="http://schemas.openxmlformats.org/drawingml/2006/main" noGrp="1"/>
          </p:cNvSpPr>
          <p:nvPr/>
        </p:nvSpPr>
        <p:spPr>
          <a:xfrm xmlns:a="http://schemas.openxmlformats.org/drawingml/2006/main">
            <a:off x="1920240" y="2889504"/>
            <a:ext cx="333756" cy="333756"/>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9" name="Rectangle 18">
            <a:extLst xmlns:a="http://schemas.openxmlformats.org/drawingml/2006/main">
              <a:ext uri="{FF2B5EF4-FFF2-40B4-BE49-F238E27FC236}">
                <a16:creationId xmlns:a16="http://schemas.microsoft.com/office/drawing/2014/main" id="{DC269B76-9997-432E-A29A-27DABE2540C7}"/>
              </a:ext>
            </a:extLst>
          </p:cNvPr>
          <p:cNvSpPr>
            <a:spLocks xmlns:a="http://schemas.openxmlformats.org/drawingml/2006/main" noGrp="1"/>
          </p:cNvSpPr>
          <p:nvPr/>
        </p:nvSpPr>
        <p:spPr>
          <a:xfrm xmlns:a="http://schemas.openxmlformats.org/drawingml/2006/main">
            <a:off x="2276856" y="2889504"/>
            <a:ext cx="333756" cy="333756"/>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0" name="Rectangle 19">
            <a:extLst xmlns:a="http://schemas.openxmlformats.org/drawingml/2006/main">
              <a:ext uri="{FF2B5EF4-FFF2-40B4-BE49-F238E27FC236}">
                <a16:creationId xmlns:a16="http://schemas.microsoft.com/office/drawing/2014/main" id="{912590A9-4C4A-43C7-A6E1-396596545228}"/>
              </a:ext>
            </a:extLst>
          </p:cNvPr>
          <p:cNvSpPr>
            <a:spLocks xmlns:a="http://schemas.openxmlformats.org/drawingml/2006/main" noGrp="1"/>
          </p:cNvSpPr>
          <p:nvPr/>
        </p:nvSpPr>
        <p:spPr>
          <a:xfrm xmlns:a="http://schemas.openxmlformats.org/drawingml/2006/main">
            <a:off x="2633472" y="2889504"/>
            <a:ext cx="333756" cy="333756"/>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1" name="Rectangle 20">
            <a:extLst xmlns:a="http://schemas.openxmlformats.org/drawingml/2006/main">
              <a:ext uri="{FF2B5EF4-FFF2-40B4-BE49-F238E27FC236}">
                <a16:creationId xmlns:a16="http://schemas.microsoft.com/office/drawing/2014/main" id="{A48F2333-6DB3-4C35-9201-0E16ED1B8ED6}"/>
              </a:ext>
            </a:extLst>
          </p:cNvPr>
          <p:cNvSpPr>
            <a:spLocks xmlns:a="http://schemas.openxmlformats.org/drawingml/2006/main" noGrp="1"/>
          </p:cNvSpPr>
          <p:nvPr/>
        </p:nvSpPr>
        <p:spPr>
          <a:xfrm xmlns:a="http://schemas.openxmlformats.org/drawingml/2006/main">
            <a:off x="2990088" y="2889504"/>
            <a:ext cx="333756" cy="333756"/>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2" name="Rectangle 21">
            <a:extLst xmlns:a="http://schemas.openxmlformats.org/drawingml/2006/main">
              <a:ext uri="{FF2B5EF4-FFF2-40B4-BE49-F238E27FC236}">
                <a16:creationId xmlns:a16="http://schemas.microsoft.com/office/drawing/2014/main" id="{7B45C2F8-7FE5-498F-9E8E-6E3D0BAC655C}"/>
              </a:ext>
            </a:extLst>
          </p:cNvPr>
          <p:cNvSpPr>
            <a:spLocks xmlns:a="http://schemas.openxmlformats.org/drawingml/2006/main" noGrp="1"/>
          </p:cNvSpPr>
          <p:nvPr/>
        </p:nvSpPr>
        <p:spPr>
          <a:xfrm xmlns:a="http://schemas.openxmlformats.org/drawingml/2006/main">
            <a:off x="3346704" y="2889504"/>
            <a:ext cx="333756" cy="333756"/>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3" name="Rectangle 22">
            <a:extLst xmlns:a="http://schemas.openxmlformats.org/drawingml/2006/main">
              <a:ext uri="{FF2B5EF4-FFF2-40B4-BE49-F238E27FC236}">
                <a16:creationId xmlns:a16="http://schemas.microsoft.com/office/drawing/2014/main" id="{8413D92C-8CC1-4C9A-9918-01D9847B1D8C}"/>
              </a:ext>
            </a:extLst>
          </p:cNvPr>
          <p:cNvSpPr>
            <a:spLocks xmlns:a="http://schemas.openxmlformats.org/drawingml/2006/main" noGrp="1"/>
          </p:cNvSpPr>
          <p:nvPr/>
        </p:nvSpPr>
        <p:spPr>
          <a:xfrm xmlns:a="http://schemas.openxmlformats.org/drawingml/2006/main">
            <a:off x="3703320" y="2889504"/>
            <a:ext cx="333756" cy="333756"/>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4" name="Rectangle 23">
            <a:extLst xmlns:a="http://schemas.openxmlformats.org/drawingml/2006/main">
              <a:ext uri="{FF2B5EF4-FFF2-40B4-BE49-F238E27FC236}">
                <a16:creationId xmlns:a16="http://schemas.microsoft.com/office/drawing/2014/main" id="{688F686B-E9E2-40D5-A447-253914A75B16}"/>
              </a:ext>
            </a:extLst>
          </p:cNvPr>
          <p:cNvSpPr>
            <a:spLocks xmlns:a="http://schemas.openxmlformats.org/drawingml/2006/main" noGrp="1"/>
          </p:cNvSpPr>
          <p:nvPr/>
        </p:nvSpPr>
        <p:spPr>
          <a:xfrm xmlns:a="http://schemas.openxmlformats.org/drawingml/2006/main">
            <a:off x="850392" y="3246120"/>
            <a:ext cx="333756" cy="333756"/>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5" name="Rectangle 24">
            <a:extLst xmlns:a="http://schemas.openxmlformats.org/drawingml/2006/main">
              <a:ext uri="{FF2B5EF4-FFF2-40B4-BE49-F238E27FC236}">
                <a16:creationId xmlns:a16="http://schemas.microsoft.com/office/drawing/2014/main" id="{C0ABF58B-BDFA-4D27-8979-BD429BEDC260}"/>
              </a:ext>
            </a:extLst>
          </p:cNvPr>
          <p:cNvSpPr>
            <a:spLocks xmlns:a="http://schemas.openxmlformats.org/drawingml/2006/main" noGrp="1"/>
          </p:cNvSpPr>
          <p:nvPr/>
        </p:nvSpPr>
        <p:spPr>
          <a:xfrm xmlns:a="http://schemas.openxmlformats.org/drawingml/2006/main">
            <a:off x="1207008" y="3246120"/>
            <a:ext cx="333756" cy="333756"/>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6" name="Rectangle 25">
            <a:extLst xmlns:a="http://schemas.openxmlformats.org/drawingml/2006/main">
              <a:ext uri="{FF2B5EF4-FFF2-40B4-BE49-F238E27FC236}">
                <a16:creationId xmlns:a16="http://schemas.microsoft.com/office/drawing/2014/main" id="{9ED05715-95FD-425A-915B-33D14056E673}"/>
              </a:ext>
            </a:extLst>
          </p:cNvPr>
          <p:cNvSpPr>
            <a:spLocks xmlns:a="http://schemas.openxmlformats.org/drawingml/2006/main" noGrp="1"/>
          </p:cNvSpPr>
          <p:nvPr/>
        </p:nvSpPr>
        <p:spPr>
          <a:xfrm xmlns:a="http://schemas.openxmlformats.org/drawingml/2006/main">
            <a:off x="1563624" y="3246120"/>
            <a:ext cx="333756" cy="333756"/>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7" name="Rectangle 26">
            <a:extLst xmlns:a="http://schemas.openxmlformats.org/drawingml/2006/main">
              <a:ext uri="{FF2B5EF4-FFF2-40B4-BE49-F238E27FC236}">
                <a16:creationId xmlns:a16="http://schemas.microsoft.com/office/drawing/2014/main" id="{F51CD334-70AB-489A-BC96-79A9147AAFD9}"/>
              </a:ext>
            </a:extLst>
          </p:cNvPr>
          <p:cNvSpPr>
            <a:spLocks xmlns:a="http://schemas.openxmlformats.org/drawingml/2006/main" noGrp="1"/>
          </p:cNvSpPr>
          <p:nvPr/>
        </p:nvSpPr>
        <p:spPr>
          <a:xfrm xmlns:a="http://schemas.openxmlformats.org/drawingml/2006/main">
            <a:off x="1920240" y="3246120"/>
            <a:ext cx="333756" cy="333756"/>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8" name="Rectangle 27">
            <a:extLst xmlns:a="http://schemas.openxmlformats.org/drawingml/2006/main">
              <a:ext uri="{FF2B5EF4-FFF2-40B4-BE49-F238E27FC236}">
                <a16:creationId xmlns:a16="http://schemas.microsoft.com/office/drawing/2014/main" id="{27BC19F4-F3BC-4374-A461-753939459DDD}"/>
              </a:ext>
            </a:extLst>
          </p:cNvPr>
          <p:cNvSpPr>
            <a:spLocks xmlns:a="http://schemas.openxmlformats.org/drawingml/2006/main" noGrp="1"/>
          </p:cNvSpPr>
          <p:nvPr/>
        </p:nvSpPr>
        <p:spPr>
          <a:xfrm xmlns:a="http://schemas.openxmlformats.org/drawingml/2006/main">
            <a:off x="2276856" y="3246120"/>
            <a:ext cx="333756" cy="333756"/>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9" name="Rectangle 28">
            <a:extLst xmlns:a="http://schemas.openxmlformats.org/drawingml/2006/main">
              <a:ext uri="{FF2B5EF4-FFF2-40B4-BE49-F238E27FC236}">
                <a16:creationId xmlns:a16="http://schemas.microsoft.com/office/drawing/2014/main" id="{F0DC7F0C-331F-49EB-85BD-E03EEA472D8C}"/>
              </a:ext>
            </a:extLst>
          </p:cNvPr>
          <p:cNvSpPr>
            <a:spLocks xmlns:a="http://schemas.openxmlformats.org/drawingml/2006/main" noGrp="1"/>
          </p:cNvSpPr>
          <p:nvPr/>
        </p:nvSpPr>
        <p:spPr>
          <a:xfrm xmlns:a="http://schemas.openxmlformats.org/drawingml/2006/main">
            <a:off x="2633472" y="3246120"/>
            <a:ext cx="333756" cy="333756"/>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0" name="Rectangle 29">
            <a:extLst xmlns:a="http://schemas.openxmlformats.org/drawingml/2006/main">
              <a:ext uri="{FF2B5EF4-FFF2-40B4-BE49-F238E27FC236}">
                <a16:creationId xmlns:a16="http://schemas.microsoft.com/office/drawing/2014/main" id="{80E8EFE2-AC69-49F0-8124-0EB2846FBDC7}"/>
              </a:ext>
            </a:extLst>
          </p:cNvPr>
          <p:cNvSpPr>
            <a:spLocks xmlns:a="http://schemas.openxmlformats.org/drawingml/2006/main" noGrp="1"/>
          </p:cNvSpPr>
          <p:nvPr/>
        </p:nvSpPr>
        <p:spPr>
          <a:xfrm xmlns:a="http://schemas.openxmlformats.org/drawingml/2006/main">
            <a:off x="2990088" y="3246120"/>
            <a:ext cx="333756" cy="333756"/>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1" name="Rectangle 30">
            <a:extLst xmlns:a="http://schemas.openxmlformats.org/drawingml/2006/main">
              <a:ext uri="{FF2B5EF4-FFF2-40B4-BE49-F238E27FC236}">
                <a16:creationId xmlns:a16="http://schemas.microsoft.com/office/drawing/2014/main" id="{BC3886CB-EBB2-4360-9D51-A4FC38EDDE0F}"/>
              </a:ext>
            </a:extLst>
          </p:cNvPr>
          <p:cNvSpPr>
            <a:spLocks xmlns:a="http://schemas.openxmlformats.org/drawingml/2006/main" noGrp="1"/>
          </p:cNvSpPr>
          <p:nvPr/>
        </p:nvSpPr>
        <p:spPr>
          <a:xfrm xmlns:a="http://schemas.openxmlformats.org/drawingml/2006/main">
            <a:off x="3346704" y="3246120"/>
            <a:ext cx="333756" cy="333756"/>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2" name="Rectangle 31">
            <a:extLst xmlns:a="http://schemas.openxmlformats.org/drawingml/2006/main">
              <a:ext uri="{FF2B5EF4-FFF2-40B4-BE49-F238E27FC236}">
                <a16:creationId xmlns:a16="http://schemas.microsoft.com/office/drawing/2014/main" id="{D1ABE181-D8A5-448E-BE58-681B810F2FEC}"/>
              </a:ext>
            </a:extLst>
          </p:cNvPr>
          <p:cNvSpPr>
            <a:spLocks xmlns:a="http://schemas.openxmlformats.org/drawingml/2006/main" noGrp="1"/>
          </p:cNvSpPr>
          <p:nvPr/>
        </p:nvSpPr>
        <p:spPr>
          <a:xfrm xmlns:a="http://schemas.openxmlformats.org/drawingml/2006/main">
            <a:off x="3703320" y="3246120"/>
            <a:ext cx="333756" cy="333756"/>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3" name="Rectangle 32">
            <a:extLst xmlns:a="http://schemas.openxmlformats.org/drawingml/2006/main">
              <a:ext uri="{FF2B5EF4-FFF2-40B4-BE49-F238E27FC236}">
                <a16:creationId xmlns:a16="http://schemas.microsoft.com/office/drawing/2014/main" id="{FE1C9DFA-FB45-47DA-99A8-305425522501}"/>
              </a:ext>
            </a:extLst>
          </p:cNvPr>
          <p:cNvSpPr>
            <a:spLocks xmlns:a="http://schemas.openxmlformats.org/drawingml/2006/main" noGrp="1"/>
          </p:cNvSpPr>
          <p:nvPr/>
        </p:nvSpPr>
        <p:spPr>
          <a:xfrm xmlns:a="http://schemas.openxmlformats.org/drawingml/2006/main">
            <a:off x="850392" y="3602736"/>
            <a:ext cx="333756" cy="333756"/>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4" name="Rectangle 33">
            <a:extLst xmlns:a="http://schemas.openxmlformats.org/drawingml/2006/main">
              <a:ext uri="{FF2B5EF4-FFF2-40B4-BE49-F238E27FC236}">
                <a16:creationId xmlns:a16="http://schemas.microsoft.com/office/drawing/2014/main" id="{DAC50BD6-C952-45CB-B841-85F43223E440}"/>
              </a:ext>
            </a:extLst>
          </p:cNvPr>
          <p:cNvSpPr>
            <a:spLocks xmlns:a="http://schemas.openxmlformats.org/drawingml/2006/main" noGrp="1"/>
          </p:cNvSpPr>
          <p:nvPr/>
        </p:nvSpPr>
        <p:spPr>
          <a:xfrm xmlns:a="http://schemas.openxmlformats.org/drawingml/2006/main">
            <a:off x="1207008" y="3602736"/>
            <a:ext cx="333756" cy="333756"/>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5" name="Rectangle 34">
            <a:extLst xmlns:a="http://schemas.openxmlformats.org/drawingml/2006/main">
              <a:ext uri="{FF2B5EF4-FFF2-40B4-BE49-F238E27FC236}">
                <a16:creationId xmlns:a16="http://schemas.microsoft.com/office/drawing/2014/main" id="{B7D86636-8A03-44FA-997D-4EBDC8322628}"/>
              </a:ext>
            </a:extLst>
          </p:cNvPr>
          <p:cNvSpPr>
            <a:spLocks xmlns:a="http://schemas.openxmlformats.org/drawingml/2006/main" noGrp="1"/>
          </p:cNvSpPr>
          <p:nvPr/>
        </p:nvSpPr>
        <p:spPr>
          <a:xfrm xmlns:a="http://schemas.openxmlformats.org/drawingml/2006/main">
            <a:off x="1563624" y="3602736"/>
            <a:ext cx="333756" cy="333756"/>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6" name="Rectangle 35">
            <a:extLst xmlns:a="http://schemas.openxmlformats.org/drawingml/2006/main">
              <a:ext uri="{FF2B5EF4-FFF2-40B4-BE49-F238E27FC236}">
                <a16:creationId xmlns:a16="http://schemas.microsoft.com/office/drawing/2014/main" id="{4B81A1EC-BF7C-4B88-87BE-F6B0B6C0DB86}"/>
              </a:ext>
            </a:extLst>
          </p:cNvPr>
          <p:cNvSpPr>
            <a:spLocks xmlns:a="http://schemas.openxmlformats.org/drawingml/2006/main" noGrp="1"/>
          </p:cNvSpPr>
          <p:nvPr/>
        </p:nvSpPr>
        <p:spPr>
          <a:xfrm xmlns:a="http://schemas.openxmlformats.org/drawingml/2006/main">
            <a:off x="1920240" y="3602736"/>
            <a:ext cx="333756" cy="333756"/>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7" name="Rectangle 36">
            <a:extLst xmlns:a="http://schemas.openxmlformats.org/drawingml/2006/main">
              <a:ext uri="{FF2B5EF4-FFF2-40B4-BE49-F238E27FC236}">
                <a16:creationId xmlns:a16="http://schemas.microsoft.com/office/drawing/2014/main" id="{BABCCDE0-3245-45B4-97D7-561E869A85CB}"/>
              </a:ext>
            </a:extLst>
          </p:cNvPr>
          <p:cNvSpPr>
            <a:spLocks xmlns:a="http://schemas.openxmlformats.org/drawingml/2006/main" noGrp="1"/>
          </p:cNvSpPr>
          <p:nvPr/>
        </p:nvSpPr>
        <p:spPr>
          <a:xfrm xmlns:a="http://schemas.openxmlformats.org/drawingml/2006/main">
            <a:off x="2276856" y="3602736"/>
            <a:ext cx="333756" cy="333756"/>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8" name="Rectangle 37">
            <a:extLst xmlns:a="http://schemas.openxmlformats.org/drawingml/2006/main">
              <a:ext uri="{FF2B5EF4-FFF2-40B4-BE49-F238E27FC236}">
                <a16:creationId xmlns:a16="http://schemas.microsoft.com/office/drawing/2014/main" id="{83DE9823-7C1F-4524-9F97-D71C0AD65219}"/>
              </a:ext>
            </a:extLst>
          </p:cNvPr>
          <p:cNvSpPr>
            <a:spLocks xmlns:a="http://schemas.openxmlformats.org/drawingml/2006/main" noGrp="1"/>
          </p:cNvSpPr>
          <p:nvPr/>
        </p:nvSpPr>
        <p:spPr>
          <a:xfrm xmlns:a="http://schemas.openxmlformats.org/drawingml/2006/main">
            <a:off x="2633472" y="3602736"/>
            <a:ext cx="333756" cy="333756"/>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9" name="Rectangle 38">
            <a:extLst xmlns:a="http://schemas.openxmlformats.org/drawingml/2006/main">
              <a:ext uri="{FF2B5EF4-FFF2-40B4-BE49-F238E27FC236}">
                <a16:creationId xmlns:a16="http://schemas.microsoft.com/office/drawing/2014/main" id="{10673E5C-F108-435C-912F-D452E49B864D}"/>
              </a:ext>
            </a:extLst>
          </p:cNvPr>
          <p:cNvSpPr>
            <a:spLocks xmlns:a="http://schemas.openxmlformats.org/drawingml/2006/main" noGrp="1"/>
          </p:cNvSpPr>
          <p:nvPr/>
        </p:nvSpPr>
        <p:spPr>
          <a:xfrm xmlns:a="http://schemas.openxmlformats.org/drawingml/2006/main">
            <a:off x="2990088" y="3602736"/>
            <a:ext cx="333756" cy="333756"/>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0" name="Rectangle 39">
            <a:extLst xmlns:a="http://schemas.openxmlformats.org/drawingml/2006/main">
              <a:ext uri="{FF2B5EF4-FFF2-40B4-BE49-F238E27FC236}">
                <a16:creationId xmlns:a16="http://schemas.microsoft.com/office/drawing/2014/main" id="{AC73DCB7-2174-4A6C-92B9-59B80B8D2563}"/>
              </a:ext>
            </a:extLst>
          </p:cNvPr>
          <p:cNvSpPr>
            <a:spLocks xmlns:a="http://schemas.openxmlformats.org/drawingml/2006/main" noGrp="1"/>
          </p:cNvSpPr>
          <p:nvPr/>
        </p:nvSpPr>
        <p:spPr>
          <a:xfrm xmlns:a="http://schemas.openxmlformats.org/drawingml/2006/main">
            <a:off x="3346704" y="3602736"/>
            <a:ext cx="333756" cy="333756"/>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1" name="Rectangle 40">
            <a:extLst xmlns:a="http://schemas.openxmlformats.org/drawingml/2006/main">
              <a:ext uri="{FF2B5EF4-FFF2-40B4-BE49-F238E27FC236}">
                <a16:creationId xmlns:a16="http://schemas.microsoft.com/office/drawing/2014/main" id="{4E0B2BF7-EFE3-42DB-936B-6565DCD6CD23}"/>
              </a:ext>
            </a:extLst>
          </p:cNvPr>
          <p:cNvSpPr>
            <a:spLocks xmlns:a="http://schemas.openxmlformats.org/drawingml/2006/main" noGrp="1"/>
          </p:cNvSpPr>
          <p:nvPr/>
        </p:nvSpPr>
        <p:spPr>
          <a:xfrm xmlns:a="http://schemas.openxmlformats.org/drawingml/2006/main">
            <a:off x="3703320" y="3602736"/>
            <a:ext cx="333756" cy="333756"/>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2" name="Rectangle 41">
            <a:extLst xmlns:a="http://schemas.openxmlformats.org/drawingml/2006/main">
              <a:ext uri="{FF2B5EF4-FFF2-40B4-BE49-F238E27FC236}">
                <a16:creationId xmlns:a16="http://schemas.microsoft.com/office/drawing/2014/main" id="{B8F52DFC-027F-49EB-8043-2DA80EBEE8EC}"/>
              </a:ext>
            </a:extLst>
          </p:cNvPr>
          <p:cNvSpPr>
            <a:spLocks xmlns:a="http://schemas.openxmlformats.org/drawingml/2006/main" noGrp="1"/>
          </p:cNvSpPr>
          <p:nvPr/>
        </p:nvSpPr>
        <p:spPr>
          <a:xfrm xmlns:a="http://schemas.openxmlformats.org/drawingml/2006/main">
            <a:off x="850392" y="3959352"/>
            <a:ext cx="333756" cy="333756"/>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3" name="Rectangle 42">
            <a:extLst xmlns:a="http://schemas.openxmlformats.org/drawingml/2006/main">
              <a:ext uri="{FF2B5EF4-FFF2-40B4-BE49-F238E27FC236}">
                <a16:creationId xmlns:a16="http://schemas.microsoft.com/office/drawing/2014/main" id="{1DD4F2A1-FE01-413B-AA6A-F187066CD089}"/>
              </a:ext>
            </a:extLst>
          </p:cNvPr>
          <p:cNvSpPr>
            <a:spLocks xmlns:a="http://schemas.openxmlformats.org/drawingml/2006/main" noGrp="1"/>
          </p:cNvSpPr>
          <p:nvPr/>
        </p:nvSpPr>
        <p:spPr>
          <a:xfrm xmlns:a="http://schemas.openxmlformats.org/drawingml/2006/main">
            <a:off x="1207008" y="3959352"/>
            <a:ext cx="333756" cy="333756"/>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4" name="Rectangle 43">
            <a:extLst xmlns:a="http://schemas.openxmlformats.org/drawingml/2006/main">
              <a:ext uri="{FF2B5EF4-FFF2-40B4-BE49-F238E27FC236}">
                <a16:creationId xmlns:a16="http://schemas.microsoft.com/office/drawing/2014/main" id="{BF069680-4CE5-4742-B995-04D8E934C7B1}"/>
              </a:ext>
            </a:extLst>
          </p:cNvPr>
          <p:cNvSpPr>
            <a:spLocks xmlns:a="http://schemas.openxmlformats.org/drawingml/2006/main" noGrp="1"/>
          </p:cNvSpPr>
          <p:nvPr/>
        </p:nvSpPr>
        <p:spPr>
          <a:xfrm xmlns:a="http://schemas.openxmlformats.org/drawingml/2006/main">
            <a:off x="1563624" y="3959352"/>
            <a:ext cx="333756" cy="333756"/>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5" name="Rectangle 44">
            <a:extLst xmlns:a="http://schemas.openxmlformats.org/drawingml/2006/main">
              <a:ext uri="{FF2B5EF4-FFF2-40B4-BE49-F238E27FC236}">
                <a16:creationId xmlns:a16="http://schemas.microsoft.com/office/drawing/2014/main" id="{5535F08E-5A9A-4F31-B095-A36211646C53}"/>
              </a:ext>
            </a:extLst>
          </p:cNvPr>
          <p:cNvSpPr>
            <a:spLocks xmlns:a="http://schemas.openxmlformats.org/drawingml/2006/main" noGrp="1"/>
          </p:cNvSpPr>
          <p:nvPr/>
        </p:nvSpPr>
        <p:spPr>
          <a:xfrm xmlns:a="http://schemas.openxmlformats.org/drawingml/2006/main">
            <a:off x="1920240" y="3959352"/>
            <a:ext cx="333756" cy="333756"/>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6" name="Rectangle 45">
            <a:extLst xmlns:a="http://schemas.openxmlformats.org/drawingml/2006/main">
              <a:ext uri="{FF2B5EF4-FFF2-40B4-BE49-F238E27FC236}">
                <a16:creationId xmlns:a16="http://schemas.microsoft.com/office/drawing/2014/main" id="{EA3FD641-1BBA-4CD8-9F82-DDC53723812A}"/>
              </a:ext>
            </a:extLst>
          </p:cNvPr>
          <p:cNvSpPr>
            <a:spLocks xmlns:a="http://schemas.openxmlformats.org/drawingml/2006/main" noGrp="1"/>
          </p:cNvSpPr>
          <p:nvPr/>
        </p:nvSpPr>
        <p:spPr>
          <a:xfrm xmlns:a="http://schemas.openxmlformats.org/drawingml/2006/main">
            <a:off x="2276856" y="3959352"/>
            <a:ext cx="333756" cy="333756"/>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7" name="Rectangle 46">
            <a:extLst xmlns:a="http://schemas.openxmlformats.org/drawingml/2006/main">
              <a:ext uri="{FF2B5EF4-FFF2-40B4-BE49-F238E27FC236}">
                <a16:creationId xmlns:a16="http://schemas.microsoft.com/office/drawing/2014/main" id="{F759E284-9C06-4A32-846F-E414EBF4911D}"/>
              </a:ext>
            </a:extLst>
          </p:cNvPr>
          <p:cNvSpPr>
            <a:spLocks xmlns:a="http://schemas.openxmlformats.org/drawingml/2006/main" noGrp="1"/>
          </p:cNvSpPr>
          <p:nvPr/>
        </p:nvSpPr>
        <p:spPr>
          <a:xfrm xmlns:a="http://schemas.openxmlformats.org/drawingml/2006/main">
            <a:off x="2633472" y="3959352"/>
            <a:ext cx="333756" cy="333756"/>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8" name="Rectangle 47">
            <a:extLst xmlns:a="http://schemas.openxmlformats.org/drawingml/2006/main">
              <a:ext uri="{FF2B5EF4-FFF2-40B4-BE49-F238E27FC236}">
                <a16:creationId xmlns:a16="http://schemas.microsoft.com/office/drawing/2014/main" id="{250D2568-C773-4BD2-AEEA-0C95E7FD08CB}"/>
              </a:ext>
            </a:extLst>
          </p:cNvPr>
          <p:cNvSpPr>
            <a:spLocks xmlns:a="http://schemas.openxmlformats.org/drawingml/2006/main" noGrp="1"/>
          </p:cNvSpPr>
          <p:nvPr/>
        </p:nvSpPr>
        <p:spPr>
          <a:xfrm xmlns:a="http://schemas.openxmlformats.org/drawingml/2006/main">
            <a:off x="2990088" y="3959352"/>
            <a:ext cx="333756" cy="333756"/>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9" name="Rectangle 48">
            <a:extLst xmlns:a="http://schemas.openxmlformats.org/drawingml/2006/main">
              <a:ext uri="{FF2B5EF4-FFF2-40B4-BE49-F238E27FC236}">
                <a16:creationId xmlns:a16="http://schemas.microsoft.com/office/drawing/2014/main" id="{A7AEAD5B-4A2D-4B3A-A3D5-6EDCE5AAE11E}"/>
              </a:ext>
            </a:extLst>
          </p:cNvPr>
          <p:cNvSpPr>
            <a:spLocks xmlns:a="http://schemas.openxmlformats.org/drawingml/2006/main" noGrp="1"/>
          </p:cNvSpPr>
          <p:nvPr/>
        </p:nvSpPr>
        <p:spPr>
          <a:xfrm xmlns:a="http://schemas.openxmlformats.org/drawingml/2006/main">
            <a:off x="3346704" y="3959352"/>
            <a:ext cx="333756" cy="333756"/>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50" name="Rectangle 49">
            <a:extLst xmlns:a="http://schemas.openxmlformats.org/drawingml/2006/main">
              <a:ext uri="{FF2B5EF4-FFF2-40B4-BE49-F238E27FC236}">
                <a16:creationId xmlns:a16="http://schemas.microsoft.com/office/drawing/2014/main" id="{E076C0DF-EF47-4D5D-BB10-BBE8B789994B}"/>
              </a:ext>
            </a:extLst>
          </p:cNvPr>
          <p:cNvSpPr>
            <a:spLocks xmlns:a="http://schemas.openxmlformats.org/drawingml/2006/main" noGrp="1"/>
          </p:cNvSpPr>
          <p:nvPr/>
        </p:nvSpPr>
        <p:spPr>
          <a:xfrm xmlns:a="http://schemas.openxmlformats.org/drawingml/2006/main">
            <a:off x="3703320" y="3959352"/>
            <a:ext cx="333756" cy="333756"/>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51" name="Rectangle 50">
            <a:extLst xmlns:a="http://schemas.openxmlformats.org/drawingml/2006/main">
              <a:ext uri="{FF2B5EF4-FFF2-40B4-BE49-F238E27FC236}">
                <a16:creationId xmlns:a16="http://schemas.microsoft.com/office/drawing/2014/main" id="{11467CCF-E9D4-4309-AF3F-A7C092B079DE}"/>
              </a:ext>
            </a:extLst>
          </p:cNvPr>
          <p:cNvSpPr>
            <a:spLocks xmlns:a="http://schemas.openxmlformats.org/drawingml/2006/main" noGrp="1"/>
          </p:cNvSpPr>
          <p:nvPr/>
        </p:nvSpPr>
        <p:spPr>
          <a:xfrm xmlns:a="http://schemas.openxmlformats.org/drawingml/2006/main">
            <a:off x="850392" y="4315968"/>
            <a:ext cx="333756" cy="333756"/>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52" name="Rectangle 51">
            <a:extLst xmlns:a="http://schemas.openxmlformats.org/drawingml/2006/main">
              <a:ext uri="{FF2B5EF4-FFF2-40B4-BE49-F238E27FC236}">
                <a16:creationId xmlns:a16="http://schemas.microsoft.com/office/drawing/2014/main" id="{22F04359-DF2A-4DEF-B044-C2B868CCA40B}"/>
              </a:ext>
            </a:extLst>
          </p:cNvPr>
          <p:cNvSpPr>
            <a:spLocks xmlns:a="http://schemas.openxmlformats.org/drawingml/2006/main" noGrp="1"/>
          </p:cNvSpPr>
          <p:nvPr/>
        </p:nvSpPr>
        <p:spPr>
          <a:xfrm xmlns:a="http://schemas.openxmlformats.org/drawingml/2006/main">
            <a:off x="1207008" y="4315968"/>
            <a:ext cx="333756" cy="333756"/>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53" name="Rectangle 52">
            <a:extLst xmlns:a="http://schemas.openxmlformats.org/drawingml/2006/main">
              <a:ext uri="{FF2B5EF4-FFF2-40B4-BE49-F238E27FC236}">
                <a16:creationId xmlns:a16="http://schemas.microsoft.com/office/drawing/2014/main" id="{10E4B710-F3C0-4BEC-805D-6502FD1CEF42}"/>
              </a:ext>
            </a:extLst>
          </p:cNvPr>
          <p:cNvSpPr>
            <a:spLocks xmlns:a="http://schemas.openxmlformats.org/drawingml/2006/main" noGrp="1"/>
          </p:cNvSpPr>
          <p:nvPr/>
        </p:nvSpPr>
        <p:spPr>
          <a:xfrm xmlns:a="http://schemas.openxmlformats.org/drawingml/2006/main">
            <a:off x="1563624" y="4315968"/>
            <a:ext cx="333756" cy="333756"/>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54" name="Rectangle 53">
            <a:extLst xmlns:a="http://schemas.openxmlformats.org/drawingml/2006/main">
              <a:ext uri="{FF2B5EF4-FFF2-40B4-BE49-F238E27FC236}">
                <a16:creationId xmlns:a16="http://schemas.microsoft.com/office/drawing/2014/main" id="{3B1C1972-131C-4ACB-A597-09287C906677}"/>
              </a:ext>
            </a:extLst>
          </p:cNvPr>
          <p:cNvSpPr>
            <a:spLocks xmlns:a="http://schemas.openxmlformats.org/drawingml/2006/main" noGrp="1"/>
          </p:cNvSpPr>
          <p:nvPr/>
        </p:nvSpPr>
        <p:spPr>
          <a:xfrm xmlns:a="http://schemas.openxmlformats.org/drawingml/2006/main">
            <a:off x="1920240" y="4315968"/>
            <a:ext cx="333756" cy="333756"/>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55" name="Rectangle 54">
            <a:extLst xmlns:a="http://schemas.openxmlformats.org/drawingml/2006/main">
              <a:ext uri="{FF2B5EF4-FFF2-40B4-BE49-F238E27FC236}">
                <a16:creationId xmlns:a16="http://schemas.microsoft.com/office/drawing/2014/main" id="{F7B1E525-4FE3-402B-8343-B604A9F62E77}"/>
              </a:ext>
            </a:extLst>
          </p:cNvPr>
          <p:cNvSpPr>
            <a:spLocks xmlns:a="http://schemas.openxmlformats.org/drawingml/2006/main" noGrp="1"/>
          </p:cNvSpPr>
          <p:nvPr/>
        </p:nvSpPr>
        <p:spPr>
          <a:xfrm xmlns:a="http://schemas.openxmlformats.org/drawingml/2006/main">
            <a:off x="2276856" y="4315968"/>
            <a:ext cx="333756" cy="333756"/>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56" name="Rectangle 55">
            <a:extLst xmlns:a="http://schemas.openxmlformats.org/drawingml/2006/main">
              <a:ext uri="{FF2B5EF4-FFF2-40B4-BE49-F238E27FC236}">
                <a16:creationId xmlns:a16="http://schemas.microsoft.com/office/drawing/2014/main" id="{C418F702-7E24-47A7-A770-84C5C6D76AA2}"/>
              </a:ext>
            </a:extLst>
          </p:cNvPr>
          <p:cNvSpPr>
            <a:spLocks xmlns:a="http://schemas.openxmlformats.org/drawingml/2006/main" noGrp="1"/>
          </p:cNvSpPr>
          <p:nvPr/>
        </p:nvSpPr>
        <p:spPr>
          <a:xfrm xmlns:a="http://schemas.openxmlformats.org/drawingml/2006/main">
            <a:off x="2633472" y="4315968"/>
            <a:ext cx="333756" cy="333756"/>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57" name="Rectangle 56">
            <a:extLst xmlns:a="http://schemas.openxmlformats.org/drawingml/2006/main">
              <a:ext uri="{FF2B5EF4-FFF2-40B4-BE49-F238E27FC236}">
                <a16:creationId xmlns:a16="http://schemas.microsoft.com/office/drawing/2014/main" id="{DE511698-3586-4363-A6D4-786996DCFC13}"/>
              </a:ext>
            </a:extLst>
          </p:cNvPr>
          <p:cNvSpPr>
            <a:spLocks xmlns:a="http://schemas.openxmlformats.org/drawingml/2006/main" noGrp="1"/>
          </p:cNvSpPr>
          <p:nvPr/>
        </p:nvSpPr>
        <p:spPr>
          <a:xfrm xmlns:a="http://schemas.openxmlformats.org/drawingml/2006/main">
            <a:off x="2990088" y="4315968"/>
            <a:ext cx="333756" cy="333756"/>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58" name="Rectangle 57">
            <a:extLst xmlns:a="http://schemas.openxmlformats.org/drawingml/2006/main">
              <a:ext uri="{FF2B5EF4-FFF2-40B4-BE49-F238E27FC236}">
                <a16:creationId xmlns:a16="http://schemas.microsoft.com/office/drawing/2014/main" id="{8C5B79D3-B0AF-408C-9877-2A80F65F5F77}"/>
              </a:ext>
            </a:extLst>
          </p:cNvPr>
          <p:cNvSpPr>
            <a:spLocks xmlns:a="http://schemas.openxmlformats.org/drawingml/2006/main" noGrp="1"/>
          </p:cNvSpPr>
          <p:nvPr/>
        </p:nvSpPr>
        <p:spPr>
          <a:xfrm xmlns:a="http://schemas.openxmlformats.org/drawingml/2006/main">
            <a:off x="3346704" y="4315968"/>
            <a:ext cx="333756" cy="333756"/>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59" name="Rectangle 58">
            <a:extLst xmlns:a="http://schemas.openxmlformats.org/drawingml/2006/main">
              <a:ext uri="{FF2B5EF4-FFF2-40B4-BE49-F238E27FC236}">
                <a16:creationId xmlns:a16="http://schemas.microsoft.com/office/drawing/2014/main" id="{5E616251-F180-4F26-81DA-EB2B537B9A66}"/>
              </a:ext>
            </a:extLst>
          </p:cNvPr>
          <p:cNvSpPr>
            <a:spLocks xmlns:a="http://schemas.openxmlformats.org/drawingml/2006/main" noGrp="1"/>
          </p:cNvSpPr>
          <p:nvPr/>
        </p:nvSpPr>
        <p:spPr>
          <a:xfrm xmlns:a="http://schemas.openxmlformats.org/drawingml/2006/main">
            <a:off x="3703320" y="4315968"/>
            <a:ext cx="333756" cy="333756"/>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60" name="TextBox 59">
            <a:extLst xmlns:a="http://schemas.openxmlformats.org/drawingml/2006/main">
              <a:ext uri="{FF2B5EF4-FFF2-40B4-BE49-F238E27FC236}">
                <a16:creationId xmlns:a16="http://schemas.microsoft.com/office/drawing/2014/main" id="{E262C5B5-2D2D-4D23-907C-89F736255B04}"/>
              </a:ext>
            </a:extLst>
          </p:cNvPr>
          <p:cNvSpPr>
            <a:spLocks xmlns:a="http://schemas.openxmlformats.org/drawingml/2006/main" noGrp="1"/>
          </p:cNvSpPr>
          <p:nvPr/>
        </p:nvSpPr>
        <p:spPr>
          <a:xfrm xmlns:a="http://schemas.openxmlformats.org/drawingml/2006/main">
            <a:off x="850392" y="4946904"/>
            <a:ext cx="3383280"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200" b="0">
                <a:solidFill>
                  <a:srgbClr val="808080"/>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200" b="0">
                <a:solidFill>
                  <a:srgbClr val="808080"/>
                </a:solidFill>
                <a:latin typeface="Alibaba PuHuiTi 3.0 55 Regular"/>
                <a:ea typeface="Alibaba PuHuiTi 3.0 55 Regular"/>
                <a:cs typeface="Alibaba PuHuiTi 3.0 55 Regular"/>
              </a:defRPr>
            </a:pPr>
            <a:r>
              <a:rPr sz="2200" b="0">
                <a:solidFill>
                  <a:srgbClr val="808080"/>
                </a:solidFill>
                <a:latin typeface="Alibaba PuHuiTi 3.0 55 Regular"/>
                <a:ea typeface="Alibaba PuHuiTi 3.0 55 Regular"/>
                <a:cs typeface="Alibaba PuHuiTi 3.0 55 Regular"/>
              </a:rPr>
              <a:t>同一尺寸与位深</a:t>
            </a:r>
          </a:p>
        </p:txBody>
      </p:sp>
      <p:sp>
        <p:nvSpPr>
          <p:cNvPr id="61" name="TextBox 60">
            <a:extLst xmlns:a="http://schemas.openxmlformats.org/drawingml/2006/main">
              <a:ext uri="{FF2B5EF4-FFF2-40B4-BE49-F238E27FC236}">
                <a16:creationId xmlns:a16="http://schemas.microsoft.com/office/drawing/2014/main" id="{9AFF36AC-F82C-4C60-8902-559E03C64479}"/>
              </a:ext>
            </a:extLst>
          </p:cNvPr>
          <p:cNvSpPr>
            <a:spLocks xmlns:a="http://schemas.openxmlformats.org/drawingml/2006/main" noGrp="1"/>
          </p:cNvSpPr>
          <p:nvPr/>
        </p:nvSpPr>
        <p:spPr>
          <a:xfrm xmlns:a="http://schemas.openxmlformats.org/drawingml/2006/main">
            <a:off x="4690872" y="1719072"/>
            <a:ext cx="3474720" cy="38100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5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2500" b="1">
                <a:solidFill>
                  <a:srgbClr val="262626"/>
                </a:solidFill>
                <a:latin typeface="Alibaba PuHuiTi 3.0 115 Black"/>
                <a:ea typeface="Alibaba PuHuiTi 3.0 115 Black"/>
                <a:cs typeface="Alibaba PuHuiTi 3.0 115 Black"/>
              </a:defRPr>
            </a:pPr>
            <a:r>
              <a:rPr sz="2500" b="1">
                <a:solidFill>
                  <a:srgbClr val="262626"/>
                </a:solidFill>
                <a:latin typeface="Alibaba PuHuiTi 3.0 115 Black"/>
                <a:ea typeface="Alibaba PuHuiTi 3.0 115 Black"/>
                <a:cs typeface="Alibaba PuHuiTi 3.0 115 Black"/>
              </a:rPr>
              <a:t>B 色块</a:t>
            </a:r>
          </a:p>
        </p:txBody>
      </p:sp>
      <p:sp>
        <p:nvSpPr>
          <p:cNvPr id="62" name="Rectangle 61">
            <a:extLst xmlns:a="http://schemas.openxmlformats.org/drawingml/2006/main">
              <a:ext uri="{FF2B5EF4-FFF2-40B4-BE49-F238E27FC236}">
                <a16:creationId xmlns:a16="http://schemas.microsoft.com/office/drawing/2014/main" id="{78419A58-CE21-4654-87EF-3AF15A6BB2CD}"/>
              </a:ext>
            </a:extLst>
          </p:cNvPr>
          <p:cNvSpPr>
            <a:spLocks xmlns:a="http://schemas.openxmlformats.org/drawingml/2006/main" noGrp="1"/>
          </p:cNvSpPr>
          <p:nvPr/>
        </p:nvSpPr>
        <p:spPr>
          <a:xfrm xmlns:a="http://schemas.openxmlformats.org/drawingml/2006/main">
            <a:off x="4690872" y="2532888"/>
            <a:ext cx="333756" cy="333756"/>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63" name="Rectangle 62">
            <a:extLst xmlns:a="http://schemas.openxmlformats.org/drawingml/2006/main">
              <a:ext uri="{FF2B5EF4-FFF2-40B4-BE49-F238E27FC236}">
                <a16:creationId xmlns:a16="http://schemas.microsoft.com/office/drawing/2014/main" id="{FD0548CF-A44F-4139-B6CF-75A31E9F1F80}"/>
              </a:ext>
            </a:extLst>
          </p:cNvPr>
          <p:cNvSpPr>
            <a:spLocks xmlns:a="http://schemas.openxmlformats.org/drawingml/2006/main" noGrp="1"/>
          </p:cNvSpPr>
          <p:nvPr/>
        </p:nvSpPr>
        <p:spPr>
          <a:xfrm xmlns:a="http://schemas.openxmlformats.org/drawingml/2006/main">
            <a:off x="5047488" y="2532888"/>
            <a:ext cx="333756" cy="333756"/>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64" name="Rectangle 63">
            <a:extLst xmlns:a="http://schemas.openxmlformats.org/drawingml/2006/main">
              <a:ext uri="{FF2B5EF4-FFF2-40B4-BE49-F238E27FC236}">
                <a16:creationId xmlns:a16="http://schemas.microsoft.com/office/drawing/2014/main" id="{892D91D5-997A-4338-AB77-F3B3F3251C9C}"/>
              </a:ext>
            </a:extLst>
          </p:cNvPr>
          <p:cNvSpPr>
            <a:spLocks xmlns:a="http://schemas.openxmlformats.org/drawingml/2006/main" noGrp="1"/>
          </p:cNvSpPr>
          <p:nvPr/>
        </p:nvSpPr>
        <p:spPr>
          <a:xfrm xmlns:a="http://schemas.openxmlformats.org/drawingml/2006/main">
            <a:off x="5404104" y="2532888"/>
            <a:ext cx="333756" cy="333756"/>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65" name="Rectangle 64">
            <a:extLst xmlns:a="http://schemas.openxmlformats.org/drawingml/2006/main">
              <a:ext uri="{FF2B5EF4-FFF2-40B4-BE49-F238E27FC236}">
                <a16:creationId xmlns:a16="http://schemas.microsoft.com/office/drawing/2014/main" id="{BEE9C73F-73DA-41F3-AF49-192C0A27F2DC}"/>
              </a:ext>
            </a:extLst>
          </p:cNvPr>
          <p:cNvSpPr>
            <a:spLocks xmlns:a="http://schemas.openxmlformats.org/drawingml/2006/main" noGrp="1"/>
          </p:cNvSpPr>
          <p:nvPr/>
        </p:nvSpPr>
        <p:spPr>
          <a:xfrm xmlns:a="http://schemas.openxmlformats.org/drawingml/2006/main">
            <a:off x="5760720" y="2532888"/>
            <a:ext cx="333756" cy="333756"/>
          </a:xfrm>
          <a:prstGeom xmlns:a="http://schemas.openxmlformats.org/drawingml/2006/main" prst="rect">
            <a:avLst/>
          </a:prstGeom>
          <a:solidFill xmlns:a="http://schemas.openxmlformats.org/drawingml/2006/main">
            <a:srgbClr val="00B0F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66" name="Rectangle 65">
            <a:extLst xmlns:a="http://schemas.openxmlformats.org/drawingml/2006/main">
              <a:ext uri="{FF2B5EF4-FFF2-40B4-BE49-F238E27FC236}">
                <a16:creationId xmlns:a16="http://schemas.microsoft.com/office/drawing/2014/main" id="{8C68A872-DA6D-43CC-9054-8B5F5ADD5106}"/>
              </a:ext>
            </a:extLst>
          </p:cNvPr>
          <p:cNvSpPr>
            <a:spLocks xmlns:a="http://schemas.openxmlformats.org/drawingml/2006/main" noGrp="1"/>
          </p:cNvSpPr>
          <p:nvPr/>
        </p:nvSpPr>
        <p:spPr>
          <a:xfrm xmlns:a="http://schemas.openxmlformats.org/drawingml/2006/main">
            <a:off x="6117336" y="2532888"/>
            <a:ext cx="333756" cy="333756"/>
          </a:xfrm>
          <a:prstGeom xmlns:a="http://schemas.openxmlformats.org/drawingml/2006/main" prst="rect">
            <a:avLst/>
          </a:prstGeom>
          <a:solidFill xmlns:a="http://schemas.openxmlformats.org/drawingml/2006/main">
            <a:srgbClr val="00B0F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67" name="Rectangle 66">
            <a:extLst xmlns:a="http://schemas.openxmlformats.org/drawingml/2006/main">
              <a:ext uri="{FF2B5EF4-FFF2-40B4-BE49-F238E27FC236}">
                <a16:creationId xmlns:a16="http://schemas.microsoft.com/office/drawing/2014/main" id="{FBCD8340-AFC9-4937-8DF8-67C081790667}"/>
              </a:ext>
            </a:extLst>
          </p:cNvPr>
          <p:cNvSpPr>
            <a:spLocks xmlns:a="http://schemas.openxmlformats.org/drawingml/2006/main" noGrp="1"/>
          </p:cNvSpPr>
          <p:nvPr/>
        </p:nvSpPr>
        <p:spPr>
          <a:xfrm xmlns:a="http://schemas.openxmlformats.org/drawingml/2006/main">
            <a:off x="6473952" y="2532888"/>
            <a:ext cx="333756" cy="333756"/>
          </a:xfrm>
          <a:prstGeom xmlns:a="http://schemas.openxmlformats.org/drawingml/2006/main" prst="rect">
            <a:avLst/>
          </a:prstGeom>
          <a:solidFill xmlns:a="http://schemas.openxmlformats.org/drawingml/2006/main">
            <a:srgbClr val="00B0F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68" name="Rectangle 67">
            <a:extLst xmlns:a="http://schemas.openxmlformats.org/drawingml/2006/main">
              <a:ext uri="{FF2B5EF4-FFF2-40B4-BE49-F238E27FC236}">
                <a16:creationId xmlns:a16="http://schemas.microsoft.com/office/drawing/2014/main" id="{53998C9A-544E-4C80-B8BC-DC6421BFE15F}"/>
              </a:ext>
            </a:extLst>
          </p:cNvPr>
          <p:cNvSpPr>
            <a:spLocks xmlns:a="http://schemas.openxmlformats.org/drawingml/2006/main" noGrp="1"/>
          </p:cNvSpPr>
          <p:nvPr/>
        </p:nvSpPr>
        <p:spPr>
          <a:xfrm xmlns:a="http://schemas.openxmlformats.org/drawingml/2006/main">
            <a:off x="6830568" y="2532888"/>
            <a:ext cx="333756" cy="333756"/>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69" name="Rectangle 68">
            <a:extLst xmlns:a="http://schemas.openxmlformats.org/drawingml/2006/main">
              <a:ext uri="{FF2B5EF4-FFF2-40B4-BE49-F238E27FC236}">
                <a16:creationId xmlns:a16="http://schemas.microsoft.com/office/drawing/2014/main" id="{F122F33D-1C2B-461F-9D9C-95054D40C18D}"/>
              </a:ext>
            </a:extLst>
          </p:cNvPr>
          <p:cNvSpPr>
            <a:spLocks xmlns:a="http://schemas.openxmlformats.org/drawingml/2006/main" noGrp="1"/>
          </p:cNvSpPr>
          <p:nvPr/>
        </p:nvSpPr>
        <p:spPr>
          <a:xfrm xmlns:a="http://schemas.openxmlformats.org/drawingml/2006/main">
            <a:off x="7187183" y="2532888"/>
            <a:ext cx="333756" cy="333756"/>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70" name="Rectangle 69">
            <a:extLst xmlns:a="http://schemas.openxmlformats.org/drawingml/2006/main">
              <a:ext uri="{FF2B5EF4-FFF2-40B4-BE49-F238E27FC236}">
                <a16:creationId xmlns:a16="http://schemas.microsoft.com/office/drawing/2014/main" id="{B57AA449-9F9D-45A1-B754-C020A86CE305}"/>
              </a:ext>
            </a:extLst>
          </p:cNvPr>
          <p:cNvSpPr>
            <a:spLocks xmlns:a="http://schemas.openxmlformats.org/drawingml/2006/main" noGrp="1"/>
          </p:cNvSpPr>
          <p:nvPr/>
        </p:nvSpPr>
        <p:spPr>
          <a:xfrm xmlns:a="http://schemas.openxmlformats.org/drawingml/2006/main">
            <a:off x="7543800" y="2532888"/>
            <a:ext cx="333756" cy="333756"/>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71" name="Rectangle 70">
            <a:extLst xmlns:a="http://schemas.openxmlformats.org/drawingml/2006/main">
              <a:ext uri="{FF2B5EF4-FFF2-40B4-BE49-F238E27FC236}">
                <a16:creationId xmlns:a16="http://schemas.microsoft.com/office/drawing/2014/main" id="{103A4C0C-18E0-4C2E-AB38-04AEED15B84A}"/>
              </a:ext>
            </a:extLst>
          </p:cNvPr>
          <p:cNvSpPr>
            <a:spLocks xmlns:a="http://schemas.openxmlformats.org/drawingml/2006/main" noGrp="1"/>
          </p:cNvSpPr>
          <p:nvPr/>
        </p:nvSpPr>
        <p:spPr>
          <a:xfrm xmlns:a="http://schemas.openxmlformats.org/drawingml/2006/main">
            <a:off x="4690872" y="2889504"/>
            <a:ext cx="333756" cy="333756"/>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72" name="Rectangle 71">
            <a:extLst xmlns:a="http://schemas.openxmlformats.org/drawingml/2006/main">
              <a:ext uri="{FF2B5EF4-FFF2-40B4-BE49-F238E27FC236}">
                <a16:creationId xmlns:a16="http://schemas.microsoft.com/office/drawing/2014/main" id="{D88CDDBF-835C-4B5A-8691-F88A75B8A16D}"/>
              </a:ext>
            </a:extLst>
          </p:cNvPr>
          <p:cNvSpPr>
            <a:spLocks xmlns:a="http://schemas.openxmlformats.org/drawingml/2006/main" noGrp="1"/>
          </p:cNvSpPr>
          <p:nvPr/>
        </p:nvSpPr>
        <p:spPr>
          <a:xfrm xmlns:a="http://schemas.openxmlformats.org/drawingml/2006/main">
            <a:off x="5047488" y="2889504"/>
            <a:ext cx="333756" cy="333756"/>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73" name="Rectangle 72">
            <a:extLst xmlns:a="http://schemas.openxmlformats.org/drawingml/2006/main">
              <a:ext uri="{FF2B5EF4-FFF2-40B4-BE49-F238E27FC236}">
                <a16:creationId xmlns:a16="http://schemas.microsoft.com/office/drawing/2014/main" id="{34233655-2159-48D6-B9E0-5AED87A2D468}"/>
              </a:ext>
            </a:extLst>
          </p:cNvPr>
          <p:cNvSpPr>
            <a:spLocks xmlns:a="http://schemas.openxmlformats.org/drawingml/2006/main" noGrp="1"/>
          </p:cNvSpPr>
          <p:nvPr/>
        </p:nvSpPr>
        <p:spPr>
          <a:xfrm xmlns:a="http://schemas.openxmlformats.org/drawingml/2006/main">
            <a:off x="5404104" y="2889504"/>
            <a:ext cx="333756" cy="333756"/>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74" name="Rectangle 73">
            <a:extLst xmlns:a="http://schemas.openxmlformats.org/drawingml/2006/main">
              <a:ext uri="{FF2B5EF4-FFF2-40B4-BE49-F238E27FC236}">
                <a16:creationId xmlns:a16="http://schemas.microsoft.com/office/drawing/2014/main" id="{87537E25-A9D6-401F-AB89-23AE563301C7}"/>
              </a:ext>
            </a:extLst>
          </p:cNvPr>
          <p:cNvSpPr>
            <a:spLocks xmlns:a="http://schemas.openxmlformats.org/drawingml/2006/main" noGrp="1"/>
          </p:cNvSpPr>
          <p:nvPr/>
        </p:nvSpPr>
        <p:spPr>
          <a:xfrm xmlns:a="http://schemas.openxmlformats.org/drawingml/2006/main">
            <a:off x="5760720" y="2889504"/>
            <a:ext cx="333756" cy="333756"/>
          </a:xfrm>
          <a:prstGeom xmlns:a="http://schemas.openxmlformats.org/drawingml/2006/main" prst="rect">
            <a:avLst/>
          </a:prstGeom>
          <a:solidFill xmlns:a="http://schemas.openxmlformats.org/drawingml/2006/main">
            <a:srgbClr val="00B0F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75" name="Rectangle 74">
            <a:extLst xmlns:a="http://schemas.openxmlformats.org/drawingml/2006/main">
              <a:ext uri="{FF2B5EF4-FFF2-40B4-BE49-F238E27FC236}">
                <a16:creationId xmlns:a16="http://schemas.microsoft.com/office/drawing/2014/main" id="{27A4310F-CC8A-446B-86E1-7A78BE01C42A}"/>
              </a:ext>
            </a:extLst>
          </p:cNvPr>
          <p:cNvSpPr>
            <a:spLocks xmlns:a="http://schemas.openxmlformats.org/drawingml/2006/main" noGrp="1"/>
          </p:cNvSpPr>
          <p:nvPr/>
        </p:nvSpPr>
        <p:spPr>
          <a:xfrm xmlns:a="http://schemas.openxmlformats.org/drawingml/2006/main">
            <a:off x="6117336" y="2889504"/>
            <a:ext cx="333756" cy="333756"/>
          </a:xfrm>
          <a:prstGeom xmlns:a="http://schemas.openxmlformats.org/drawingml/2006/main" prst="rect">
            <a:avLst/>
          </a:prstGeom>
          <a:solidFill xmlns:a="http://schemas.openxmlformats.org/drawingml/2006/main">
            <a:srgbClr val="00B0F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76" name="Rectangle 75">
            <a:extLst xmlns:a="http://schemas.openxmlformats.org/drawingml/2006/main">
              <a:ext uri="{FF2B5EF4-FFF2-40B4-BE49-F238E27FC236}">
                <a16:creationId xmlns:a16="http://schemas.microsoft.com/office/drawing/2014/main" id="{F8017FD5-FA1B-45FD-BC6F-AAB93B569B83}"/>
              </a:ext>
            </a:extLst>
          </p:cNvPr>
          <p:cNvSpPr>
            <a:spLocks xmlns:a="http://schemas.openxmlformats.org/drawingml/2006/main" noGrp="1"/>
          </p:cNvSpPr>
          <p:nvPr/>
        </p:nvSpPr>
        <p:spPr>
          <a:xfrm xmlns:a="http://schemas.openxmlformats.org/drawingml/2006/main">
            <a:off x="6473952" y="2889504"/>
            <a:ext cx="333756" cy="333756"/>
          </a:xfrm>
          <a:prstGeom xmlns:a="http://schemas.openxmlformats.org/drawingml/2006/main" prst="rect">
            <a:avLst/>
          </a:prstGeom>
          <a:solidFill xmlns:a="http://schemas.openxmlformats.org/drawingml/2006/main">
            <a:srgbClr val="00B0F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77" name="Rectangle 76">
            <a:extLst xmlns:a="http://schemas.openxmlformats.org/drawingml/2006/main">
              <a:ext uri="{FF2B5EF4-FFF2-40B4-BE49-F238E27FC236}">
                <a16:creationId xmlns:a16="http://schemas.microsoft.com/office/drawing/2014/main" id="{7E3AEBE8-871A-4AED-92A6-3C55E391EA4E}"/>
              </a:ext>
            </a:extLst>
          </p:cNvPr>
          <p:cNvSpPr>
            <a:spLocks xmlns:a="http://schemas.openxmlformats.org/drawingml/2006/main" noGrp="1"/>
          </p:cNvSpPr>
          <p:nvPr/>
        </p:nvSpPr>
        <p:spPr>
          <a:xfrm xmlns:a="http://schemas.openxmlformats.org/drawingml/2006/main">
            <a:off x="6830568" y="2889504"/>
            <a:ext cx="333756" cy="333756"/>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78" name="Rectangle 77">
            <a:extLst xmlns:a="http://schemas.openxmlformats.org/drawingml/2006/main">
              <a:ext uri="{FF2B5EF4-FFF2-40B4-BE49-F238E27FC236}">
                <a16:creationId xmlns:a16="http://schemas.microsoft.com/office/drawing/2014/main" id="{3FD46FC9-B022-42F1-9C44-A87D89D3901F}"/>
              </a:ext>
            </a:extLst>
          </p:cNvPr>
          <p:cNvSpPr>
            <a:spLocks xmlns:a="http://schemas.openxmlformats.org/drawingml/2006/main" noGrp="1"/>
          </p:cNvSpPr>
          <p:nvPr/>
        </p:nvSpPr>
        <p:spPr>
          <a:xfrm xmlns:a="http://schemas.openxmlformats.org/drawingml/2006/main">
            <a:off x="7187183" y="2889504"/>
            <a:ext cx="333756" cy="333756"/>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79" name="Rectangle 78">
            <a:extLst xmlns:a="http://schemas.openxmlformats.org/drawingml/2006/main">
              <a:ext uri="{FF2B5EF4-FFF2-40B4-BE49-F238E27FC236}">
                <a16:creationId xmlns:a16="http://schemas.microsoft.com/office/drawing/2014/main" id="{C74C3617-8447-416C-A417-554C122ECFF1}"/>
              </a:ext>
            </a:extLst>
          </p:cNvPr>
          <p:cNvSpPr>
            <a:spLocks xmlns:a="http://schemas.openxmlformats.org/drawingml/2006/main" noGrp="1"/>
          </p:cNvSpPr>
          <p:nvPr/>
        </p:nvSpPr>
        <p:spPr>
          <a:xfrm xmlns:a="http://schemas.openxmlformats.org/drawingml/2006/main">
            <a:off x="7543800" y="2889504"/>
            <a:ext cx="333756" cy="333756"/>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80" name="Rectangle 79">
            <a:extLst xmlns:a="http://schemas.openxmlformats.org/drawingml/2006/main">
              <a:ext uri="{FF2B5EF4-FFF2-40B4-BE49-F238E27FC236}">
                <a16:creationId xmlns:a16="http://schemas.microsoft.com/office/drawing/2014/main" id="{276A2B47-9DBB-44A1-976C-D0BAF0DA3649}"/>
              </a:ext>
            </a:extLst>
          </p:cNvPr>
          <p:cNvSpPr>
            <a:spLocks xmlns:a="http://schemas.openxmlformats.org/drawingml/2006/main" noGrp="1"/>
          </p:cNvSpPr>
          <p:nvPr/>
        </p:nvSpPr>
        <p:spPr>
          <a:xfrm xmlns:a="http://schemas.openxmlformats.org/drawingml/2006/main">
            <a:off x="4690872" y="3246120"/>
            <a:ext cx="333756" cy="333756"/>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81" name="Rectangle 80">
            <a:extLst xmlns:a="http://schemas.openxmlformats.org/drawingml/2006/main">
              <a:ext uri="{FF2B5EF4-FFF2-40B4-BE49-F238E27FC236}">
                <a16:creationId xmlns:a16="http://schemas.microsoft.com/office/drawing/2014/main" id="{7E2512B9-FAEF-4258-BF4E-F095348A29F9}"/>
              </a:ext>
            </a:extLst>
          </p:cNvPr>
          <p:cNvSpPr>
            <a:spLocks xmlns:a="http://schemas.openxmlformats.org/drawingml/2006/main" noGrp="1"/>
          </p:cNvSpPr>
          <p:nvPr/>
        </p:nvSpPr>
        <p:spPr>
          <a:xfrm xmlns:a="http://schemas.openxmlformats.org/drawingml/2006/main">
            <a:off x="5047488" y="3246120"/>
            <a:ext cx="333756" cy="333756"/>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82" name="Rectangle 81">
            <a:extLst xmlns:a="http://schemas.openxmlformats.org/drawingml/2006/main">
              <a:ext uri="{FF2B5EF4-FFF2-40B4-BE49-F238E27FC236}">
                <a16:creationId xmlns:a16="http://schemas.microsoft.com/office/drawing/2014/main" id="{26DF2F7F-8174-4AF6-9D4C-644A2055E897}"/>
              </a:ext>
            </a:extLst>
          </p:cNvPr>
          <p:cNvSpPr>
            <a:spLocks xmlns:a="http://schemas.openxmlformats.org/drawingml/2006/main" noGrp="1"/>
          </p:cNvSpPr>
          <p:nvPr/>
        </p:nvSpPr>
        <p:spPr>
          <a:xfrm xmlns:a="http://schemas.openxmlformats.org/drawingml/2006/main">
            <a:off x="5404104" y="3246120"/>
            <a:ext cx="333756" cy="333756"/>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83" name="Rectangle 82">
            <a:extLst xmlns:a="http://schemas.openxmlformats.org/drawingml/2006/main">
              <a:ext uri="{FF2B5EF4-FFF2-40B4-BE49-F238E27FC236}">
                <a16:creationId xmlns:a16="http://schemas.microsoft.com/office/drawing/2014/main" id="{1E7F301C-51C9-461A-BDCF-25F5D2AC4EFB}"/>
              </a:ext>
            </a:extLst>
          </p:cNvPr>
          <p:cNvSpPr>
            <a:spLocks xmlns:a="http://schemas.openxmlformats.org/drawingml/2006/main" noGrp="1"/>
          </p:cNvSpPr>
          <p:nvPr/>
        </p:nvSpPr>
        <p:spPr>
          <a:xfrm xmlns:a="http://schemas.openxmlformats.org/drawingml/2006/main">
            <a:off x="5760720" y="3246120"/>
            <a:ext cx="333756" cy="333756"/>
          </a:xfrm>
          <a:prstGeom xmlns:a="http://schemas.openxmlformats.org/drawingml/2006/main" prst="rect">
            <a:avLst/>
          </a:prstGeom>
          <a:solidFill xmlns:a="http://schemas.openxmlformats.org/drawingml/2006/main">
            <a:srgbClr val="00B0F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84" name="Rectangle 83">
            <a:extLst xmlns:a="http://schemas.openxmlformats.org/drawingml/2006/main">
              <a:ext uri="{FF2B5EF4-FFF2-40B4-BE49-F238E27FC236}">
                <a16:creationId xmlns:a16="http://schemas.microsoft.com/office/drawing/2014/main" id="{83960F3D-2BDF-40B0-BBE3-8FBA15C19556}"/>
              </a:ext>
            </a:extLst>
          </p:cNvPr>
          <p:cNvSpPr>
            <a:spLocks xmlns:a="http://schemas.openxmlformats.org/drawingml/2006/main" noGrp="1"/>
          </p:cNvSpPr>
          <p:nvPr/>
        </p:nvSpPr>
        <p:spPr>
          <a:xfrm xmlns:a="http://schemas.openxmlformats.org/drawingml/2006/main">
            <a:off x="6117336" y="3246120"/>
            <a:ext cx="333756" cy="333756"/>
          </a:xfrm>
          <a:prstGeom xmlns:a="http://schemas.openxmlformats.org/drawingml/2006/main" prst="rect">
            <a:avLst/>
          </a:prstGeom>
          <a:solidFill xmlns:a="http://schemas.openxmlformats.org/drawingml/2006/main">
            <a:srgbClr val="00B0F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85" name="Rectangle 84">
            <a:extLst xmlns:a="http://schemas.openxmlformats.org/drawingml/2006/main">
              <a:ext uri="{FF2B5EF4-FFF2-40B4-BE49-F238E27FC236}">
                <a16:creationId xmlns:a16="http://schemas.microsoft.com/office/drawing/2014/main" id="{1DD77EED-39EC-41E2-A1C2-377D624E7C62}"/>
              </a:ext>
            </a:extLst>
          </p:cNvPr>
          <p:cNvSpPr>
            <a:spLocks xmlns:a="http://schemas.openxmlformats.org/drawingml/2006/main" noGrp="1"/>
          </p:cNvSpPr>
          <p:nvPr/>
        </p:nvSpPr>
        <p:spPr>
          <a:xfrm xmlns:a="http://schemas.openxmlformats.org/drawingml/2006/main">
            <a:off x="6473952" y="3246120"/>
            <a:ext cx="333756" cy="333756"/>
          </a:xfrm>
          <a:prstGeom xmlns:a="http://schemas.openxmlformats.org/drawingml/2006/main" prst="rect">
            <a:avLst/>
          </a:prstGeom>
          <a:solidFill xmlns:a="http://schemas.openxmlformats.org/drawingml/2006/main">
            <a:srgbClr val="00B0F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86" name="Rectangle 85">
            <a:extLst xmlns:a="http://schemas.openxmlformats.org/drawingml/2006/main">
              <a:ext uri="{FF2B5EF4-FFF2-40B4-BE49-F238E27FC236}">
                <a16:creationId xmlns:a16="http://schemas.microsoft.com/office/drawing/2014/main" id="{C24DC8CD-19CE-4F70-A6CD-9FBE24A08A86}"/>
              </a:ext>
            </a:extLst>
          </p:cNvPr>
          <p:cNvSpPr>
            <a:spLocks xmlns:a="http://schemas.openxmlformats.org/drawingml/2006/main" noGrp="1"/>
          </p:cNvSpPr>
          <p:nvPr/>
        </p:nvSpPr>
        <p:spPr>
          <a:xfrm xmlns:a="http://schemas.openxmlformats.org/drawingml/2006/main">
            <a:off x="6830568" y="3246120"/>
            <a:ext cx="333756" cy="333756"/>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87" name="Rectangle 86">
            <a:extLst xmlns:a="http://schemas.openxmlformats.org/drawingml/2006/main">
              <a:ext uri="{FF2B5EF4-FFF2-40B4-BE49-F238E27FC236}">
                <a16:creationId xmlns:a16="http://schemas.microsoft.com/office/drawing/2014/main" id="{59B16CE4-0390-43D2-B514-A7D01F6A462B}"/>
              </a:ext>
            </a:extLst>
          </p:cNvPr>
          <p:cNvSpPr>
            <a:spLocks xmlns:a="http://schemas.openxmlformats.org/drawingml/2006/main" noGrp="1"/>
          </p:cNvSpPr>
          <p:nvPr/>
        </p:nvSpPr>
        <p:spPr>
          <a:xfrm xmlns:a="http://schemas.openxmlformats.org/drawingml/2006/main">
            <a:off x="7187183" y="3246120"/>
            <a:ext cx="333756" cy="333756"/>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88" name="Rectangle 87">
            <a:extLst xmlns:a="http://schemas.openxmlformats.org/drawingml/2006/main">
              <a:ext uri="{FF2B5EF4-FFF2-40B4-BE49-F238E27FC236}">
                <a16:creationId xmlns:a16="http://schemas.microsoft.com/office/drawing/2014/main" id="{FF0AC46E-F98D-4A8D-BF84-16C7B06615DD}"/>
              </a:ext>
            </a:extLst>
          </p:cNvPr>
          <p:cNvSpPr>
            <a:spLocks xmlns:a="http://schemas.openxmlformats.org/drawingml/2006/main" noGrp="1"/>
          </p:cNvSpPr>
          <p:nvPr/>
        </p:nvSpPr>
        <p:spPr>
          <a:xfrm xmlns:a="http://schemas.openxmlformats.org/drawingml/2006/main">
            <a:off x="7543800" y="3246120"/>
            <a:ext cx="333756" cy="333756"/>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89" name="Rectangle 88">
            <a:extLst xmlns:a="http://schemas.openxmlformats.org/drawingml/2006/main">
              <a:ext uri="{FF2B5EF4-FFF2-40B4-BE49-F238E27FC236}">
                <a16:creationId xmlns:a16="http://schemas.microsoft.com/office/drawing/2014/main" id="{191DECDB-888E-4542-BC3A-806C68654142}"/>
              </a:ext>
            </a:extLst>
          </p:cNvPr>
          <p:cNvSpPr>
            <a:spLocks xmlns:a="http://schemas.openxmlformats.org/drawingml/2006/main" noGrp="1"/>
          </p:cNvSpPr>
          <p:nvPr/>
        </p:nvSpPr>
        <p:spPr>
          <a:xfrm xmlns:a="http://schemas.openxmlformats.org/drawingml/2006/main">
            <a:off x="4690872" y="3602736"/>
            <a:ext cx="333756" cy="333756"/>
          </a:xfrm>
          <a:prstGeom xmlns:a="http://schemas.openxmlformats.org/drawingml/2006/main" prst="rect">
            <a:avLst/>
          </a:prstGeom>
          <a:solidFill xmlns:a="http://schemas.openxmlformats.org/drawingml/2006/main">
            <a:srgbClr val="00B0F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90" name="Rectangle 89">
            <a:extLst xmlns:a="http://schemas.openxmlformats.org/drawingml/2006/main">
              <a:ext uri="{FF2B5EF4-FFF2-40B4-BE49-F238E27FC236}">
                <a16:creationId xmlns:a16="http://schemas.microsoft.com/office/drawing/2014/main" id="{DE146AC8-13F4-47BF-92A8-AE9822D80A59}"/>
              </a:ext>
            </a:extLst>
          </p:cNvPr>
          <p:cNvSpPr>
            <a:spLocks xmlns:a="http://schemas.openxmlformats.org/drawingml/2006/main" noGrp="1"/>
          </p:cNvSpPr>
          <p:nvPr/>
        </p:nvSpPr>
        <p:spPr>
          <a:xfrm xmlns:a="http://schemas.openxmlformats.org/drawingml/2006/main">
            <a:off x="5047488" y="3602736"/>
            <a:ext cx="333756" cy="333756"/>
          </a:xfrm>
          <a:prstGeom xmlns:a="http://schemas.openxmlformats.org/drawingml/2006/main" prst="rect">
            <a:avLst/>
          </a:prstGeom>
          <a:solidFill xmlns:a="http://schemas.openxmlformats.org/drawingml/2006/main">
            <a:srgbClr val="00B0F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91" name="Rectangle 90">
            <a:extLst xmlns:a="http://schemas.openxmlformats.org/drawingml/2006/main">
              <a:ext uri="{FF2B5EF4-FFF2-40B4-BE49-F238E27FC236}">
                <a16:creationId xmlns:a16="http://schemas.microsoft.com/office/drawing/2014/main" id="{576D00F5-88A8-455D-AAC7-1C4929520068}"/>
              </a:ext>
            </a:extLst>
          </p:cNvPr>
          <p:cNvSpPr>
            <a:spLocks xmlns:a="http://schemas.openxmlformats.org/drawingml/2006/main" noGrp="1"/>
          </p:cNvSpPr>
          <p:nvPr/>
        </p:nvSpPr>
        <p:spPr>
          <a:xfrm xmlns:a="http://schemas.openxmlformats.org/drawingml/2006/main">
            <a:off x="5404104" y="3602736"/>
            <a:ext cx="333756" cy="333756"/>
          </a:xfrm>
          <a:prstGeom xmlns:a="http://schemas.openxmlformats.org/drawingml/2006/main" prst="rect">
            <a:avLst/>
          </a:prstGeom>
          <a:solidFill xmlns:a="http://schemas.openxmlformats.org/drawingml/2006/main">
            <a:srgbClr val="00B0F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92" name="Rectangle 91">
            <a:extLst xmlns:a="http://schemas.openxmlformats.org/drawingml/2006/main">
              <a:ext uri="{FF2B5EF4-FFF2-40B4-BE49-F238E27FC236}">
                <a16:creationId xmlns:a16="http://schemas.microsoft.com/office/drawing/2014/main" id="{C5F9F1B1-7208-4D1A-9EFF-ACE6D36CC92A}"/>
              </a:ext>
            </a:extLst>
          </p:cNvPr>
          <p:cNvSpPr>
            <a:spLocks xmlns:a="http://schemas.openxmlformats.org/drawingml/2006/main" noGrp="1"/>
          </p:cNvSpPr>
          <p:nvPr/>
        </p:nvSpPr>
        <p:spPr>
          <a:xfrm xmlns:a="http://schemas.openxmlformats.org/drawingml/2006/main">
            <a:off x="5760720" y="3602736"/>
            <a:ext cx="333756" cy="333756"/>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93" name="Rectangle 92">
            <a:extLst xmlns:a="http://schemas.openxmlformats.org/drawingml/2006/main">
              <a:ext uri="{FF2B5EF4-FFF2-40B4-BE49-F238E27FC236}">
                <a16:creationId xmlns:a16="http://schemas.microsoft.com/office/drawing/2014/main" id="{EE9EFE90-B1AB-4D9A-BB65-0E9177BBC1E1}"/>
              </a:ext>
            </a:extLst>
          </p:cNvPr>
          <p:cNvSpPr>
            <a:spLocks xmlns:a="http://schemas.openxmlformats.org/drawingml/2006/main" noGrp="1"/>
          </p:cNvSpPr>
          <p:nvPr/>
        </p:nvSpPr>
        <p:spPr>
          <a:xfrm xmlns:a="http://schemas.openxmlformats.org/drawingml/2006/main">
            <a:off x="6117336" y="3602736"/>
            <a:ext cx="333756" cy="333756"/>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94" name="Rectangle 93">
            <a:extLst xmlns:a="http://schemas.openxmlformats.org/drawingml/2006/main">
              <a:ext uri="{FF2B5EF4-FFF2-40B4-BE49-F238E27FC236}">
                <a16:creationId xmlns:a16="http://schemas.microsoft.com/office/drawing/2014/main" id="{E5F9175E-B4F9-48A8-9164-AAC54DA266E6}"/>
              </a:ext>
            </a:extLst>
          </p:cNvPr>
          <p:cNvSpPr>
            <a:spLocks xmlns:a="http://schemas.openxmlformats.org/drawingml/2006/main" noGrp="1"/>
          </p:cNvSpPr>
          <p:nvPr/>
        </p:nvSpPr>
        <p:spPr>
          <a:xfrm xmlns:a="http://schemas.openxmlformats.org/drawingml/2006/main">
            <a:off x="6473952" y="3602736"/>
            <a:ext cx="333756" cy="333756"/>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95" name="Rectangle 94">
            <a:extLst xmlns:a="http://schemas.openxmlformats.org/drawingml/2006/main">
              <a:ext uri="{FF2B5EF4-FFF2-40B4-BE49-F238E27FC236}">
                <a16:creationId xmlns:a16="http://schemas.microsoft.com/office/drawing/2014/main" id="{54E601CA-855A-42FB-8233-A189A3600640}"/>
              </a:ext>
            </a:extLst>
          </p:cNvPr>
          <p:cNvSpPr>
            <a:spLocks xmlns:a="http://schemas.openxmlformats.org/drawingml/2006/main" noGrp="1"/>
          </p:cNvSpPr>
          <p:nvPr/>
        </p:nvSpPr>
        <p:spPr>
          <a:xfrm xmlns:a="http://schemas.openxmlformats.org/drawingml/2006/main">
            <a:off x="6830568" y="3602736"/>
            <a:ext cx="333756" cy="333756"/>
          </a:xfrm>
          <a:prstGeom xmlns:a="http://schemas.openxmlformats.org/drawingml/2006/main" prst="rect">
            <a:avLst/>
          </a:prstGeom>
          <a:solidFill xmlns:a="http://schemas.openxmlformats.org/drawingml/2006/main">
            <a:srgbClr val="00B0F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96" name="Rectangle 95">
            <a:extLst xmlns:a="http://schemas.openxmlformats.org/drawingml/2006/main">
              <a:ext uri="{FF2B5EF4-FFF2-40B4-BE49-F238E27FC236}">
                <a16:creationId xmlns:a16="http://schemas.microsoft.com/office/drawing/2014/main" id="{3296BBE7-984C-4D28-B79F-E4FC8FCB4607}"/>
              </a:ext>
            </a:extLst>
          </p:cNvPr>
          <p:cNvSpPr>
            <a:spLocks xmlns:a="http://schemas.openxmlformats.org/drawingml/2006/main" noGrp="1"/>
          </p:cNvSpPr>
          <p:nvPr/>
        </p:nvSpPr>
        <p:spPr>
          <a:xfrm xmlns:a="http://schemas.openxmlformats.org/drawingml/2006/main">
            <a:off x="7187183" y="3602736"/>
            <a:ext cx="333756" cy="333756"/>
          </a:xfrm>
          <a:prstGeom xmlns:a="http://schemas.openxmlformats.org/drawingml/2006/main" prst="rect">
            <a:avLst/>
          </a:prstGeom>
          <a:solidFill xmlns:a="http://schemas.openxmlformats.org/drawingml/2006/main">
            <a:srgbClr val="00B0F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97" name="Rectangle 96">
            <a:extLst xmlns:a="http://schemas.openxmlformats.org/drawingml/2006/main">
              <a:ext uri="{FF2B5EF4-FFF2-40B4-BE49-F238E27FC236}">
                <a16:creationId xmlns:a16="http://schemas.microsoft.com/office/drawing/2014/main" id="{77B4B9C2-1E78-4F2A-85CB-9334CB0E5D30}"/>
              </a:ext>
            </a:extLst>
          </p:cNvPr>
          <p:cNvSpPr>
            <a:spLocks xmlns:a="http://schemas.openxmlformats.org/drawingml/2006/main" noGrp="1"/>
          </p:cNvSpPr>
          <p:nvPr/>
        </p:nvSpPr>
        <p:spPr>
          <a:xfrm xmlns:a="http://schemas.openxmlformats.org/drawingml/2006/main">
            <a:off x="7543800" y="3602736"/>
            <a:ext cx="333756" cy="333756"/>
          </a:xfrm>
          <a:prstGeom xmlns:a="http://schemas.openxmlformats.org/drawingml/2006/main" prst="rect">
            <a:avLst/>
          </a:prstGeom>
          <a:solidFill xmlns:a="http://schemas.openxmlformats.org/drawingml/2006/main">
            <a:srgbClr val="00B0F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98" name="Rectangle 97">
            <a:extLst xmlns:a="http://schemas.openxmlformats.org/drawingml/2006/main">
              <a:ext uri="{FF2B5EF4-FFF2-40B4-BE49-F238E27FC236}">
                <a16:creationId xmlns:a16="http://schemas.microsoft.com/office/drawing/2014/main" id="{FDE5FCED-BFAF-4BF6-B06C-A7D8CC548A47}"/>
              </a:ext>
            </a:extLst>
          </p:cNvPr>
          <p:cNvSpPr>
            <a:spLocks xmlns:a="http://schemas.openxmlformats.org/drawingml/2006/main" noGrp="1"/>
          </p:cNvSpPr>
          <p:nvPr/>
        </p:nvSpPr>
        <p:spPr>
          <a:xfrm xmlns:a="http://schemas.openxmlformats.org/drawingml/2006/main">
            <a:off x="4690872" y="3959352"/>
            <a:ext cx="333756" cy="333756"/>
          </a:xfrm>
          <a:prstGeom xmlns:a="http://schemas.openxmlformats.org/drawingml/2006/main" prst="rect">
            <a:avLst/>
          </a:prstGeom>
          <a:solidFill xmlns:a="http://schemas.openxmlformats.org/drawingml/2006/main">
            <a:srgbClr val="00B0F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99" name="Rectangle 98">
            <a:extLst xmlns:a="http://schemas.openxmlformats.org/drawingml/2006/main">
              <a:ext uri="{FF2B5EF4-FFF2-40B4-BE49-F238E27FC236}">
                <a16:creationId xmlns:a16="http://schemas.microsoft.com/office/drawing/2014/main" id="{BCBA86FA-DCE5-4617-8F2E-B987DF0A46A8}"/>
              </a:ext>
            </a:extLst>
          </p:cNvPr>
          <p:cNvSpPr>
            <a:spLocks xmlns:a="http://schemas.openxmlformats.org/drawingml/2006/main" noGrp="1"/>
          </p:cNvSpPr>
          <p:nvPr/>
        </p:nvSpPr>
        <p:spPr>
          <a:xfrm xmlns:a="http://schemas.openxmlformats.org/drawingml/2006/main">
            <a:off x="5047488" y="3959352"/>
            <a:ext cx="333756" cy="333756"/>
          </a:xfrm>
          <a:prstGeom xmlns:a="http://schemas.openxmlformats.org/drawingml/2006/main" prst="rect">
            <a:avLst/>
          </a:prstGeom>
          <a:solidFill xmlns:a="http://schemas.openxmlformats.org/drawingml/2006/main">
            <a:srgbClr val="00B0F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00" name="Rectangle 99">
            <a:extLst xmlns:a="http://schemas.openxmlformats.org/drawingml/2006/main">
              <a:ext uri="{FF2B5EF4-FFF2-40B4-BE49-F238E27FC236}">
                <a16:creationId xmlns:a16="http://schemas.microsoft.com/office/drawing/2014/main" id="{FAEDFFAA-DA72-43D8-8BDB-1C821BF5B602}"/>
              </a:ext>
            </a:extLst>
          </p:cNvPr>
          <p:cNvSpPr>
            <a:spLocks xmlns:a="http://schemas.openxmlformats.org/drawingml/2006/main" noGrp="1"/>
          </p:cNvSpPr>
          <p:nvPr/>
        </p:nvSpPr>
        <p:spPr>
          <a:xfrm xmlns:a="http://schemas.openxmlformats.org/drawingml/2006/main">
            <a:off x="5404104" y="3959352"/>
            <a:ext cx="333756" cy="333756"/>
          </a:xfrm>
          <a:prstGeom xmlns:a="http://schemas.openxmlformats.org/drawingml/2006/main" prst="rect">
            <a:avLst/>
          </a:prstGeom>
          <a:solidFill xmlns:a="http://schemas.openxmlformats.org/drawingml/2006/main">
            <a:srgbClr val="00B0F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01" name="Rectangle 100">
            <a:extLst xmlns:a="http://schemas.openxmlformats.org/drawingml/2006/main">
              <a:ext uri="{FF2B5EF4-FFF2-40B4-BE49-F238E27FC236}">
                <a16:creationId xmlns:a16="http://schemas.microsoft.com/office/drawing/2014/main" id="{B8D2CC02-859A-4E84-B50D-D742E26C6E43}"/>
              </a:ext>
            </a:extLst>
          </p:cNvPr>
          <p:cNvSpPr>
            <a:spLocks xmlns:a="http://schemas.openxmlformats.org/drawingml/2006/main" noGrp="1"/>
          </p:cNvSpPr>
          <p:nvPr/>
        </p:nvSpPr>
        <p:spPr>
          <a:xfrm xmlns:a="http://schemas.openxmlformats.org/drawingml/2006/main">
            <a:off x="5760720" y="3959352"/>
            <a:ext cx="333756" cy="333756"/>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02" name="Rectangle 101">
            <a:extLst xmlns:a="http://schemas.openxmlformats.org/drawingml/2006/main">
              <a:ext uri="{FF2B5EF4-FFF2-40B4-BE49-F238E27FC236}">
                <a16:creationId xmlns:a16="http://schemas.microsoft.com/office/drawing/2014/main" id="{C600485A-75FF-4CE7-B1F5-4CB9C8377701}"/>
              </a:ext>
            </a:extLst>
          </p:cNvPr>
          <p:cNvSpPr>
            <a:spLocks xmlns:a="http://schemas.openxmlformats.org/drawingml/2006/main" noGrp="1"/>
          </p:cNvSpPr>
          <p:nvPr/>
        </p:nvSpPr>
        <p:spPr>
          <a:xfrm xmlns:a="http://schemas.openxmlformats.org/drawingml/2006/main">
            <a:off x="6117336" y="3959352"/>
            <a:ext cx="333756" cy="333756"/>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03" name="Rectangle 102">
            <a:extLst xmlns:a="http://schemas.openxmlformats.org/drawingml/2006/main">
              <a:ext uri="{FF2B5EF4-FFF2-40B4-BE49-F238E27FC236}">
                <a16:creationId xmlns:a16="http://schemas.microsoft.com/office/drawing/2014/main" id="{DB3A5337-BFFF-4D35-8DE5-B8C4462C6415}"/>
              </a:ext>
            </a:extLst>
          </p:cNvPr>
          <p:cNvSpPr>
            <a:spLocks xmlns:a="http://schemas.openxmlformats.org/drawingml/2006/main" noGrp="1"/>
          </p:cNvSpPr>
          <p:nvPr/>
        </p:nvSpPr>
        <p:spPr>
          <a:xfrm xmlns:a="http://schemas.openxmlformats.org/drawingml/2006/main">
            <a:off x="6473952" y="3959352"/>
            <a:ext cx="333756" cy="333756"/>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04" name="Rectangle 103">
            <a:extLst xmlns:a="http://schemas.openxmlformats.org/drawingml/2006/main">
              <a:ext uri="{FF2B5EF4-FFF2-40B4-BE49-F238E27FC236}">
                <a16:creationId xmlns:a16="http://schemas.microsoft.com/office/drawing/2014/main" id="{E9611F19-50A7-4583-ACD5-C05500347877}"/>
              </a:ext>
            </a:extLst>
          </p:cNvPr>
          <p:cNvSpPr>
            <a:spLocks xmlns:a="http://schemas.openxmlformats.org/drawingml/2006/main" noGrp="1"/>
          </p:cNvSpPr>
          <p:nvPr/>
        </p:nvSpPr>
        <p:spPr>
          <a:xfrm xmlns:a="http://schemas.openxmlformats.org/drawingml/2006/main">
            <a:off x="6830568" y="3959352"/>
            <a:ext cx="333756" cy="333756"/>
          </a:xfrm>
          <a:prstGeom xmlns:a="http://schemas.openxmlformats.org/drawingml/2006/main" prst="rect">
            <a:avLst/>
          </a:prstGeom>
          <a:solidFill xmlns:a="http://schemas.openxmlformats.org/drawingml/2006/main">
            <a:srgbClr val="00B0F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05" name="Rectangle 104">
            <a:extLst xmlns:a="http://schemas.openxmlformats.org/drawingml/2006/main">
              <a:ext uri="{FF2B5EF4-FFF2-40B4-BE49-F238E27FC236}">
                <a16:creationId xmlns:a16="http://schemas.microsoft.com/office/drawing/2014/main" id="{31578782-BA5F-4CD1-9B15-1AAB11EC5581}"/>
              </a:ext>
            </a:extLst>
          </p:cNvPr>
          <p:cNvSpPr>
            <a:spLocks xmlns:a="http://schemas.openxmlformats.org/drawingml/2006/main" noGrp="1"/>
          </p:cNvSpPr>
          <p:nvPr/>
        </p:nvSpPr>
        <p:spPr>
          <a:xfrm xmlns:a="http://schemas.openxmlformats.org/drawingml/2006/main">
            <a:off x="7187183" y="3959352"/>
            <a:ext cx="333756" cy="333756"/>
          </a:xfrm>
          <a:prstGeom xmlns:a="http://schemas.openxmlformats.org/drawingml/2006/main" prst="rect">
            <a:avLst/>
          </a:prstGeom>
          <a:solidFill xmlns:a="http://schemas.openxmlformats.org/drawingml/2006/main">
            <a:srgbClr val="00B0F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06" name="Rectangle 105">
            <a:extLst xmlns:a="http://schemas.openxmlformats.org/drawingml/2006/main">
              <a:ext uri="{FF2B5EF4-FFF2-40B4-BE49-F238E27FC236}">
                <a16:creationId xmlns:a16="http://schemas.microsoft.com/office/drawing/2014/main" id="{996C4C58-9E59-4DAA-A315-F950B3ECFB69}"/>
              </a:ext>
            </a:extLst>
          </p:cNvPr>
          <p:cNvSpPr>
            <a:spLocks xmlns:a="http://schemas.openxmlformats.org/drawingml/2006/main" noGrp="1"/>
          </p:cNvSpPr>
          <p:nvPr/>
        </p:nvSpPr>
        <p:spPr>
          <a:xfrm xmlns:a="http://schemas.openxmlformats.org/drawingml/2006/main">
            <a:off x="7543800" y="3959352"/>
            <a:ext cx="333756" cy="333756"/>
          </a:xfrm>
          <a:prstGeom xmlns:a="http://schemas.openxmlformats.org/drawingml/2006/main" prst="rect">
            <a:avLst/>
          </a:prstGeom>
          <a:solidFill xmlns:a="http://schemas.openxmlformats.org/drawingml/2006/main">
            <a:srgbClr val="00B0F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07" name="Rectangle 106">
            <a:extLst xmlns:a="http://schemas.openxmlformats.org/drawingml/2006/main">
              <a:ext uri="{FF2B5EF4-FFF2-40B4-BE49-F238E27FC236}">
                <a16:creationId xmlns:a16="http://schemas.microsoft.com/office/drawing/2014/main" id="{14B003D9-F8BB-4189-8051-F55F008E7534}"/>
              </a:ext>
            </a:extLst>
          </p:cNvPr>
          <p:cNvSpPr>
            <a:spLocks xmlns:a="http://schemas.openxmlformats.org/drawingml/2006/main" noGrp="1"/>
          </p:cNvSpPr>
          <p:nvPr/>
        </p:nvSpPr>
        <p:spPr>
          <a:xfrm xmlns:a="http://schemas.openxmlformats.org/drawingml/2006/main">
            <a:off x="4690872" y="4315968"/>
            <a:ext cx="333756" cy="333756"/>
          </a:xfrm>
          <a:prstGeom xmlns:a="http://schemas.openxmlformats.org/drawingml/2006/main" prst="rect">
            <a:avLst/>
          </a:prstGeom>
          <a:solidFill xmlns:a="http://schemas.openxmlformats.org/drawingml/2006/main">
            <a:srgbClr val="00B0F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08" name="Rectangle 107">
            <a:extLst xmlns:a="http://schemas.openxmlformats.org/drawingml/2006/main">
              <a:ext uri="{FF2B5EF4-FFF2-40B4-BE49-F238E27FC236}">
                <a16:creationId xmlns:a16="http://schemas.microsoft.com/office/drawing/2014/main" id="{40923093-17E5-451B-8C99-39330E173B6D}"/>
              </a:ext>
            </a:extLst>
          </p:cNvPr>
          <p:cNvSpPr>
            <a:spLocks xmlns:a="http://schemas.openxmlformats.org/drawingml/2006/main" noGrp="1"/>
          </p:cNvSpPr>
          <p:nvPr/>
        </p:nvSpPr>
        <p:spPr>
          <a:xfrm xmlns:a="http://schemas.openxmlformats.org/drawingml/2006/main">
            <a:off x="5047488" y="4315968"/>
            <a:ext cx="333756" cy="333756"/>
          </a:xfrm>
          <a:prstGeom xmlns:a="http://schemas.openxmlformats.org/drawingml/2006/main" prst="rect">
            <a:avLst/>
          </a:prstGeom>
          <a:solidFill xmlns:a="http://schemas.openxmlformats.org/drawingml/2006/main">
            <a:srgbClr val="00B0F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09" name="Rectangle 108">
            <a:extLst xmlns:a="http://schemas.openxmlformats.org/drawingml/2006/main">
              <a:ext uri="{FF2B5EF4-FFF2-40B4-BE49-F238E27FC236}">
                <a16:creationId xmlns:a16="http://schemas.microsoft.com/office/drawing/2014/main" id="{2626D43C-947C-4B23-A5A2-6954B4A07DD8}"/>
              </a:ext>
            </a:extLst>
          </p:cNvPr>
          <p:cNvSpPr>
            <a:spLocks xmlns:a="http://schemas.openxmlformats.org/drawingml/2006/main" noGrp="1"/>
          </p:cNvSpPr>
          <p:nvPr/>
        </p:nvSpPr>
        <p:spPr>
          <a:xfrm xmlns:a="http://schemas.openxmlformats.org/drawingml/2006/main">
            <a:off x="5404104" y="4315968"/>
            <a:ext cx="333756" cy="333756"/>
          </a:xfrm>
          <a:prstGeom xmlns:a="http://schemas.openxmlformats.org/drawingml/2006/main" prst="rect">
            <a:avLst/>
          </a:prstGeom>
          <a:solidFill xmlns:a="http://schemas.openxmlformats.org/drawingml/2006/main">
            <a:srgbClr val="00B0F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10" name="Rectangle 109">
            <a:extLst xmlns:a="http://schemas.openxmlformats.org/drawingml/2006/main">
              <a:ext uri="{FF2B5EF4-FFF2-40B4-BE49-F238E27FC236}">
                <a16:creationId xmlns:a16="http://schemas.microsoft.com/office/drawing/2014/main" id="{D5074F1E-3596-48ED-A79F-BC3C4CA2FECD}"/>
              </a:ext>
            </a:extLst>
          </p:cNvPr>
          <p:cNvSpPr>
            <a:spLocks xmlns:a="http://schemas.openxmlformats.org/drawingml/2006/main" noGrp="1"/>
          </p:cNvSpPr>
          <p:nvPr/>
        </p:nvSpPr>
        <p:spPr>
          <a:xfrm xmlns:a="http://schemas.openxmlformats.org/drawingml/2006/main">
            <a:off x="5760720" y="4315968"/>
            <a:ext cx="333756" cy="333756"/>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11" name="Rectangle 110">
            <a:extLst xmlns:a="http://schemas.openxmlformats.org/drawingml/2006/main">
              <a:ext uri="{FF2B5EF4-FFF2-40B4-BE49-F238E27FC236}">
                <a16:creationId xmlns:a16="http://schemas.microsoft.com/office/drawing/2014/main" id="{B3591B95-8EA8-4A4E-A6CE-D21E4FF17870}"/>
              </a:ext>
            </a:extLst>
          </p:cNvPr>
          <p:cNvSpPr>
            <a:spLocks xmlns:a="http://schemas.openxmlformats.org/drawingml/2006/main" noGrp="1"/>
          </p:cNvSpPr>
          <p:nvPr/>
        </p:nvSpPr>
        <p:spPr>
          <a:xfrm xmlns:a="http://schemas.openxmlformats.org/drawingml/2006/main">
            <a:off x="6117336" y="4315968"/>
            <a:ext cx="333756" cy="333756"/>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12" name="Rectangle 111">
            <a:extLst xmlns:a="http://schemas.openxmlformats.org/drawingml/2006/main">
              <a:ext uri="{FF2B5EF4-FFF2-40B4-BE49-F238E27FC236}">
                <a16:creationId xmlns:a16="http://schemas.microsoft.com/office/drawing/2014/main" id="{7DBC5B00-BCFE-465F-9442-0A5C0A766C69}"/>
              </a:ext>
            </a:extLst>
          </p:cNvPr>
          <p:cNvSpPr>
            <a:spLocks xmlns:a="http://schemas.openxmlformats.org/drawingml/2006/main" noGrp="1"/>
          </p:cNvSpPr>
          <p:nvPr/>
        </p:nvSpPr>
        <p:spPr>
          <a:xfrm xmlns:a="http://schemas.openxmlformats.org/drawingml/2006/main">
            <a:off x="6473952" y="4315968"/>
            <a:ext cx="333756" cy="333756"/>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13" name="Rectangle 112">
            <a:extLst xmlns:a="http://schemas.openxmlformats.org/drawingml/2006/main">
              <a:ext uri="{FF2B5EF4-FFF2-40B4-BE49-F238E27FC236}">
                <a16:creationId xmlns:a16="http://schemas.microsoft.com/office/drawing/2014/main" id="{09793667-A1F1-482F-AA3E-4E6F23DD827B}"/>
              </a:ext>
            </a:extLst>
          </p:cNvPr>
          <p:cNvSpPr>
            <a:spLocks xmlns:a="http://schemas.openxmlformats.org/drawingml/2006/main" noGrp="1"/>
          </p:cNvSpPr>
          <p:nvPr/>
        </p:nvSpPr>
        <p:spPr>
          <a:xfrm xmlns:a="http://schemas.openxmlformats.org/drawingml/2006/main">
            <a:off x="6830568" y="4315968"/>
            <a:ext cx="333756" cy="333756"/>
          </a:xfrm>
          <a:prstGeom xmlns:a="http://schemas.openxmlformats.org/drawingml/2006/main" prst="rect">
            <a:avLst/>
          </a:prstGeom>
          <a:solidFill xmlns:a="http://schemas.openxmlformats.org/drawingml/2006/main">
            <a:srgbClr val="00B0F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14" name="Rectangle 113">
            <a:extLst xmlns:a="http://schemas.openxmlformats.org/drawingml/2006/main">
              <a:ext uri="{FF2B5EF4-FFF2-40B4-BE49-F238E27FC236}">
                <a16:creationId xmlns:a16="http://schemas.microsoft.com/office/drawing/2014/main" id="{257DA2CA-5CFD-43DF-9820-68AE145F00D0}"/>
              </a:ext>
            </a:extLst>
          </p:cNvPr>
          <p:cNvSpPr>
            <a:spLocks xmlns:a="http://schemas.openxmlformats.org/drawingml/2006/main" noGrp="1"/>
          </p:cNvSpPr>
          <p:nvPr/>
        </p:nvSpPr>
        <p:spPr>
          <a:xfrm xmlns:a="http://schemas.openxmlformats.org/drawingml/2006/main">
            <a:off x="7187183" y="4315968"/>
            <a:ext cx="333756" cy="333756"/>
          </a:xfrm>
          <a:prstGeom xmlns:a="http://schemas.openxmlformats.org/drawingml/2006/main" prst="rect">
            <a:avLst/>
          </a:prstGeom>
          <a:solidFill xmlns:a="http://schemas.openxmlformats.org/drawingml/2006/main">
            <a:srgbClr val="00B0F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15" name="Rectangle 114">
            <a:extLst xmlns:a="http://schemas.openxmlformats.org/drawingml/2006/main">
              <a:ext uri="{FF2B5EF4-FFF2-40B4-BE49-F238E27FC236}">
                <a16:creationId xmlns:a16="http://schemas.microsoft.com/office/drawing/2014/main" id="{E88F00E8-00AD-4FBC-9A61-3C18CD16F839}"/>
              </a:ext>
            </a:extLst>
          </p:cNvPr>
          <p:cNvSpPr>
            <a:spLocks xmlns:a="http://schemas.openxmlformats.org/drawingml/2006/main" noGrp="1"/>
          </p:cNvSpPr>
          <p:nvPr/>
        </p:nvSpPr>
        <p:spPr>
          <a:xfrm xmlns:a="http://schemas.openxmlformats.org/drawingml/2006/main">
            <a:off x="7543800" y="4315968"/>
            <a:ext cx="333756" cy="333756"/>
          </a:xfrm>
          <a:prstGeom xmlns:a="http://schemas.openxmlformats.org/drawingml/2006/main" prst="rect">
            <a:avLst/>
          </a:prstGeom>
          <a:solidFill xmlns:a="http://schemas.openxmlformats.org/drawingml/2006/main">
            <a:srgbClr val="00B0F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16" name="TextBox 115">
            <a:extLst xmlns:a="http://schemas.openxmlformats.org/drawingml/2006/main">
              <a:ext uri="{FF2B5EF4-FFF2-40B4-BE49-F238E27FC236}">
                <a16:creationId xmlns:a16="http://schemas.microsoft.com/office/drawing/2014/main" id="{0FC179B7-7C7A-4543-9D27-1DA5DFC28622}"/>
              </a:ext>
            </a:extLst>
          </p:cNvPr>
          <p:cNvSpPr>
            <a:spLocks xmlns:a="http://schemas.openxmlformats.org/drawingml/2006/main" noGrp="1"/>
          </p:cNvSpPr>
          <p:nvPr/>
        </p:nvSpPr>
        <p:spPr>
          <a:xfrm xmlns:a="http://schemas.openxmlformats.org/drawingml/2006/main">
            <a:off x="4690872" y="4946904"/>
            <a:ext cx="3383280"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200" b="0">
                <a:solidFill>
                  <a:srgbClr val="808080"/>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200" b="0">
                <a:solidFill>
                  <a:srgbClr val="808080"/>
                </a:solidFill>
                <a:latin typeface="Alibaba PuHuiTi 3.0 55 Regular"/>
                <a:ea typeface="Alibaba PuHuiTi 3.0 55 Regular"/>
                <a:cs typeface="Alibaba PuHuiTi 3.0 55 Regular"/>
              </a:defRPr>
            </a:pPr>
            <a:r>
              <a:rPr sz="2200" b="0">
                <a:solidFill>
                  <a:srgbClr val="808080"/>
                </a:solidFill>
                <a:latin typeface="Alibaba PuHuiTi 3.0 55 Regular"/>
                <a:ea typeface="Alibaba PuHuiTi 3.0 55 Regular"/>
                <a:cs typeface="Alibaba PuHuiTi 3.0 55 Regular"/>
              </a:rPr>
              <a:t>同一尺寸与位深</a:t>
            </a:r>
          </a:p>
        </p:txBody>
      </p:sp>
      <p:sp>
        <p:nvSpPr>
          <p:cNvPr id="117" name="TextBox 116">
            <a:extLst xmlns:a="http://schemas.openxmlformats.org/drawingml/2006/main">
              <a:ext uri="{FF2B5EF4-FFF2-40B4-BE49-F238E27FC236}">
                <a16:creationId xmlns:a16="http://schemas.microsoft.com/office/drawing/2014/main" id="{A69A228A-0551-4C49-B96A-D426C6310D32}"/>
              </a:ext>
            </a:extLst>
          </p:cNvPr>
          <p:cNvSpPr>
            <a:spLocks xmlns:a="http://schemas.openxmlformats.org/drawingml/2006/main" noGrp="1"/>
          </p:cNvSpPr>
          <p:nvPr/>
        </p:nvSpPr>
        <p:spPr>
          <a:xfrm xmlns:a="http://schemas.openxmlformats.org/drawingml/2006/main">
            <a:off x="8531352" y="1719072"/>
            <a:ext cx="3474720" cy="38100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5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2500" b="1">
                <a:solidFill>
                  <a:srgbClr val="262626"/>
                </a:solidFill>
                <a:latin typeface="Alibaba PuHuiTi 3.0 115 Black"/>
                <a:ea typeface="Alibaba PuHuiTi 3.0 115 Black"/>
                <a:cs typeface="Alibaba PuHuiTi 3.0 115 Black"/>
              </a:defRPr>
            </a:pPr>
            <a:r>
              <a:rPr sz="2500" b="1">
                <a:solidFill>
                  <a:srgbClr val="262626"/>
                </a:solidFill>
                <a:latin typeface="Alibaba PuHuiTi 3.0 115 Black"/>
                <a:ea typeface="Alibaba PuHuiTi 3.0 115 Black"/>
                <a:cs typeface="Alibaba PuHuiTi 3.0 115 Black"/>
              </a:rPr>
              <a:t>C 复杂图案</a:t>
            </a:r>
          </a:p>
        </p:txBody>
      </p:sp>
      <p:sp>
        <p:nvSpPr>
          <p:cNvPr id="118" name="Rectangle 117">
            <a:extLst xmlns:a="http://schemas.openxmlformats.org/drawingml/2006/main">
              <a:ext uri="{FF2B5EF4-FFF2-40B4-BE49-F238E27FC236}">
                <a16:creationId xmlns:a16="http://schemas.microsoft.com/office/drawing/2014/main" id="{65C3F3CA-AD47-4DB4-A6D1-A124252BD3FB}"/>
              </a:ext>
            </a:extLst>
          </p:cNvPr>
          <p:cNvSpPr>
            <a:spLocks xmlns:a="http://schemas.openxmlformats.org/drawingml/2006/main" noGrp="1"/>
          </p:cNvSpPr>
          <p:nvPr/>
        </p:nvSpPr>
        <p:spPr>
          <a:xfrm xmlns:a="http://schemas.openxmlformats.org/drawingml/2006/main">
            <a:off x="8531352" y="2532888"/>
            <a:ext cx="333756" cy="333756"/>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19" name="Rectangle 118">
            <a:extLst xmlns:a="http://schemas.openxmlformats.org/drawingml/2006/main">
              <a:ext uri="{FF2B5EF4-FFF2-40B4-BE49-F238E27FC236}">
                <a16:creationId xmlns:a16="http://schemas.microsoft.com/office/drawing/2014/main" id="{2ECD9324-8A51-4EFC-BF76-DEE7E31025AE}"/>
              </a:ext>
            </a:extLst>
          </p:cNvPr>
          <p:cNvSpPr>
            <a:spLocks xmlns:a="http://schemas.openxmlformats.org/drawingml/2006/main" noGrp="1"/>
          </p:cNvSpPr>
          <p:nvPr/>
        </p:nvSpPr>
        <p:spPr>
          <a:xfrm xmlns:a="http://schemas.openxmlformats.org/drawingml/2006/main">
            <a:off x="8887968" y="2532888"/>
            <a:ext cx="333756" cy="333756"/>
          </a:xfrm>
          <a:prstGeom xmlns:a="http://schemas.openxmlformats.org/drawingml/2006/main" prst="rect">
            <a:avLst/>
          </a:prstGeom>
          <a:solidFill xmlns:a="http://schemas.openxmlformats.org/drawingml/2006/main">
            <a:srgbClr val="00B0F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20" name="Rectangle 119">
            <a:extLst xmlns:a="http://schemas.openxmlformats.org/drawingml/2006/main">
              <a:ext uri="{FF2B5EF4-FFF2-40B4-BE49-F238E27FC236}">
                <a16:creationId xmlns:a16="http://schemas.microsoft.com/office/drawing/2014/main" id="{F1DEE3F3-A511-49D5-B5A0-E2FE064B7CC7}"/>
              </a:ext>
            </a:extLst>
          </p:cNvPr>
          <p:cNvSpPr>
            <a:spLocks xmlns:a="http://schemas.openxmlformats.org/drawingml/2006/main" noGrp="1"/>
          </p:cNvSpPr>
          <p:nvPr/>
        </p:nvSpPr>
        <p:spPr>
          <a:xfrm xmlns:a="http://schemas.openxmlformats.org/drawingml/2006/main">
            <a:off x="9244584" y="2532888"/>
            <a:ext cx="333756" cy="333756"/>
          </a:xfrm>
          <a:prstGeom xmlns:a="http://schemas.openxmlformats.org/drawingml/2006/main" prst="rect">
            <a:avLst/>
          </a:prstGeom>
          <a:solidFill xmlns:a="http://schemas.openxmlformats.org/drawingml/2006/main">
            <a:srgbClr val="00B0F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21" name="Rectangle 120">
            <a:extLst xmlns:a="http://schemas.openxmlformats.org/drawingml/2006/main">
              <a:ext uri="{FF2B5EF4-FFF2-40B4-BE49-F238E27FC236}">
                <a16:creationId xmlns:a16="http://schemas.microsoft.com/office/drawing/2014/main" id="{4F2FC739-02CF-4017-AA34-03828302188E}"/>
              </a:ext>
            </a:extLst>
          </p:cNvPr>
          <p:cNvSpPr>
            <a:spLocks xmlns:a="http://schemas.openxmlformats.org/drawingml/2006/main" noGrp="1"/>
          </p:cNvSpPr>
          <p:nvPr/>
        </p:nvSpPr>
        <p:spPr>
          <a:xfrm xmlns:a="http://schemas.openxmlformats.org/drawingml/2006/main">
            <a:off x="9601200" y="2532888"/>
            <a:ext cx="333756" cy="333756"/>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22" name="Rectangle 121">
            <a:extLst xmlns:a="http://schemas.openxmlformats.org/drawingml/2006/main">
              <a:ext uri="{FF2B5EF4-FFF2-40B4-BE49-F238E27FC236}">
                <a16:creationId xmlns:a16="http://schemas.microsoft.com/office/drawing/2014/main" id="{A380E843-380B-4E61-AA79-B5369C042817}"/>
              </a:ext>
            </a:extLst>
          </p:cNvPr>
          <p:cNvSpPr>
            <a:spLocks xmlns:a="http://schemas.openxmlformats.org/drawingml/2006/main" noGrp="1"/>
          </p:cNvSpPr>
          <p:nvPr/>
        </p:nvSpPr>
        <p:spPr>
          <a:xfrm xmlns:a="http://schemas.openxmlformats.org/drawingml/2006/main">
            <a:off x="9957816" y="2532888"/>
            <a:ext cx="333756" cy="333756"/>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23" name="Rectangle 122">
            <a:extLst xmlns:a="http://schemas.openxmlformats.org/drawingml/2006/main">
              <a:ext uri="{FF2B5EF4-FFF2-40B4-BE49-F238E27FC236}">
                <a16:creationId xmlns:a16="http://schemas.microsoft.com/office/drawing/2014/main" id="{B2EEA17C-03AA-4600-B810-7CCBFEB6EA07}"/>
              </a:ext>
            </a:extLst>
          </p:cNvPr>
          <p:cNvSpPr>
            <a:spLocks xmlns:a="http://schemas.openxmlformats.org/drawingml/2006/main" noGrp="1"/>
          </p:cNvSpPr>
          <p:nvPr/>
        </p:nvSpPr>
        <p:spPr>
          <a:xfrm xmlns:a="http://schemas.openxmlformats.org/drawingml/2006/main">
            <a:off x="10314432" y="2532888"/>
            <a:ext cx="333756" cy="333756"/>
          </a:xfrm>
          <a:prstGeom xmlns:a="http://schemas.openxmlformats.org/drawingml/2006/main" prst="rect">
            <a:avLst/>
          </a:prstGeom>
          <a:solidFill xmlns:a="http://schemas.openxmlformats.org/drawingml/2006/main">
            <a:srgbClr val="00B0F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24" name="Rectangle 123">
            <a:extLst xmlns:a="http://schemas.openxmlformats.org/drawingml/2006/main">
              <a:ext uri="{FF2B5EF4-FFF2-40B4-BE49-F238E27FC236}">
                <a16:creationId xmlns:a16="http://schemas.microsoft.com/office/drawing/2014/main" id="{429EA03C-27EC-469F-A873-B3E73CD59907}"/>
              </a:ext>
            </a:extLst>
          </p:cNvPr>
          <p:cNvSpPr>
            <a:spLocks xmlns:a="http://schemas.openxmlformats.org/drawingml/2006/main" noGrp="1"/>
          </p:cNvSpPr>
          <p:nvPr/>
        </p:nvSpPr>
        <p:spPr>
          <a:xfrm xmlns:a="http://schemas.openxmlformats.org/drawingml/2006/main">
            <a:off x="10671048" y="2532888"/>
            <a:ext cx="333756" cy="333756"/>
          </a:xfrm>
          <a:prstGeom xmlns:a="http://schemas.openxmlformats.org/drawingml/2006/main" prst="rect">
            <a:avLst/>
          </a:prstGeom>
          <a:solidFill xmlns:a="http://schemas.openxmlformats.org/drawingml/2006/main">
            <a:srgbClr val="00B0F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25" name="Rectangle 124">
            <a:extLst xmlns:a="http://schemas.openxmlformats.org/drawingml/2006/main">
              <a:ext uri="{FF2B5EF4-FFF2-40B4-BE49-F238E27FC236}">
                <a16:creationId xmlns:a16="http://schemas.microsoft.com/office/drawing/2014/main" id="{051153B4-6CC4-4D19-98C6-BCA5881390BD}"/>
              </a:ext>
            </a:extLst>
          </p:cNvPr>
          <p:cNvSpPr>
            <a:spLocks xmlns:a="http://schemas.openxmlformats.org/drawingml/2006/main" noGrp="1"/>
          </p:cNvSpPr>
          <p:nvPr/>
        </p:nvSpPr>
        <p:spPr>
          <a:xfrm xmlns:a="http://schemas.openxmlformats.org/drawingml/2006/main">
            <a:off x="11027664" y="2532888"/>
            <a:ext cx="333756" cy="333756"/>
          </a:xfrm>
          <a:prstGeom xmlns:a="http://schemas.openxmlformats.org/drawingml/2006/main" prst="rect">
            <a:avLst/>
          </a:prstGeom>
          <a:solidFill xmlns:a="http://schemas.openxmlformats.org/drawingml/2006/main">
            <a:srgbClr val="00B0F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26" name="Rectangle 125">
            <a:extLst xmlns:a="http://schemas.openxmlformats.org/drawingml/2006/main">
              <a:ext uri="{FF2B5EF4-FFF2-40B4-BE49-F238E27FC236}">
                <a16:creationId xmlns:a16="http://schemas.microsoft.com/office/drawing/2014/main" id="{FCB5BE5F-E41C-437E-BED4-BB4945EB93E2}"/>
              </a:ext>
            </a:extLst>
          </p:cNvPr>
          <p:cNvSpPr>
            <a:spLocks xmlns:a="http://schemas.openxmlformats.org/drawingml/2006/main" noGrp="1"/>
          </p:cNvSpPr>
          <p:nvPr/>
        </p:nvSpPr>
        <p:spPr>
          <a:xfrm xmlns:a="http://schemas.openxmlformats.org/drawingml/2006/main">
            <a:off x="11384280" y="2532888"/>
            <a:ext cx="333756" cy="333756"/>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27" name="Rectangle 126">
            <a:extLst xmlns:a="http://schemas.openxmlformats.org/drawingml/2006/main">
              <a:ext uri="{FF2B5EF4-FFF2-40B4-BE49-F238E27FC236}">
                <a16:creationId xmlns:a16="http://schemas.microsoft.com/office/drawing/2014/main" id="{64C9EE00-817B-4703-BD89-3C14710105BC}"/>
              </a:ext>
            </a:extLst>
          </p:cNvPr>
          <p:cNvSpPr>
            <a:spLocks xmlns:a="http://schemas.openxmlformats.org/drawingml/2006/main" noGrp="1"/>
          </p:cNvSpPr>
          <p:nvPr/>
        </p:nvSpPr>
        <p:spPr>
          <a:xfrm xmlns:a="http://schemas.openxmlformats.org/drawingml/2006/main">
            <a:off x="8531352" y="2889504"/>
            <a:ext cx="333756" cy="333756"/>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28" name="Rectangle 127">
            <a:extLst xmlns:a="http://schemas.openxmlformats.org/drawingml/2006/main">
              <a:ext uri="{FF2B5EF4-FFF2-40B4-BE49-F238E27FC236}">
                <a16:creationId xmlns:a16="http://schemas.microsoft.com/office/drawing/2014/main" id="{A8A033B0-D0ED-468C-BBB5-B417AFFCEE1A}"/>
              </a:ext>
            </a:extLst>
          </p:cNvPr>
          <p:cNvSpPr>
            <a:spLocks xmlns:a="http://schemas.openxmlformats.org/drawingml/2006/main" noGrp="1"/>
          </p:cNvSpPr>
          <p:nvPr/>
        </p:nvSpPr>
        <p:spPr>
          <a:xfrm xmlns:a="http://schemas.openxmlformats.org/drawingml/2006/main">
            <a:off x="8887968" y="2889504"/>
            <a:ext cx="333756" cy="333756"/>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29" name="Rectangle 128">
            <a:extLst xmlns:a="http://schemas.openxmlformats.org/drawingml/2006/main">
              <a:ext uri="{FF2B5EF4-FFF2-40B4-BE49-F238E27FC236}">
                <a16:creationId xmlns:a16="http://schemas.microsoft.com/office/drawing/2014/main" id="{670B0F2B-495E-465F-8F31-1B31CC3A7D64}"/>
              </a:ext>
            </a:extLst>
          </p:cNvPr>
          <p:cNvSpPr>
            <a:spLocks xmlns:a="http://schemas.openxmlformats.org/drawingml/2006/main" noGrp="1"/>
          </p:cNvSpPr>
          <p:nvPr/>
        </p:nvSpPr>
        <p:spPr>
          <a:xfrm xmlns:a="http://schemas.openxmlformats.org/drawingml/2006/main">
            <a:off x="9244584" y="2889504"/>
            <a:ext cx="333756" cy="333756"/>
          </a:xfrm>
          <a:prstGeom xmlns:a="http://schemas.openxmlformats.org/drawingml/2006/main" prst="rect">
            <a:avLst/>
          </a:prstGeom>
          <a:solidFill xmlns:a="http://schemas.openxmlformats.org/drawingml/2006/main">
            <a:srgbClr val="00B0F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30" name="Rectangle 129">
            <a:extLst xmlns:a="http://schemas.openxmlformats.org/drawingml/2006/main">
              <a:ext uri="{FF2B5EF4-FFF2-40B4-BE49-F238E27FC236}">
                <a16:creationId xmlns:a16="http://schemas.microsoft.com/office/drawing/2014/main" id="{0C71ED8F-EA2A-47A7-B915-1F92CD88B49B}"/>
              </a:ext>
            </a:extLst>
          </p:cNvPr>
          <p:cNvSpPr>
            <a:spLocks xmlns:a="http://schemas.openxmlformats.org/drawingml/2006/main" noGrp="1"/>
          </p:cNvSpPr>
          <p:nvPr/>
        </p:nvSpPr>
        <p:spPr>
          <a:xfrm xmlns:a="http://schemas.openxmlformats.org/drawingml/2006/main">
            <a:off x="9601200" y="2889504"/>
            <a:ext cx="333756" cy="333756"/>
          </a:xfrm>
          <a:prstGeom xmlns:a="http://schemas.openxmlformats.org/drawingml/2006/main" prst="rect">
            <a:avLst/>
          </a:prstGeom>
          <a:solidFill xmlns:a="http://schemas.openxmlformats.org/drawingml/2006/main">
            <a:srgbClr val="00B0F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31" name="Rectangle 130">
            <a:extLst xmlns:a="http://schemas.openxmlformats.org/drawingml/2006/main">
              <a:ext uri="{FF2B5EF4-FFF2-40B4-BE49-F238E27FC236}">
                <a16:creationId xmlns:a16="http://schemas.microsoft.com/office/drawing/2014/main" id="{734399FF-D4C3-4279-A501-CE565C86C86B}"/>
              </a:ext>
            </a:extLst>
          </p:cNvPr>
          <p:cNvSpPr>
            <a:spLocks xmlns:a="http://schemas.openxmlformats.org/drawingml/2006/main" noGrp="1"/>
          </p:cNvSpPr>
          <p:nvPr/>
        </p:nvSpPr>
        <p:spPr>
          <a:xfrm xmlns:a="http://schemas.openxmlformats.org/drawingml/2006/main">
            <a:off x="9957816" y="2889504"/>
            <a:ext cx="333756" cy="333756"/>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32" name="Rectangle 131">
            <a:extLst xmlns:a="http://schemas.openxmlformats.org/drawingml/2006/main">
              <a:ext uri="{FF2B5EF4-FFF2-40B4-BE49-F238E27FC236}">
                <a16:creationId xmlns:a16="http://schemas.microsoft.com/office/drawing/2014/main" id="{B0A43DA9-88A7-471B-92CF-9134B222DDCC}"/>
              </a:ext>
            </a:extLst>
          </p:cNvPr>
          <p:cNvSpPr>
            <a:spLocks xmlns:a="http://schemas.openxmlformats.org/drawingml/2006/main" noGrp="1"/>
          </p:cNvSpPr>
          <p:nvPr/>
        </p:nvSpPr>
        <p:spPr>
          <a:xfrm xmlns:a="http://schemas.openxmlformats.org/drawingml/2006/main">
            <a:off x="10314432" y="2889504"/>
            <a:ext cx="333756" cy="333756"/>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33" name="Rectangle 132">
            <a:extLst xmlns:a="http://schemas.openxmlformats.org/drawingml/2006/main">
              <a:ext uri="{FF2B5EF4-FFF2-40B4-BE49-F238E27FC236}">
                <a16:creationId xmlns:a16="http://schemas.microsoft.com/office/drawing/2014/main" id="{EFEE28ED-ABA0-47DD-996D-98A6F06DF3DE}"/>
              </a:ext>
            </a:extLst>
          </p:cNvPr>
          <p:cNvSpPr>
            <a:spLocks xmlns:a="http://schemas.openxmlformats.org/drawingml/2006/main" noGrp="1"/>
          </p:cNvSpPr>
          <p:nvPr/>
        </p:nvSpPr>
        <p:spPr>
          <a:xfrm xmlns:a="http://schemas.openxmlformats.org/drawingml/2006/main">
            <a:off x="10671048" y="2889504"/>
            <a:ext cx="333756" cy="333756"/>
          </a:xfrm>
          <a:prstGeom xmlns:a="http://schemas.openxmlformats.org/drawingml/2006/main" prst="rect">
            <a:avLst/>
          </a:prstGeom>
          <a:solidFill xmlns:a="http://schemas.openxmlformats.org/drawingml/2006/main">
            <a:srgbClr val="00B0F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34" name="Rectangle 133">
            <a:extLst xmlns:a="http://schemas.openxmlformats.org/drawingml/2006/main">
              <a:ext uri="{FF2B5EF4-FFF2-40B4-BE49-F238E27FC236}">
                <a16:creationId xmlns:a16="http://schemas.microsoft.com/office/drawing/2014/main" id="{75EDC618-B1B8-4B7D-808E-54CEEF401EE1}"/>
              </a:ext>
            </a:extLst>
          </p:cNvPr>
          <p:cNvSpPr>
            <a:spLocks xmlns:a="http://schemas.openxmlformats.org/drawingml/2006/main" noGrp="1"/>
          </p:cNvSpPr>
          <p:nvPr/>
        </p:nvSpPr>
        <p:spPr>
          <a:xfrm xmlns:a="http://schemas.openxmlformats.org/drawingml/2006/main">
            <a:off x="11027664" y="2889504"/>
            <a:ext cx="333756" cy="333756"/>
          </a:xfrm>
          <a:prstGeom xmlns:a="http://schemas.openxmlformats.org/drawingml/2006/main" prst="rect">
            <a:avLst/>
          </a:prstGeom>
          <a:solidFill xmlns:a="http://schemas.openxmlformats.org/drawingml/2006/main">
            <a:srgbClr val="00B0F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35" name="Rectangle 134">
            <a:extLst xmlns:a="http://schemas.openxmlformats.org/drawingml/2006/main">
              <a:ext uri="{FF2B5EF4-FFF2-40B4-BE49-F238E27FC236}">
                <a16:creationId xmlns:a16="http://schemas.microsoft.com/office/drawing/2014/main" id="{75E32BAC-E18B-48C6-B85A-CC13335EEC06}"/>
              </a:ext>
            </a:extLst>
          </p:cNvPr>
          <p:cNvSpPr>
            <a:spLocks xmlns:a="http://schemas.openxmlformats.org/drawingml/2006/main" noGrp="1"/>
          </p:cNvSpPr>
          <p:nvPr/>
        </p:nvSpPr>
        <p:spPr>
          <a:xfrm xmlns:a="http://schemas.openxmlformats.org/drawingml/2006/main">
            <a:off x="11384280" y="2889504"/>
            <a:ext cx="333756" cy="333756"/>
          </a:xfrm>
          <a:prstGeom xmlns:a="http://schemas.openxmlformats.org/drawingml/2006/main" prst="rect">
            <a:avLst/>
          </a:prstGeom>
          <a:solidFill xmlns:a="http://schemas.openxmlformats.org/drawingml/2006/main">
            <a:srgbClr val="00B0F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36" name="Rectangle 135">
            <a:extLst xmlns:a="http://schemas.openxmlformats.org/drawingml/2006/main">
              <a:ext uri="{FF2B5EF4-FFF2-40B4-BE49-F238E27FC236}">
                <a16:creationId xmlns:a16="http://schemas.microsoft.com/office/drawing/2014/main" id="{EBBCF1BC-7251-431A-8B30-17CAF1635D8E}"/>
              </a:ext>
            </a:extLst>
          </p:cNvPr>
          <p:cNvSpPr>
            <a:spLocks xmlns:a="http://schemas.openxmlformats.org/drawingml/2006/main" noGrp="1"/>
          </p:cNvSpPr>
          <p:nvPr/>
        </p:nvSpPr>
        <p:spPr>
          <a:xfrm xmlns:a="http://schemas.openxmlformats.org/drawingml/2006/main">
            <a:off x="8531352" y="3246120"/>
            <a:ext cx="333756" cy="333756"/>
          </a:xfrm>
          <a:prstGeom xmlns:a="http://schemas.openxmlformats.org/drawingml/2006/main" prst="rect">
            <a:avLst/>
          </a:prstGeom>
          <a:solidFill xmlns:a="http://schemas.openxmlformats.org/drawingml/2006/main">
            <a:srgbClr val="00B0F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37" name="Rectangle 136">
            <a:extLst xmlns:a="http://schemas.openxmlformats.org/drawingml/2006/main">
              <a:ext uri="{FF2B5EF4-FFF2-40B4-BE49-F238E27FC236}">
                <a16:creationId xmlns:a16="http://schemas.microsoft.com/office/drawing/2014/main" id="{F92D4A39-F95D-4860-A5C8-BB2BBB02F831}"/>
              </a:ext>
            </a:extLst>
          </p:cNvPr>
          <p:cNvSpPr>
            <a:spLocks xmlns:a="http://schemas.openxmlformats.org/drawingml/2006/main" noGrp="1"/>
          </p:cNvSpPr>
          <p:nvPr/>
        </p:nvSpPr>
        <p:spPr>
          <a:xfrm xmlns:a="http://schemas.openxmlformats.org/drawingml/2006/main">
            <a:off x="8887968" y="3246120"/>
            <a:ext cx="333756" cy="333756"/>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38" name="Rectangle 137">
            <a:extLst xmlns:a="http://schemas.openxmlformats.org/drawingml/2006/main">
              <a:ext uri="{FF2B5EF4-FFF2-40B4-BE49-F238E27FC236}">
                <a16:creationId xmlns:a16="http://schemas.microsoft.com/office/drawing/2014/main" id="{21730D31-0BE3-4B6A-A33B-C53BC6851BF7}"/>
              </a:ext>
            </a:extLst>
          </p:cNvPr>
          <p:cNvSpPr>
            <a:spLocks xmlns:a="http://schemas.openxmlformats.org/drawingml/2006/main" noGrp="1"/>
          </p:cNvSpPr>
          <p:nvPr/>
        </p:nvSpPr>
        <p:spPr>
          <a:xfrm xmlns:a="http://schemas.openxmlformats.org/drawingml/2006/main">
            <a:off x="9244584" y="3246120"/>
            <a:ext cx="333756" cy="333756"/>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39" name="Rectangle 138">
            <a:extLst xmlns:a="http://schemas.openxmlformats.org/drawingml/2006/main">
              <a:ext uri="{FF2B5EF4-FFF2-40B4-BE49-F238E27FC236}">
                <a16:creationId xmlns:a16="http://schemas.microsoft.com/office/drawing/2014/main" id="{EF3853AB-9A1F-4E0C-89C1-0FDC9293DD05}"/>
              </a:ext>
            </a:extLst>
          </p:cNvPr>
          <p:cNvSpPr>
            <a:spLocks xmlns:a="http://schemas.openxmlformats.org/drawingml/2006/main" noGrp="1"/>
          </p:cNvSpPr>
          <p:nvPr/>
        </p:nvSpPr>
        <p:spPr>
          <a:xfrm xmlns:a="http://schemas.openxmlformats.org/drawingml/2006/main">
            <a:off x="9601200" y="3246120"/>
            <a:ext cx="333756" cy="333756"/>
          </a:xfrm>
          <a:prstGeom xmlns:a="http://schemas.openxmlformats.org/drawingml/2006/main" prst="rect">
            <a:avLst/>
          </a:prstGeom>
          <a:solidFill xmlns:a="http://schemas.openxmlformats.org/drawingml/2006/main">
            <a:srgbClr val="00B0F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40" name="Rectangle 139">
            <a:extLst xmlns:a="http://schemas.openxmlformats.org/drawingml/2006/main">
              <a:ext uri="{FF2B5EF4-FFF2-40B4-BE49-F238E27FC236}">
                <a16:creationId xmlns:a16="http://schemas.microsoft.com/office/drawing/2014/main" id="{B80CE91A-FC35-49DD-B131-805EF4530152}"/>
              </a:ext>
            </a:extLst>
          </p:cNvPr>
          <p:cNvSpPr>
            <a:spLocks xmlns:a="http://schemas.openxmlformats.org/drawingml/2006/main" noGrp="1"/>
          </p:cNvSpPr>
          <p:nvPr/>
        </p:nvSpPr>
        <p:spPr>
          <a:xfrm xmlns:a="http://schemas.openxmlformats.org/drawingml/2006/main">
            <a:off x="9957816" y="3246120"/>
            <a:ext cx="333756" cy="333756"/>
          </a:xfrm>
          <a:prstGeom xmlns:a="http://schemas.openxmlformats.org/drawingml/2006/main" prst="rect">
            <a:avLst/>
          </a:prstGeom>
          <a:solidFill xmlns:a="http://schemas.openxmlformats.org/drawingml/2006/main">
            <a:srgbClr val="00B0F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41" name="Rectangle 140">
            <a:extLst xmlns:a="http://schemas.openxmlformats.org/drawingml/2006/main">
              <a:ext uri="{FF2B5EF4-FFF2-40B4-BE49-F238E27FC236}">
                <a16:creationId xmlns:a16="http://schemas.microsoft.com/office/drawing/2014/main" id="{CCF156F4-6A2A-49AB-A5C1-61EF8996497A}"/>
              </a:ext>
            </a:extLst>
          </p:cNvPr>
          <p:cNvSpPr>
            <a:spLocks xmlns:a="http://schemas.openxmlformats.org/drawingml/2006/main" noGrp="1"/>
          </p:cNvSpPr>
          <p:nvPr/>
        </p:nvSpPr>
        <p:spPr>
          <a:xfrm xmlns:a="http://schemas.openxmlformats.org/drawingml/2006/main">
            <a:off x="10314432" y="3246120"/>
            <a:ext cx="333756" cy="333756"/>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42" name="Rectangle 141">
            <a:extLst xmlns:a="http://schemas.openxmlformats.org/drawingml/2006/main">
              <a:ext uri="{FF2B5EF4-FFF2-40B4-BE49-F238E27FC236}">
                <a16:creationId xmlns:a16="http://schemas.microsoft.com/office/drawing/2014/main" id="{3C8DFBDE-A6B6-434E-AA12-6DB5722E5A3A}"/>
              </a:ext>
            </a:extLst>
          </p:cNvPr>
          <p:cNvSpPr>
            <a:spLocks xmlns:a="http://schemas.openxmlformats.org/drawingml/2006/main" noGrp="1"/>
          </p:cNvSpPr>
          <p:nvPr/>
        </p:nvSpPr>
        <p:spPr>
          <a:xfrm xmlns:a="http://schemas.openxmlformats.org/drawingml/2006/main">
            <a:off x="10671048" y="3246120"/>
            <a:ext cx="333756" cy="333756"/>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43" name="Rectangle 142">
            <a:extLst xmlns:a="http://schemas.openxmlformats.org/drawingml/2006/main">
              <a:ext uri="{FF2B5EF4-FFF2-40B4-BE49-F238E27FC236}">
                <a16:creationId xmlns:a16="http://schemas.microsoft.com/office/drawing/2014/main" id="{351C6F60-51DD-4B7D-BAE7-2087EA3BA7A2}"/>
              </a:ext>
            </a:extLst>
          </p:cNvPr>
          <p:cNvSpPr>
            <a:spLocks xmlns:a="http://schemas.openxmlformats.org/drawingml/2006/main" noGrp="1"/>
          </p:cNvSpPr>
          <p:nvPr/>
        </p:nvSpPr>
        <p:spPr>
          <a:xfrm xmlns:a="http://schemas.openxmlformats.org/drawingml/2006/main">
            <a:off x="11027664" y="3246120"/>
            <a:ext cx="333756" cy="333756"/>
          </a:xfrm>
          <a:prstGeom xmlns:a="http://schemas.openxmlformats.org/drawingml/2006/main" prst="rect">
            <a:avLst/>
          </a:prstGeom>
          <a:solidFill xmlns:a="http://schemas.openxmlformats.org/drawingml/2006/main">
            <a:srgbClr val="00B0F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44" name="Rectangle 143">
            <a:extLst xmlns:a="http://schemas.openxmlformats.org/drawingml/2006/main">
              <a:ext uri="{FF2B5EF4-FFF2-40B4-BE49-F238E27FC236}">
                <a16:creationId xmlns:a16="http://schemas.microsoft.com/office/drawing/2014/main" id="{AA9913D5-F870-42FF-81E0-C010C17F731C}"/>
              </a:ext>
            </a:extLst>
          </p:cNvPr>
          <p:cNvSpPr>
            <a:spLocks xmlns:a="http://schemas.openxmlformats.org/drawingml/2006/main" noGrp="1"/>
          </p:cNvSpPr>
          <p:nvPr/>
        </p:nvSpPr>
        <p:spPr>
          <a:xfrm xmlns:a="http://schemas.openxmlformats.org/drawingml/2006/main">
            <a:off x="11384280" y="3246120"/>
            <a:ext cx="333756" cy="333756"/>
          </a:xfrm>
          <a:prstGeom xmlns:a="http://schemas.openxmlformats.org/drawingml/2006/main" prst="rect">
            <a:avLst/>
          </a:prstGeom>
          <a:solidFill xmlns:a="http://schemas.openxmlformats.org/drawingml/2006/main">
            <a:srgbClr val="00B0F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45" name="Rectangle 144">
            <a:extLst xmlns:a="http://schemas.openxmlformats.org/drawingml/2006/main">
              <a:ext uri="{FF2B5EF4-FFF2-40B4-BE49-F238E27FC236}">
                <a16:creationId xmlns:a16="http://schemas.microsoft.com/office/drawing/2014/main" id="{FB57EC45-C6F1-470D-BCB1-165FB305F996}"/>
              </a:ext>
            </a:extLst>
          </p:cNvPr>
          <p:cNvSpPr>
            <a:spLocks xmlns:a="http://schemas.openxmlformats.org/drawingml/2006/main" noGrp="1"/>
          </p:cNvSpPr>
          <p:nvPr/>
        </p:nvSpPr>
        <p:spPr>
          <a:xfrm xmlns:a="http://schemas.openxmlformats.org/drawingml/2006/main">
            <a:off x="8531352" y="3602736"/>
            <a:ext cx="333756" cy="333756"/>
          </a:xfrm>
          <a:prstGeom xmlns:a="http://schemas.openxmlformats.org/drawingml/2006/main" prst="rect">
            <a:avLst/>
          </a:prstGeom>
          <a:solidFill xmlns:a="http://schemas.openxmlformats.org/drawingml/2006/main">
            <a:srgbClr val="00B0F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46" name="Rectangle 145">
            <a:extLst xmlns:a="http://schemas.openxmlformats.org/drawingml/2006/main">
              <a:ext uri="{FF2B5EF4-FFF2-40B4-BE49-F238E27FC236}">
                <a16:creationId xmlns:a16="http://schemas.microsoft.com/office/drawing/2014/main" id="{7D86B51B-B346-4624-AA3F-049A71373DC0}"/>
              </a:ext>
            </a:extLst>
          </p:cNvPr>
          <p:cNvSpPr>
            <a:spLocks xmlns:a="http://schemas.openxmlformats.org/drawingml/2006/main" noGrp="1"/>
          </p:cNvSpPr>
          <p:nvPr/>
        </p:nvSpPr>
        <p:spPr>
          <a:xfrm xmlns:a="http://schemas.openxmlformats.org/drawingml/2006/main">
            <a:off x="8887968" y="3602736"/>
            <a:ext cx="333756" cy="333756"/>
          </a:xfrm>
          <a:prstGeom xmlns:a="http://schemas.openxmlformats.org/drawingml/2006/main" prst="rect">
            <a:avLst/>
          </a:prstGeom>
          <a:solidFill xmlns:a="http://schemas.openxmlformats.org/drawingml/2006/main">
            <a:srgbClr val="00B0F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47" name="Rectangle 146">
            <a:extLst xmlns:a="http://schemas.openxmlformats.org/drawingml/2006/main">
              <a:ext uri="{FF2B5EF4-FFF2-40B4-BE49-F238E27FC236}">
                <a16:creationId xmlns:a16="http://schemas.microsoft.com/office/drawing/2014/main" id="{D25CFD7D-C105-4EEA-B545-A5ED033AE1DB}"/>
              </a:ext>
            </a:extLst>
          </p:cNvPr>
          <p:cNvSpPr>
            <a:spLocks xmlns:a="http://schemas.openxmlformats.org/drawingml/2006/main" noGrp="1"/>
          </p:cNvSpPr>
          <p:nvPr/>
        </p:nvSpPr>
        <p:spPr>
          <a:xfrm xmlns:a="http://schemas.openxmlformats.org/drawingml/2006/main">
            <a:off x="9244584" y="3602736"/>
            <a:ext cx="333756" cy="333756"/>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48" name="Rectangle 147">
            <a:extLst xmlns:a="http://schemas.openxmlformats.org/drawingml/2006/main">
              <a:ext uri="{FF2B5EF4-FFF2-40B4-BE49-F238E27FC236}">
                <a16:creationId xmlns:a16="http://schemas.microsoft.com/office/drawing/2014/main" id="{82BEF24B-8227-4EB1-835C-3440114AA891}"/>
              </a:ext>
            </a:extLst>
          </p:cNvPr>
          <p:cNvSpPr>
            <a:spLocks xmlns:a="http://schemas.openxmlformats.org/drawingml/2006/main" noGrp="1"/>
          </p:cNvSpPr>
          <p:nvPr/>
        </p:nvSpPr>
        <p:spPr>
          <a:xfrm xmlns:a="http://schemas.openxmlformats.org/drawingml/2006/main">
            <a:off x="9601200" y="3602736"/>
            <a:ext cx="333756" cy="333756"/>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49" name="Rectangle 148">
            <a:extLst xmlns:a="http://schemas.openxmlformats.org/drawingml/2006/main">
              <a:ext uri="{FF2B5EF4-FFF2-40B4-BE49-F238E27FC236}">
                <a16:creationId xmlns:a16="http://schemas.microsoft.com/office/drawing/2014/main" id="{7ACB9B62-98A9-4EDC-B6EB-BC914B25B393}"/>
              </a:ext>
            </a:extLst>
          </p:cNvPr>
          <p:cNvSpPr>
            <a:spLocks xmlns:a="http://schemas.openxmlformats.org/drawingml/2006/main" noGrp="1"/>
          </p:cNvSpPr>
          <p:nvPr/>
        </p:nvSpPr>
        <p:spPr>
          <a:xfrm xmlns:a="http://schemas.openxmlformats.org/drawingml/2006/main">
            <a:off x="9957816" y="3602736"/>
            <a:ext cx="333756" cy="333756"/>
          </a:xfrm>
          <a:prstGeom xmlns:a="http://schemas.openxmlformats.org/drawingml/2006/main" prst="rect">
            <a:avLst/>
          </a:prstGeom>
          <a:solidFill xmlns:a="http://schemas.openxmlformats.org/drawingml/2006/main">
            <a:srgbClr val="00B0F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50" name="Rectangle 149">
            <a:extLst xmlns:a="http://schemas.openxmlformats.org/drawingml/2006/main">
              <a:ext uri="{FF2B5EF4-FFF2-40B4-BE49-F238E27FC236}">
                <a16:creationId xmlns:a16="http://schemas.microsoft.com/office/drawing/2014/main" id="{E5E5B766-2EF7-4AED-878C-9B2C9C185700}"/>
              </a:ext>
            </a:extLst>
          </p:cNvPr>
          <p:cNvSpPr>
            <a:spLocks xmlns:a="http://schemas.openxmlformats.org/drawingml/2006/main" noGrp="1"/>
          </p:cNvSpPr>
          <p:nvPr/>
        </p:nvSpPr>
        <p:spPr>
          <a:xfrm xmlns:a="http://schemas.openxmlformats.org/drawingml/2006/main">
            <a:off x="10314432" y="3602736"/>
            <a:ext cx="333756" cy="333756"/>
          </a:xfrm>
          <a:prstGeom xmlns:a="http://schemas.openxmlformats.org/drawingml/2006/main" prst="rect">
            <a:avLst/>
          </a:prstGeom>
          <a:solidFill xmlns:a="http://schemas.openxmlformats.org/drawingml/2006/main">
            <a:srgbClr val="00B0F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51" name="Rectangle 150">
            <a:extLst xmlns:a="http://schemas.openxmlformats.org/drawingml/2006/main">
              <a:ext uri="{FF2B5EF4-FFF2-40B4-BE49-F238E27FC236}">
                <a16:creationId xmlns:a16="http://schemas.microsoft.com/office/drawing/2014/main" id="{F767B3CF-0D37-4552-B11F-F92CEC4FB10B}"/>
              </a:ext>
            </a:extLst>
          </p:cNvPr>
          <p:cNvSpPr>
            <a:spLocks xmlns:a="http://schemas.openxmlformats.org/drawingml/2006/main" noGrp="1"/>
          </p:cNvSpPr>
          <p:nvPr/>
        </p:nvSpPr>
        <p:spPr>
          <a:xfrm xmlns:a="http://schemas.openxmlformats.org/drawingml/2006/main">
            <a:off x="10671048" y="3602736"/>
            <a:ext cx="333756" cy="333756"/>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52" name="Rectangle 151">
            <a:extLst xmlns:a="http://schemas.openxmlformats.org/drawingml/2006/main">
              <a:ext uri="{FF2B5EF4-FFF2-40B4-BE49-F238E27FC236}">
                <a16:creationId xmlns:a16="http://schemas.microsoft.com/office/drawing/2014/main" id="{EF18F21C-E8EF-43BD-96B9-A73BAD88DCE8}"/>
              </a:ext>
            </a:extLst>
          </p:cNvPr>
          <p:cNvSpPr>
            <a:spLocks xmlns:a="http://schemas.openxmlformats.org/drawingml/2006/main" noGrp="1"/>
          </p:cNvSpPr>
          <p:nvPr/>
        </p:nvSpPr>
        <p:spPr>
          <a:xfrm xmlns:a="http://schemas.openxmlformats.org/drawingml/2006/main">
            <a:off x="11027664" y="3602736"/>
            <a:ext cx="333756" cy="333756"/>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53" name="Rectangle 152">
            <a:extLst xmlns:a="http://schemas.openxmlformats.org/drawingml/2006/main">
              <a:ext uri="{FF2B5EF4-FFF2-40B4-BE49-F238E27FC236}">
                <a16:creationId xmlns:a16="http://schemas.microsoft.com/office/drawing/2014/main" id="{C152FE88-429D-48ED-BC68-D6E0C3A2F52D}"/>
              </a:ext>
            </a:extLst>
          </p:cNvPr>
          <p:cNvSpPr>
            <a:spLocks xmlns:a="http://schemas.openxmlformats.org/drawingml/2006/main" noGrp="1"/>
          </p:cNvSpPr>
          <p:nvPr/>
        </p:nvSpPr>
        <p:spPr>
          <a:xfrm xmlns:a="http://schemas.openxmlformats.org/drawingml/2006/main">
            <a:off x="11384280" y="3602736"/>
            <a:ext cx="333756" cy="333756"/>
          </a:xfrm>
          <a:prstGeom xmlns:a="http://schemas.openxmlformats.org/drawingml/2006/main" prst="rect">
            <a:avLst/>
          </a:prstGeom>
          <a:solidFill xmlns:a="http://schemas.openxmlformats.org/drawingml/2006/main">
            <a:srgbClr val="00B0F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54" name="Rectangle 153">
            <a:extLst xmlns:a="http://schemas.openxmlformats.org/drawingml/2006/main">
              <a:ext uri="{FF2B5EF4-FFF2-40B4-BE49-F238E27FC236}">
                <a16:creationId xmlns:a16="http://schemas.microsoft.com/office/drawing/2014/main" id="{598BDA84-CAA8-41AC-8CA3-5720B4BC473C}"/>
              </a:ext>
            </a:extLst>
          </p:cNvPr>
          <p:cNvSpPr>
            <a:spLocks xmlns:a="http://schemas.openxmlformats.org/drawingml/2006/main" noGrp="1"/>
          </p:cNvSpPr>
          <p:nvPr/>
        </p:nvSpPr>
        <p:spPr>
          <a:xfrm xmlns:a="http://schemas.openxmlformats.org/drawingml/2006/main">
            <a:off x="8531352" y="3959352"/>
            <a:ext cx="333756" cy="333756"/>
          </a:xfrm>
          <a:prstGeom xmlns:a="http://schemas.openxmlformats.org/drawingml/2006/main" prst="rect">
            <a:avLst/>
          </a:prstGeom>
          <a:solidFill xmlns:a="http://schemas.openxmlformats.org/drawingml/2006/main">
            <a:srgbClr val="00B0F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55" name="Rectangle 154">
            <a:extLst xmlns:a="http://schemas.openxmlformats.org/drawingml/2006/main">
              <a:ext uri="{FF2B5EF4-FFF2-40B4-BE49-F238E27FC236}">
                <a16:creationId xmlns:a16="http://schemas.microsoft.com/office/drawing/2014/main" id="{BBBC2C59-DA55-44B9-9966-CDE4FA30523C}"/>
              </a:ext>
            </a:extLst>
          </p:cNvPr>
          <p:cNvSpPr>
            <a:spLocks xmlns:a="http://schemas.openxmlformats.org/drawingml/2006/main" noGrp="1"/>
          </p:cNvSpPr>
          <p:nvPr/>
        </p:nvSpPr>
        <p:spPr>
          <a:xfrm xmlns:a="http://schemas.openxmlformats.org/drawingml/2006/main">
            <a:off x="8887968" y="3959352"/>
            <a:ext cx="333756" cy="333756"/>
          </a:xfrm>
          <a:prstGeom xmlns:a="http://schemas.openxmlformats.org/drawingml/2006/main" prst="rect">
            <a:avLst/>
          </a:prstGeom>
          <a:solidFill xmlns:a="http://schemas.openxmlformats.org/drawingml/2006/main">
            <a:srgbClr val="00B0F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56" name="Rectangle 155">
            <a:extLst xmlns:a="http://schemas.openxmlformats.org/drawingml/2006/main">
              <a:ext uri="{FF2B5EF4-FFF2-40B4-BE49-F238E27FC236}">
                <a16:creationId xmlns:a16="http://schemas.microsoft.com/office/drawing/2014/main" id="{D7D92CB1-5988-45D1-B064-710BA8C307D9}"/>
              </a:ext>
            </a:extLst>
          </p:cNvPr>
          <p:cNvSpPr>
            <a:spLocks xmlns:a="http://schemas.openxmlformats.org/drawingml/2006/main" noGrp="1"/>
          </p:cNvSpPr>
          <p:nvPr/>
        </p:nvSpPr>
        <p:spPr>
          <a:xfrm xmlns:a="http://schemas.openxmlformats.org/drawingml/2006/main">
            <a:off x="9244584" y="3959352"/>
            <a:ext cx="333756" cy="333756"/>
          </a:xfrm>
          <a:prstGeom xmlns:a="http://schemas.openxmlformats.org/drawingml/2006/main" prst="rect">
            <a:avLst/>
          </a:prstGeom>
          <a:solidFill xmlns:a="http://schemas.openxmlformats.org/drawingml/2006/main">
            <a:srgbClr val="00B0F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57" name="Rectangle 156">
            <a:extLst xmlns:a="http://schemas.openxmlformats.org/drawingml/2006/main">
              <a:ext uri="{FF2B5EF4-FFF2-40B4-BE49-F238E27FC236}">
                <a16:creationId xmlns:a16="http://schemas.microsoft.com/office/drawing/2014/main" id="{BAEE21E2-1016-4558-9268-572F9A56FA4B}"/>
              </a:ext>
            </a:extLst>
          </p:cNvPr>
          <p:cNvSpPr>
            <a:spLocks xmlns:a="http://schemas.openxmlformats.org/drawingml/2006/main" noGrp="1"/>
          </p:cNvSpPr>
          <p:nvPr/>
        </p:nvSpPr>
        <p:spPr>
          <a:xfrm xmlns:a="http://schemas.openxmlformats.org/drawingml/2006/main">
            <a:off x="9601200" y="3959352"/>
            <a:ext cx="333756" cy="333756"/>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58" name="Rectangle 157">
            <a:extLst xmlns:a="http://schemas.openxmlformats.org/drawingml/2006/main">
              <a:ext uri="{FF2B5EF4-FFF2-40B4-BE49-F238E27FC236}">
                <a16:creationId xmlns:a16="http://schemas.microsoft.com/office/drawing/2014/main" id="{606D63A2-3DE3-4377-A065-F12811831675}"/>
              </a:ext>
            </a:extLst>
          </p:cNvPr>
          <p:cNvSpPr>
            <a:spLocks xmlns:a="http://schemas.openxmlformats.org/drawingml/2006/main" noGrp="1"/>
          </p:cNvSpPr>
          <p:nvPr/>
        </p:nvSpPr>
        <p:spPr>
          <a:xfrm xmlns:a="http://schemas.openxmlformats.org/drawingml/2006/main">
            <a:off x="9957816" y="3959352"/>
            <a:ext cx="333756" cy="333756"/>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59" name="Rectangle 158">
            <a:extLst xmlns:a="http://schemas.openxmlformats.org/drawingml/2006/main">
              <a:ext uri="{FF2B5EF4-FFF2-40B4-BE49-F238E27FC236}">
                <a16:creationId xmlns:a16="http://schemas.microsoft.com/office/drawing/2014/main" id="{4EBB7E8F-E4AF-40D4-9DC5-332E1A768E6B}"/>
              </a:ext>
            </a:extLst>
          </p:cNvPr>
          <p:cNvSpPr>
            <a:spLocks xmlns:a="http://schemas.openxmlformats.org/drawingml/2006/main" noGrp="1"/>
          </p:cNvSpPr>
          <p:nvPr/>
        </p:nvSpPr>
        <p:spPr>
          <a:xfrm xmlns:a="http://schemas.openxmlformats.org/drawingml/2006/main">
            <a:off x="10314432" y="3959352"/>
            <a:ext cx="333756" cy="333756"/>
          </a:xfrm>
          <a:prstGeom xmlns:a="http://schemas.openxmlformats.org/drawingml/2006/main" prst="rect">
            <a:avLst/>
          </a:prstGeom>
          <a:solidFill xmlns:a="http://schemas.openxmlformats.org/drawingml/2006/main">
            <a:srgbClr val="00B0F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60" name="Rectangle 159">
            <a:extLst xmlns:a="http://schemas.openxmlformats.org/drawingml/2006/main">
              <a:ext uri="{FF2B5EF4-FFF2-40B4-BE49-F238E27FC236}">
                <a16:creationId xmlns:a16="http://schemas.microsoft.com/office/drawing/2014/main" id="{D62FAC1E-33E5-473A-A5E4-E04A02093137}"/>
              </a:ext>
            </a:extLst>
          </p:cNvPr>
          <p:cNvSpPr>
            <a:spLocks xmlns:a="http://schemas.openxmlformats.org/drawingml/2006/main" noGrp="1"/>
          </p:cNvSpPr>
          <p:nvPr/>
        </p:nvSpPr>
        <p:spPr>
          <a:xfrm xmlns:a="http://schemas.openxmlformats.org/drawingml/2006/main">
            <a:off x="10671048" y="3959352"/>
            <a:ext cx="333756" cy="333756"/>
          </a:xfrm>
          <a:prstGeom xmlns:a="http://schemas.openxmlformats.org/drawingml/2006/main" prst="rect">
            <a:avLst/>
          </a:prstGeom>
          <a:solidFill xmlns:a="http://schemas.openxmlformats.org/drawingml/2006/main">
            <a:srgbClr val="00B0F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61" name="Rectangle 160">
            <a:extLst xmlns:a="http://schemas.openxmlformats.org/drawingml/2006/main">
              <a:ext uri="{FF2B5EF4-FFF2-40B4-BE49-F238E27FC236}">
                <a16:creationId xmlns:a16="http://schemas.microsoft.com/office/drawing/2014/main" id="{089FD77D-1F71-4FB3-AB8F-5C6ABBBD9807}"/>
              </a:ext>
            </a:extLst>
          </p:cNvPr>
          <p:cNvSpPr>
            <a:spLocks xmlns:a="http://schemas.openxmlformats.org/drawingml/2006/main" noGrp="1"/>
          </p:cNvSpPr>
          <p:nvPr/>
        </p:nvSpPr>
        <p:spPr>
          <a:xfrm xmlns:a="http://schemas.openxmlformats.org/drawingml/2006/main">
            <a:off x="11027664" y="3959352"/>
            <a:ext cx="333756" cy="333756"/>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62" name="Rectangle 161">
            <a:extLst xmlns:a="http://schemas.openxmlformats.org/drawingml/2006/main">
              <a:ext uri="{FF2B5EF4-FFF2-40B4-BE49-F238E27FC236}">
                <a16:creationId xmlns:a16="http://schemas.microsoft.com/office/drawing/2014/main" id="{1C986A78-DE09-4FB4-859F-9B758EF7A06A}"/>
              </a:ext>
            </a:extLst>
          </p:cNvPr>
          <p:cNvSpPr>
            <a:spLocks xmlns:a="http://schemas.openxmlformats.org/drawingml/2006/main" noGrp="1"/>
          </p:cNvSpPr>
          <p:nvPr/>
        </p:nvSpPr>
        <p:spPr>
          <a:xfrm xmlns:a="http://schemas.openxmlformats.org/drawingml/2006/main">
            <a:off x="11384280" y="3959352"/>
            <a:ext cx="333756" cy="333756"/>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63" name="Rectangle 162">
            <a:extLst xmlns:a="http://schemas.openxmlformats.org/drawingml/2006/main">
              <a:ext uri="{FF2B5EF4-FFF2-40B4-BE49-F238E27FC236}">
                <a16:creationId xmlns:a16="http://schemas.microsoft.com/office/drawing/2014/main" id="{3D22F1FF-6BBB-4E7C-86BA-5C23191BFE34}"/>
              </a:ext>
            </a:extLst>
          </p:cNvPr>
          <p:cNvSpPr>
            <a:spLocks xmlns:a="http://schemas.openxmlformats.org/drawingml/2006/main" noGrp="1"/>
          </p:cNvSpPr>
          <p:nvPr/>
        </p:nvSpPr>
        <p:spPr>
          <a:xfrm xmlns:a="http://schemas.openxmlformats.org/drawingml/2006/main">
            <a:off x="8531352" y="4315968"/>
            <a:ext cx="333756" cy="333756"/>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64" name="Rectangle 163">
            <a:extLst xmlns:a="http://schemas.openxmlformats.org/drawingml/2006/main">
              <a:ext uri="{FF2B5EF4-FFF2-40B4-BE49-F238E27FC236}">
                <a16:creationId xmlns:a16="http://schemas.microsoft.com/office/drawing/2014/main" id="{34E09F15-BC0B-4C24-B8C6-F18B120D226F}"/>
              </a:ext>
            </a:extLst>
          </p:cNvPr>
          <p:cNvSpPr>
            <a:spLocks xmlns:a="http://schemas.openxmlformats.org/drawingml/2006/main" noGrp="1"/>
          </p:cNvSpPr>
          <p:nvPr/>
        </p:nvSpPr>
        <p:spPr>
          <a:xfrm xmlns:a="http://schemas.openxmlformats.org/drawingml/2006/main">
            <a:off x="8887968" y="4315968"/>
            <a:ext cx="333756" cy="333756"/>
          </a:xfrm>
          <a:prstGeom xmlns:a="http://schemas.openxmlformats.org/drawingml/2006/main" prst="rect">
            <a:avLst/>
          </a:prstGeom>
          <a:solidFill xmlns:a="http://schemas.openxmlformats.org/drawingml/2006/main">
            <a:srgbClr val="00B0F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65" name="Rectangle 164">
            <a:extLst xmlns:a="http://schemas.openxmlformats.org/drawingml/2006/main">
              <a:ext uri="{FF2B5EF4-FFF2-40B4-BE49-F238E27FC236}">
                <a16:creationId xmlns:a16="http://schemas.microsoft.com/office/drawing/2014/main" id="{BFF18A66-9059-493D-8AAA-BD21A0973592}"/>
              </a:ext>
            </a:extLst>
          </p:cNvPr>
          <p:cNvSpPr>
            <a:spLocks xmlns:a="http://schemas.openxmlformats.org/drawingml/2006/main" noGrp="1"/>
          </p:cNvSpPr>
          <p:nvPr/>
        </p:nvSpPr>
        <p:spPr>
          <a:xfrm xmlns:a="http://schemas.openxmlformats.org/drawingml/2006/main">
            <a:off x="9244584" y="4315968"/>
            <a:ext cx="333756" cy="333756"/>
          </a:xfrm>
          <a:prstGeom xmlns:a="http://schemas.openxmlformats.org/drawingml/2006/main" prst="rect">
            <a:avLst/>
          </a:prstGeom>
          <a:solidFill xmlns:a="http://schemas.openxmlformats.org/drawingml/2006/main">
            <a:srgbClr val="00B0F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66" name="Rectangle 165">
            <a:extLst xmlns:a="http://schemas.openxmlformats.org/drawingml/2006/main">
              <a:ext uri="{FF2B5EF4-FFF2-40B4-BE49-F238E27FC236}">
                <a16:creationId xmlns:a16="http://schemas.microsoft.com/office/drawing/2014/main" id="{C6EA5808-7DEC-4447-8B8C-426C739C5946}"/>
              </a:ext>
            </a:extLst>
          </p:cNvPr>
          <p:cNvSpPr>
            <a:spLocks xmlns:a="http://schemas.openxmlformats.org/drawingml/2006/main" noGrp="1"/>
          </p:cNvSpPr>
          <p:nvPr/>
        </p:nvSpPr>
        <p:spPr>
          <a:xfrm xmlns:a="http://schemas.openxmlformats.org/drawingml/2006/main">
            <a:off x="9601200" y="4315968"/>
            <a:ext cx="333756" cy="333756"/>
          </a:xfrm>
          <a:prstGeom xmlns:a="http://schemas.openxmlformats.org/drawingml/2006/main" prst="rect">
            <a:avLst/>
          </a:prstGeom>
          <a:solidFill xmlns:a="http://schemas.openxmlformats.org/drawingml/2006/main">
            <a:srgbClr val="00B0F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67" name="Rectangle 166">
            <a:extLst xmlns:a="http://schemas.openxmlformats.org/drawingml/2006/main">
              <a:ext uri="{FF2B5EF4-FFF2-40B4-BE49-F238E27FC236}">
                <a16:creationId xmlns:a16="http://schemas.microsoft.com/office/drawing/2014/main" id="{3AB4860A-5C02-4F3E-BF50-94825D753CD2}"/>
              </a:ext>
            </a:extLst>
          </p:cNvPr>
          <p:cNvSpPr>
            <a:spLocks xmlns:a="http://schemas.openxmlformats.org/drawingml/2006/main" noGrp="1"/>
          </p:cNvSpPr>
          <p:nvPr/>
        </p:nvSpPr>
        <p:spPr>
          <a:xfrm xmlns:a="http://schemas.openxmlformats.org/drawingml/2006/main">
            <a:off x="9957816" y="4315968"/>
            <a:ext cx="333756" cy="333756"/>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68" name="Rectangle 167">
            <a:extLst xmlns:a="http://schemas.openxmlformats.org/drawingml/2006/main">
              <a:ext uri="{FF2B5EF4-FFF2-40B4-BE49-F238E27FC236}">
                <a16:creationId xmlns:a16="http://schemas.microsoft.com/office/drawing/2014/main" id="{9D03B5CA-427F-4B05-8094-A48F72610C75}"/>
              </a:ext>
            </a:extLst>
          </p:cNvPr>
          <p:cNvSpPr>
            <a:spLocks xmlns:a="http://schemas.openxmlformats.org/drawingml/2006/main" noGrp="1"/>
          </p:cNvSpPr>
          <p:nvPr/>
        </p:nvSpPr>
        <p:spPr>
          <a:xfrm xmlns:a="http://schemas.openxmlformats.org/drawingml/2006/main">
            <a:off x="10314432" y="4315968"/>
            <a:ext cx="333756" cy="333756"/>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69" name="Rectangle 168">
            <a:extLst xmlns:a="http://schemas.openxmlformats.org/drawingml/2006/main">
              <a:ext uri="{FF2B5EF4-FFF2-40B4-BE49-F238E27FC236}">
                <a16:creationId xmlns:a16="http://schemas.microsoft.com/office/drawing/2014/main" id="{40201B3C-8220-4E6B-AF15-89FC06BE082F}"/>
              </a:ext>
            </a:extLst>
          </p:cNvPr>
          <p:cNvSpPr>
            <a:spLocks xmlns:a="http://schemas.openxmlformats.org/drawingml/2006/main" noGrp="1"/>
          </p:cNvSpPr>
          <p:nvPr/>
        </p:nvSpPr>
        <p:spPr>
          <a:xfrm xmlns:a="http://schemas.openxmlformats.org/drawingml/2006/main">
            <a:off x="10671048" y="4315968"/>
            <a:ext cx="333756" cy="333756"/>
          </a:xfrm>
          <a:prstGeom xmlns:a="http://schemas.openxmlformats.org/drawingml/2006/main" prst="rect">
            <a:avLst/>
          </a:prstGeom>
          <a:solidFill xmlns:a="http://schemas.openxmlformats.org/drawingml/2006/main">
            <a:srgbClr val="00B0F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70" name="Rectangle 169">
            <a:extLst xmlns:a="http://schemas.openxmlformats.org/drawingml/2006/main">
              <a:ext uri="{FF2B5EF4-FFF2-40B4-BE49-F238E27FC236}">
                <a16:creationId xmlns:a16="http://schemas.microsoft.com/office/drawing/2014/main" id="{79C84B94-5EE8-4A92-ABF7-5A60DBCEB5F8}"/>
              </a:ext>
            </a:extLst>
          </p:cNvPr>
          <p:cNvSpPr>
            <a:spLocks xmlns:a="http://schemas.openxmlformats.org/drawingml/2006/main" noGrp="1"/>
          </p:cNvSpPr>
          <p:nvPr/>
        </p:nvSpPr>
        <p:spPr>
          <a:xfrm xmlns:a="http://schemas.openxmlformats.org/drawingml/2006/main">
            <a:off x="11027664" y="4315968"/>
            <a:ext cx="333756" cy="333756"/>
          </a:xfrm>
          <a:prstGeom xmlns:a="http://schemas.openxmlformats.org/drawingml/2006/main" prst="rect">
            <a:avLst/>
          </a:prstGeom>
          <a:solidFill xmlns:a="http://schemas.openxmlformats.org/drawingml/2006/main">
            <a:srgbClr val="00B0F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71" name="Rectangle 170">
            <a:extLst xmlns:a="http://schemas.openxmlformats.org/drawingml/2006/main">
              <a:ext uri="{FF2B5EF4-FFF2-40B4-BE49-F238E27FC236}">
                <a16:creationId xmlns:a16="http://schemas.microsoft.com/office/drawing/2014/main" id="{4A3C44B3-80A7-441B-827A-5B4006F4B3FE}"/>
              </a:ext>
            </a:extLst>
          </p:cNvPr>
          <p:cNvSpPr>
            <a:spLocks xmlns:a="http://schemas.openxmlformats.org/drawingml/2006/main" noGrp="1"/>
          </p:cNvSpPr>
          <p:nvPr/>
        </p:nvSpPr>
        <p:spPr>
          <a:xfrm xmlns:a="http://schemas.openxmlformats.org/drawingml/2006/main">
            <a:off x="11384280" y="4315968"/>
            <a:ext cx="333756" cy="333756"/>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72" name="TextBox 171">
            <a:extLst xmlns:a="http://schemas.openxmlformats.org/drawingml/2006/main">
              <a:ext uri="{FF2B5EF4-FFF2-40B4-BE49-F238E27FC236}">
                <a16:creationId xmlns:a16="http://schemas.microsoft.com/office/drawing/2014/main" id="{2265CC3F-8357-48A9-9037-96881BDAF432}"/>
              </a:ext>
            </a:extLst>
          </p:cNvPr>
          <p:cNvSpPr>
            <a:spLocks xmlns:a="http://schemas.openxmlformats.org/drawingml/2006/main" noGrp="1"/>
          </p:cNvSpPr>
          <p:nvPr/>
        </p:nvSpPr>
        <p:spPr>
          <a:xfrm xmlns:a="http://schemas.openxmlformats.org/drawingml/2006/main">
            <a:off x="8531352" y="4946904"/>
            <a:ext cx="3383280"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200" b="0">
                <a:solidFill>
                  <a:srgbClr val="808080"/>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200" b="0">
                <a:solidFill>
                  <a:srgbClr val="808080"/>
                </a:solidFill>
                <a:latin typeface="Alibaba PuHuiTi 3.0 55 Regular"/>
                <a:ea typeface="Alibaba PuHuiTi 3.0 55 Regular"/>
                <a:cs typeface="Alibaba PuHuiTi 3.0 55 Regular"/>
              </a:defRPr>
            </a:pPr>
            <a:r>
              <a:rPr sz="2200" b="0">
                <a:solidFill>
                  <a:srgbClr val="808080"/>
                </a:solidFill>
                <a:latin typeface="Alibaba PuHuiTi 3.0 55 Regular"/>
                <a:ea typeface="Alibaba PuHuiTi 3.0 55 Regular"/>
                <a:cs typeface="Alibaba PuHuiTi 3.0 55 Regular"/>
              </a:rPr>
              <a:t>同一尺寸与位深</a:t>
            </a:r>
          </a:p>
        </p:txBody>
      </p:sp>
      <p:sp>
        <p:nvSpPr>
          <p:cNvPr id="173" name="TextBox 172">
            <a:extLst xmlns:a="http://schemas.openxmlformats.org/drawingml/2006/main">
              <a:ext uri="{FF2B5EF4-FFF2-40B4-BE49-F238E27FC236}">
                <a16:creationId xmlns:a16="http://schemas.microsoft.com/office/drawing/2014/main" id="{4A0D8DE9-3D8B-4C0F-8FBE-32AFEFC59C88}"/>
              </a:ext>
            </a:extLst>
          </p:cNvPr>
          <p:cNvSpPr>
            <a:spLocks xmlns:a="http://schemas.openxmlformats.org/drawingml/2006/main" noGrp="1"/>
          </p:cNvSpPr>
          <p:nvPr/>
        </p:nvSpPr>
        <p:spPr>
          <a:xfrm xmlns:a="http://schemas.openxmlformats.org/drawingml/2006/main">
            <a:off x="777240" y="5879592"/>
            <a:ext cx="10789920" cy="33528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想一想：哪幅图最容易用几条规则完整表示？</a:t>
            </a:r>
          </a:p>
        </p:txBody>
      </p:sp>
    </p:spTree>
    <p:extLst>
      <p:ext uri="{BB962C8B-B14F-4D97-AF65-F5344CB8AC3E}">
        <p14:creationId xmlns:p14="http://schemas.microsoft.com/office/powerpoint/2010/main" val="1655399267"/>
      </p:ext>
    </p:extLst>
  </p:cSld>
</p:sld>
</file>

<file path=ppt/slides/slide61.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447FCA1C-D4D1-4BED-8A64-1CF23119DE3A}"/>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18B54A75-8D64-43CF-97BD-15E2AA00722B}"/>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11221FE2-AEAD-4FF9-8743-820BD3F99157}"/>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练习题 5</a:t>
            </a:r>
          </a:p>
        </p:txBody>
      </p:sp>
      <p:sp>
        <p:nvSpPr>
          <p:cNvPr id="5" name="practice-givens">
            <a:extLst xmlns:a="http://schemas.openxmlformats.org/drawingml/2006/main">
              <a:ext uri="{FF2B5EF4-FFF2-40B4-BE49-F238E27FC236}">
                <a16:creationId xmlns:a16="http://schemas.microsoft.com/office/drawing/2014/main" id="{2F34E1E8-21C0-4DF0-9EA4-62F257F05A7D}"/>
              </a:ext>
            </a:extLst>
          </p:cNvPr>
          <p:cNvSpPr>
            <a:spLocks xmlns:a="http://schemas.openxmlformats.org/drawingml/2006/main" noGrp="1"/>
          </p:cNvSpPr>
          <p:nvPr/>
        </p:nvSpPr>
        <p:spPr>
          <a:xfrm xmlns:a="http://schemas.openxmlformats.org/drawingml/2006/main">
            <a:off x="786384" y="1691640"/>
            <a:ext cx="10652760" cy="1762125"/>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7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700" b="0">
                <a:solidFill>
                  <a:srgbClr val="262626"/>
                </a:solidFill>
                <a:latin typeface="Alibaba PuHuiTi 3.0 55 Regular"/>
                <a:ea typeface="Alibaba PuHuiTi 3.0 55 Regular"/>
                <a:cs typeface="Alibaba PuHuiTi 3.0 55 Regular"/>
              </a:defRPr>
            </a:pPr>
            <a:r>
              <a:rPr sz="2700" b="0">
                <a:solidFill>
                  <a:srgbClr val="262626"/>
                </a:solidFill>
                <a:latin typeface="Alibaba PuHuiTi 3.0 55 Regular"/>
                <a:ea typeface="Alibaba PuHuiTi 3.0 55 Regular"/>
                <a:cs typeface="Alibaba PuHuiTi 3.0 55 Regular"/>
              </a:rPr>
              <a:t>A纯色、B规则色块、C复杂花纹，尺寸与位深相同。</a:t>
            </a:r>
          </a:p>
          <a:p xmlns:a="http://schemas.openxmlformats.org/drawingml/2006/main">
            <a:pPr algn="l">
              <a:spcBef>
                <a:spcPts val="0"/>
              </a:spcBef>
              <a:spcAft>
                <a:spcPts val="200"/>
              </a:spcAft>
              <a:buNone/>
              <a:defRPr sz="2700" b="0">
                <a:solidFill>
                  <a:srgbClr val="262626"/>
                </a:solidFill>
                <a:latin typeface="Alibaba PuHuiTi 3.0 55 Regular"/>
                <a:ea typeface="Alibaba PuHuiTi 3.0 55 Regular"/>
                <a:cs typeface="Alibaba PuHuiTi 3.0 55 Regular"/>
              </a:defRPr>
            </a:pPr>
            <a:r>
              <a:rPr sz="2700" b="0">
                <a:solidFill>
                  <a:srgbClr val="262626"/>
                </a:solidFill>
                <a:latin typeface="Alibaba PuHuiTi 3.0 55 Regular"/>
                <a:ea typeface="Alibaba PuHuiTi 3.0 55 Regular"/>
                <a:cs typeface="Alibaba PuHuiTi 3.0 55 Regular"/>
              </a:rPr>
              <a:t>分别用相同无损方法压缩，谁通常最小？为什么？</a:t>
            </a:r>
          </a:p>
        </p:txBody>
      </p:sp>
      <p:sp>
        <p:nvSpPr>
          <p:cNvPr id="6" name="Connector 5">
            <a:extLst xmlns:a="http://schemas.openxmlformats.org/drawingml/2006/main">
              <a:ext uri="{FF2B5EF4-FFF2-40B4-BE49-F238E27FC236}">
                <a16:creationId xmlns:a16="http://schemas.microsoft.com/office/drawing/2014/main" id="{EA858B16-7BE2-4CE6-8E63-A93A9982E2F4}"/>
              </a:ext>
            </a:extLst>
          </p:cNvPr>
          <p:cNvSpPr>
            <a:spLocks xmlns:a="http://schemas.openxmlformats.org/drawingml/2006/main" noGrp="1"/>
          </p:cNvSpPr>
          <p:nvPr/>
        </p:nvSpPr>
        <p:spPr>
          <a:xfrm xmlns:a="http://schemas.openxmlformats.org/drawingml/2006/main">
            <a:off x="822960" y="4919472"/>
            <a:ext cx="10259568" cy="0"/>
          </a:xfrm>
          <a:prstGeom xmlns:a="http://schemas.openxmlformats.org/drawingml/2006/main" prst="line">
            <a:avLst/>
          </a:prstGeom>
          <a:ln xmlns:a="http://schemas.openxmlformats.org/drawingml/2006/main" w="25400">
            <a:solidFill>
              <a:srgbClr val="E2E2E7"/>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 name="TextBox 6">
            <a:extLst xmlns:a="http://schemas.openxmlformats.org/drawingml/2006/main">
              <a:ext uri="{FF2B5EF4-FFF2-40B4-BE49-F238E27FC236}">
                <a16:creationId xmlns:a16="http://schemas.microsoft.com/office/drawing/2014/main" id="{97B3298F-13E5-4F27-B374-1C0E14B2BF23}"/>
              </a:ext>
            </a:extLst>
          </p:cNvPr>
          <p:cNvSpPr>
            <a:spLocks xmlns:a="http://schemas.openxmlformats.org/drawingml/2006/main" noGrp="1"/>
          </p:cNvSpPr>
          <p:nvPr/>
        </p:nvSpPr>
        <p:spPr>
          <a:xfrm xmlns:a="http://schemas.openxmlformats.org/drawingml/2006/main">
            <a:off x="832104" y="5166360"/>
            <a:ext cx="10332720"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200" b="1">
                <a:solidFill>
                  <a:srgbClr val="8C64E1"/>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2200" b="1">
                <a:solidFill>
                  <a:srgbClr val="8C64E1"/>
                </a:solidFill>
                <a:latin typeface="Alibaba PuHuiTi 3.0 115 Black"/>
                <a:ea typeface="Alibaba PuHuiTi 3.0 115 Black"/>
                <a:cs typeface="Alibaba PuHuiTi 3.0 115 Black"/>
              </a:defRPr>
            </a:pPr>
            <a:r>
              <a:rPr sz="2200" b="1">
                <a:solidFill>
                  <a:srgbClr val="8C64E1"/>
                </a:solidFill>
                <a:latin typeface="Alibaba PuHuiTi 3.0 115 Black"/>
                <a:ea typeface="Alibaba PuHuiTi 3.0 115 Black"/>
                <a:cs typeface="Alibaba PuHuiTi 3.0 115 Black"/>
              </a:rPr>
              <a:t>不仅选择，还要解释“重复”和“规律”。</a:t>
            </a:r>
          </a:p>
        </p:txBody>
      </p:sp>
    </p:spTree>
    <p:extLst>
      <p:ext uri="{BB962C8B-B14F-4D97-AF65-F5344CB8AC3E}">
        <p14:creationId xmlns:p14="http://schemas.microsoft.com/office/powerpoint/2010/main" val="394552553"/>
      </p:ext>
    </p:extLst>
  </p:cSld>
</p:sld>
</file>

<file path=ppt/slides/slide62.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11CE5AC9-AB0D-4B62-9F74-CEDFAC924E6E}"/>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5AD310D5-014C-48CB-8BE4-B216A34A49AE}"/>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CE34E78A-0BDC-4D73-ADEB-CE0938B9CB1A}"/>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练习题 5</a:t>
            </a:r>
          </a:p>
        </p:txBody>
      </p:sp>
      <p:sp>
        <p:nvSpPr>
          <p:cNvPr id="5" name="practice-givens">
            <a:extLst xmlns:a="http://schemas.openxmlformats.org/drawingml/2006/main">
              <a:ext uri="{FF2B5EF4-FFF2-40B4-BE49-F238E27FC236}">
                <a16:creationId xmlns:a16="http://schemas.microsoft.com/office/drawing/2014/main" id="{B03AE566-C3DF-464E-9F58-9B8B123FBCDC}"/>
              </a:ext>
            </a:extLst>
          </p:cNvPr>
          <p:cNvSpPr>
            <a:spLocks xmlns:a="http://schemas.openxmlformats.org/drawingml/2006/main" noGrp="1"/>
          </p:cNvSpPr>
          <p:nvPr/>
        </p:nvSpPr>
        <p:spPr>
          <a:xfrm xmlns:a="http://schemas.openxmlformats.org/drawingml/2006/main">
            <a:off x="786384" y="1691640"/>
            <a:ext cx="10652760" cy="1762125"/>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7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700" b="0">
                <a:solidFill>
                  <a:srgbClr val="262626"/>
                </a:solidFill>
                <a:latin typeface="Alibaba PuHuiTi 3.0 55 Regular"/>
                <a:ea typeface="Alibaba PuHuiTi 3.0 55 Regular"/>
                <a:cs typeface="Alibaba PuHuiTi 3.0 55 Regular"/>
              </a:defRPr>
            </a:pPr>
            <a:r>
              <a:rPr sz="2700" b="0">
                <a:solidFill>
                  <a:srgbClr val="262626"/>
                </a:solidFill>
                <a:latin typeface="Alibaba PuHuiTi 3.0 55 Regular"/>
                <a:ea typeface="Alibaba PuHuiTi 3.0 55 Regular"/>
                <a:cs typeface="Alibaba PuHuiTi 3.0 55 Regular"/>
              </a:rPr>
              <a:t>A纯色、B规则色块、C复杂花纹，尺寸与位深相同。</a:t>
            </a:r>
          </a:p>
          <a:p xmlns:a="http://schemas.openxmlformats.org/drawingml/2006/main">
            <a:pPr algn="l">
              <a:spcBef>
                <a:spcPts val="0"/>
              </a:spcBef>
              <a:spcAft>
                <a:spcPts val="200"/>
              </a:spcAft>
              <a:buNone/>
              <a:defRPr sz="2700" b="0">
                <a:solidFill>
                  <a:srgbClr val="262626"/>
                </a:solidFill>
                <a:latin typeface="Alibaba PuHuiTi 3.0 55 Regular"/>
                <a:ea typeface="Alibaba PuHuiTi 3.0 55 Regular"/>
                <a:cs typeface="Alibaba PuHuiTi 3.0 55 Regular"/>
              </a:defRPr>
            </a:pPr>
            <a:r>
              <a:rPr sz="2700" b="0">
                <a:solidFill>
                  <a:srgbClr val="262626"/>
                </a:solidFill>
                <a:latin typeface="Alibaba PuHuiTi 3.0 55 Regular"/>
                <a:ea typeface="Alibaba PuHuiTi 3.0 55 Regular"/>
                <a:cs typeface="Alibaba PuHuiTi 3.0 55 Regular"/>
              </a:rPr>
              <a:t>分别用相同无损方法压缩，谁通常最小？为什么？</a:t>
            </a:r>
          </a:p>
        </p:txBody>
      </p:sp>
      <p:sp>
        <p:nvSpPr>
          <p:cNvPr id="6" name="Connector 5">
            <a:extLst xmlns:a="http://schemas.openxmlformats.org/drawingml/2006/main">
              <a:ext uri="{FF2B5EF4-FFF2-40B4-BE49-F238E27FC236}">
                <a16:creationId xmlns:a16="http://schemas.microsoft.com/office/drawing/2014/main" id="{88244B90-9BBE-4DC2-8AE5-9BD6C81C4334}"/>
              </a:ext>
            </a:extLst>
          </p:cNvPr>
          <p:cNvSpPr>
            <a:spLocks xmlns:a="http://schemas.openxmlformats.org/drawingml/2006/main" noGrp="1"/>
          </p:cNvSpPr>
          <p:nvPr/>
        </p:nvSpPr>
        <p:spPr>
          <a:xfrm xmlns:a="http://schemas.openxmlformats.org/drawingml/2006/main">
            <a:off x="822960" y="4919472"/>
            <a:ext cx="10259568" cy="0"/>
          </a:xfrm>
          <a:prstGeom xmlns:a="http://schemas.openxmlformats.org/drawingml/2006/main" prst="line">
            <a:avLst/>
          </a:prstGeom>
          <a:ln xmlns:a="http://schemas.openxmlformats.org/drawingml/2006/main" w="25400">
            <a:solidFill>
              <a:srgbClr val="E2E2E7"/>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 name="TextBox 6">
            <a:extLst xmlns:a="http://schemas.openxmlformats.org/drawingml/2006/main">
              <a:ext uri="{FF2B5EF4-FFF2-40B4-BE49-F238E27FC236}">
                <a16:creationId xmlns:a16="http://schemas.microsoft.com/office/drawing/2014/main" id="{8FAB4E18-B79E-4053-AABE-575EF268842C}"/>
              </a:ext>
            </a:extLst>
          </p:cNvPr>
          <p:cNvSpPr>
            <a:spLocks xmlns:a="http://schemas.openxmlformats.org/drawingml/2006/main" noGrp="1"/>
          </p:cNvSpPr>
          <p:nvPr/>
        </p:nvSpPr>
        <p:spPr>
          <a:xfrm xmlns:a="http://schemas.openxmlformats.org/drawingml/2006/main">
            <a:off x="832104" y="5074920"/>
            <a:ext cx="10515600" cy="3505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300" b="1">
                <a:solidFill>
                  <a:srgbClr val="8C64E1"/>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2300" b="1">
                <a:solidFill>
                  <a:srgbClr val="8C64E1"/>
                </a:solidFill>
                <a:latin typeface="Alibaba PuHuiTi 3.0 115 Black"/>
                <a:ea typeface="Alibaba PuHuiTi 3.0 115 Black"/>
                <a:cs typeface="Alibaba PuHuiTi 3.0 115 Black"/>
              </a:defRPr>
            </a:pPr>
            <a:r>
              <a:rPr sz="2300" b="1">
                <a:solidFill>
                  <a:srgbClr val="8C64E1"/>
                </a:solidFill>
                <a:latin typeface="Alibaba PuHuiTi 3.0 115 Black"/>
                <a:ea typeface="Alibaba PuHuiTi 3.0 115 Black"/>
                <a:cs typeface="Alibaba PuHuiTi 3.0 115 Black"/>
              </a:rPr>
              <a:t>答案：A通常最小。</a:t>
            </a:r>
          </a:p>
        </p:txBody>
      </p:sp>
      <p:sp>
        <p:nvSpPr>
          <p:cNvPr id="8" name="TextBox 7">
            <a:extLst xmlns:a="http://schemas.openxmlformats.org/drawingml/2006/main">
              <a:ext uri="{FF2B5EF4-FFF2-40B4-BE49-F238E27FC236}">
                <a16:creationId xmlns:a16="http://schemas.microsoft.com/office/drawing/2014/main" id="{44F12834-DB67-4201-BF3F-203324C6EA93}"/>
              </a:ext>
            </a:extLst>
          </p:cNvPr>
          <p:cNvSpPr>
            <a:spLocks xmlns:a="http://schemas.openxmlformats.org/drawingml/2006/main" noGrp="1"/>
          </p:cNvSpPr>
          <p:nvPr/>
        </p:nvSpPr>
        <p:spPr>
          <a:xfrm xmlns:a="http://schemas.openxmlformats.org/drawingml/2006/main">
            <a:off x="832104" y="5660136"/>
            <a:ext cx="10515600" cy="33528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纯色图像的重复与规律性最强，一般更容易用简短规则表示。</a:t>
            </a:r>
          </a:p>
        </p:txBody>
      </p:sp>
    </p:spTree>
    <p:extLst>
      <p:ext uri="{BB962C8B-B14F-4D97-AF65-F5344CB8AC3E}">
        <p14:creationId xmlns:p14="http://schemas.microsoft.com/office/powerpoint/2010/main" val="257567988"/>
      </p:ext>
    </p:extLst>
  </p:cSld>
</p:sld>
</file>

<file path=ppt/slides/slide63.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B8147631-1FA8-4383-8868-4D8B6B47974F}"/>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CCDE4B0D-AD9D-42E6-8EDB-4FC234EB989B}"/>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478411CA-9A67-4986-8B6E-10954BCCB9C0}"/>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同一张图：BMP与JPG有什么不同？</a:t>
            </a:r>
          </a:p>
        </p:txBody>
      </p:sp>
      <p:sp>
        <p:nvSpPr>
          <p:cNvPr id="5" name="Connector 4">
            <a:extLst xmlns:a="http://schemas.openxmlformats.org/drawingml/2006/main">
              <a:ext uri="{FF2B5EF4-FFF2-40B4-BE49-F238E27FC236}">
                <a16:creationId xmlns:a16="http://schemas.microsoft.com/office/drawing/2014/main" id="{04153AC0-6909-414A-93DB-0C1026D0FEB2}"/>
              </a:ext>
            </a:extLst>
          </p:cNvPr>
          <p:cNvSpPr>
            <a:spLocks xmlns:a="http://schemas.openxmlformats.org/drawingml/2006/main" noGrp="1"/>
          </p:cNvSpPr>
          <p:nvPr/>
        </p:nvSpPr>
        <p:spPr>
          <a:xfrm xmlns:a="http://schemas.openxmlformats.org/drawingml/2006/main">
            <a:off x="6080760" y="1627632"/>
            <a:ext cx="0" cy="3776472"/>
          </a:xfrm>
          <a:prstGeom xmlns:a="http://schemas.openxmlformats.org/drawingml/2006/main" prst="line">
            <a:avLst/>
          </a:prstGeom>
          <a:ln xmlns:a="http://schemas.openxmlformats.org/drawingml/2006/main" w="25400">
            <a:solidFill>
              <a:srgbClr val="E2E2E7"/>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 name="TextBox 5">
            <a:extLst xmlns:a="http://schemas.openxmlformats.org/drawingml/2006/main">
              <a:ext uri="{FF2B5EF4-FFF2-40B4-BE49-F238E27FC236}">
                <a16:creationId xmlns:a16="http://schemas.microsoft.com/office/drawing/2014/main" id="{F38FA012-513F-437C-867C-6600EE0E5BA6}"/>
              </a:ext>
            </a:extLst>
          </p:cNvPr>
          <p:cNvSpPr>
            <a:spLocks xmlns:a="http://schemas.openxmlformats.org/drawingml/2006/main" noGrp="1"/>
          </p:cNvSpPr>
          <p:nvPr/>
        </p:nvSpPr>
        <p:spPr>
          <a:xfrm xmlns:a="http://schemas.openxmlformats.org/drawingml/2006/main">
            <a:off x="822960" y="1737360"/>
            <a:ext cx="5074920" cy="4267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800" b="1">
                <a:solidFill>
                  <a:srgbClr val="8C64E1"/>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2800" b="1">
                <a:solidFill>
                  <a:srgbClr val="8C64E1"/>
                </a:solidFill>
                <a:latin typeface="Alibaba PuHuiTi 3.0 115 Black"/>
                <a:ea typeface="Alibaba PuHuiTi 3.0 115 Black"/>
                <a:cs typeface="Alibaba PuHuiTi 3.0 115 Black"/>
              </a:defRPr>
            </a:pPr>
            <a:r>
              <a:rPr sz="2800" b="1">
                <a:solidFill>
                  <a:srgbClr val="8C64E1"/>
                </a:solidFill>
                <a:latin typeface="Alibaba PuHuiTi 3.0 115 Black"/>
                <a:ea typeface="Alibaba PuHuiTi 3.0 115 Black"/>
                <a:cs typeface="Alibaba PuHuiTi 3.0 115 Black"/>
              </a:rPr>
              <a:t>BMP（课堂例：未压缩）</a:t>
            </a:r>
          </a:p>
        </p:txBody>
      </p:sp>
      <p:sp>
        <p:nvSpPr>
          <p:cNvPr id="7" name="TextBox 6">
            <a:extLst xmlns:a="http://schemas.openxmlformats.org/drawingml/2006/main">
              <a:ext uri="{FF2B5EF4-FFF2-40B4-BE49-F238E27FC236}">
                <a16:creationId xmlns:a16="http://schemas.microsoft.com/office/drawing/2014/main" id="{C705A9B2-0C56-46EB-9618-7775F124CCD7}"/>
              </a:ext>
            </a:extLst>
          </p:cNvPr>
          <p:cNvSpPr>
            <a:spLocks xmlns:a="http://schemas.openxmlformats.org/drawingml/2006/main" noGrp="1"/>
          </p:cNvSpPr>
          <p:nvPr/>
        </p:nvSpPr>
        <p:spPr>
          <a:xfrm xmlns:a="http://schemas.openxmlformats.org/drawingml/2006/main">
            <a:off x="6455664" y="1737360"/>
            <a:ext cx="4754880" cy="4267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800" b="1">
                <a:solidFill>
                  <a:srgbClr val="007C9B"/>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2800" b="1">
                <a:solidFill>
                  <a:srgbClr val="007C9B"/>
                </a:solidFill>
                <a:latin typeface="Alibaba PuHuiTi 3.0 115 Black"/>
                <a:ea typeface="Alibaba PuHuiTi 3.0 115 Black"/>
                <a:cs typeface="Alibaba PuHuiTi 3.0 115 Black"/>
              </a:defRPr>
            </a:pPr>
            <a:r>
              <a:rPr sz="2800" b="1">
                <a:solidFill>
                  <a:srgbClr val="007C9B"/>
                </a:solidFill>
                <a:latin typeface="Alibaba PuHuiTi 3.0 115 Black"/>
                <a:ea typeface="Alibaba PuHuiTi 3.0 115 Black"/>
                <a:cs typeface="Alibaba PuHuiTi 3.0 115 Black"/>
              </a:rPr>
              <a:t>JPG（常见有损）</a:t>
            </a:r>
          </a:p>
        </p:txBody>
      </p:sp>
      <p:sp>
        <p:nvSpPr>
          <p:cNvPr id="8" name="TextBox 7">
            <a:extLst xmlns:a="http://schemas.openxmlformats.org/drawingml/2006/main">
              <a:ext uri="{FF2B5EF4-FFF2-40B4-BE49-F238E27FC236}">
                <a16:creationId xmlns:a16="http://schemas.microsoft.com/office/drawing/2014/main" id="{7137896A-B17D-4473-96ED-64D9F4AAC844}"/>
              </a:ext>
            </a:extLst>
          </p:cNvPr>
          <p:cNvSpPr>
            <a:spLocks xmlns:a="http://schemas.openxmlformats.org/drawingml/2006/main" noGrp="1"/>
          </p:cNvSpPr>
          <p:nvPr/>
        </p:nvSpPr>
        <p:spPr>
          <a:xfrm xmlns:a="http://schemas.openxmlformats.org/drawingml/2006/main">
            <a:off x="822960" y="2743200"/>
            <a:ext cx="5010912" cy="110236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3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300" b="0">
                <a:solidFill>
                  <a:srgbClr val="262626"/>
                </a:solidFill>
                <a:latin typeface="Alibaba PuHuiTi 3.0 55 Regular"/>
                <a:ea typeface="Alibaba PuHuiTi 3.0 55 Regular"/>
                <a:cs typeface="Alibaba PuHuiTi 3.0 55 Regular"/>
              </a:defRPr>
            </a:pPr>
            <a:r>
              <a:rPr sz="2300" b="0">
                <a:solidFill>
                  <a:srgbClr val="262626"/>
                </a:solidFill>
                <a:latin typeface="Alibaba PuHuiTi 3.0 55 Regular"/>
                <a:ea typeface="Alibaba PuHuiTi 3.0 55 Regular"/>
                <a:cs typeface="Alibaba PuHuiTi 3.0 55 Regular"/>
              </a:rPr>
              <a:t>保存每个像素的颜色信息。</a:t>
            </a:r>
          </a:p>
          <a:p xmlns:a="http://schemas.openxmlformats.org/drawingml/2006/main">
            <a:pPr>
              <a:spcBef>
                <a:spcPts val="0"/>
              </a:spcBef>
              <a:spcAft>
                <a:spcPts val="200"/>
              </a:spcAft>
              <a:buNone/>
              <a:defRPr sz="2300" b="0">
                <a:solidFill>
                  <a:srgbClr val="262626"/>
                </a:solidFill>
                <a:latin typeface="Alibaba PuHuiTi 3.0 55 Regular"/>
                <a:ea typeface="Alibaba PuHuiTi 3.0 55 Regular"/>
                <a:cs typeface="Alibaba PuHuiTi 3.0 55 Regular"/>
              </a:defRPr>
            </a:pPr>
            <a:r>
              <a:t/>
            </a:r>
          </a:p>
          <a:p xmlns:a="http://schemas.openxmlformats.org/drawingml/2006/main">
            <a:pPr algn="l">
              <a:spcBef>
                <a:spcPts val="0"/>
              </a:spcBef>
              <a:spcAft>
                <a:spcPts val="200"/>
              </a:spcAft>
              <a:buNone/>
              <a:defRPr sz="2300" b="0">
                <a:solidFill>
                  <a:srgbClr val="262626"/>
                </a:solidFill>
                <a:latin typeface="Alibaba PuHuiTi 3.0 55 Regular"/>
                <a:ea typeface="Alibaba PuHuiTi 3.0 55 Regular"/>
                <a:cs typeface="Alibaba PuHuiTi 3.0 55 Regular"/>
              </a:defRPr>
            </a:pPr>
            <a:r>
              <a:rPr sz="2300" b="0">
                <a:solidFill>
                  <a:srgbClr val="262626"/>
                </a:solidFill>
                <a:latin typeface="Alibaba PuHuiTi 3.0 55 Regular"/>
                <a:ea typeface="Alibaba PuHuiTi 3.0 55 Regular"/>
                <a:cs typeface="Alibaba PuHuiTi 3.0 55 Regular"/>
              </a:rPr>
              <a:t>可能占用较多空间。</a:t>
            </a:r>
          </a:p>
        </p:txBody>
      </p:sp>
      <p:sp>
        <p:nvSpPr>
          <p:cNvPr id="9" name="TextBox 8">
            <a:extLst xmlns:a="http://schemas.openxmlformats.org/drawingml/2006/main">
              <a:ext uri="{FF2B5EF4-FFF2-40B4-BE49-F238E27FC236}">
                <a16:creationId xmlns:a16="http://schemas.microsoft.com/office/drawing/2014/main" id="{199ADC3E-1E69-4462-BBA7-4FE6F8474CF9}"/>
              </a:ext>
            </a:extLst>
          </p:cNvPr>
          <p:cNvSpPr>
            <a:spLocks xmlns:a="http://schemas.openxmlformats.org/drawingml/2006/main" noGrp="1"/>
          </p:cNvSpPr>
          <p:nvPr/>
        </p:nvSpPr>
        <p:spPr>
          <a:xfrm xmlns:a="http://schemas.openxmlformats.org/drawingml/2006/main">
            <a:off x="6455664" y="2743200"/>
            <a:ext cx="4873752" cy="14528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3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300" b="0">
                <a:solidFill>
                  <a:srgbClr val="262626"/>
                </a:solidFill>
                <a:latin typeface="Alibaba PuHuiTi 3.0 55 Regular"/>
                <a:ea typeface="Alibaba PuHuiTi 3.0 55 Regular"/>
                <a:cs typeface="Alibaba PuHuiTi 3.0 55 Regular"/>
              </a:defRPr>
            </a:pPr>
            <a:r>
              <a:rPr sz="2300" b="0">
                <a:solidFill>
                  <a:srgbClr val="262626"/>
                </a:solidFill>
                <a:latin typeface="Alibaba PuHuiTi 3.0 55 Regular"/>
                <a:ea typeface="Alibaba PuHuiTi 3.0 55 Regular"/>
                <a:cs typeface="Alibaba PuHuiTi 3.0 55 Regular"/>
              </a:rPr>
              <a:t>对图像进行近似表示。</a:t>
            </a:r>
          </a:p>
          <a:p xmlns:a="http://schemas.openxmlformats.org/drawingml/2006/main">
            <a:pPr>
              <a:spcBef>
                <a:spcPts val="0"/>
              </a:spcBef>
              <a:spcAft>
                <a:spcPts val="200"/>
              </a:spcAft>
              <a:buNone/>
              <a:defRPr sz="2300" b="0">
                <a:solidFill>
                  <a:srgbClr val="262626"/>
                </a:solidFill>
                <a:latin typeface="Alibaba PuHuiTi 3.0 55 Regular"/>
                <a:ea typeface="Alibaba PuHuiTi 3.0 55 Regular"/>
                <a:cs typeface="Alibaba PuHuiTi 3.0 55 Regular"/>
              </a:defRPr>
            </a:pPr>
            <a:r>
              <a:t/>
            </a:r>
          </a:p>
          <a:p xmlns:a="http://schemas.openxmlformats.org/drawingml/2006/main">
            <a:pPr algn="l">
              <a:spcBef>
                <a:spcPts val="0"/>
              </a:spcBef>
              <a:spcAft>
                <a:spcPts val="200"/>
              </a:spcAft>
              <a:buNone/>
              <a:defRPr sz="2300" b="0">
                <a:solidFill>
                  <a:srgbClr val="262626"/>
                </a:solidFill>
                <a:latin typeface="Alibaba PuHuiTi 3.0 55 Regular"/>
                <a:ea typeface="Alibaba PuHuiTi 3.0 55 Regular"/>
                <a:cs typeface="Alibaba PuHuiTi 3.0 55 Regular"/>
              </a:defRPr>
            </a:pPr>
            <a:r>
              <a:rPr sz="2300" b="0">
                <a:solidFill>
                  <a:srgbClr val="262626"/>
                </a:solidFill>
                <a:latin typeface="Alibaba PuHuiTi 3.0 55 Regular"/>
                <a:ea typeface="Alibaba PuHuiTi 3.0 55 Regular"/>
                <a:cs typeface="Alibaba PuHuiTi 3.0 55 Regular"/>
              </a:rPr>
              <a:t>文件可能明显更小，</a:t>
            </a:r>
          </a:p>
          <a:p xmlns:a="http://schemas.openxmlformats.org/drawingml/2006/main">
            <a:pPr algn="l">
              <a:spcBef>
                <a:spcPts val="0"/>
              </a:spcBef>
              <a:spcAft>
                <a:spcPts val="200"/>
              </a:spcAft>
              <a:buNone/>
              <a:defRPr sz="2300" b="0">
                <a:solidFill>
                  <a:srgbClr val="262626"/>
                </a:solidFill>
                <a:latin typeface="Alibaba PuHuiTi 3.0 55 Regular"/>
                <a:ea typeface="Alibaba PuHuiTi 3.0 55 Regular"/>
                <a:cs typeface="Alibaba PuHuiTi 3.0 55 Regular"/>
              </a:defRPr>
            </a:pPr>
            <a:r>
              <a:rPr sz="2300" b="0">
                <a:solidFill>
                  <a:srgbClr val="262626"/>
                </a:solidFill>
                <a:latin typeface="Alibaba PuHuiTi 3.0 55 Regular"/>
                <a:ea typeface="Alibaba PuHuiTi 3.0 55 Regular"/>
                <a:cs typeface="Alibaba PuHuiTi 3.0 55 Regular"/>
              </a:rPr>
              <a:t>但不能逐像素完全还原。</a:t>
            </a:r>
          </a:p>
        </p:txBody>
      </p:sp>
      <p:sp>
        <p:nvSpPr>
          <p:cNvPr id="10" name="TextBox 9">
            <a:extLst xmlns:a="http://schemas.openxmlformats.org/drawingml/2006/main">
              <a:ext uri="{FF2B5EF4-FFF2-40B4-BE49-F238E27FC236}">
                <a16:creationId xmlns:a16="http://schemas.microsoft.com/office/drawing/2014/main" id="{73F34A87-FDD6-4626-AC71-9DF15E08B259}"/>
              </a:ext>
            </a:extLst>
          </p:cNvPr>
          <p:cNvSpPr>
            <a:spLocks xmlns:a="http://schemas.openxmlformats.org/drawingml/2006/main" noGrp="1"/>
          </p:cNvSpPr>
          <p:nvPr/>
        </p:nvSpPr>
        <p:spPr>
          <a:xfrm xmlns:a="http://schemas.openxmlformats.org/drawingml/2006/main">
            <a:off x="777240" y="5879592"/>
            <a:ext cx="10789920" cy="33528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有损不等于看起来一定明显变差；质量与参数有关。</a:t>
            </a:r>
          </a:p>
        </p:txBody>
      </p:sp>
    </p:spTree>
    <p:extLst>
      <p:ext uri="{BB962C8B-B14F-4D97-AF65-F5344CB8AC3E}">
        <p14:creationId xmlns:p14="http://schemas.microsoft.com/office/powerpoint/2010/main" val="1509452929"/>
      </p:ext>
    </p:extLst>
  </p:cSld>
</p:sld>
</file>

<file path=ppt/slides/slide64.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406AA72F-704B-4A3D-905A-94D454EB24F3}"/>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F2E680AF-3F51-4CE1-B169-E3EE49C9B13F}"/>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A2A1C8D9-ABD3-4AF2-94E4-A79323C6D6D0}"/>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MP3、JPG再用RAR压缩，会怎样？</a:t>
            </a:r>
          </a:p>
        </p:txBody>
      </p:sp>
      <p:sp>
        <p:nvSpPr>
          <p:cNvPr id="5" name="Connector 4">
            <a:extLst xmlns:a="http://schemas.openxmlformats.org/drawingml/2006/main">
              <a:ext uri="{FF2B5EF4-FFF2-40B4-BE49-F238E27FC236}">
                <a16:creationId xmlns:a16="http://schemas.microsoft.com/office/drawing/2014/main" id="{3F3A2829-0D88-47E2-AF93-3B86091B4D12}"/>
              </a:ext>
            </a:extLst>
          </p:cNvPr>
          <p:cNvSpPr>
            <a:spLocks xmlns:a="http://schemas.openxmlformats.org/drawingml/2006/main" noGrp="1"/>
          </p:cNvSpPr>
          <p:nvPr/>
        </p:nvSpPr>
        <p:spPr>
          <a:xfrm xmlns:a="http://schemas.openxmlformats.org/drawingml/2006/main">
            <a:off x="6080760" y="1627632"/>
            <a:ext cx="0" cy="3776472"/>
          </a:xfrm>
          <a:prstGeom xmlns:a="http://schemas.openxmlformats.org/drawingml/2006/main" prst="line">
            <a:avLst/>
          </a:prstGeom>
          <a:ln xmlns:a="http://schemas.openxmlformats.org/drawingml/2006/main" w="25400">
            <a:solidFill>
              <a:srgbClr val="E2E2E7"/>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 name="TextBox 5">
            <a:extLst xmlns:a="http://schemas.openxmlformats.org/drawingml/2006/main">
              <a:ext uri="{FF2B5EF4-FFF2-40B4-BE49-F238E27FC236}">
                <a16:creationId xmlns:a16="http://schemas.microsoft.com/office/drawing/2014/main" id="{C6C0835B-CE48-4695-9800-BCC7915250AD}"/>
              </a:ext>
            </a:extLst>
          </p:cNvPr>
          <p:cNvSpPr>
            <a:spLocks xmlns:a="http://schemas.openxmlformats.org/drawingml/2006/main" noGrp="1"/>
          </p:cNvSpPr>
          <p:nvPr/>
        </p:nvSpPr>
        <p:spPr>
          <a:xfrm xmlns:a="http://schemas.openxmlformats.org/drawingml/2006/main">
            <a:off x="822960" y="1737360"/>
            <a:ext cx="5074920" cy="4267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800" b="1">
                <a:solidFill>
                  <a:srgbClr val="8C64E1"/>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2800" b="1">
                <a:solidFill>
                  <a:srgbClr val="8C64E1"/>
                </a:solidFill>
                <a:latin typeface="Alibaba PuHuiTi 3.0 115 Black"/>
                <a:ea typeface="Alibaba PuHuiTi 3.0 115 Black"/>
                <a:cs typeface="Alibaba PuHuiTi 3.0 115 Black"/>
              </a:defRPr>
            </a:pPr>
            <a:r>
              <a:rPr sz="2800" b="1">
                <a:solidFill>
                  <a:srgbClr val="8C64E1"/>
                </a:solidFill>
                <a:latin typeface="Alibaba PuHuiTi 3.0 115 Black"/>
                <a:ea typeface="Alibaba PuHuiTi 3.0 115 Black"/>
                <a:cs typeface="Alibaba PuHuiTi 3.0 115 Black"/>
              </a:rPr>
              <a:t>第一次压缩</a:t>
            </a:r>
          </a:p>
        </p:txBody>
      </p:sp>
      <p:sp>
        <p:nvSpPr>
          <p:cNvPr id="7" name="TextBox 6">
            <a:extLst xmlns:a="http://schemas.openxmlformats.org/drawingml/2006/main">
              <a:ext uri="{FF2B5EF4-FFF2-40B4-BE49-F238E27FC236}">
                <a16:creationId xmlns:a16="http://schemas.microsoft.com/office/drawing/2014/main" id="{4B271E2C-FC73-4C7C-9F06-623B19D54319}"/>
              </a:ext>
            </a:extLst>
          </p:cNvPr>
          <p:cNvSpPr>
            <a:spLocks xmlns:a="http://schemas.openxmlformats.org/drawingml/2006/main" noGrp="1"/>
          </p:cNvSpPr>
          <p:nvPr/>
        </p:nvSpPr>
        <p:spPr>
          <a:xfrm xmlns:a="http://schemas.openxmlformats.org/drawingml/2006/main">
            <a:off x="6455664" y="1737360"/>
            <a:ext cx="4754880" cy="4267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800" b="1">
                <a:solidFill>
                  <a:srgbClr val="007C9B"/>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2800" b="1">
                <a:solidFill>
                  <a:srgbClr val="007C9B"/>
                </a:solidFill>
                <a:latin typeface="Alibaba PuHuiTi 3.0 115 Black"/>
                <a:ea typeface="Alibaba PuHuiTi 3.0 115 Black"/>
                <a:cs typeface="Alibaba PuHuiTi 3.0 115 Black"/>
              </a:defRPr>
            </a:pPr>
            <a:r>
              <a:rPr sz="2800" b="1">
                <a:solidFill>
                  <a:srgbClr val="007C9B"/>
                </a:solidFill>
                <a:latin typeface="Alibaba PuHuiTi 3.0 115 Black"/>
                <a:ea typeface="Alibaba PuHuiTi 3.0 115 Black"/>
                <a:cs typeface="Alibaba PuHuiTi 3.0 115 Black"/>
              </a:rPr>
              <a:t>再次压缩</a:t>
            </a:r>
          </a:p>
        </p:txBody>
      </p:sp>
      <p:sp>
        <p:nvSpPr>
          <p:cNvPr id="8" name="TextBox 7">
            <a:extLst xmlns:a="http://schemas.openxmlformats.org/drawingml/2006/main">
              <a:ext uri="{FF2B5EF4-FFF2-40B4-BE49-F238E27FC236}">
                <a16:creationId xmlns:a16="http://schemas.microsoft.com/office/drawing/2014/main" id="{DFDCD88A-0B0D-4BF2-AC98-368C4BAE74F3}"/>
              </a:ext>
            </a:extLst>
          </p:cNvPr>
          <p:cNvSpPr>
            <a:spLocks xmlns:a="http://schemas.openxmlformats.org/drawingml/2006/main" noGrp="1"/>
          </p:cNvSpPr>
          <p:nvPr/>
        </p:nvSpPr>
        <p:spPr>
          <a:xfrm xmlns:a="http://schemas.openxmlformats.org/drawingml/2006/main">
            <a:off x="822960" y="2743200"/>
            <a:ext cx="5010912" cy="70104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3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300" b="0">
                <a:solidFill>
                  <a:srgbClr val="262626"/>
                </a:solidFill>
                <a:latin typeface="Alibaba PuHuiTi 3.0 55 Regular"/>
                <a:ea typeface="Alibaba PuHuiTi 3.0 55 Regular"/>
                <a:cs typeface="Alibaba PuHuiTi 3.0 55 Regular"/>
              </a:defRPr>
            </a:pPr>
            <a:r>
              <a:rPr sz="2300" b="0">
                <a:solidFill>
                  <a:srgbClr val="262626"/>
                </a:solidFill>
                <a:latin typeface="Alibaba PuHuiTi 3.0 55 Regular"/>
                <a:ea typeface="Alibaba PuHuiTi 3.0 55 Regular"/>
                <a:cs typeface="Alibaba PuHuiTi 3.0 55 Regular"/>
              </a:rPr>
              <a:t>有些重复或不重要的信息</a:t>
            </a:r>
          </a:p>
          <a:p xmlns:a="http://schemas.openxmlformats.org/drawingml/2006/main">
            <a:pPr algn="l">
              <a:spcBef>
                <a:spcPts val="0"/>
              </a:spcBef>
              <a:spcAft>
                <a:spcPts val="200"/>
              </a:spcAft>
              <a:buNone/>
              <a:defRPr sz="2300" b="0">
                <a:solidFill>
                  <a:srgbClr val="262626"/>
                </a:solidFill>
                <a:latin typeface="Alibaba PuHuiTi 3.0 55 Regular"/>
                <a:ea typeface="Alibaba PuHuiTi 3.0 55 Regular"/>
                <a:cs typeface="Alibaba PuHuiTi 3.0 55 Regular"/>
              </a:defRPr>
            </a:pPr>
            <a:r>
              <a:rPr sz="2300" b="0">
                <a:solidFill>
                  <a:srgbClr val="262626"/>
                </a:solidFill>
                <a:latin typeface="Alibaba PuHuiTi 3.0 55 Regular"/>
                <a:ea typeface="Alibaba PuHuiTi 3.0 55 Regular"/>
                <a:cs typeface="Alibaba PuHuiTi 3.0 55 Regular"/>
              </a:rPr>
              <a:t>被更简洁地表示，文件大幅减小。</a:t>
            </a:r>
          </a:p>
        </p:txBody>
      </p:sp>
      <p:sp>
        <p:nvSpPr>
          <p:cNvPr id="9" name="TextBox 8">
            <a:extLst xmlns:a="http://schemas.openxmlformats.org/drawingml/2006/main">
              <a:ext uri="{FF2B5EF4-FFF2-40B4-BE49-F238E27FC236}">
                <a16:creationId xmlns:a16="http://schemas.microsoft.com/office/drawing/2014/main" id="{557734D2-7AE1-4AA2-8241-DC9F76C01B13}"/>
              </a:ext>
            </a:extLst>
          </p:cNvPr>
          <p:cNvSpPr>
            <a:spLocks xmlns:a="http://schemas.openxmlformats.org/drawingml/2006/main" noGrp="1"/>
          </p:cNvSpPr>
          <p:nvPr/>
        </p:nvSpPr>
        <p:spPr>
          <a:xfrm xmlns:a="http://schemas.openxmlformats.org/drawingml/2006/main">
            <a:off x="6455664" y="2743200"/>
            <a:ext cx="4873752" cy="70104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3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300" b="0">
                <a:solidFill>
                  <a:srgbClr val="262626"/>
                </a:solidFill>
                <a:latin typeface="Alibaba PuHuiTi 3.0 55 Regular"/>
                <a:ea typeface="Alibaba PuHuiTi 3.0 55 Regular"/>
                <a:cs typeface="Alibaba PuHuiTi 3.0 55 Regular"/>
              </a:defRPr>
            </a:pPr>
            <a:r>
              <a:rPr sz="2300" b="0">
                <a:solidFill>
                  <a:srgbClr val="262626"/>
                </a:solidFill>
                <a:latin typeface="Alibaba PuHuiTi 3.0 55 Regular"/>
                <a:ea typeface="Alibaba PuHuiTi 3.0 55 Regular"/>
                <a:cs typeface="Alibaba PuHuiTi 3.0 55 Regular"/>
              </a:rPr>
              <a:t>可进一步利用的冗余通常较少，</a:t>
            </a:r>
          </a:p>
          <a:p xmlns:a="http://schemas.openxmlformats.org/drawingml/2006/main">
            <a:pPr algn="l">
              <a:spcBef>
                <a:spcPts val="0"/>
              </a:spcBef>
              <a:spcAft>
                <a:spcPts val="200"/>
              </a:spcAft>
              <a:buNone/>
              <a:defRPr sz="2300" b="0">
                <a:solidFill>
                  <a:srgbClr val="262626"/>
                </a:solidFill>
                <a:latin typeface="Alibaba PuHuiTi 3.0 55 Regular"/>
                <a:ea typeface="Alibaba PuHuiTi 3.0 55 Regular"/>
                <a:cs typeface="Alibaba PuHuiTi 3.0 55 Regular"/>
              </a:defRPr>
            </a:pPr>
            <a:r>
              <a:rPr sz="2300" b="0">
                <a:solidFill>
                  <a:srgbClr val="262626"/>
                </a:solidFill>
                <a:latin typeface="Alibaba PuHuiTi 3.0 55 Regular"/>
                <a:ea typeface="Alibaba PuHuiTi 3.0 55 Regular"/>
                <a:cs typeface="Alibaba PuHuiTi 3.0 55 Regular"/>
              </a:rPr>
              <a:t>RAR再压往往收效不大。</a:t>
            </a:r>
          </a:p>
        </p:txBody>
      </p:sp>
      <p:sp>
        <p:nvSpPr>
          <p:cNvPr id="10" name="TextBox 9">
            <a:extLst xmlns:a="http://schemas.openxmlformats.org/drawingml/2006/main">
              <a:ext uri="{FF2B5EF4-FFF2-40B4-BE49-F238E27FC236}">
                <a16:creationId xmlns:a16="http://schemas.microsoft.com/office/drawing/2014/main" id="{44ED8C18-2382-4CAF-A3F3-214C9A61240D}"/>
              </a:ext>
            </a:extLst>
          </p:cNvPr>
          <p:cNvSpPr>
            <a:spLocks xmlns:a="http://schemas.openxmlformats.org/drawingml/2006/main" noGrp="1"/>
          </p:cNvSpPr>
          <p:nvPr/>
        </p:nvSpPr>
        <p:spPr>
          <a:xfrm xmlns:a="http://schemas.openxmlformats.org/drawingml/2006/main">
            <a:off x="777240" y="5879592"/>
            <a:ext cx="10789920" cy="33528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注意：再次用有损编码重新保存，还可能累积质量损失。</a:t>
            </a:r>
          </a:p>
        </p:txBody>
      </p:sp>
    </p:spTree>
    <p:extLst>
      <p:ext uri="{BB962C8B-B14F-4D97-AF65-F5344CB8AC3E}">
        <p14:creationId xmlns:p14="http://schemas.microsoft.com/office/powerpoint/2010/main" val="933221314"/>
      </p:ext>
    </p:extLst>
  </p:cSld>
</p:sld>
</file>

<file path=ppt/slides/slide65.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42374F80-AC05-41F9-BC4E-6AF0F3F5B133}"/>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7A654D59-D72D-4BC2-A920-5877C8D4F9CB}"/>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462E9F7F-8144-40AF-8FD1-E3B3249B946F}"/>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是不是压得越小就一定越好？</a:t>
            </a:r>
          </a:p>
        </p:txBody>
      </p:sp>
      <p:sp>
        <p:nvSpPr>
          <p:cNvPr id="5" name="backup-title">
            <a:extLst xmlns:a="http://schemas.openxmlformats.org/drawingml/2006/main">
              <a:ext uri="{FF2B5EF4-FFF2-40B4-BE49-F238E27FC236}">
                <a16:creationId xmlns:a16="http://schemas.microsoft.com/office/drawing/2014/main" id="{07BE8652-2CFB-48EA-B70D-3E1F57FA9C21}"/>
              </a:ext>
            </a:extLst>
          </p:cNvPr>
          <p:cNvSpPr>
            <a:spLocks xmlns:a="http://schemas.openxmlformats.org/drawingml/2006/main" noGrp="1"/>
          </p:cNvSpPr>
          <p:nvPr/>
        </p:nvSpPr>
        <p:spPr>
          <a:xfrm xmlns:a="http://schemas.openxmlformats.org/drawingml/2006/main">
            <a:off x="609600" y="1590675"/>
            <a:ext cx="51816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400" b="1">
                <a:solidFill>
                  <a:srgbClr val="8C64E1"/>
                </a:solidFill>
                <a:latin typeface="Alibaba PuHuiTi 3.0 115 Black"/>
                <a:ea typeface="Alibaba PuHuiTi 3.0 115 Black"/>
                <a:cs typeface="Alibaba PuHuiTi 3.0 115 Black"/>
              </a:defRPr>
            </a:defPPr>
          </a:lstStyle>
          <a:p xmlns:a="http://schemas.openxmlformats.org/drawingml/2006/main">
            <a:pPr algn="l">
              <a:defRPr sz="2400" b="1">
                <a:solidFill>
                  <a:srgbClr val="8C64E1"/>
                </a:solidFill>
                <a:latin typeface="Alibaba PuHuiTi 3.0 115 Black"/>
                <a:ea typeface="Alibaba PuHuiTi 3.0 115 Black"/>
                <a:cs typeface="Alibaba PuHuiTi 3.0 115 Black"/>
              </a:defRPr>
            </a:pPr>
            <a:r>
              <a:rPr sz="2400" b="1">
                <a:solidFill>
                  <a:srgbClr val="8C64E1"/>
                </a:solidFill>
                <a:latin typeface="Alibaba PuHuiTi 3.0 115 Black"/>
                <a:ea typeface="Alibaba PuHuiTi 3.0 115 Black"/>
                <a:cs typeface="Alibaba PuHuiTi 3.0 115 Black"/>
              </a:rPr>
              <a:t>重要文档长期备份</a:t>
            </a:r>
          </a:p>
        </p:txBody>
      </p:sp>
      <p:sp>
        <p:nvSpPr>
          <p:cNvPr id="6" name="call-title">
            <a:extLst xmlns:a="http://schemas.openxmlformats.org/drawingml/2006/main">
              <a:ext uri="{FF2B5EF4-FFF2-40B4-BE49-F238E27FC236}">
                <a16:creationId xmlns:a16="http://schemas.microsoft.com/office/drawing/2014/main" id="{D623437A-4969-423C-83DD-A906B6B4C63C}"/>
              </a:ext>
            </a:extLst>
          </p:cNvPr>
          <p:cNvSpPr>
            <a:spLocks xmlns:a="http://schemas.openxmlformats.org/drawingml/2006/main" noGrp="1"/>
          </p:cNvSpPr>
          <p:nvPr/>
        </p:nvSpPr>
        <p:spPr>
          <a:xfrm xmlns:a="http://schemas.openxmlformats.org/drawingml/2006/main">
            <a:off x="6400800" y="1590675"/>
            <a:ext cx="51816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400" b="1">
                <a:solidFill>
                  <a:srgbClr val="007C9B"/>
                </a:solidFill>
                <a:latin typeface="Alibaba PuHuiTi 3.0 115 Black"/>
                <a:ea typeface="Alibaba PuHuiTi 3.0 115 Black"/>
                <a:cs typeface="Alibaba PuHuiTi 3.0 115 Black"/>
              </a:defRPr>
            </a:defPPr>
          </a:lstStyle>
          <a:p xmlns:a="http://schemas.openxmlformats.org/drawingml/2006/main">
            <a:pPr algn="l">
              <a:defRPr sz="2400" b="1">
                <a:solidFill>
                  <a:srgbClr val="007C9B"/>
                </a:solidFill>
                <a:latin typeface="Alibaba PuHuiTi 3.0 115 Black"/>
                <a:ea typeface="Alibaba PuHuiTi 3.0 115 Black"/>
                <a:cs typeface="Alibaba PuHuiTi 3.0 115 Black"/>
              </a:defRPr>
            </a:pPr>
            <a:r>
              <a:rPr sz="2400" b="1">
                <a:solidFill>
                  <a:srgbClr val="007C9B"/>
                </a:solidFill>
                <a:latin typeface="Alibaba PuHuiTi 3.0 115 Black"/>
                <a:ea typeface="Alibaba PuHuiTi 3.0 115 Black"/>
                <a:cs typeface="Alibaba PuHuiTi 3.0 115 Black"/>
              </a:rPr>
              <a:t>实时视频通话</a:t>
            </a:r>
          </a:p>
        </p:txBody>
      </p:sp>
      <p:pic>
        <p:nvPicPr>
          <p:cNvPr id="7" name="">
            <a:extLst xmlns:a="http://schemas.openxmlformats.org/drawingml/2006/main">
              <a:ext uri="{FF2B5EF4-FFF2-40B4-BE49-F238E27FC236}">
                <a16:creationId xmlns:a16="http://schemas.microsoft.com/office/drawing/2014/main" id="{4CAAD008-5A51-4C2D-AA3D-794D020ACB2A}"/>
              </a:ext>
            </a:extLst>
          </p:cNvPr>
          <p:cNvPicPr>
            <a:picLocks xmlns:a="http://schemas.openxmlformats.org/drawingml/2006/main" noChangeAspect="1"/>
          </p:cNvPicPr>
          <p:nvPr/>
        </p:nvPicPr>
        <p:blipFill>
          <a:blip xmlns:r="http://schemas.openxmlformats.org/officeDocument/2006/relationships" xmlns:a="http://schemas.openxmlformats.org/drawingml/2006/main" r:embed="Rb1b70b2d6d394d27"/>
          <a:stretch xmlns:a="http://schemas.openxmlformats.org/drawingml/2006/main"/>
        </p:blipFill>
        <p:spPr>
          <a:xfrm xmlns:a="http://schemas.openxmlformats.org/drawingml/2006/main">
            <a:off x="609621" y="2295525"/>
            <a:ext cx="5181559" cy="2800350"/>
          </a:xfrm>
          <a:prstGeom xmlns:a="http://schemas.openxmlformats.org/drawingml/2006/main" prst="rect">
            <a:avLst/>
          </a:prstGeom>
        </p:spPr>
      </p:pic>
      <p:pic>
        <p:nvPicPr>
          <p:cNvPr id="8" name="">
            <a:extLst xmlns:a="http://schemas.openxmlformats.org/drawingml/2006/main">
              <a:ext uri="{FF2B5EF4-FFF2-40B4-BE49-F238E27FC236}">
                <a16:creationId xmlns:a16="http://schemas.microsoft.com/office/drawing/2014/main" id="{7DE0588C-F763-4790-AD33-E7C00FA2D673}"/>
              </a:ext>
            </a:extLst>
          </p:cNvPr>
          <p:cNvPicPr>
            <a:picLocks xmlns:a="http://schemas.openxmlformats.org/drawingml/2006/main" noChangeAspect="1"/>
          </p:cNvPicPr>
          <p:nvPr/>
        </p:nvPicPr>
        <p:blipFill>
          <a:blip xmlns:r="http://schemas.openxmlformats.org/officeDocument/2006/relationships" xmlns:a="http://schemas.openxmlformats.org/drawingml/2006/main" r:embed="R2b03170fc17b43a5"/>
          <a:stretch xmlns:a="http://schemas.openxmlformats.org/drawingml/2006/main"/>
        </p:blipFill>
        <p:spPr>
          <a:xfrm xmlns:a="http://schemas.openxmlformats.org/drawingml/2006/main">
            <a:off x="6400821" y="2295525"/>
            <a:ext cx="5181559" cy="2800350"/>
          </a:xfrm>
          <a:prstGeom xmlns:a="http://schemas.openxmlformats.org/drawingml/2006/main" prst="rect">
            <a:avLst/>
          </a:prstGeom>
        </p:spPr>
      </p:pic>
      <p:sp>
        <p:nvSpPr>
          <p:cNvPr id="9" name="backup-criteria">
            <a:extLst xmlns:a="http://schemas.openxmlformats.org/drawingml/2006/main">
              <a:ext uri="{FF2B5EF4-FFF2-40B4-BE49-F238E27FC236}">
                <a16:creationId xmlns:a16="http://schemas.microsoft.com/office/drawing/2014/main" id="{DC0675A9-E53A-4285-A07D-6C35015D2091}"/>
              </a:ext>
            </a:extLst>
          </p:cNvPr>
          <p:cNvSpPr>
            <a:spLocks xmlns:a="http://schemas.openxmlformats.org/drawingml/2006/main" noGrp="1"/>
          </p:cNvSpPr>
          <p:nvPr/>
        </p:nvSpPr>
        <p:spPr>
          <a:xfrm xmlns:a="http://schemas.openxmlformats.org/drawingml/2006/main">
            <a:off x="609600" y="5248275"/>
            <a:ext cx="51816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优先：信息完整、能恢复、可靠保存。</a:t>
            </a:r>
          </a:p>
        </p:txBody>
      </p:sp>
      <p:sp>
        <p:nvSpPr>
          <p:cNvPr id="10" name="call-criteria">
            <a:extLst xmlns:a="http://schemas.openxmlformats.org/drawingml/2006/main">
              <a:ext uri="{FF2B5EF4-FFF2-40B4-BE49-F238E27FC236}">
                <a16:creationId xmlns:a16="http://schemas.microsoft.com/office/drawing/2014/main" id="{E3457951-3B42-42B4-942C-E86107EDF265}"/>
              </a:ext>
            </a:extLst>
          </p:cNvPr>
          <p:cNvSpPr>
            <a:spLocks xmlns:a="http://schemas.openxmlformats.org/drawingml/2006/main" noGrp="1"/>
          </p:cNvSpPr>
          <p:nvPr/>
        </p:nvSpPr>
        <p:spPr>
          <a:xfrm xmlns:a="http://schemas.openxmlformats.org/drawingml/2006/main">
            <a:off x="6400800" y="5248275"/>
            <a:ext cx="51816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兼顾：延迟、流畅度、质量与传输量。</a:t>
            </a:r>
          </a:p>
        </p:txBody>
      </p:sp>
    </p:spTree>
    <p:extLst>
      <p:ext uri="{BB962C8B-B14F-4D97-AF65-F5344CB8AC3E}">
        <p14:creationId xmlns:p14="http://schemas.microsoft.com/office/powerpoint/2010/main" val="773889408"/>
      </p:ext>
    </p:extLst>
  </p:cSld>
</p:sld>
</file>

<file path=ppt/slides/slide66.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04ECC57D-3EC2-4E82-BFDB-6B425EF4BEDF}"/>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151B0C2A-252A-4573-B386-F9E92B3F32BB}"/>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3AC6D563-4F4D-4E6B-A95A-F6972747DC6E}"/>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练习题 6</a:t>
            </a:r>
          </a:p>
        </p:txBody>
      </p:sp>
      <p:sp>
        <p:nvSpPr>
          <p:cNvPr id="5" name="practice-givens">
            <a:extLst xmlns:a="http://schemas.openxmlformats.org/drawingml/2006/main">
              <a:ext uri="{FF2B5EF4-FFF2-40B4-BE49-F238E27FC236}">
                <a16:creationId xmlns:a16="http://schemas.microsoft.com/office/drawing/2014/main" id="{8295C14A-D57C-4BBD-88B3-0849056DD12D}"/>
              </a:ext>
            </a:extLst>
          </p:cNvPr>
          <p:cNvSpPr>
            <a:spLocks xmlns:a="http://schemas.openxmlformats.org/drawingml/2006/main" noGrp="1"/>
          </p:cNvSpPr>
          <p:nvPr/>
        </p:nvSpPr>
        <p:spPr>
          <a:xfrm xmlns:a="http://schemas.openxmlformats.org/drawingml/2006/main">
            <a:off x="786384" y="1691640"/>
            <a:ext cx="10652760" cy="257175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7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700" b="0">
                <a:solidFill>
                  <a:srgbClr val="262626"/>
                </a:solidFill>
                <a:latin typeface="Alibaba PuHuiTi 3.0 55 Regular"/>
                <a:ea typeface="Alibaba PuHuiTi 3.0 55 Regular"/>
                <a:cs typeface="Alibaba PuHuiTi 3.0 55 Regular"/>
              </a:defRPr>
            </a:pPr>
            <a:r>
              <a:rPr sz="2700" b="0">
                <a:solidFill>
                  <a:srgbClr val="262626"/>
                </a:solidFill>
                <a:latin typeface="Alibaba PuHuiTi 3.0 55 Regular"/>
                <a:ea typeface="Alibaba PuHuiTi 3.0 55 Regular"/>
                <a:cs typeface="Alibaba PuHuiTi 3.0 55 Regular"/>
              </a:rPr>
              <a:t>下列说法，哪些正确？</a:t>
            </a:r>
          </a:p>
          <a:p xmlns:a="http://schemas.openxmlformats.org/drawingml/2006/main">
            <a:pPr algn="l">
              <a:spcBef>
                <a:spcPts val="0"/>
              </a:spcBef>
              <a:spcAft>
                <a:spcPts val="200"/>
              </a:spcAft>
              <a:buNone/>
              <a:defRPr sz="2700" b="0">
                <a:solidFill>
                  <a:srgbClr val="262626"/>
                </a:solidFill>
                <a:latin typeface="Alibaba PuHuiTi 3.0 55 Regular"/>
                <a:ea typeface="Alibaba PuHuiTi 3.0 55 Regular"/>
                <a:cs typeface="Alibaba PuHuiTi 3.0 55 Regular"/>
              </a:defRPr>
            </a:pPr>
            <a:r>
              <a:rPr sz="2700" b="0">
                <a:solidFill>
                  <a:srgbClr val="262626"/>
                </a:solidFill>
                <a:latin typeface="Alibaba PuHuiTi 3.0 55 Regular"/>
                <a:ea typeface="Alibaba PuHuiTi 3.0 55 Regular"/>
                <a:cs typeface="Alibaba PuHuiTi 3.0 55 Regular"/>
              </a:rPr>
              <a:t>① 增加编辑音轨，未压缩PCM数据量必然翻倍。</a:t>
            </a:r>
          </a:p>
          <a:p xmlns:a="http://schemas.openxmlformats.org/drawingml/2006/main">
            <a:pPr algn="l">
              <a:spcBef>
                <a:spcPts val="0"/>
              </a:spcBef>
              <a:spcAft>
                <a:spcPts val="200"/>
              </a:spcAft>
              <a:buNone/>
              <a:defRPr sz="2700" b="0">
                <a:solidFill>
                  <a:srgbClr val="262626"/>
                </a:solidFill>
                <a:latin typeface="Alibaba PuHuiTi 3.0 55 Regular"/>
                <a:ea typeface="Alibaba PuHuiTi 3.0 55 Regular"/>
                <a:cs typeface="Alibaba PuHuiTi 3.0 55 Regular"/>
              </a:defRPr>
            </a:pPr>
            <a:r>
              <a:rPr sz="2700" b="0">
                <a:solidFill>
                  <a:srgbClr val="262626"/>
                </a:solidFill>
                <a:latin typeface="Alibaba PuHuiTi 3.0 55 Regular"/>
                <a:ea typeface="Alibaba PuHuiTi 3.0 55 Regular"/>
                <a:cs typeface="Alibaba PuHuiTi 3.0 55 Regular"/>
              </a:rPr>
              <a:t>② 未压缩视频逐帧保存，数据量可能很大。</a:t>
            </a:r>
          </a:p>
          <a:p xmlns:a="http://schemas.openxmlformats.org/drawingml/2006/main">
            <a:pPr algn="l">
              <a:spcBef>
                <a:spcPts val="0"/>
              </a:spcBef>
              <a:spcAft>
                <a:spcPts val="200"/>
              </a:spcAft>
              <a:buNone/>
              <a:defRPr sz="2700" b="0">
                <a:solidFill>
                  <a:srgbClr val="262626"/>
                </a:solidFill>
                <a:latin typeface="Alibaba PuHuiTi 3.0 55 Regular"/>
                <a:ea typeface="Alibaba PuHuiTi 3.0 55 Regular"/>
                <a:cs typeface="Alibaba PuHuiTi 3.0 55 Regular"/>
              </a:defRPr>
            </a:pPr>
            <a:r>
              <a:rPr sz="2700" b="0">
                <a:solidFill>
                  <a:srgbClr val="262626"/>
                </a:solidFill>
                <a:latin typeface="Alibaba PuHuiTi 3.0 55 Regular"/>
                <a:ea typeface="Alibaba PuHuiTi 3.0 55 Regular"/>
                <a:cs typeface="Alibaba PuHuiTi 3.0 55 Regular"/>
              </a:rPr>
              <a:t>③ ZIP解压后可以恢复原始文档。</a:t>
            </a:r>
          </a:p>
        </p:txBody>
      </p:sp>
      <p:sp>
        <p:nvSpPr>
          <p:cNvPr id="6" name="Connector 5">
            <a:extLst xmlns:a="http://schemas.openxmlformats.org/drawingml/2006/main">
              <a:ext uri="{FF2B5EF4-FFF2-40B4-BE49-F238E27FC236}">
                <a16:creationId xmlns:a16="http://schemas.microsoft.com/office/drawing/2014/main" id="{DD961FBF-9D13-4C1C-9CCA-D690D01C1209}"/>
              </a:ext>
            </a:extLst>
          </p:cNvPr>
          <p:cNvSpPr>
            <a:spLocks xmlns:a="http://schemas.openxmlformats.org/drawingml/2006/main" noGrp="1"/>
          </p:cNvSpPr>
          <p:nvPr/>
        </p:nvSpPr>
        <p:spPr>
          <a:xfrm xmlns:a="http://schemas.openxmlformats.org/drawingml/2006/main">
            <a:off x="822960" y="4919472"/>
            <a:ext cx="10259568" cy="0"/>
          </a:xfrm>
          <a:prstGeom xmlns:a="http://schemas.openxmlformats.org/drawingml/2006/main" prst="line">
            <a:avLst/>
          </a:prstGeom>
          <a:ln xmlns:a="http://schemas.openxmlformats.org/drawingml/2006/main" w="25400">
            <a:solidFill>
              <a:srgbClr val="E2E2E7"/>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 name="TextBox 6">
            <a:extLst xmlns:a="http://schemas.openxmlformats.org/drawingml/2006/main">
              <a:ext uri="{FF2B5EF4-FFF2-40B4-BE49-F238E27FC236}">
                <a16:creationId xmlns:a16="http://schemas.microsoft.com/office/drawing/2014/main" id="{69711DFE-76B6-4FD8-A082-95D0F0D5B8D2}"/>
              </a:ext>
            </a:extLst>
          </p:cNvPr>
          <p:cNvSpPr>
            <a:spLocks xmlns:a="http://schemas.openxmlformats.org/drawingml/2006/main" noGrp="1"/>
          </p:cNvSpPr>
          <p:nvPr/>
        </p:nvSpPr>
        <p:spPr>
          <a:xfrm xmlns:a="http://schemas.openxmlformats.org/drawingml/2006/main">
            <a:off x="832104" y="5166360"/>
            <a:ext cx="10332720"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200" b="1">
                <a:solidFill>
                  <a:srgbClr val="8C64E1"/>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2200" b="1">
                <a:solidFill>
                  <a:srgbClr val="8C64E1"/>
                </a:solidFill>
                <a:latin typeface="Alibaba PuHuiTi 3.0 115 Black"/>
                <a:ea typeface="Alibaba PuHuiTi 3.0 115 Black"/>
                <a:cs typeface="Alibaba PuHuiTi 3.0 115 Black"/>
              </a:defRPr>
            </a:pPr>
            <a:r>
              <a:rPr sz="2200" b="1">
                <a:solidFill>
                  <a:srgbClr val="8C64E1"/>
                </a:solidFill>
                <a:latin typeface="Alibaba PuHuiTi 3.0 115 Black"/>
                <a:ea typeface="Alibaba PuHuiTi 3.0 115 Black"/>
                <a:cs typeface="Alibaba PuHuiTi 3.0 115 Black"/>
              </a:rPr>
              <a:t>逐条作答，并解释理由。</a:t>
            </a:r>
          </a:p>
        </p:txBody>
      </p:sp>
    </p:spTree>
    <p:extLst>
      <p:ext uri="{BB962C8B-B14F-4D97-AF65-F5344CB8AC3E}">
        <p14:creationId xmlns:p14="http://schemas.microsoft.com/office/powerpoint/2010/main" val="1473862044"/>
      </p:ext>
    </p:extLst>
  </p:cSld>
</p:sld>
</file>

<file path=ppt/slides/slide67.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C609B9DD-694F-485B-B6C8-49C3361E130C}"/>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972F7134-E441-4DA6-87C5-DA03E653B221}"/>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DCC5BE53-9689-4207-B665-44827C3A9D5B}"/>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练习题 6</a:t>
            </a:r>
          </a:p>
        </p:txBody>
      </p:sp>
      <p:sp>
        <p:nvSpPr>
          <p:cNvPr id="5" name="practice-givens">
            <a:extLst xmlns:a="http://schemas.openxmlformats.org/drawingml/2006/main">
              <a:ext uri="{FF2B5EF4-FFF2-40B4-BE49-F238E27FC236}">
                <a16:creationId xmlns:a16="http://schemas.microsoft.com/office/drawing/2014/main" id="{BFE14377-6E70-4EE8-B768-713558A5CFF9}"/>
              </a:ext>
            </a:extLst>
          </p:cNvPr>
          <p:cNvSpPr>
            <a:spLocks xmlns:a="http://schemas.openxmlformats.org/drawingml/2006/main" noGrp="1"/>
          </p:cNvSpPr>
          <p:nvPr/>
        </p:nvSpPr>
        <p:spPr>
          <a:xfrm xmlns:a="http://schemas.openxmlformats.org/drawingml/2006/main">
            <a:off x="786384" y="1691640"/>
            <a:ext cx="10652760" cy="257175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7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700" b="0">
                <a:solidFill>
                  <a:srgbClr val="262626"/>
                </a:solidFill>
                <a:latin typeface="Alibaba PuHuiTi 3.0 55 Regular"/>
                <a:ea typeface="Alibaba PuHuiTi 3.0 55 Regular"/>
                <a:cs typeface="Alibaba PuHuiTi 3.0 55 Regular"/>
              </a:defRPr>
            </a:pPr>
            <a:r>
              <a:rPr sz="2700" b="0">
                <a:solidFill>
                  <a:srgbClr val="262626"/>
                </a:solidFill>
                <a:latin typeface="Alibaba PuHuiTi 3.0 55 Regular"/>
                <a:ea typeface="Alibaba PuHuiTi 3.0 55 Regular"/>
                <a:cs typeface="Alibaba PuHuiTi 3.0 55 Regular"/>
              </a:rPr>
              <a:t>下列说法，哪些正确？</a:t>
            </a:r>
          </a:p>
          <a:p xmlns:a="http://schemas.openxmlformats.org/drawingml/2006/main">
            <a:pPr algn="l">
              <a:spcBef>
                <a:spcPts val="0"/>
              </a:spcBef>
              <a:spcAft>
                <a:spcPts val="200"/>
              </a:spcAft>
              <a:buNone/>
              <a:defRPr sz="2700" b="0">
                <a:solidFill>
                  <a:srgbClr val="262626"/>
                </a:solidFill>
                <a:latin typeface="Alibaba PuHuiTi 3.0 55 Regular"/>
                <a:ea typeface="Alibaba PuHuiTi 3.0 55 Regular"/>
                <a:cs typeface="Alibaba PuHuiTi 3.0 55 Regular"/>
              </a:defRPr>
            </a:pPr>
            <a:r>
              <a:rPr sz="2700" b="0">
                <a:solidFill>
                  <a:srgbClr val="262626"/>
                </a:solidFill>
                <a:latin typeface="Alibaba PuHuiTi 3.0 55 Regular"/>
                <a:ea typeface="Alibaba PuHuiTi 3.0 55 Regular"/>
                <a:cs typeface="Alibaba PuHuiTi 3.0 55 Regular"/>
              </a:rPr>
              <a:t>① 增加编辑音轨，未压缩PCM数据量必然翻倍。</a:t>
            </a:r>
          </a:p>
          <a:p xmlns:a="http://schemas.openxmlformats.org/drawingml/2006/main">
            <a:pPr algn="l">
              <a:spcBef>
                <a:spcPts val="0"/>
              </a:spcBef>
              <a:spcAft>
                <a:spcPts val="200"/>
              </a:spcAft>
              <a:buNone/>
              <a:defRPr sz="2700" b="0">
                <a:solidFill>
                  <a:srgbClr val="262626"/>
                </a:solidFill>
                <a:latin typeface="Alibaba PuHuiTi 3.0 55 Regular"/>
                <a:ea typeface="Alibaba PuHuiTi 3.0 55 Regular"/>
                <a:cs typeface="Alibaba PuHuiTi 3.0 55 Regular"/>
              </a:defRPr>
            </a:pPr>
            <a:r>
              <a:rPr sz="2700" b="0">
                <a:solidFill>
                  <a:srgbClr val="262626"/>
                </a:solidFill>
                <a:latin typeface="Alibaba PuHuiTi 3.0 55 Regular"/>
                <a:ea typeface="Alibaba PuHuiTi 3.0 55 Regular"/>
                <a:cs typeface="Alibaba PuHuiTi 3.0 55 Regular"/>
              </a:rPr>
              <a:t>② 未压缩视频逐帧保存，数据量可能很大。</a:t>
            </a:r>
          </a:p>
          <a:p xmlns:a="http://schemas.openxmlformats.org/drawingml/2006/main">
            <a:pPr algn="l">
              <a:spcBef>
                <a:spcPts val="0"/>
              </a:spcBef>
              <a:spcAft>
                <a:spcPts val="200"/>
              </a:spcAft>
              <a:buNone/>
              <a:defRPr sz="2700" b="0">
                <a:solidFill>
                  <a:srgbClr val="262626"/>
                </a:solidFill>
                <a:latin typeface="Alibaba PuHuiTi 3.0 55 Regular"/>
                <a:ea typeface="Alibaba PuHuiTi 3.0 55 Regular"/>
                <a:cs typeface="Alibaba PuHuiTi 3.0 55 Regular"/>
              </a:defRPr>
            </a:pPr>
            <a:r>
              <a:rPr sz="2700" b="0">
                <a:solidFill>
                  <a:srgbClr val="262626"/>
                </a:solidFill>
                <a:latin typeface="Alibaba PuHuiTi 3.0 55 Regular"/>
                <a:ea typeface="Alibaba PuHuiTi 3.0 55 Regular"/>
                <a:cs typeface="Alibaba PuHuiTi 3.0 55 Regular"/>
              </a:rPr>
              <a:t>③ ZIP解压后可以恢复原始文档。</a:t>
            </a:r>
          </a:p>
        </p:txBody>
      </p:sp>
      <p:sp>
        <p:nvSpPr>
          <p:cNvPr id="6" name="Connector 5">
            <a:extLst xmlns:a="http://schemas.openxmlformats.org/drawingml/2006/main">
              <a:ext uri="{FF2B5EF4-FFF2-40B4-BE49-F238E27FC236}">
                <a16:creationId xmlns:a16="http://schemas.microsoft.com/office/drawing/2014/main" id="{E79C305F-653C-4652-98AA-12B8FF00A3C9}"/>
              </a:ext>
            </a:extLst>
          </p:cNvPr>
          <p:cNvSpPr>
            <a:spLocks xmlns:a="http://schemas.openxmlformats.org/drawingml/2006/main" noGrp="1"/>
          </p:cNvSpPr>
          <p:nvPr/>
        </p:nvSpPr>
        <p:spPr>
          <a:xfrm xmlns:a="http://schemas.openxmlformats.org/drawingml/2006/main">
            <a:off x="822960" y="4919472"/>
            <a:ext cx="10259568" cy="0"/>
          </a:xfrm>
          <a:prstGeom xmlns:a="http://schemas.openxmlformats.org/drawingml/2006/main" prst="line">
            <a:avLst/>
          </a:prstGeom>
          <a:ln xmlns:a="http://schemas.openxmlformats.org/drawingml/2006/main" w="25400">
            <a:solidFill>
              <a:srgbClr val="E2E2E7"/>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 name="TextBox 6">
            <a:extLst xmlns:a="http://schemas.openxmlformats.org/drawingml/2006/main">
              <a:ext uri="{FF2B5EF4-FFF2-40B4-BE49-F238E27FC236}">
                <a16:creationId xmlns:a16="http://schemas.microsoft.com/office/drawing/2014/main" id="{BF61D177-73CD-49B9-B4DD-F2CCA6C94618}"/>
              </a:ext>
            </a:extLst>
          </p:cNvPr>
          <p:cNvSpPr>
            <a:spLocks xmlns:a="http://schemas.openxmlformats.org/drawingml/2006/main" noGrp="1"/>
          </p:cNvSpPr>
          <p:nvPr/>
        </p:nvSpPr>
        <p:spPr>
          <a:xfrm xmlns:a="http://schemas.openxmlformats.org/drawingml/2006/main">
            <a:off x="832104" y="5074920"/>
            <a:ext cx="10515600" cy="3505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300" b="1">
                <a:solidFill>
                  <a:srgbClr val="8C64E1"/>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2300" b="1">
                <a:solidFill>
                  <a:srgbClr val="8C64E1"/>
                </a:solidFill>
                <a:latin typeface="Alibaba PuHuiTi 3.0 115 Black"/>
                <a:ea typeface="Alibaba PuHuiTi 3.0 115 Black"/>
                <a:cs typeface="Alibaba PuHuiTi 3.0 115 Black"/>
              </a:defRPr>
            </a:pPr>
            <a:r>
              <a:rPr sz="2300" b="1">
                <a:solidFill>
                  <a:srgbClr val="8C64E1"/>
                </a:solidFill>
                <a:latin typeface="Alibaba PuHuiTi 3.0 115 Black"/>
                <a:ea typeface="Alibaba PuHuiTi 3.0 115 Black"/>
                <a:cs typeface="Alibaba PuHuiTi 3.0 115 Black"/>
              </a:rPr>
              <a:t>答案：①错；②对；③对。</a:t>
            </a:r>
          </a:p>
        </p:txBody>
      </p:sp>
      <p:sp>
        <p:nvSpPr>
          <p:cNvPr id="8" name="TextBox 7">
            <a:extLst xmlns:a="http://schemas.openxmlformats.org/drawingml/2006/main">
              <a:ext uri="{FF2B5EF4-FFF2-40B4-BE49-F238E27FC236}">
                <a16:creationId xmlns:a16="http://schemas.microsoft.com/office/drawing/2014/main" id="{85AA293A-84C1-4F1F-BF91-C1D2AF183C16}"/>
              </a:ext>
            </a:extLst>
          </p:cNvPr>
          <p:cNvSpPr>
            <a:spLocks xmlns:a="http://schemas.openxmlformats.org/drawingml/2006/main" noGrp="1"/>
          </p:cNvSpPr>
          <p:nvPr/>
        </p:nvSpPr>
        <p:spPr>
          <a:xfrm xmlns:a="http://schemas.openxmlformats.org/drawingml/2006/main">
            <a:off x="832104" y="5660136"/>
            <a:ext cx="10515600" cy="33528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①音轨不等于声道；②每帧的数据量相加可能很大；③ZIP为无损归档。</a:t>
            </a:r>
          </a:p>
        </p:txBody>
      </p:sp>
    </p:spTree>
    <p:extLst>
      <p:ext uri="{BB962C8B-B14F-4D97-AF65-F5344CB8AC3E}">
        <p14:creationId xmlns:p14="http://schemas.microsoft.com/office/powerpoint/2010/main" val="1238523999"/>
      </p:ext>
    </p:extLst>
  </p:cSld>
</p:sld>
</file>

<file path=ppt/slides/slide68.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C134AEC3-F7F9-41A6-B0D5-952E9215F7CF}"/>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B00E3C23-EE20-4E54-A8A3-61FC7D9A5AC0}"/>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19F4FB7B-8AD4-4807-B433-8ACDC5C6C31A}"/>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离开课堂前，解释三个为什么</a:t>
            </a:r>
          </a:p>
        </p:txBody>
      </p:sp>
      <p:sp>
        <p:nvSpPr>
          <p:cNvPr id="5" name="TextBox 4">
            <a:extLst xmlns:a="http://schemas.openxmlformats.org/drawingml/2006/main">
              <a:ext uri="{FF2B5EF4-FFF2-40B4-BE49-F238E27FC236}">
                <a16:creationId xmlns:a16="http://schemas.microsoft.com/office/drawing/2014/main" id="{78C11642-739C-4B7F-B0E3-3546DFE46D92}"/>
              </a:ext>
            </a:extLst>
          </p:cNvPr>
          <p:cNvSpPr>
            <a:spLocks xmlns:a="http://schemas.openxmlformats.org/drawingml/2006/main" noGrp="1"/>
          </p:cNvSpPr>
          <p:nvPr/>
        </p:nvSpPr>
        <p:spPr>
          <a:xfrm xmlns:a="http://schemas.openxmlformats.org/drawingml/2006/main">
            <a:off x="786384" y="1952625"/>
            <a:ext cx="10668000" cy="6667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24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2400" b="1">
                <a:solidFill>
                  <a:srgbClr val="262626"/>
                </a:solidFill>
                <a:latin typeface="Alibaba PuHuiTi 3.0 115 Black"/>
                <a:ea typeface="Alibaba PuHuiTi 3.0 115 Black"/>
                <a:cs typeface="Alibaba PuHuiTi 3.0 115 Black"/>
              </a:defRPr>
            </a:pPr>
            <a:r>
              <a:rPr sz="2400" b="1">
                <a:solidFill>
                  <a:srgbClr val="262626"/>
                </a:solidFill>
                <a:latin typeface="Alibaba PuHuiTi 3.0 115 Black"/>
                <a:ea typeface="Alibaba PuHuiTi 3.0 115 Black"/>
                <a:cs typeface="Alibaba PuHuiTi 3.0 115 Black"/>
              </a:rPr>
              <a:t>① 声音为什么能变成一组0和1？</a:t>
            </a:r>
          </a:p>
        </p:txBody>
      </p:sp>
      <p:sp>
        <p:nvSpPr>
          <p:cNvPr id="6" name="TextBox 5">
            <a:extLst xmlns:a="http://schemas.openxmlformats.org/drawingml/2006/main">
              <a:ext uri="{FF2B5EF4-FFF2-40B4-BE49-F238E27FC236}">
                <a16:creationId xmlns:a16="http://schemas.microsoft.com/office/drawing/2014/main" id="{F7184CA6-1653-4AF3-91A0-6BD76E3B69E1}"/>
              </a:ext>
            </a:extLst>
          </p:cNvPr>
          <p:cNvSpPr>
            <a:spLocks xmlns:a="http://schemas.openxmlformats.org/drawingml/2006/main" noGrp="1"/>
          </p:cNvSpPr>
          <p:nvPr/>
        </p:nvSpPr>
        <p:spPr>
          <a:xfrm xmlns:a="http://schemas.openxmlformats.org/drawingml/2006/main">
            <a:off x="786384" y="3381375"/>
            <a:ext cx="10668000" cy="6667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24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2400" b="1">
                <a:solidFill>
                  <a:srgbClr val="262626"/>
                </a:solidFill>
                <a:latin typeface="Alibaba PuHuiTi 3.0 115 Black"/>
                <a:ea typeface="Alibaba PuHuiTi 3.0 115 Black"/>
                <a:cs typeface="Alibaba PuHuiTi 3.0 115 Black"/>
              </a:defRPr>
            </a:pPr>
            <a:r>
              <a:rPr sz="2400" b="1">
                <a:solidFill>
                  <a:srgbClr val="262626"/>
                </a:solidFill>
                <a:latin typeface="Alibaba PuHuiTi 3.0 115 Black"/>
                <a:ea typeface="Alibaba PuHuiTi 3.0 115 Black"/>
                <a:cs typeface="Alibaba PuHuiTi 3.0 115 Black"/>
              </a:rPr>
              <a:t>② 小视频为什么可能算出6.44 GiB？</a:t>
            </a:r>
          </a:p>
        </p:txBody>
      </p:sp>
      <p:sp>
        <p:nvSpPr>
          <p:cNvPr id="7" name="TextBox 6">
            <a:extLst xmlns:a="http://schemas.openxmlformats.org/drawingml/2006/main">
              <a:ext uri="{FF2B5EF4-FFF2-40B4-BE49-F238E27FC236}">
                <a16:creationId xmlns:a16="http://schemas.microsoft.com/office/drawing/2014/main" id="{5B94B5CC-23AD-4092-BE37-730824E196A6}"/>
              </a:ext>
            </a:extLst>
          </p:cNvPr>
          <p:cNvSpPr>
            <a:spLocks xmlns:a="http://schemas.openxmlformats.org/drawingml/2006/main" noGrp="1"/>
          </p:cNvSpPr>
          <p:nvPr/>
        </p:nvSpPr>
        <p:spPr>
          <a:xfrm xmlns:a="http://schemas.openxmlformats.org/drawingml/2006/main">
            <a:off x="786384" y="4810125"/>
            <a:ext cx="10668000" cy="6667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24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2400" b="1">
                <a:solidFill>
                  <a:srgbClr val="262626"/>
                </a:solidFill>
                <a:latin typeface="Alibaba PuHuiTi 3.0 115 Black"/>
                <a:ea typeface="Alibaba PuHuiTi 3.0 115 Black"/>
                <a:cs typeface="Alibaba PuHuiTi 3.0 115 Black"/>
              </a:defRPr>
            </a:pPr>
            <a:r>
              <a:rPr sz="2400" b="1">
                <a:solidFill>
                  <a:srgbClr val="262626"/>
                </a:solidFill>
                <a:latin typeface="Alibaba PuHuiTi 3.0 115 Black"/>
                <a:ea typeface="Alibaba PuHuiTi 3.0 115 Black"/>
                <a:cs typeface="Alibaba PuHuiTi 3.0 115 Black"/>
              </a:rPr>
              <a:t>③ 有些文件为什么压缩后变化很小？</a:t>
            </a:r>
          </a:p>
        </p:txBody>
      </p:sp>
    </p:spTree>
    <p:extLst>
      <p:ext uri="{BB962C8B-B14F-4D97-AF65-F5344CB8AC3E}">
        <p14:creationId xmlns:p14="http://schemas.microsoft.com/office/powerpoint/2010/main" val="1286529956"/>
      </p:ext>
    </p:extLst>
  </p:cSld>
</p:sld>
</file>

<file path=ppt/slides/slide69.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B806A80F-9517-4119-88B4-5801120B0F57}"/>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7D69891D-09F9-45E6-AD82-32014DA14FEE}"/>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3D9505BC-8BAE-476B-B792-422FC27E716A}"/>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可选拓展：采样不足时会发生什么？</a:t>
            </a:r>
          </a:p>
        </p:txBody>
      </p:sp>
      <p:sp>
        <p:nvSpPr>
          <p:cNvPr id="5" name="Connector 4">
            <a:extLst xmlns:a="http://schemas.openxmlformats.org/drawingml/2006/main">
              <a:ext uri="{FF2B5EF4-FFF2-40B4-BE49-F238E27FC236}">
                <a16:creationId xmlns:a16="http://schemas.microsoft.com/office/drawing/2014/main" id="{057BC18E-A11B-4D87-B05C-4DC1A83D46D2}"/>
              </a:ext>
            </a:extLst>
          </p:cNvPr>
          <p:cNvSpPr>
            <a:spLocks xmlns:a="http://schemas.openxmlformats.org/drawingml/2006/main" noGrp="1"/>
          </p:cNvSpPr>
          <p:nvPr/>
        </p:nvSpPr>
        <p:spPr>
          <a:xfrm xmlns:a="http://schemas.openxmlformats.org/drawingml/2006/main">
            <a:off x="1097280" y="2468880"/>
            <a:ext cx="9509760" cy="0"/>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 name="Connector 5">
            <a:extLst xmlns:a="http://schemas.openxmlformats.org/drawingml/2006/main">
              <a:ext uri="{FF2B5EF4-FFF2-40B4-BE49-F238E27FC236}">
                <a16:creationId xmlns:a16="http://schemas.microsoft.com/office/drawing/2014/main" id="{1FA559A8-943F-4B7A-B21E-5990ED92B708}"/>
              </a:ext>
            </a:extLst>
          </p:cNvPr>
          <p:cNvSpPr>
            <a:spLocks xmlns:a="http://schemas.openxmlformats.org/drawingml/2006/main" noGrp="1"/>
          </p:cNvSpPr>
          <p:nvPr/>
        </p:nvSpPr>
        <p:spPr>
          <a:xfrm xmlns:a="http://schemas.openxmlformats.org/drawingml/2006/main">
            <a:off x="1188720" y="1810512"/>
            <a:ext cx="0" cy="1325880"/>
          </a:xfrm>
          <a:prstGeom xmlns:a="http://schemas.openxmlformats.org/drawingml/2006/main" prst="line">
            <a:avLst/>
          </a:prstGeom>
          <a:ln xmlns:a="http://schemas.openxmlformats.org/drawingml/2006/main" w="1651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 name="TextBox 8">
            <a:extLst xmlns:a="http://schemas.openxmlformats.org/drawingml/2006/main">
              <a:ext uri="{FF2B5EF4-FFF2-40B4-BE49-F238E27FC236}">
                <a16:creationId xmlns:a16="http://schemas.microsoft.com/office/drawing/2014/main" id="{29F8AAB3-3C06-4F32-859D-070A2BCB8C11}"/>
              </a:ext>
            </a:extLst>
          </p:cNvPr>
          <p:cNvSpPr>
            <a:spLocks xmlns:a="http://schemas.openxmlformats.org/drawingml/2006/main" noGrp="1"/>
          </p:cNvSpPr>
          <p:nvPr/>
        </p:nvSpPr>
        <p:spPr>
          <a:xfrm xmlns:a="http://schemas.openxmlformats.org/drawingml/2006/main">
            <a:off x="1097280" y="1271016"/>
            <a:ext cx="9509760"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200" b="1">
                <a:solidFill>
                  <a:srgbClr val="8C64E1"/>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2200" b="1">
                <a:solidFill>
                  <a:srgbClr val="8C64E1"/>
                </a:solidFill>
                <a:latin typeface="Alibaba PuHuiTi 3.0 115 Black"/>
                <a:ea typeface="Alibaba PuHuiTi 3.0 115 Black"/>
                <a:cs typeface="Alibaba PuHuiTi 3.0 115 Black"/>
              </a:defRPr>
            </a:pPr>
            <a:r>
              <a:rPr sz="2200" b="1">
                <a:solidFill>
                  <a:srgbClr val="8C64E1"/>
                </a:solidFill>
                <a:latin typeface="Alibaba PuHuiTi 3.0 115 Black"/>
                <a:ea typeface="Alibaba PuHuiTi 3.0 115 Black"/>
                <a:cs typeface="Alibaba PuHuiTi 3.0 115 Black"/>
              </a:rPr>
              <a:t>波形 A</a:t>
            </a:r>
          </a:p>
        </p:txBody>
      </p:sp>
      <p:sp>
        <p:nvSpPr>
          <p:cNvPr id="10" name="Connector 9">
            <a:extLst xmlns:a="http://schemas.openxmlformats.org/drawingml/2006/main">
              <a:ext uri="{FF2B5EF4-FFF2-40B4-BE49-F238E27FC236}">
                <a16:creationId xmlns:a16="http://schemas.microsoft.com/office/drawing/2014/main" id="{2EFD37E5-88A4-4E21-99EC-C3522B2C3B3F}"/>
              </a:ext>
            </a:extLst>
          </p:cNvPr>
          <p:cNvSpPr>
            <a:spLocks xmlns:a="http://schemas.openxmlformats.org/drawingml/2006/main" noGrp="1"/>
          </p:cNvSpPr>
          <p:nvPr/>
        </p:nvSpPr>
        <p:spPr>
          <a:xfrm xmlns:a="http://schemas.openxmlformats.org/drawingml/2006/main" flipV="1">
            <a:off x="1188720" y="2369440"/>
            <a:ext cx="87325" cy="44575"/>
          </a:xfrm>
          <a:prstGeom xmlns:a="http://schemas.openxmlformats.org/drawingml/2006/main" prst="line">
            <a:avLst/>
          </a:prstGeom>
          <a:ln xmlns:a="http://schemas.openxmlformats.org/drawingml/2006/main" w="2413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1" name="Connector 10">
            <a:extLst xmlns:a="http://schemas.openxmlformats.org/drawingml/2006/main">
              <a:ext uri="{FF2B5EF4-FFF2-40B4-BE49-F238E27FC236}">
                <a16:creationId xmlns:a16="http://schemas.microsoft.com/office/drawing/2014/main" id="{8EA16012-3397-4B6A-B1B8-5FE09C57EFA7}"/>
              </a:ext>
            </a:extLst>
          </p:cNvPr>
          <p:cNvSpPr>
            <a:spLocks xmlns:a="http://schemas.openxmlformats.org/drawingml/2006/main" noGrp="1"/>
          </p:cNvSpPr>
          <p:nvPr/>
        </p:nvSpPr>
        <p:spPr>
          <a:xfrm xmlns:a="http://schemas.openxmlformats.org/drawingml/2006/main" flipV="1">
            <a:off x="1276045" y="2325261"/>
            <a:ext cx="87325" cy="44179"/>
          </a:xfrm>
          <a:prstGeom xmlns:a="http://schemas.openxmlformats.org/drawingml/2006/main" prst="line">
            <a:avLst/>
          </a:prstGeom>
          <a:ln xmlns:a="http://schemas.openxmlformats.org/drawingml/2006/main" w="2413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2" name="Connector 11">
            <a:extLst xmlns:a="http://schemas.openxmlformats.org/drawingml/2006/main">
              <a:ext uri="{FF2B5EF4-FFF2-40B4-BE49-F238E27FC236}">
                <a16:creationId xmlns:a16="http://schemas.microsoft.com/office/drawing/2014/main" id="{40319331-FB70-4319-8587-6C17C525664A}"/>
              </a:ext>
            </a:extLst>
          </p:cNvPr>
          <p:cNvSpPr>
            <a:spLocks xmlns:a="http://schemas.openxmlformats.org/drawingml/2006/main" noGrp="1"/>
          </p:cNvSpPr>
          <p:nvPr/>
        </p:nvSpPr>
        <p:spPr>
          <a:xfrm xmlns:a="http://schemas.openxmlformats.org/drawingml/2006/main" flipV="1">
            <a:off x="1363370" y="2281869"/>
            <a:ext cx="87325" cy="43392"/>
          </a:xfrm>
          <a:prstGeom xmlns:a="http://schemas.openxmlformats.org/drawingml/2006/main" prst="line">
            <a:avLst/>
          </a:prstGeom>
          <a:ln xmlns:a="http://schemas.openxmlformats.org/drawingml/2006/main" w="2413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3" name="Connector 12">
            <a:extLst xmlns:a="http://schemas.openxmlformats.org/drawingml/2006/main">
              <a:ext uri="{FF2B5EF4-FFF2-40B4-BE49-F238E27FC236}">
                <a16:creationId xmlns:a16="http://schemas.microsoft.com/office/drawing/2014/main" id="{3648AA83-00C0-49D4-8921-328F4BF17932}"/>
              </a:ext>
            </a:extLst>
          </p:cNvPr>
          <p:cNvSpPr>
            <a:spLocks xmlns:a="http://schemas.openxmlformats.org/drawingml/2006/main" noGrp="1"/>
          </p:cNvSpPr>
          <p:nvPr/>
        </p:nvSpPr>
        <p:spPr>
          <a:xfrm xmlns:a="http://schemas.openxmlformats.org/drawingml/2006/main" flipV="1">
            <a:off x="1450695" y="2239650"/>
            <a:ext cx="87325" cy="42219"/>
          </a:xfrm>
          <a:prstGeom xmlns:a="http://schemas.openxmlformats.org/drawingml/2006/main" prst="line">
            <a:avLst/>
          </a:prstGeom>
          <a:ln xmlns:a="http://schemas.openxmlformats.org/drawingml/2006/main" w="2413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4" name="Connector 13">
            <a:extLst xmlns:a="http://schemas.openxmlformats.org/drawingml/2006/main">
              <a:ext uri="{FF2B5EF4-FFF2-40B4-BE49-F238E27FC236}">
                <a16:creationId xmlns:a16="http://schemas.microsoft.com/office/drawing/2014/main" id="{BB1038BD-70E8-458B-9408-CBC31E97938C}"/>
              </a:ext>
            </a:extLst>
          </p:cNvPr>
          <p:cNvSpPr>
            <a:spLocks xmlns:a="http://schemas.openxmlformats.org/drawingml/2006/main" noGrp="1"/>
          </p:cNvSpPr>
          <p:nvPr/>
        </p:nvSpPr>
        <p:spPr>
          <a:xfrm xmlns:a="http://schemas.openxmlformats.org/drawingml/2006/main" flipV="1">
            <a:off x="1538020" y="2198979"/>
            <a:ext cx="87326" cy="40671"/>
          </a:xfrm>
          <a:prstGeom xmlns:a="http://schemas.openxmlformats.org/drawingml/2006/main" prst="line">
            <a:avLst/>
          </a:prstGeom>
          <a:ln xmlns:a="http://schemas.openxmlformats.org/drawingml/2006/main" w="2413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5" name="Connector 14">
            <a:extLst xmlns:a="http://schemas.openxmlformats.org/drawingml/2006/main">
              <a:ext uri="{FF2B5EF4-FFF2-40B4-BE49-F238E27FC236}">
                <a16:creationId xmlns:a16="http://schemas.microsoft.com/office/drawing/2014/main" id="{1F54422B-5F7C-4AA8-AF66-E04FCC268781}"/>
              </a:ext>
            </a:extLst>
          </p:cNvPr>
          <p:cNvSpPr>
            <a:spLocks xmlns:a="http://schemas.openxmlformats.org/drawingml/2006/main" noGrp="1"/>
          </p:cNvSpPr>
          <p:nvPr/>
        </p:nvSpPr>
        <p:spPr>
          <a:xfrm xmlns:a="http://schemas.openxmlformats.org/drawingml/2006/main" flipV="1">
            <a:off x="1625346" y="2160216"/>
            <a:ext cx="87325" cy="38763"/>
          </a:xfrm>
          <a:prstGeom xmlns:a="http://schemas.openxmlformats.org/drawingml/2006/main" prst="line">
            <a:avLst/>
          </a:prstGeom>
          <a:ln xmlns:a="http://schemas.openxmlformats.org/drawingml/2006/main" w="2413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6" name="Connector 15">
            <a:extLst xmlns:a="http://schemas.openxmlformats.org/drawingml/2006/main">
              <a:ext uri="{FF2B5EF4-FFF2-40B4-BE49-F238E27FC236}">
                <a16:creationId xmlns:a16="http://schemas.microsoft.com/office/drawing/2014/main" id="{C0EF0A77-F0E4-4A5B-9397-636383EB3CA8}"/>
              </a:ext>
            </a:extLst>
          </p:cNvPr>
          <p:cNvSpPr>
            <a:spLocks xmlns:a="http://schemas.openxmlformats.org/drawingml/2006/main" noGrp="1"/>
          </p:cNvSpPr>
          <p:nvPr/>
        </p:nvSpPr>
        <p:spPr>
          <a:xfrm xmlns:a="http://schemas.openxmlformats.org/drawingml/2006/main" flipV="1">
            <a:off x="1712671" y="2123706"/>
            <a:ext cx="87325" cy="36510"/>
          </a:xfrm>
          <a:prstGeom xmlns:a="http://schemas.openxmlformats.org/drawingml/2006/main" prst="line">
            <a:avLst/>
          </a:prstGeom>
          <a:ln xmlns:a="http://schemas.openxmlformats.org/drawingml/2006/main" w="2413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7" name="Connector 16">
            <a:extLst xmlns:a="http://schemas.openxmlformats.org/drawingml/2006/main">
              <a:ext uri="{FF2B5EF4-FFF2-40B4-BE49-F238E27FC236}">
                <a16:creationId xmlns:a16="http://schemas.microsoft.com/office/drawing/2014/main" id="{493D5701-DFE4-462A-AA98-E76577EFCB88}"/>
              </a:ext>
            </a:extLst>
          </p:cNvPr>
          <p:cNvSpPr>
            <a:spLocks xmlns:a="http://schemas.openxmlformats.org/drawingml/2006/main" noGrp="1"/>
          </p:cNvSpPr>
          <p:nvPr/>
        </p:nvSpPr>
        <p:spPr>
          <a:xfrm xmlns:a="http://schemas.openxmlformats.org/drawingml/2006/main" flipV="1">
            <a:off x="1799996" y="2089773"/>
            <a:ext cx="87325" cy="33933"/>
          </a:xfrm>
          <a:prstGeom xmlns:a="http://schemas.openxmlformats.org/drawingml/2006/main" prst="line">
            <a:avLst/>
          </a:prstGeom>
          <a:ln xmlns:a="http://schemas.openxmlformats.org/drawingml/2006/main" w="2413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8" name="Connector 17">
            <a:extLst xmlns:a="http://schemas.openxmlformats.org/drawingml/2006/main">
              <a:ext uri="{FF2B5EF4-FFF2-40B4-BE49-F238E27FC236}">
                <a16:creationId xmlns:a16="http://schemas.microsoft.com/office/drawing/2014/main" id="{B53EB39C-0A77-4772-857C-6E636D9A633D}"/>
              </a:ext>
            </a:extLst>
          </p:cNvPr>
          <p:cNvSpPr>
            <a:spLocks xmlns:a="http://schemas.openxmlformats.org/drawingml/2006/main" noGrp="1"/>
          </p:cNvSpPr>
          <p:nvPr/>
        </p:nvSpPr>
        <p:spPr>
          <a:xfrm xmlns:a="http://schemas.openxmlformats.org/drawingml/2006/main" flipV="1">
            <a:off x="1887321" y="2058718"/>
            <a:ext cx="87325" cy="31055"/>
          </a:xfrm>
          <a:prstGeom xmlns:a="http://schemas.openxmlformats.org/drawingml/2006/main" prst="line">
            <a:avLst/>
          </a:prstGeom>
          <a:ln xmlns:a="http://schemas.openxmlformats.org/drawingml/2006/main" w="2413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9" name="Connector 18">
            <a:extLst xmlns:a="http://schemas.openxmlformats.org/drawingml/2006/main">
              <a:ext uri="{FF2B5EF4-FFF2-40B4-BE49-F238E27FC236}">
                <a16:creationId xmlns:a16="http://schemas.microsoft.com/office/drawing/2014/main" id="{B1A67C9F-AD24-443F-ADF5-10E835B666E7}"/>
              </a:ext>
            </a:extLst>
          </p:cNvPr>
          <p:cNvSpPr>
            <a:spLocks xmlns:a="http://schemas.openxmlformats.org/drawingml/2006/main" noGrp="1"/>
          </p:cNvSpPr>
          <p:nvPr/>
        </p:nvSpPr>
        <p:spPr>
          <a:xfrm xmlns:a="http://schemas.openxmlformats.org/drawingml/2006/main" flipV="1">
            <a:off x="1974646" y="2030817"/>
            <a:ext cx="87326" cy="27901"/>
          </a:xfrm>
          <a:prstGeom xmlns:a="http://schemas.openxmlformats.org/drawingml/2006/main" prst="line">
            <a:avLst/>
          </a:prstGeom>
          <a:ln xmlns:a="http://schemas.openxmlformats.org/drawingml/2006/main" w="2413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0" name="Connector 19">
            <a:extLst xmlns:a="http://schemas.openxmlformats.org/drawingml/2006/main">
              <a:ext uri="{FF2B5EF4-FFF2-40B4-BE49-F238E27FC236}">
                <a16:creationId xmlns:a16="http://schemas.microsoft.com/office/drawing/2014/main" id="{57208BDD-99DD-4D37-A9AD-56230C5C6A7D}"/>
              </a:ext>
            </a:extLst>
          </p:cNvPr>
          <p:cNvSpPr>
            <a:spLocks xmlns:a="http://schemas.openxmlformats.org/drawingml/2006/main" noGrp="1"/>
          </p:cNvSpPr>
          <p:nvPr/>
        </p:nvSpPr>
        <p:spPr>
          <a:xfrm xmlns:a="http://schemas.openxmlformats.org/drawingml/2006/main" flipV="1">
            <a:off x="2061972" y="2006317"/>
            <a:ext cx="87325" cy="24500"/>
          </a:xfrm>
          <a:prstGeom xmlns:a="http://schemas.openxmlformats.org/drawingml/2006/main" prst="line">
            <a:avLst/>
          </a:prstGeom>
          <a:ln xmlns:a="http://schemas.openxmlformats.org/drawingml/2006/main" w="2413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1" name="Connector 20">
            <a:extLst xmlns:a="http://schemas.openxmlformats.org/drawingml/2006/main">
              <a:ext uri="{FF2B5EF4-FFF2-40B4-BE49-F238E27FC236}">
                <a16:creationId xmlns:a16="http://schemas.microsoft.com/office/drawing/2014/main" id="{1B6E5E5B-2DE3-435C-B2C8-89B7EB1ECABD}"/>
              </a:ext>
            </a:extLst>
          </p:cNvPr>
          <p:cNvSpPr>
            <a:spLocks xmlns:a="http://schemas.openxmlformats.org/drawingml/2006/main" noGrp="1"/>
          </p:cNvSpPr>
          <p:nvPr/>
        </p:nvSpPr>
        <p:spPr>
          <a:xfrm xmlns:a="http://schemas.openxmlformats.org/drawingml/2006/main" flipV="1">
            <a:off x="2149297" y="1985436"/>
            <a:ext cx="87325" cy="20881"/>
          </a:xfrm>
          <a:prstGeom xmlns:a="http://schemas.openxmlformats.org/drawingml/2006/main" prst="line">
            <a:avLst/>
          </a:prstGeom>
          <a:ln xmlns:a="http://schemas.openxmlformats.org/drawingml/2006/main" w="2413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2" name="Connector 21">
            <a:extLst xmlns:a="http://schemas.openxmlformats.org/drawingml/2006/main">
              <a:ext uri="{FF2B5EF4-FFF2-40B4-BE49-F238E27FC236}">
                <a16:creationId xmlns:a16="http://schemas.microsoft.com/office/drawing/2014/main" id="{01506F45-CF46-4E33-A531-E8A23C6F58FC}"/>
              </a:ext>
            </a:extLst>
          </p:cNvPr>
          <p:cNvSpPr>
            <a:spLocks xmlns:a="http://schemas.openxmlformats.org/drawingml/2006/main" noGrp="1"/>
          </p:cNvSpPr>
          <p:nvPr/>
        </p:nvSpPr>
        <p:spPr>
          <a:xfrm xmlns:a="http://schemas.openxmlformats.org/drawingml/2006/main" flipV="1">
            <a:off x="2236622" y="1968359"/>
            <a:ext cx="87325" cy="17077"/>
          </a:xfrm>
          <a:prstGeom xmlns:a="http://schemas.openxmlformats.org/drawingml/2006/main" prst="line">
            <a:avLst/>
          </a:prstGeom>
          <a:ln xmlns:a="http://schemas.openxmlformats.org/drawingml/2006/main" w="2413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3" name="Connector 22">
            <a:extLst xmlns:a="http://schemas.openxmlformats.org/drawingml/2006/main">
              <a:ext uri="{FF2B5EF4-FFF2-40B4-BE49-F238E27FC236}">
                <a16:creationId xmlns:a16="http://schemas.microsoft.com/office/drawing/2014/main" id="{93E9CE75-19EC-46AC-BEC2-D82ED7B63FFD}"/>
              </a:ext>
            </a:extLst>
          </p:cNvPr>
          <p:cNvSpPr>
            <a:spLocks xmlns:a="http://schemas.openxmlformats.org/drawingml/2006/main" noGrp="1"/>
          </p:cNvSpPr>
          <p:nvPr/>
        </p:nvSpPr>
        <p:spPr>
          <a:xfrm xmlns:a="http://schemas.openxmlformats.org/drawingml/2006/main" flipV="1">
            <a:off x="2323947" y="1955237"/>
            <a:ext cx="87325" cy="13122"/>
          </a:xfrm>
          <a:prstGeom xmlns:a="http://schemas.openxmlformats.org/drawingml/2006/main" prst="line">
            <a:avLst/>
          </a:prstGeom>
          <a:ln xmlns:a="http://schemas.openxmlformats.org/drawingml/2006/main" w="2413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4" name="Connector 23">
            <a:extLst xmlns:a="http://schemas.openxmlformats.org/drawingml/2006/main">
              <a:ext uri="{FF2B5EF4-FFF2-40B4-BE49-F238E27FC236}">
                <a16:creationId xmlns:a16="http://schemas.microsoft.com/office/drawing/2014/main" id="{BB1BE578-6D55-4ADC-8A6D-348477C8FC8C}"/>
              </a:ext>
            </a:extLst>
          </p:cNvPr>
          <p:cNvSpPr>
            <a:spLocks xmlns:a="http://schemas.openxmlformats.org/drawingml/2006/main" noGrp="1"/>
          </p:cNvSpPr>
          <p:nvPr/>
        </p:nvSpPr>
        <p:spPr>
          <a:xfrm xmlns:a="http://schemas.openxmlformats.org/drawingml/2006/main" flipV="1">
            <a:off x="2411272" y="1946188"/>
            <a:ext cx="87326" cy="9049"/>
          </a:xfrm>
          <a:prstGeom xmlns:a="http://schemas.openxmlformats.org/drawingml/2006/main" prst="line">
            <a:avLst/>
          </a:prstGeom>
          <a:ln xmlns:a="http://schemas.openxmlformats.org/drawingml/2006/main" w="2413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5" name="Connector 24">
            <a:extLst xmlns:a="http://schemas.openxmlformats.org/drawingml/2006/main">
              <a:ext uri="{FF2B5EF4-FFF2-40B4-BE49-F238E27FC236}">
                <a16:creationId xmlns:a16="http://schemas.microsoft.com/office/drawing/2014/main" id="{FC4EB30A-CB09-4850-8C4D-E10CF5ECD41E}"/>
              </a:ext>
            </a:extLst>
          </p:cNvPr>
          <p:cNvSpPr>
            <a:spLocks xmlns:a="http://schemas.openxmlformats.org/drawingml/2006/main" noGrp="1"/>
          </p:cNvSpPr>
          <p:nvPr/>
        </p:nvSpPr>
        <p:spPr>
          <a:xfrm xmlns:a="http://schemas.openxmlformats.org/drawingml/2006/main" flipV="1">
            <a:off x="2498598" y="1941291"/>
            <a:ext cx="87325" cy="4897"/>
          </a:xfrm>
          <a:prstGeom xmlns:a="http://schemas.openxmlformats.org/drawingml/2006/main" prst="line">
            <a:avLst/>
          </a:prstGeom>
          <a:ln xmlns:a="http://schemas.openxmlformats.org/drawingml/2006/main" w="2413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6" name="Connector 25">
            <a:extLst xmlns:a="http://schemas.openxmlformats.org/drawingml/2006/main">
              <a:ext uri="{FF2B5EF4-FFF2-40B4-BE49-F238E27FC236}">
                <a16:creationId xmlns:a16="http://schemas.microsoft.com/office/drawing/2014/main" id="{E7B3E807-4688-46BE-8AF2-B5C9BE44FA52}"/>
              </a:ext>
            </a:extLst>
          </p:cNvPr>
          <p:cNvSpPr>
            <a:spLocks xmlns:a="http://schemas.openxmlformats.org/drawingml/2006/main" noGrp="1"/>
          </p:cNvSpPr>
          <p:nvPr/>
        </p:nvSpPr>
        <p:spPr>
          <a:xfrm xmlns:a="http://schemas.openxmlformats.org/drawingml/2006/main" flipV="1">
            <a:off x="2585923" y="1940590"/>
            <a:ext cx="87325" cy="701"/>
          </a:xfrm>
          <a:prstGeom xmlns:a="http://schemas.openxmlformats.org/drawingml/2006/main" prst="line">
            <a:avLst/>
          </a:prstGeom>
          <a:ln xmlns:a="http://schemas.openxmlformats.org/drawingml/2006/main" w="2413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7" name="Connector 26">
            <a:extLst xmlns:a="http://schemas.openxmlformats.org/drawingml/2006/main">
              <a:ext uri="{FF2B5EF4-FFF2-40B4-BE49-F238E27FC236}">
                <a16:creationId xmlns:a16="http://schemas.microsoft.com/office/drawing/2014/main" id="{47599E44-92C4-46FC-A640-CE09D22944A9}"/>
              </a:ext>
            </a:extLst>
          </p:cNvPr>
          <p:cNvSpPr>
            <a:spLocks xmlns:a="http://schemas.openxmlformats.org/drawingml/2006/main" noGrp="1"/>
          </p:cNvSpPr>
          <p:nvPr/>
        </p:nvSpPr>
        <p:spPr>
          <a:xfrm xmlns:a="http://schemas.openxmlformats.org/drawingml/2006/main">
            <a:off x="2673248" y="1940590"/>
            <a:ext cx="87325" cy="3501"/>
          </a:xfrm>
          <a:prstGeom xmlns:a="http://schemas.openxmlformats.org/drawingml/2006/main" prst="line">
            <a:avLst/>
          </a:prstGeom>
          <a:ln xmlns:a="http://schemas.openxmlformats.org/drawingml/2006/main" w="2413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8" name="Connector 27">
            <a:extLst xmlns:a="http://schemas.openxmlformats.org/drawingml/2006/main">
              <a:ext uri="{FF2B5EF4-FFF2-40B4-BE49-F238E27FC236}">
                <a16:creationId xmlns:a16="http://schemas.microsoft.com/office/drawing/2014/main" id="{019598DB-3BD3-48AB-A268-F7BDB605743B}"/>
              </a:ext>
            </a:extLst>
          </p:cNvPr>
          <p:cNvSpPr>
            <a:spLocks xmlns:a="http://schemas.openxmlformats.org/drawingml/2006/main" noGrp="1"/>
          </p:cNvSpPr>
          <p:nvPr/>
        </p:nvSpPr>
        <p:spPr>
          <a:xfrm xmlns:a="http://schemas.openxmlformats.org/drawingml/2006/main">
            <a:off x="2760573" y="1944091"/>
            <a:ext cx="87325" cy="7673"/>
          </a:xfrm>
          <a:prstGeom xmlns:a="http://schemas.openxmlformats.org/drawingml/2006/main" prst="line">
            <a:avLst/>
          </a:prstGeom>
          <a:ln xmlns:a="http://schemas.openxmlformats.org/drawingml/2006/main" w="2413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9" name="Connector 28">
            <a:extLst xmlns:a="http://schemas.openxmlformats.org/drawingml/2006/main">
              <a:ext uri="{FF2B5EF4-FFF2-40B4-BE49-F238E27FC236}">
                <a16:creationId xmlns:a16="http://schemas.microsoft.com/office/drawing/2014/main" id="{B690EAAC-FADD-4D80-A54A-B0A9DE6F2EB2}"/>
              </a:ext>
            </a:extLst>
          </p:cNvPr>
          <p:cNvSpPr>
            <a:spLocks xmlns:a="http://schemas.openxmlformats.org/drawingml/2006/main" noGrp="1"/>
          </p:cNvSpPr>
          <p:nvPr/>
        </p:nvSpPr>
        <p:spPr>
          <a:xfrm xmlns:a="http://schemas.openxmlformats.org/drawingml/2006/main">
            <a:off x="2847898" y="1951764"/>
            <a:ext cx="87326" cy="11775"/>
          </a:xfrm>
          <a:prstGeom xmlns:a="http://schemas.openxmlformats.org/drawingml/2006/main" prst="line">
            <a:avLst/>
          </a:prstGeom>
          <a:ln xmlns:a="http://schemas.openxmlformats.org/drawingml/2006/main" w="2413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0" name="Connector 29">
            <a:extLst xmlns:a="http://schemas.openxmlformats.org/drawingml/2006/main">
              <a:ext uri="{FF2B5EF4-FFF2-40B4-BE49-F238E27FC236}">
                <a16:creationId xmlns:a16="http://schemas.microsoft.com/office/drawing/2014/main" id="{D0E1296A-8940-4319-9750-7C7728DB1D91}"/>
              </a:ext>
            </a:extLst>
          </p:cNvPr>
          <p:cNvSpPr>
            <a:spLocks xmlns:a="http://schemas.openxmlformats.org/drawingml/2006/main" noGrp="1"/>
          </p:cNvSpPr>
          <p:nvPr/>
        </p:nvSpPr>
        <p:spPr>
          <a:xfrm xmlns:a="http://schemas.openxmlformats.org/drawingml/2006/main">
            <a:off x="2935224" y="1963539"/>
            <a:ext cx="87325" cy="15774"/>
          </a:xfrm>
          <a:prstGeom xmlns:a="http://schemas.openxmlformats.org/drawingml/2006/main" prst="line">
            <a:avLst/>
          </a:prstGeom>
          <a:ln xmlns:a="http://schemas.openxmlformats.org/drawingml/2006/main" w="2413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1" name="Connector 30">
            <a:extLst xmlns:a="http://schemas.openxmlformats.org/drawingml/2006/main">
              <a:ext uri="{FF2B5EF4-FFF2-40B4-BE49-F238E27FC236}">
                <a16:creationId xmlns:a16="http://schemas.microsoft.com/office/drawing/2014/main" id="{D6521BA4-E42E-457D-9E8E-74E4CE9F2F1A}"/>
              </a:ext>
            </a:extLst>
          </p:cNvPr>
          <p:cNvSpPr>
            <a:spLocks xmlns:a="http://schemas.openxmlformats.org/drawingml/2006/main" noGrp="1"/>
          </p:cNvSpPr>
          <p:nvPr/>
        </p:nvSpPr>
        <p:spPr>
          <a:xfrm xmlns:a="http://schemas.openxmlformats.org/drawingml/2006/main">
            <a:off x="3022549" y="1979313"/>
            <a:ext cx="87325" cy="19632"/>
          </a:xfrm>
          <a:prstGeom xmlns:a="http://schemas.openxmlformats.org/drawingml/2006/main" prst="line">
            <a:avLst/>
          </a:prstGeom>
          <a:ln xmlns:a="http://schemas.openxmlformats.org/drawingml/2006/main" w="2413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2" name="Connector 31">
            <a:extLst xmlns:a="http://schemas.openxmlformats.org/drawingml/2006/main">
              <a:ext uri="{FF2B5EF4-FFF2-40B4-BE49-F238E27FC236}">
                <a16:creationId xmlns:a16="http://schemas.microsoft.com/office/drawing/2014/main" id="{B4A26A42-AF3D-4340-99DA-5803E56E7618}"/>
              </a:ext>
            </a:extLst>
          </p:cNvPr>
          <p:cNvSpPr>
            <a:spLocks xmlns:a="http://schemas.openxmlformats.org/drawingml/2006/main" noGrp="1"/>
          </p:cNvSpPr>
          <p:nvPr/>
        </p:nvSpPr>
        <p:spPr>
          <a:xfrm xmlns:a="http://schemas.openxmlformats.org/drawingml/2006/main">
            <a:off x="3109874" y="1998945"/>
            <a:ext cx="87325" cy="23316"/>
          </a:xfrm>
          <a:prstGeom xmlns:a="http://schemas.openxmlformats.org/drawingml/2006/main" prst="line">
            <a:avLst/>
          </a:prstGeom>
          <a:ln xmlns:a="http://schemas.openxmlformats.org/drawingml/2006/main" w="2413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3" name="Connector 32">
            <a:extLst xmlns:a="http://schemas.openxmlformats.org/drawingml/2006/main">
              <a:ext uri="{FF2B5EF4-FFF2-40B4-BE49-F238E27FC236}">
                <a16:creationId xmlns:a16="http://schemas.microsoft.com/office/drawing/2014/main" id="{AA0E3C93-C865-4308-B11C-43B099C36A90}"/>
              </a:ext>
            </a:extLst>
          </p:cNvPr>
          <p:cNvSpPr>
            <a:spLocks xmlns:a="http://schemas.openxmlformats.org/drawingml/2006/main" noGrp="1"/>
          </p:cNvSpPr>
          <p:nvPr/>
        </p:nvSpPr>
        <p:spPr>
          <a:xfrm xmlns:a="http://schemas.openxmlformats.org/drawingml/2006/main">
            <a:off x="3197199" y="2022261"/>
            <a:ext cx="87325" cy="26794"/>
          </a:xfrm>
          <a:prstGeom xmlns:a="http://schemas.openxmlformats.org/drawingml/2006/main" prst="line">
            <a:avLst/>
          </a:prstGeom>
          <a:ln xmlns:a="http://schemas.openxmlformats.org/drawingml/2006/main" w="2413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4" name="Connector 33">
            <a:extLst xmlns:a="http://schemas.openxmlformats.org/drawingml/2006/main">
              <a:ext uri="{FF2B5EF4-FFF2-40B4-BE49-F238E27FC236}">
                <a16:creationId xmlns:a16="http://schemas.microsoft.com/office/drawing/2014/main" id="{234080ED-8378-4E19-AF38-A4DD9D9DD532}"/>
              </a:ext>
            </a:extLst>
          </p:cNvPr>
          <p:cNvSpPr>
            <a:spLocks xmlns:a="http://schemas.openxmlformats.org/drawingml/2006/main" noGrp="1"/>
          </p:cNvSpPr>
          <p:nvPr/>
        </p:nvSpPr>
        <p:spPr>
          <a:xfrm xmlns:a="http://schemas.openxmlformats.org/drawingml/2006/main">
            <a:off x="3284524" y="2049055"/>
            <a:ext cx="87326" cy="30033"/>
          </a:xfrm>
          <a:prstGeom xmlns:a="http://schemas.openxmlformats.org/drawingml/2006/main" prst="line">
            <a:avLst/>
          </a:prstGeom>
          <a:ln xmlns:a="http://schemas.openxmlformats.org/drawingml/2006/main" w="2413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5" name="Connector 34">
            <a:extLst xmlns:a="http://schemas.openxmlformats.org/drawingml/2006/main">
              <a:ext uri="{FF2B5EF4-FFF2-40B4-BE49-F238E27FC236}">
                <a16:creationId xmlns:a16="http://schemas.microsoft.com/office/drawing/2014/main" id="{FF490757-3C59-4B32-86BE-B23E8B588089}"/>
              </a:ext>
            </a:extLst>
          </p:cNvPr>
          <p:cNvSpPr>
            <a:spLocks xmlns:a="http://schemas.openxmlformats.org/drawingml/2006/main" noGrp="1"/>
          </p:cNvSpPr>
          <p:nvPr/>
        </p:nvSpPr>
        <p:spPr>
          <a:xfrm xmlns:a="http://schemas.openxmlformats.org/drawingml/2006/main">
            <a:off x="3371850" y="2079088"/>
            <a:ext cx="87325" cy="33006"/>
          </a:xfrm>
          <a:prstGeom xmlns:a="http://schemas.openxmlformats.org/drawingml/2006/main" prst="line">
            <a:avLst/>
          </a:prstGeom>
          <a:ln xmlns:a="http://schemas.openxmlformats.org/drawingml/2006/main" w="2413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6" name="Connector 35">
            <a:extLst xmlns:a="http://schemas.openxmlformats.org/drawingml/2006/main">
              <a:ext uri="{FF2B5EF4-FFF2-40B4-BE49-F238E27FC236}">
                <a16:creationId xmlns:a16="http://schemas.microsoft.com/office/drawing/2014/main" id="{EC6C7485-161A-4063-AC77-348FA736595D}"/>
              </a:ext>
            </a:extLst>
          </p:cNvPr>
          <p:cNvSpPr>
            <a:spLocks xmlns:a="http://schemas.openxmlformats.org/drawingml/2006/main" noGrp="1"/>
          </p:cNvSpPr>
          <p:nvPr/>
        </p:nvSpPr>
        <p:spPr>
          <a:xfrm xmlns:a="http://schemas.openxmlformats.org/drawingml/2006/main">
            <a:off x="3459175" y="2112094"/>
            <a:ext cx="87325" cy="35686"/>
          </a:xfrm>
          <a:prstGeom xmlns:a="http://schemas.openxmlformats.org/drawingml/2006/main" prst="line">
            <a:avLst/>
          </a:prstGeom>
          <a:ln xmlns:a="http://schemas.openxmlformats.org/drawingml/2006/main" w="2413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7" name="Connector 36">
            <a:extLst xmlns:a="http://schemas.openxmlformats.org/drawingml/2006/main">
              <a:ext uri="{FF2B5EF4-FFF2-40B4-BE49-F238E27FC236}">
                <a16:creationId xmlns:a16="http://schemas.microsoft.com/office/drawing/2014/main" id="{49F5D72E-336D-47A6-9856-C00FDC534349}"/>
              </a:ext>
            </a:extLst>
          </p:cNvPr>
          <p:cNvSpPr>
            <a:spLocks xmlns:a="http://schemas.openxmlformats.org/drawingml/2006/main" noGrp="1"/>
          </p:cNvSpPr>
          <p:nvPr/>
        </p:nvSpPr>
        <p:spPr>
          <a:xfrm xmlns:a="http://schemas.openxmlformats.org/drawingml/2006/main">
            <a:off x="3546500" y="2147780"/>
            <a:ext cx="87325" cy="38048"/>
          </a:xfrm>
          <a:prstGeom xmlns:a="http://schemas.openxmlformats.org/drawingml/2006/main" prst="line">
            <a:avLst/>
          </a:prstGeom>
          <a:ln xmlns:a="http://schemas.openxmlformats.org/drawingml/2006/main" w="2413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8" name="Connector 37">
            <a:extLst xmlns:a="http://schemas.openxmlformats.org/drawingml/2006/main">
              <a:ext uri="{FF2B5EF4-FFF2-40B4-BE49-F238E27FC236}">
                <a16:creationId xmlns:a16="http://schemas.microsoft.com/office/drawing/2014/main" id="{137A1FBC-F90C-4FA3-BB61-44D17F511EBF}"/>
              </a:ext>
            </a:extLst>
          </p:cNvPr>
          <p:cNvSpPr>
            <a:spLocks xmlns:a="http://schemas.openxmlformats.org/drawingml/2006/main" noGrp="1"/>
          </p:cNvSpPr>
          <p:nvPr/>
        </p:nvSpPr>
        <p:spPr>
          <a:xfrm xmlns:a="http://schemas.openxmlformats.org/drawingml/2006/main">
            <a:off x="3633825" y="2185828"/>
            <a:ext cx="87325" cy="40075"/>
          </a:xfrm>
          <a:prstGeom xmlns:a="http://schemas.openxmlformats.org/drawingml/2006/main" prst="line">
            <a:avLst/>
          </a:prstGeom>
          <a:ln xmlns:a="http://schemas.openxmlformats.org/drawingml/2006/main" w="2413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9" name="Connector 38">
            <a:extLst xmlns:a="http://schemas.openxmlformats.org/drawingml/2006/main">
              <a:ext uri="{FF2B5EF4-FFF2-40B4-BE49-F238E27FC236}">
                <a16:creationId xmlns:a16="http://schemas.microsoft.com/office/drawing/2014/main" id="{43A39651-860A-4CCD-9A98-D1064E22C162}"/>
              </a:ext>
            </a:extLst>
          </p:cNvPr>
          <p:cNvSpPr>
            <a:spLocks xmlns:a="http://schemas.openxmlformats.org/drawingml/2006/main" noGrp="1"/>
          </p:cNvSpPr>
          <p:nvPr/>
        </p:nvSpPr>
        <p:spPr>
          <a:xfrm xmlns:a="http://schemas.openxmlformats.org/drawingml/2006/main">
            <a:off x="3721150" y="2225903"/>
            <a:ext cx="87326" cy="41744"/>
          </a:xfrm>
          <a:prstGeom xmlns:a="http://schemas.openxmlformats.org/drawingml/2006/main" prst="line">
            <a:avLst/>
          </a:prstGeom>
          <a:ln xmlns:a="http://schemas.openxmlformats.org/drawingml/2006/main" w="2413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0" name="Connector 39">
            <a:extLst xmlns:a="http://schemas.openxmlformats.org/drawingml/2006/main">
              <a:ext uri="{FF2B5EF4-FFF2-40B4-BE49-F238E27FC236}">
                <a16:creationId xmlns:a16="http://schemas.microsoft.com/office/drawing/2014/main" id="{4B0B703A-59CC-4322-9420-B5312EA07A77}"/>
              </a:ext>
            </a:extLst>
          </p:cNvPr>
          <p:cNvSpPr>
            <a:spLocks xmlns:a="http://schemas.openxmlformats.org/drawingml/2006/main" noGrp="1"/>
          </p:cNvSpPr>
          <p:nvPr/>
        </p:nvSpPr>
        <p:spPr>
          <a:xfrm xmlns:a="http://schemas.openxmlformats.org/drawingml/2006/main">
            <a:off x="3808476" y="2267647"/>
            <a:ext cx="87325" cy="43043"/>
          </a:xfrm>
          <a:prstGeom xmlns:a="http://schemas.openxmlformats.org/drawingml/2006/main" prst="line">
            <a:avLst/>
          </a:prstGeom>
          <a:ln xmlns:a="http://schemas.openxmlformats.org/drawingml/2006/main" w="2413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1" name="Connector 40">
            <a:extLst xmlns:a="http://schemas.openxmlformats.org/drawingml/2006/main">
              <a:ext uri="{FF2B5EF4-FFF2-40B4-BE49-F238E27FC236}">
                <a16:creationId xmlns:a16="http://schemas.microsoft.com/office/drawing/2014/main" id="{3F0A854A-441C-4D52-A700-8762A5205431}"/>
              </a:ext>
            </a:extLst>
          </p:cNvPr>
          <p:cNvSpPr>
            <a:spLocks xmlns:a="http://schemas.openxmlformats.org/drawingml/2006/main" noGrp="1"/>
          </p:cNvSpPr>
          <p:nvPr/>
        </p:nvSpPr>
        <p:spPr>
          <a:xfrm xmlns:a="http://schemas.openxmlformats.org/drawingml/2006/main">
            <a:off x="3895801" y="2310690"/>
            <a:ext cx="87325" cy="43960"/>
          </a:xfrm>
          <a:prstGeom xmlns:a="http://schemas.openxmlformats.org/drawingml/2006/main" prst="line">
            <a:avLst/>
          </a:prstGeom>
          <a:ln xmlns:a="http://schemas.openxmlformats.org/drawingml/2006/main" w="2413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2" name="Connector 41">
            <a:extLst xmlns:a="http://schemas.openxmlformats.org/drawingml/2006/main">
              <a:ext uri="{FF2B5EF4-FFF2-40B4-BE49-F238E27FC236}">
                <a16:creationId xmlns:a16="http://schemas.microsoft.com/office/drawing/2014/main" id="{5047A4CC-E20C-455F-8E7F-D37F81E4A272}"/>
              </a:ext>
            </a:extLst>
          </p:cNvPr>
          <p:cNvSpPr>
            <a:spLocks xmlns:a="http://schemas.openxmlformats.org/drawingml/2006/main" noGrp="1"/>
          </p:cNvSpPr>
          <p:nvPr/>
        </p:nvSpPr>
        <p:spPr>
          <a:xfrm xmlns:a="http://schemas.openxmlformats.org/drawingml/2006/main">
            <a:off x="3983126" y="2354650"/>
            <a:ext cx="87325" cy="44488"/>
          </a:xfrm>
          <a:prstGeom xmlns:a="http://schemas.openxmlformats.org/drawingml/2006/main" prst="line">
            <a:avLst/>
          </a:prstGeom>
          <a:ln xmlns:a="http://schemas.openxmlformats.org/drawingml/2006/main" w="2413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3" name="Connector 42">
            <a:extLst xmlns:a="http://schemas.openxmlformats.org/drawingml/2006/main">
              <a:ext uri="{FF2B5EF4-FFF2-40B4-BE49-F238E27FC236}">
                <a16:creationId xmlns:a16="http://schemas.microsoft.com/office/drawing/2014/main" id="{D26D695A-048B-4043-86A1-3D433E711E60}"/>
              </a:ext>
            </a:extLst>
          </p:cNvPr>
          <p:cNvSpPr>
            <a:spLocks xmlns:a="http://schemas.openxmlformats.org/drawingml/2006/main" noGrp="1"/>
          </p:cNvSpPr>
          <p:nvPr/>
        </p:nvSpPr>
        <p:spPr>
          <a:xfrm xmlns:a="http://schemas.openxmlformats.org/drawingml/2006/main">
            <a:off x="4070451" y="2399138"/>
            <a:ext cx="87325" cy="44619"/>
          </a:xfrm>
          <a:prstGeom xmlns:a="http://schemas.openxmlformats.org/drawingml/2006/main" prst="line">
            <a:avLst/>
          </a:prstGeom>
          <a:ln xmlns:a="http://schemas.openxmlformats.org/drawingml/2006/main" w="2413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4" name="Connector 43">
            <a:extLst xmlns:a="http://schemas.openxmlformats.org/drawingml/2006/main">
              <a:ext uri="{FF2B5EF4-FFF2-40B4-BE49-F238E27FC236}">
                <a16:creationId xmlns:a16="http://schemas.microsoft.com/office/drawing/2014/main" id="{CF9C6499-B9CC-45ED-B971-F41F2BE9F8D5}"/>
              </a:ext>
            </a:extLst>
          </p:cNvPr>
          <p:cNvSpPr>
            <a:spLocks xmlns:a="http://schemas.openxmlformats.org/drawingml/2006/main" noGrp="1"/>
          </p:cNvSpPr>
          <p:nvPr/>
        </p:nvSpPr>
        <p:spPr>
          <a:xfrm xmlns:a="http://schemas.openxmlformats.org/drawingml/2006/main">
            <a:off x="4157776" y="2443757"/>
            <a:ext cx="87326" cy="44355"/>
          </a:xfrm>
          <a:prstGeom xmlns:a="http://schemas.openxmlformats.org/drawingml/2006/main" prst="line">
            <a:avLst/>
          </a:prstGeom>
          <a:ln xmlns:a="http://schemas.openxmlformats.org/drawingml/2006/main" w="2413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5" name="Connector 44">
            <a:extLst xmlns:a="http://schemas.openxmlformats.org/drawingml/2006/main">
              <a:ext uri="{FF2B5EF4-FFF2-40B4-BE49-F238E27FC236}">
                <a16:creationId xmlns:a16="http://schemas.microsoft.com/office/drawing/2014/main" id="{C5FFF9CB-C239-4612-AC43-FE1777ED8126}"/>
              </a:ext>
            </a:extLst>
          </p:cNvPr>
          <p:cNvSpPr>
            <a:spLocks xmlns:a="http://schemas.openxmlformats.org/drawingml/2006/main" noGrp="1"/>
          </p:cNvSpPr>
          <p:nvPr/>
        </p:nvSpPr>
        <p:spPr>
          <a:xfrm xmlns:a="http://schemas.openxmlformats.org/drawingml/2006/main">
            <a:off x="4245102" y="2488112"/>
            <a:ext cx="87325" cy="43698"/>
          </a:xfrm>
          <a:prstGeom xmlns:a="http://schemas.openxmlformats.org/drawingml/2006/main" prst="line">
            <a:avLst/>
          </a:prstGeom>
          <a:ln xmlns:a="http://schemas.openxmlformats.org/drawingml/2006/main" w="2413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6" name="Connector 45">
            <a:extLst xmlns:a="http://schemas.openxmlformats.org/drawingml/2006/main">
              <a:ext uri="{FF2B5EF4-FFF2-40B4-BE49-F238E27FC236}">
                <a16:creationId xmlns:a16="http://schemas.microsoft.com/office/drawing/2014/main" id="{C1438998-DD15-4640-980E-1265E1FA6EC8}"/>
              </a:ext>
            </a:extLst>
          </p:cNvPr>
          <p:cNvSpPr>
            <a:spLocks xmlns:a="http://schemas.openxmlformats.org/drawingml/2006/main" noGrp="1"/>
          </p:cNvSpPr>
          <p:nvPr/>
        </p:nvSpPr>
        <p:spPr>
          <a:xfrm xmlns:a="http://schemas.openxmlformats.org/drawingml/2006/main">
            <a:off x="4332427" y="2531810"/>
            <a:ext cx="87325" cy="42652"/>
          </a:xfrm>
          <a:prstGeom xmlns:a="http://schemas.openxmlformats.org/drawingml/2006/main" prst="line">
            <a:avLst/>
          </a:prstGeom>
          <a:ln xmlns:a="http://schemas.openxmlformats.org/drawingml/2006/main" w="2413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7" name="Connector 46">
            <a:extLst xmlns:a="http://schemas.openxmlformats.org/drawingml/2006/main">
              <a:ext uri="{FF2B5EF4-FFF2-40B4-BE49-F238E27FC236}">
                <a16:creationId xmlns:a16="http://schemas.microsoft.com/office/drawing/2014/main" id="{40F74E2A-E3BB-4065-B280-23BC9A20685D}"/>
              </a:ext>
            </a:extLst>
          </p:cNvPr>
          <p:cNvSpPr>
            <a:spLocks xmlns:a="http://schemas.openxmlformats.org/drawingml/2006/main" noGrp="1"/>
          </p:cNvSpPr>
          <p:nvPr/>
        </p:nvSpPr>
        <p:spPr>
          <a:xfrm xmlns:a="http://schemas.openxmlformats.org/drawingml/2006/main">
            <a:off x="4419752" y="2574462"/>
            <a:ext cx="87325" cy="41228"/>
          </a:xfrm>
          <a:prstGeom xmlns:a="http://schemas.openxmlformats.org/drawingml/2006/main" prst="line">
            <a:avLst/>
          </a:prstGeom>
          <a:ln xmlns:a="http://schemas.openxmlformats.org/drawingml/2006/main" w="2413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8" name="Connector 47">
            <a:extLst xmlns:a="http://schemas.openxmlformats.org/drawingml/2006/main">
              <a:ext uri="{FF2B5EF4-FFF2-40B4-BE49-F238E27FC236}">
                <a16:creationId xmlns:a16="http://schemas.microsoft.com/office/drawing/2014/main" id="{3302963F-ED87-46D2-8B90-12B12FB9766F}"/>
              </a:ext>
            </a:extLst>
          </p:cNvPr>
          <p:cNvSpPr>
            <a:spLocks xmlns:a="http://schemas.openxmlformats.org/drawingml/2006/main" noGrp="1"/>
          </p:cNvSpPr>
          <p:nvPr/>
        </p:nvSpPr>
        <p:spPr>
          <a:xfrm xmlns:a="http://schemas.openxmlformats.org/drawingml/2006/main">
            <a:off x="4507077" y="2615690"/>
            <a:ext cx="87325" cy="39438"/>
          </a:xfrm>
          <a:prstGeom xmlns:a="http://schemas.openxmlformats.org/drawingml/2006/main" prst="line">
            <a:avLst/>
          </a:prstGeom>
          <a:ln xmlns:a="http://schemas.openxmlformats.org/drawingml/2006/main" w="2413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9" name="Connector 48">
            <a:extLst xmlns:a="http://schemas.openxmlformats.org/drawingml/2006/main">
              <a:ext uri="{FF2B5EF4-FFF2-40B4-BE49-F238E27FC236}">
                <a16:creationId xmlns:a16="http://schemas.microsoft.com/office/drawing/2014/main" id="{24F4C651-1DBB-4403-82DF-D061633B4EC7}"/>
              </a:ext>
            </a:extLst>
          </p:cNvPr>
          <p:cNvSpPr>
            <a:spLocks xmlns:a="http://schemas.openxmlformats.org/drawingml/2006/main" noGrp="1"/>
          </p:cNvSpPr>
          <p:nvPr/>
        </p:nvSpPr>
        <p:spPr>
          <a:xfrm xmlns:a="http://schemas.openxmlformats.org/drawingml/2006/main">
            <a:off x="4594402" y="2655128"/>
            <a:ext cx="87326" cy="37297"/>
          </a:xfrm>
          <a:prstGeom xmlns:a="http://schemas.openxmlformats.org/drawingml/2006/main" prst="line">
            <a:avLst/>
          </a:prstGeom>
          <a:ln xmlns:a="http://schemas.openxmlformats.org/drawingml/2006/main" w="2413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0" name="Connector 49">
            <a:extLst xmlns:a="http://schemas.openxmlformats.org/drawingml/2006/main">
              <a:ext uri="{FF2B5EF4-FFF2-40B4-BE49-F238E27FC236}">
                <a16:creationId xmlns:a16="http://schemas.microsoft.com/office/drawing/2014/main" id="{AF2AC586-E280-45C2-8F82-D13D8F459ED6}"/>
              </a:ext>
            </a:extLst>
          </p:cNvPr>
          <p:cNvSpPr>
            <a:spLocks xmlns:a="http://schemas.openxmlformats.org/drawingml/2006/main" noGrp="1"/>
          </p:cNvSpPr>
          <p:nvPr/>
        </p:nvSpPr>
        <p:spPr>
          <a:xfrm xmlns:a="http://schemas.openxmlformats.org/drawingml/2006/main">
            <a:off x="4681728" y="2692425"/>
            <a:ext cx="87325" cy="34827"/>
          </a:xfrm>
          <a:prstGeom xmlns:a="http://schemas.openxmlformats.org/drawingml/2006/main" prst="line">
            <a:avLst/>
          </a:prstGeom>
          <a:ln xmlns:a="http://schemas.openxmlformats.org/drawingml/2006/main" w="2413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1" name="Connector 50">
            <a:extLst xmlns:a="http://schemas.openxmlformats.org/drawingml/2006/main">
              <a:ext uri="{FF2B5EF4-FFF2-40B4-BE49-F238E27FC236}">
                <a16:creationId xmlns:a16="http://schemas.microsoft.com/office/drawing/2014/main" id="{40BD4015-A31B-4D1E-AB7E-2144C5C6AE2C}"/>
              </a:ext>
            </a:extLst>
          </p:cNvPr>
          <p:cNvSpPr>
            <a:spLocks xmlns:a="http://schemas.openxmlformats.org/drawingml/2006/main" noGrp="1"/>
          </p:cNvSpPr>
          <p:nvPr/>
        </p:nvSpPr>
        <p:spPr>
          <a:xfrm xmlns:a="http://schemas.openxmlformats.org/drawingml/2006/main">
            <a:off x="4769053" y="2727252"/>
            <a:ext cx="87325" cy="32046"/>
          </a:xfrm>
          <a:prstGeom xmlns:a="http://schemas.openxmlformats.org/drawingml/2006/main" prst="line">
            <a:avLst/>
          </a:prstGeom>
          <a:ln xmlns:a="http://schemas.openxmlformats.org/drawingml/2006/main" w="2413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2" name="Connector 51">
            <a:extLst xmlns:a="http://schemas.openxmlformats.org/drawingml/2006/main">
              <a:ext uri="{FF2B5EF4-FFF2-40B4-BE49-F238E27FC236}">
                <a16:creationId xmlns:a16="http://schemas.microsoft.com/office/drawing/2014/main" id="{72C308EE-E100-4252-84F0-017F127CE942}"/>
              </a:ext>
            </a:extLst>
          </p:cNvPr>
          <p:cNvSpPr>
            <a:spLocks xmlns:a="http://schemas.openxmlformats.org/drawingml/2006/main" noGrp="1"/>
          </p:cNvSpPr>
          <p:nvPr/>
        </p:nvSpPr>
        <p:spPr>
          <a:xfrm xmlns:a="http://schemas.openxmlformats.org/drawingml/2006/main">
            <a:off x="4856378" y="2759298"/>
            <a:ext cx="87325" cy="28982"/>
          </a:xfrm>
          <a:prstGeom xmlns:a="http://schemas.openxmlformats.org/drawingml/2006/main" prst="line">
            <a:avLst/>
          </a:prstGeom>
          <a:ln xmlns:a="http://schemas.openxmlformats.org/drawingml/2006/main" w="2413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3" name="Connector 52">
            <a:extLst xmlns:a="http://schemas.openxmlformats.org/drawingml/2006/main">
              <a:ext uri="{FF2B5EF4-FFF2-40B4-BE49-F238E27FC236}">
                <a16:creationId xmlns:a16="http://schemas.microsoft.com/office/drawing/2014/main" id="{CDDB7AA7-C2FF-47CB-B20E-5E764EE4B5CA}"/>
              </a:ext>
            </a:extLst>
          </p:cNvPr>
          <p:cNvSpPr>
            <a:spLocks xmlns:a="http://schemas.openxmlformats.org/drawingml/2006/main" noGrp="1"/>
          </p:cNvSpPr>
          <p:nvPr/>
        </p:nvSpPr>
        <p:spPr>
          <a:xfrm xmlns:a="http://schemas.openxmlformats.org/drawingml/2006/main">
            <a:off x="4943703" y="2788280"/>
            <a:ext cx="87325" cy="25659"/>
          </a:xfrm>
          <a:prstGeom xmlns:a="http://schemas.openxmlformats.org/drawingml/2006/main" prst="line">
            <a:avLst/>
          </a:prstGeom>
          <a:ln xmlns:a="http://schemas.openxmlformats.org/drawingml/2006/main" w="2413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4" name="Connector 53">
            <a:extLst xmlns:a="http://schemas.openxmlformats.org/drawingml/2006/main">
              <a:ext uri="{FF2B5EF4-FFF2-40B4-BE49-F238E27FC236}">
                <a16:creationId xmlns:a16="http://schemas.microsoft.com/office/drawing/2014/main" id="{D18EF2D4-A2EE-431A-921C-40EEA71BDC73}"/>
              </a:ext>
            </a:extLst>
          </p:cNvPr>
          <p:cNvSpPr>
            <a:spLocks xmlns:a="http://schemas.openxmlformats.org/drawingml/2006/main" noGrp="1"/>
          </p:cNvSpPr>
          <p:nvPr/>
        </p:nvSpPr>
        <p:spPr>
          <a:xfrm xmlns:a="http://schemas.openxmlformats.org/drawingml/2006/main">
            <a:off x="5031028" y="2813939"/>
            <a:ext cx="87326" cy="22110"/>
          </a:xfrm>
          <a:prstGeom xmlns:a="http://schemas.openxmlformats.org/drawingml/2006/main" prst="line">
            <a:avLst/>
          </a:prstGeom>
          <a:ln xmlns:a="http://schemas.openxmlformats.org/drawingml/2006/main" w="2413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5" name="Connector 54">
            <a:extLst xmlns:a="http://schemas.openxmlformats.org/drawingml/2006/main">
              <a:ext uri="{FF2B5EF4-FFF2-40B4-BE49-F238E27FC236}">
                <a16:creationId xmlns:a16="http://schemas.microsoft.com/office/drawing/2014/main" id="{C73099FD-1E3D-41C2-AFEA-0DDED3F03AF4}"/>
              </a:ext>
            </a:extLst>
          </p:cNvPr>
          <p:cNvSpPr>
            <a:spLocks xmlns:a="http://schemas.openxmlformats.org/drawingml/2006/main" noGrp="1"/>
          </p:cNvSpPr>
          <p:nvPr/>
        </p:nvSpPr>
        <p:spPr>
          <a:xfrm xmlns:a="http://schemas.openxmlformats.org/drawingml/2006/main">
            <a:off x="5118354" y="2836049"/>
            <a:ext cx="87325" cy="18364"/>
          </a:xfrm>
          <a:prstGeom xmlns:a="http://schemas.openxmlformats.org/drawingml/2006/main" prst="line">
            <a:avLst/>
          </a:prstGeom>
          <a:ln xmlns:a="http://schemas.openxmlformats.org/drawingml/2006/main" w="2413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6" name="Connector 55">
            <a:extLst xmlns:a="http://schemas.openxmlformats.org/drawingml/2006/main">
              <a:ext uri="{FF2B5EF4-FFF2-40B4-BE49-F238E27FC236}">
                <a16:creationId xmlns:a16="http://schemas.microsoft.com/office/drawing/2014/main" id="{4261E891-C4A6-4CC5-9EFC-1400090EAF87}"/>
              </a:ext>
            </a:extLst>
          </p:cNvPr>
          <p:cNvSpPr>
            <a:spLocks xmlns:a="http://schemas.openxmlformats.org/drawingml/2006/main" noGrp="1"/>
          </p:cNvSpPr>
          <p:nvPr/>
        </p:nvSpPr>
        <p:spPr>
          <a:xfrm xmlns:a="http://schemas.openxmlformats.org/drawingml/2006/main">
            <a:off x="5205679" y="2854413"/>
            <a:ext cx="87325" cy="14454"/>
          </a:xfrm>
          <a:prstGeom xmlns:a="http://schemas.openxmlformats.org/drawingml/2006/main" prst="line">
            <a:avLst/>
          </a:prstGeom>
          <a:ln xmlns:a="http://schemas.openxmlformats.org/drawingml/2006/main" w="2413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7" name="Connector 56">
            <a:extLst xmlns:a="http://schemas.openxmlformats.org/drawingml/2006/main">
              <a:ext uri="{FF2B5EF4-FFF2-40B4-BE49-F238E27FC236}">
                <a16:creationId xmlns:a16="http://schemas.microsoft.com/office/drawing/2014/main" id="{F25C501B-5885-497C-BDA3-3A6768260E72}"/>
              </a:ext>
            </a:extLst>
          </p:cNvPr>
          <p:cNvSpPr>
            <a:spLocks xmlns:a="http://schemas.openxmlformats.org/drawingml/2006/main" noGrp="1"/>
          </p:cNvSpPr>
          <p:nvPr/>
        </p:nvSpPr>
        <p:spPr>
          <a:xfrm xmlns:a="http://schemas.openxmlformats.org/drawingml/2006/main">
            <a:off x="5293004" y="2868867"/>
            <a:ext cx="87325" cy="10418"/>
          </a:xfrm>
          <a:prstGeom xmlns:a="http://schemas.openxmlformats.org/drawingml/2006/main" prst="line">
            <a:avLst/>
          </a:prstGeom>
          <a:ln xmlns:a="http://schemas.openxmlformats.org/drawingml/2006/main" w="2413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8" name="Connector 57">
            <a:extLst xmlns:a="http://schemas.openxmlformats.org/drawingml/2006/main">
              <a:ext uri="{FF2B5EF4-FFF2-40B4-BE49-F238E27FC236}">
                <a16:creationId xmlns:a16="http://schemas.microsoft.com/office/drawing/2014/main" id="{1B845353-D2F6-4E03-937E-FD4C608E642C}"/>
              </a:ext>
            </a:extLst>
          </p:cNvPr>
          <p:cNvSpPr>
            <a:spLocks xmlns:a="http://schemas.openxmlformats.org/drawingml/2006/main" noGrp="1"/>
          </p:cNvSpPr>
          <p:nvPr/>
        </p:nvSpPr>
        <p:spPr>
          <a:xfrm xmlns:a="http://schemas.openxmlformats.org/drawingml/2006/main">
            <a:off x="5380329" y="2879285"/>
            <a:ext cx="87325" cy="6288"/>
          </a:xfrm>
          <a:prstGeom xmlns:a="http://schemas.openxmlformats.org/drawingml/2006/main" prst="line">
            <a:avLst/>
          </a:prstGeom>
          <a:ln xmlns:a="http://schemas.openxmlformats.org/drawingml/2006/main" w="2413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9" name="Connector 58">
            <a:extLst xmlns:a="http://schemas.openxmlformats.org/drawingml/2006/main">
              <a:ext uri="{FF2B5EF4-FFF2-40B4-BE49-F238E27FC236}">
                <a16:creationId xmlns:a16="http://schemas.microsoft.com/office/drawing/2014/main" id="{580237F6-5C37-4DC0-BE7F-45043D95EAE5}"/>
              </a:ext>
            </a:extLst>
          </p:cNvPr>
          <p:cNvSpPr>
            <a:spLocks xmlns:a="http://schemas.openxmlformats.org/drawingml/2006/main" noGrp="1"/>
          </p:cNvSpPr>
          <p:nvPr/>
        </p:nvSpPr>
        <p:spPr>
          <a:xfrm xmlns:a="http://schemas.openxmlformats.org/drawingml/2006/main">
            <a:off x="5467654" y="2885573"/>
            <a:ext cx="87326" cy="2102"/>
          </a:xfrm>
          <a:prstGeom xmlns:a="http://schemas.openxmlformats.org/drawingml/2006/main" prst="line">
            <a:avLst/>
          </a:prstGeom>
          <a:ln xmlns:a="http://schemas.openxmlformats.org/drawingml/2006/main" w="2413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0" name="Connector 59">
            <a:extLst xmlns:a="http://schemas.openxmlformats.org/drawingml/2006/main">
              <a:ext uri="{FF2B5EF4-FFF2-40B4-BE49-F238E27FC236}">
                <a16:creationId xmlns:a16="http://schemas.microsoft.com/office/drawing/2014/main" id="{3F84BE9E-7832-4CF0-99BF-72672D46F8F4}"/>
              </a:ext>
            </a:extLst>
          </p:cNvPr>
          <p:cNvSpPr>
            <a:spLocks xmlns:a="http://schemas.openxmlformats.org/drawingml/2006/main" noGrp="1"/>
          </p:cNvSpPr>
          <p:nvPr/>
        </p:nvSpPr>
        <p:spPr>
          <a:xfrm xmlns:a="http://schemas.openxmlformats.org/drawingml/2006/main" flipV="1">
            <a:off x="5554980" y="2885573"/>
            <a:ext cx="87325" cy="2102"/>
          </a:xfrm>
          <a:prstGeom xmlns:a="http://schemas.openxmlformats.org/drawingml/2006/main" prst="line">
            <a:avLst/>
          </a:prstGeom>
          <a:ln xmlns:a="http://schemas.openxmlformats.org/drawingml/2006/main" w="2413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1" name="Connector 60">
            <a:extLst xmlns:a="http://schemas.openxmlformats.org/drawingml/2006/main">
              <a:ext uri="{FF2B5EF4-FFF2-40B4-BE49-F238E27FC236}">
                <a16:creationId xmlns:a16="http://schemas.microsoft.com/office/drawing/2014/main" id="{F8DF548B-E525-40B9-A7B1-4CB69EE416D2}"/>
              </a:ext>
            </a:extLst>
          </p:cNvPr>
          <p:cNvSpPr>
            <a:spLocks xmlns:a="http://schemas.openxmlformats.org/drawingml/2006/main" noGrp="1"/>
          </p:cNvSpPr>
          <p:nvPr/>
        </p:nvSpPr>
        <p:spPr>
          <a:xfrm xmlns:a="http://schemas.openxmlformats.org/drawingml/2006/main" flipV="1">
            <a:off x="5642305" y="2879285"/>
            <a:ext cx="87325" cy="6288"/>
          </a:xfrm>
          <a:prstGeom xmlns:a="http://schemas.openxmlformats.org/drawingml/2006/main" prst="line">
            <a:avLst/>
          </a:prstGeom>
          <a:ln xmlns:a="http://schemas.openxmlformats.org/drawingml/2006/main" w="2413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2" name="Connector 61">
            <a:extLst xmlns:a="http://schemas.openxmlformats.org/drawingml/2006/main">
              <a:ext uri="{FF2B5EF4-FFF2-40B4-BE49-F238E27FC236}">
                <a16:creationId xmlns:a16="http://schemas.microsoft.com/office/drawing/2014/main" id="{1A6D5032-EF68-45C4-8E44-9A5B50C122DB}"/>
              </a:ext>
            </a:extLst>
          </p:cNvPr>
          <p:cNvSpPr>
            <a:spLocks xmlns:a="http://schemas.openxmlformats.org/drawingml/2006/main" noGrp="1"/>
          </p:cNvSpPr>
          <p:nvPr/>
        </p:nvSpPr>
        <p:spPr>
          <a:xfrm xmlns:a="http://schemas.openxmlformats.org/drawingml/2006/main" flipV="1">
            <a:off x="5729630" y="2868867"/>
            <a:ext cx="87325" cy="10418"/>
          </a:xfrm>
          <a:prstGeom xmlns:a="http://schemas.openxmlformats.org/drawingml/2006/main" prst="line">
            <a:avLst/>
          </a:prstGeom>
          <a:ln xmlns:a="http://schemas.openxmlformats.org/drawingml/2006/main" w="2413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3" name="Connector 62">
            <a:extLst xmlns:a="http://schemas.openxmlformats.org/drawingml/2006/main">
              <a:ext uri="{FF2B5EF4-FFF2-40B4-BE49-F238E27FC236}">
                <a16:creationId xmlns:a16="http://schemas.microsoft.com/office/drawing/2014/main" id="{73D6C297-E8F0-4284-A3DC-B3F93D3DBC2B}"/>
              </a:ext>
            </a:extLst>
          </p:cNvPr>
          <p:cNvSpPr>
            <a:spLocks xmlns:a="http://schemas.openxmlformats.org/drawingml/2006/main" noGrp="1"/>
          </p:cNvSpPr>
          <p:nvPr/>
        </p:nvSpPr>
        <p:spPr>
          <a:xfrm xmlns:a="http://schemas.openxmlformats.org/drawingml/2006/main" flipV="1">
            <a:off x="5816955" y="2854413"/>
            <a:ext cx="87325" cy="14454"/>
          </a:xfrm>
          <a:prstGeom xmlns:a="http://schemas.openxmlformats.org/drawingml/2006/main" prst="line">
            <a:avLst/>
          </a:prstGeom>
          <a:ln xmlns:a="http://schemas.openxmlformats.org/drawingml/2006/main" w="2413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4" name="Connector 63">
            <a:extLst xmlns:a="http://schemas.openxmlformats.org/drawingml/2006/main">
              <a:ext uri="{FF2B5EF4-FFF2-40B4-BE49-F238E27FC236}">
                <a16:creationId xmlns:a16="http://schemas.microsoft.com/office/drawing/2014/main" id="{A85F5BA8-D79A-48F7-B0BB-1A12657ED9F1}"/>
              </a:ext>
            </a:extLst>
          </p:cNvPr>
          <p:cNvSpPr>
            <a:spLocks xmlns:a="http://schemas.openxmlformats.org/drawingml/2006/main" noGrp="1"/>
          </p:cNvSpPr>
          <p:nvPr/>
        </p:nvSpPr>
        <p:spPr>
          <a:xfrm xmlns:a="http://schemas.openxmlformats.org/drawingml/2006/main" flipV="1">
            <a:off x="5904280" y="2836049"/>
            <a:ext cx="87326" cy="18364"/>
          </a:xfrm>
          <a:prstGeom xmlns:a="http://schemas.openxmlformats.org/drawingml/2006/main" prst="line">
            <a:avLst/>
          </a:prstGeom>
          <a:ln xmlns:a="http://schemas.openxmlformats.org/drawingml/2006/main" w="2413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5" name="Connector 64">
            <a:extLst xmlns:a="http://schemas.openxmlformats.org/drawingml/2006/main">
              <a:ext uri="{FF2B5EF4-FFF2-40B4-BE49-F238E27FC236}">
                <a16:creationId xmlns:a16="http://schemas.microsoft.com/office/drawing/2014/main" id="{4568AA45-A9BA-4833-BD0E-B782339AF179}"/>
              </a:ext>
            </a:extLst>
          </p:cNvPr>
          <p:cNvSpPr>
            <a:spLocks xmlns:a="http://schemas.openxmlformats.org/drawingml/2006/main" noGrp="1"/>
          </p:cNvSpPr>
          <p:nvPr/>
        </p:nvSpPr>
        <p:spPr>
          <a:xfrm xmlns:a="http://schemas.openxmlformats.org/drawingml/2006/main" flipV="1">
            <a:off x="5991606" y="2813939"/>
            <a:ext cx="87325" cy="22110"/>
          </a:xfrm>
          <a:prstGeom xmlns:a="http://schemas.openxmlformats.org/drawingml/2006/main" prst="line">
            <a:avLst/>
          </a:prstGeom>
          <a:ln xmlns:a="http://schemas.openxmlformats.org/drawingml/2006/main" w="2413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6" name="Connector 65">
            <a:extLst xmlns:a="http://schemas.openxmlformats.org/drawingml/2006/main">
              <a:ext uri="{FF2B5EF4-FFF2-40B4-BE49-F238E27FC236}">
                <a16:creationId xmlns:a16="http://schemas.microsoft.com/office/drawing/2014/main" id="{1FCB06FE-2EBA-46C4-A54C-0FA920A8356C}"/>
              </a:ext>
            </a:extLst>
          </p:cNvPr>
          <p:cNvSpPr>
            <a:spLocks xmlns:a="http://schemas.openxmlformats.org/drawingml/2006/main" noGrp="1"/>
          </p:cNvSpPr>
          <p:nvPr/>
        </p:nvSpPr>
        <p:spPr>
          <a:xfrm xmlns:a="http://schemas.openxmlformats.org/drawingml/2006/main" flipV="1">
            <a:off x="6078931" y="2788280"/>
            <a:ext cx="87325" cy="25659"/>
          </a:xfrm>
          <a:prstGeom xmlns:a="http://schemas.openxmlformats.org/drawingml/2006/main" prst="line">
            <a:avLst/>
          </a:prstGeom>
          <a:ln xmlns:a="http://schemas.openxmlformats.org/drawingml/2006/main" w="2413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7" name="Connector 66">
            <a:extLst xmlns:a="http://schemas.openxmlformats.org/drawingml/2006/main">
              <a:ext uri="{FF2B5EF4-FFF2-40B4-BE49-F238E27FC236}">
                <a16:creationId xmlns:a16="http://schemas.microsoft.com/office/drawing/2014/main" id="{DE2D4BB7-A393-4C22-B442-852686F15543}"/>
              </a:ext>
            </a:extLst>
          </p:cNvPr>
          <p:cNvSpPr>
            <a:spLocks xmlns:a="http://schemas.openxmlformats.org/drawingml/2006/main" noGrp="1"/>
          </p:cNvSpPr>
          <p:nvPr/>
        </p:nvSpPr>
        <p:spPr>
          <a:xfrm xmlns:a="http://schemas.openxmlformats.org/drawingml/2006/main" flipV="1">
            <a:off x="6166256" y="2759298"/>
            <a:ext cx="87325" cy="28982"/>
          </a:xfrm>
          <a:prstGeom xmlns:a="http://schemas.openxmlformats.org/drawingml/2006/main" prst="line">
            <a:avLst/>
          </a:prstGeom>
          <a:ln xmlns:a="http://schemas.openxmlformats.org/drawingml/2006/main" w="2413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8" name="Connector 67">
            <a:extLst xmlns:a="http://schemas.openxmlformats.org/drawingml/2006/main">
              <a:ext uri="{FF2B5EF4-FFF2-40B4-BE49-F238E27FC236}">
                <a16:creationId xmlns:a16="http://schemas.microsoft.com/office/drawing/2014/main" id="{1E95B3BF-5CEE-4E19-A8E7-42B08BFEFEF4}"/>
              </a:ext>
            </a:extLst>
          </p:cNvPr>
          <p:cNvSpPr>
            <a:spLocks xmlns:a="http://schemas.openxmlformats.org/drawingml/2006/main" noGrp="1"/>
          </p:cNvSpPr>
          <p:nvPr/>
        </p:nvSpPr>
        <p:spPr>
          <a:xfrm xmlns:a="http://schemas.openxmlformats.org/drawingml/2006/main" flipV="1">
            <a:off x="6253581" y="2727252"/>
            <a:ext cx="87325" cy="32046"/>
          </a:xfrm>
          <a:prstGeom xmlns:a="http://schemas.openxmlformats.org/drawingml/2006/main" prst="line">
            <a:avLst/>
          </a:prstGeom>
          <a:ln xmlns:a="http://schemas.openxmlformats.org/drawingml/2006/main" w="2413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9" name="Connector 68">
            <a:extLst xmlns:a="http://schemas.openxmlformats.org/drawingml/2006/main">
              <a:ext uri="{FF2B5EF4-FFF2-40B4-BE49-F238E27FC236}">
                <a16:creationId xmlns:a16="http://schemas.microsoft.com/office/drawing/2014/main" id="{C030E5DD-ADD1-4E3F-A5AD-6BA9E2921954}"/>
              </a:ext>
            </a:extLst>
          </p:cNvPr>
          <p:cNvSpPr>
            <a:spLocks xmlns:a="http://schemas.openxmlformats.org/drawingml/2006/main" noGrp="1"/>
          </p:cNvSpPr>
          <p:nvPr/>
        </p:nvSpPr>
        <p:spPr>
          <a:xfrm xmlns:a="http://schemas.openxmlformats.org/drawingml/2006/main" flipV="1">
            <a:off x="6340906" y="2692425"/>
            <a:ext cx="87326" cy="34827"/>
          </a:xfrm>
          <a:prstGeom xmlns:a="http://schemas.openxmlformats.org/drawingml/2006/main" prst="line">
            <a:avLst/>
          </a:prstGeom>
          <a:ln xmlns:a="http://schemas.openxmlformats.org/drawingml/2006/main" w="2413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0" name="Connector 69">
            <a:extLst xmlns:a="http://schemas.openxmlformats.org/drawingml/2006/main">
              <a:ext uri="{FF2B5EF4-FFF2-40B4-BE49-F238E27FC236}">
                <a16:creationId xmlns:a16="http://schemas.microsoft.com/office/drawing/2014/main" id="{7D83BE3C-FBAE-4E18-BA08-459F5D49AA8A}"/>
              </a:ext>
            </a:extLst>
          </p:cNvPr>
          <p:cNvSpPr>
            <a:spLocks xmlns:a="http://schemas.openxmlformats.org/drawingml/2006/main" noGrp="1"/>
          </p:cNvSpPr>
          <p:nvPr/>
        </p:nvSpPr>
        <p:spPr>
          <a:xfrm xmlns:a="http://schemas.openxmlformats.org/drawingml/2006/main" flipV="1">
            <a:off x="6428232" y="2655128"/>
            <a:ext cx="87325" cy="37297"/>
          </a:xfrm>
          <a:prstGeom xmlns:a="http://schemas.openxmlformats.org/drawingml/2006/main" prst="line">
            <a:avLst/>
          </a:prstGeom>
          <a:ln xmlns:a="http://schemas.openxmlformats.org/drawingml/2006/main" w="2413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1" name="Connector 70">
            <a:extLst xmlns:a="http://schemas.openxmlformats.org/drawingml/2006/main">
              <a:ext uri="{FF2B5EF4-FFF2-40B4-BE49-F238E27FC236}">
                <a16:creationId xmlns:a16="http://schemas.microsoft.com/office/drawing/2014/main" id="{EE81A36F-4E8A-4704-96AC-C2246DB2D256}"/>
              </a:ext>
            </a:extLst>
          </p:cNvPr>
          <p:cNvSpPr>
            <a:spLocks xmlns:a="http://schemas.openxmlformats.org/drawingml/2006/main" noGrp="1"/>
          </p:cNvSpPr>
          <p:nvPr/>
        </p:nvSpPr>
        <p:spPr>
          <a:xfrm xmlns:a="http://schemas.openxmlformats.org/drawingml/2006/main" flipV="1">
            <a:off x="6515557" y="2615690"/>
            <a:ext cx="87325" cy="39438"/>
          </a:xfrm>
          <a:prstGeom xmlns:a="http://schemas.openxmlformats.org/drawingml/2006/main" prst="line">
            <a:avLst/>
          </a:prstGeom>
          <a:ln xmlns:a="http://schemas.openxmlformats.org/drawingml/2006/main" w="2413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2" name="Connector 71">
            <a:extLst xmlns:a="http://schemas.openxmlformats.org/drawingml/2006/main">
              <a:ext uri="{FF2B5EF4-FFF2-40B4-BE49-F238E27FC236}">
                <a16:creationId xmlns:a16="http://schemas.microsoft.com/office/drawing/2014/main" id="{154EAFC6-181A-4A6C-BCB5-7329E206D23D}"/>
              </a:ext>
            </a:extLst>
          </p:cNvPr>
          <p:cNvSpPr>
            <a:spLocks xmlns:a="http://schemas.openxmlformats.org/drawingml/2006/main" noGrp="1"/>
          </p:cNvSpPr>
          <p:nvPr/>
        </p:nvSpPr>
        <p:spPr>
          <a:xfrm xmlns:a="http://schemas.openxmlformats.org/drawingml/2006/main" flipV="1">
            <a:off x="6602882" y="2574462"/>
            <a:ext cx="87325" cy="41228"/>
          </a:xfrm>
          <a:prstGeom xmlns:a="http://schemas.openxmlformats.org/drawingml/2006/main" prst="line">
            <a:avLst/>
          </a:prstGeom>
          <a:ln xmlns:a="http://schemas.openxmlformats.org/drawingml/2006/main" w="2413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3" name="Connector 72">
            <a:extLst xmlns:a="http://schemas.openxmlformats.org/drawingml/2006/main">
              <a:ext uri="{FF2B5EF4-FFF2-40B4-BE49-F238E27FC236}">
                <a16:creationId xmlns:a16="http://schemas.microsoft.com/office/drawing/2014/main" id="{38BB0833-6B12-4F06-8A26-50D6EFF935E9}"/>
              </a:ext>
            </a:extLst>
          </p:cNvPr>
          <p:cNvSpPr>
            <a:spLocks xmlns:a="http://schemas.openxmlformats.org/drawingml/2006/main" noGrp="1"/>
          </p:cNvSpPr>
          <p:nvPr/>
        </p:nvSpPr>
        <p:spPr>
          <a:xfrm xmlns:a="http://schemas.openxmlformats.org/drawingml/2006/main" flipV="1">
            <a:off x="6690207" y="2531810"/>
            <a:ext cx="87325" cy="42652"/>
          </a:xfrm>
          <a:prstGeom xmlns:a="http://schemas.openxmlformats.org/drawingml/2006/main" prst="line">
            <a:avLst/>
          </a:prstGeom>
          <a:ln xmlns:a="http://schemas.openxmlformats.org/drawingml/2006/main" w="2413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4" name="Connector 73">
            <a:extLst xmlns:a="http://schemas.openxmlformats.org/drawingml/2006/main">
              <a:ext uri="{FF2B5EF4-FFF2-40B4-BE49-F238E27FC236}">
                <a16:creationId xmlns:a16="http://schemas.microsoft.com/office/drawing/2014/main" id="{B2BBAEB2-391C-491F-AC44-86926975B6F6}"/>
              </a:ext>
            </a:extLst>
          </p:cNvPr>
          <p:cNvSpPr>
            <a:spLocks xmlns:a="http://schemas.openxmlformats.org/drawingml/2006/main" noGrp="1"/>
          </p:cNvSpPr>
          <p:nvPr/>
        </p:nvSpPr>
        <p:spPr>
          <a:xfrm xmlns:a="http://schemas.openxmlformats.org/drawingml/2006/main" flipV="1">
            <a:off x="6777532" y="2488112"/>
            <a:ext cx="87326" cy="43698"/>
          </a:xfrm>
          <a:prstGeom xmlns:a="http://schemas.openxmlformats.org/drawingml/2006/main" prst="line">
            <a:avLst/>
          </a:prstGeom>
          <a:ln xmlns:a="http://schemas.openxmlformats.org/drawingml/2006/main" w="2413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5" name="Connector 74">
            <a:extLst xmlns:a="http://schemas.openxmlformats.org/drawingml/2006/main">
              <a:ext uri="{FF2B5EF4-FFF2-40B4-BE49-F238E27FC236}">
                <a16:creationId xmlns:a16="http://schemas.microsoft.com/office/drawing/2014/main" id="{9F8A4C74-8BAA-4CBC-8F1D-3E19B3D190FD}"/>
              </a:ext>
            </a:extLst>
          </p:cNvPr>
          <p:cNvSpPr>
            <a:spLocks xmlns:a="http://schemas.openxmlformats.org/drawingml/2006/main" noGrp="1"/>
          </p:cNvSpPr>
          <p:nvPr/>
        </p:nvSpPr>
        <p:spPr>
          <a:xfrm xmlns:a="http://schemas.openxmlformats.org/drawingml/2006/main" flipV="1">
            <a:off x="6864858" y="2443757"/>
            <a:ext cx="87325" cy="44355"/>
          </a:xfrm>
          <a:prstGeom xmlns:a="http://schemas.openxmlformats.org/drawingml/2006/main" prst="line">
            <a:avLst/>
          </a:prstGeom>
          <a:ln xmlns:a="http://schemas.openxmlformats.org/drawingml/2006/main" w="2413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6" name="Connector 75">
            <a:extLst xmlns:a="http://schemas.openxmlformats.org/drawingml/2006/main">
              <a:ext uri="{FF2B5EF4-FFF2-40B4-BE49-F238E27FC236}">
                <a16:creationId xmlns:a16="http://schemas.microsoft.com/office/drawing/2014/main" id="{21156E6B-E897-4071-9A81-955404AF2584}"/>
              </a:ext>
            </a:extLst>
          </p:cNvPr>
          <p:cNvSpPr>
            <a:spLocks xmlns:a="http://schemas.openxmlformats.org/drawingml/2006/main" noGrp="1"/>
          </p:cNvSpPr>
          <p:nvPr/>
        </p:nvSpPr>
        <p:spPr>
          <a:xfrm xmlns:a="http://schemas.openxmlformats.org/drawingml/2006/main" flipV="1">
            <a:off x="6952183" y="2399138"/>
            <a:ext cx="87325" cy="44619"/>
          </a:xfrm>
          <a:prstGeom xmlns:a="http://schemas.openxmlformats.org/drawingml/2006/main" prst="line">
            <a:avLst/>
          </a:prstGeom>
          <a:ln xmlns:a="http://schemas.openxmlformats.org/drawingml/2006/main" w="2413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7" name="Connector 76">
            <a:extLst xmlns:a="http://schemas.openxmlformats.org/drawingml/2006/main">
              <a:ext uri="{FF2B5EF4-FFF2-40B4-BE49-F238E27FC236}">
                <a16:creationId xmlns:a16="http://schemas.microsoft.com/office/drawing/2014/main" id="{64AE8F70-4807-4F02-82B1-C698DC1F26A3}"/>
              </a:ext>
            </a:extLst>
          </p:cNvPr>
          <p:cNvSpPr>
            <a:spLocks xmlns:a="http://schemas.openxmlformats.org/drawingml/2006/main" noGrp="1"/>
          </p:cNvSpPr>
          <p:nvPr/>
        </p:nvSpPr>
        <p:spPr>
          <a:xfrm xmlns:a="http://schemas.openxmlformats.org/drawingml/2006/main" flipV="1">
            <a:off x="7039508" y="2354650"/>
            <a:ext cx="87325" cy="44488"/>
          </a:xfrm>
          <a:prstGeom xmlns:a="http://schemas.openxmlformats.org/drawingml/2006/main" prst="line">
            <a:avLst/>
          </a:prstGeom>
          <a:ln xmlns:a="http://schemas.openxmlformats.org/drawingml/2006/main" w="2413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8" name="Connector 77">
            <a:extLst xmlns:a="http://schemas.openxmlformats.org/drawingml/2006/main">
              <a:ext uri="{FF2B5EF4-FFF2-40B4-BE49-F238E27FC236}">
                <a16:creationId xmlns:a16="http://schemas.microsoft.com/office/drawing/2014/main" id="{AFFE6421-5B76-473E-A875-14909090C0AC}"/>
              </a:ext>
            </a:extLst>
          </p:cNvPr>
          <p:cNvSpPr>
            <a:spLocks xmlns:a="http://schemas.openxmlformats.org/drawingml/2006/main" noGrp="1"/>
          </p:cNvSpPr>
          <p:nvPr/>
        </p:nvSpPr>
        <p:spPr>
          <a:xfrm xmlns:a="http://schemas.openxmlformats.org/drawingml/2006/main" flipV="1">
            <a:off x="7126833" y="2310690"/>
            <a:ext cx="87325" cy="43960"/>
          </a:xfrm>
          <a:prstGeom xmlns:a="http://schemas.openxmlformats.org/drawingml/2006/main" prst="line">
            <a:avLst/>
          </a:prstGeom>
          <a:ln xmlns:a="http://schemas.openxmlformats.org/drawingml/2006/main" w="2413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9" name="Connector 78">
            <a:extLst xmlns:a="http://schemas.openxmlformats.org/drawingml/2006/main">
              <a:ext uri="{FF2B5EF4-FFF2-40B4-BE49-F238E27FC236}">
                <a16:creationId xmlns:a16="http://schemas.microsoft.com/office/drawing/2014/main" id="{14411913-B0EC-4641-9CF3-820FD7B3AD27}"/>
              </a:ext>
            </a:extLst>
          </p:cNvPr>
          <p:cNvSpPr>
            <a:spLocks xmlns:a="http://schemas.openxmlformats.org/drawingml/2006/main" noGrp="1"/>
          </p:cNvSpPr>
          <p:nvPr/>
        </p:nvSpPr>
        <p:spPr>
          <a:xfrm xmlns:a="http://schemas.openxmlformats.org/drawingml/2006/main" flipV="1">
            <a:off x="7214158" y="2267647"/>
            <a:ext cx="87326" cy="43043"/>
          </a:xfrm>
          <a:prstGeom xmlns:a="http://schemas.openxmlformats.org/drawingml/2006/main" prst="line">
            <a:avLst/>
          </a:prstGeom>
          <a:ln xmlns:a="http://schemas.openxmlformats.org/drawingml/2006/main" w="2413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0" name="Connector 79">
            <a:extLst xmlns:a="http://schemas.openxmlformats.org/drawingml/2006/main">
              <a:ext uri="{FF2B5EF4-FFF2-40B4-BE49-F238E27FC236}">
                <a16:creationId xmlns:a16="http://schemas.microsoft.com/office/drawing/2014/main" id="{9B0011FE-C106-40C1-89B0-CBD68B581711}"/>
              </a:ext>
            </a:extLst>
          </p:cNvPr>
          <p:cNvSpPr>
            <a:spLocks xmlns:a="http://schemas.openxmlformats.org/drawingml/2006/main" noGrp="1"/>
          </p:cNvSpPr>
          <p:nvPr/>
        </p:nvSpPr>
        <p:spPr>
          <a:xfrm xmlns:a="http://schemas.openxmlformats.org/drawingml/2006/main" flipV="1">
            <a:off x="7301484" y="2225903"/>
            <a:ext cx="87325" cy="41744"/>
          </a:xfrm>
          <a:prstGeom xmlns:a="http://schemas.openxmlformats.org/drawingml/2006/main" prst="line">
            <a:avLst/>
          </a:prstGeom>
          <a:ln xmlns:a="http://schemas.openxmlformats.org/drawingml/2006/main" w="2413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1" name="Connector 80">
            <a:extLst xmlns:a="http://schemas.openxmlformats.org/drawingml/2006/main">
              <a:ext uri="{FF2B5EF4-FFF2-40B4-BE49-F238E27FC236}">
                <a16:creationId xmlns:a16="http://schemas.microsoft.com/office/drawing/2014/main" id="{7468C8ED-9DE7-45BB-B9D6-349F1C4973C8}"/>
              </a:ext>
            </a:extLst>
          </p:cNvPr>
          <p:cNvSpPr>
            <a:spLocks xmlns:a="http://schemas.openxmlformats.org/drawingml/2006/main" noGrp="1"/>
          </p:cNvSpPr>
          <p:nvPr/>
        </p:nvSpPr>
        <p:spPr>
          <a:xfrm xmlns:a="http://schemas.openxmlformats.org/drawingml/2006/main" flipV="1">
            <a:off x="7388809" y="2185828"/>
            <a:ext cx="87325" cy="40075"/>
          </a:xfrm>
          <a:prstGeom xmlns:a="http://schemas.openxmlformats.org/drawingml/2006/main" prst="line">
            <a:avLst/>
          </a:prstGeom>
          <a:ln xmlns:a="http://schemas.openxmlformats.org/drawingml/2006/main" w="2413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2" name="Connector 81">
            <a:extLst xmlns:a="http://schemas.openxmlformats.org/drawingml/2006/main">
              <a:ext uri="{FF2B5EF4-FFF2-40B4-BE49-F238E27FC236}">
                <a16:creationId xmlns:a16="http://schemas.microsoft.com/office/drawing/2014/main" id="{B1D1A68D-585E-467C-B107-C399ED1B94EE}"/>
              </a:ext>
            </a:extLst>
          </p:cNvPr>
          <p:cNvSpPr>
            <a:spLocks xmlns:a="http://schemas.openxmlformats.org/drawingml/2006/main" noGrp="1"/>
          </p:cNvSpPr>
          <p:nvPr/>
        </p:nvSpPr>
        <p:spPr>
          <a:xfrm xmlns:a="http://schemas.openxmlformats.org/drawingml/2006/main" flipV="1">
            <a:off x="7476134" y="2147780"/>
            <a:ext cx="87325" cy="38048"/>
          </a:xfrm>
          <a:prstGeom xmlns:a="http://schemas.openxmlformats.org/drawingml/2006/main" prst="line">
            <a:avLst/>
          </a:prstGeom>
          <a:ln xmlns:a="http://schemas.openxmlformats.org/drawingml/2006/main" w="2413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3" name="Connector 82">
            <a:extLst xmlns:a="http://schemas.openxmlformats.org/drawingml/2006/main">
              <a:ext uri="{FF2B5EF4-FFF2-40B4-BE49-F238E27FC236}">
                <a16:creationId xmlns:a16="http://schemas.microsoft.com/office/drawing/2014/main" id="{162D8EF0-2C7A-476C-BF1A-2908F04CC0F8}"/>
              </a:ext>
            </a:extLst>
          </p:cNvPr>
          <p:cNvSpPr>
            <a:spLocks xmlns:a="http://schemas.openxmlformats.org/drawingml/2006/main" noGrp="1"/>
          </p:cNvSpPr>
          <p:nvPr/>
        </p:nvSpPr>
        <p:spPr>
          <a:xfrm xmlns:a="http://schemas.openxmlformats.org/drawingml/2006/main" flipV="1">
            <a:off x="7563459" y="2112094"/>
            <a:ext cx="87325" cy="35686"/>
          </a:xfrm>
          <a:prstGeom xmlns:a="http://schemas.openxmlformats.org/drawingml/2006/main" prst="line">
            <a:avLst/>
          </a:prstGeom>
          <a:ln xmlns:a="http://schemas.openxmlformats.org/drawingml/2006/main" w="2413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4" name="Connector 83">
            <a:extLst xmlns:a="http://schemas.openxmlformats.org/drawingml/2006/main">
              <a:ext uri="{FF2B5EF4-FFF2-40B4-BE49-F238E27FC236}">
                <a16:creationId xmlns:a16="http://schemas.microsoft.com/office/drawing/2014/main" id="{2F809DC7-49F2-4BE9-AEE2-B5BABD076250}"/>
              </a:ext>
            </a:extLst>
          </p:cNvPr>
          <p:cNvSpPr>
            <a:spLocks xmlns:a="http://schemas.openxmlformats.org/drawingml/2006/main" noGrp="1"/>
          </p:cNvSpPr>
          <p:nvPr/>
        </p:nvSpPr>
        <p:spPr>
          <a:xfrm xmlns:a="http://schemas.openxmlformats.org/drawingml/2006/main" flipV="1">
            <a:off x="7650784" y="2079088"/>
            <a:ext cx="87326" cy="33006"/>
          </a:xfrm>
          <a:prstGeom xmlns:a="http://schemas.openxmlformats.org/drawingml/2006/main" prst="line">
            <a:avLst/>
          </a:prstGeom>
          <a:ln xmlns:a="http://schemas.openxmlformats.org/drawingml/2006/main" w="2413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5" name="Connector 84">
            <a:extLst xmlns:a="http://schemas.openxmlformats.org/drawingml/2006/main">
              <a:ext uri="{FF2B5EF4-FFF2-40B4-BE49-F238E27FC236}">
                <a16:creationId xmlns:a16="http://schemas.microsoft.com/office/drawing/2014/main" id="{62C1364D-CA0E-41B3-9BC0-528647A9958B}"/>
              </a:ext>
            </a:extLst>
          </p:cNvPr>
          <p:cNvSpPr>
            <a:spLocks xmlns:a="http://schemas.openxmlformats.org/drawingml/2006/main" noGrp="1"/>
          </p:cNvSpPr>
          <p:nvPr/>
        </p:nvSpPr>
        <p:spPr>
          <a:xfrm xmlns:a="http://schemas.openxmlformats.org/drawingml/2006/main" flipV="1">
            <a:off x="7738110" y="2049055"/>
            <a:ext cx="87325" cy="30033"/>
          </a:xfrm>
          <a:prstGeom xmlns:a="http://schemas.openxmlformats.org/drawingml/2006/main" prst="line">
            <a:avLst/>
          </a:prstGeom>
          <a:ln xmlns:a="http://schemas.openxmlformats.org/drawingml/2006/main" w="2413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6" name="Connector 85">
            <a:extLst xmlns:a="http://schemas.openxmlformats.org/drawingml/2006/main">
              <a:ext uri="{FF2B5EF4-FFF2-40B4-BE49-F238E27FC236}">
                <a16:creationId xmlns:a16="http://schemas.microsoft.com/office/drawing/2014/main" id="{98668CA9-3C6E-4F59-9939-0822188EE6FE}"/>
              </a:ext>
            </a:extLst>
          </p:cNvPr>
          <p:cNvSpPr>
            <a:spLocks xmlns:a="http://schemas.openxmlformats.org/drawingml/2006/main" noGrp="1"/>
          </p:cNvSpPr>
          <p:nvPr/>
        </p:nvSpPr>
        <p:spPr>
          <a:xfrm xmlns:a="http://schemas.openxmlformats.org/drawingml/2006/main" flipV="1">
            <a:off x="7825435" y="2022261"/>
            <a:ext cx="87325" cy="26794"/>
          </a:xfrm>
          <a:prstGeom xmlns:a="http://schemas.openxmlformats.org/drawingml/2006/main" prst="line">
            <a:avLst/>
          </a:prstGeom>
          <a:ln xmlns:a="http://schemas.openxmlformats.org/drawingml/2006/main" w="2413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7" name="Connector 86">
            <a:extLst xmlns:a="http://schemas.openxmlformats.org/drawingml/2006/main">
              <a:ext uri="{FF2B5EF4-FFF2-40B4-BE49-F238E27FC236}">
                <a16:creationId xmlns:a16="http://schemas.microsoft.com/office/drawing/2014/main" id="{F5F4333D-01AA-411F-8ED7-A9CABA416076}"/>
              </a:ext>
            </a:extLst>
          </p:cNvPr>
          <p:cNvSpPr>
            <a:spLocks xmlns:a="http://schemas.openxmlformats.org/drawingml/2006/main" noGrp="1"/>
          </p:cNvSpPr>
          <p:nvPr/>
        </p:nvSpPr>
        <p:spPr>
          <a:xfrm xmlns:a="http://schemas.openxmlformats.org/drawingml/2006/main" flipV="1">
            <a:off x="7912760" y="1998945"/>
            <a:ext cx="87325" cy="23316"/>
          </a:xfrm>
          <a:prstGeom xmlns:a="http://schemas.openxmlformats.org/drawingml/2006/main" prst="line">
            <a:avLst/>
          </a:prstGeom>
          <a:ln xmlns:a="http://schemas.openxmlformats.org/drawingml/2006/main" w="2413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8" name="Connector 87">
            <a:extLst xmlns:a="http://schemas.openxmlformats.org/drawingml/2006/main">
              <a:ext uri="{FF2B5EF4-FFF2-40B4-BE49-F238E27FC236}">
                <a16:creationId xmlns:a16="http://schemas.microsoft.com/office/drawing/2014/main" id="{1A551483-FA80-457F-B1B5-30EE4E41C9D5}"/>
              </a:ext>
            </a:extLst>
          </p:cNvPr>
          <p:cNvSpPr>
            <a:spLocks xmlns:a="http://schemas.openxmlformats.org/drawingml/2006/main" noGrp="1"/>
          </p:cNvSpPr>
          <p:nvPr/>
        </p:nvSpPr>
        <p:spPr>
          <a:xfrm xmlns:a="http://schemas.openxmlformats.org/drawingml/2006/main" flipV="1">
            <a:off x="8000085" y="1979313"/>
            <a:ext cx="87325" cy="19632"/>
          </a:xfrm>
          <a:prstGeom xmlns:a="http://schemas.openxmlformats.org/drawingml/2006/main" prst="line">
            <a:avLst/>
          </a:prstGeom>
          <a:ln xmlns:a="http://schemas.openxmlformats.org/drawingml/2006/main" w="2413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9" name="Connector 88">
            <a:extLst xmlns:a="http://schemas.openxmlformats.org/drawingml/2006/main">
              <a:ext uri="{FF2B5EF4-FFF2-40B4-BE49-F238E27FC236}">
                <a16:creationId xmlns:a16="http://schemas.microsoft.com/office/drawing/2014/main" id="{4D929C2C-0817-466C-8B54-D3EAC8D1D342}"/>
              </a:ext>
            </a:extLst>
          </p:cNvPr>
          <p:cNvSpPr>
            <a:spLocks xmlns:a="http://schemas.openxmlformats.org/drawingml/2006/main" noGrp="1"/>
          </p:cNvSpPr>
          <p:nvPr/>
        </p:nvSpPr>
        <p:spPr>
          <a:xfrm xmlns:a="http://schemas.openxmlformats.org/drawingml/2006/main" flipV="1">
            <a:off x="8087410" y="1963539"/>
            <a:ext cx="87326" cy="15774"/>
          </a:xfrm>
          <a:prstGeom xmlns:a="http://schemas.openxmlformats.org/drawingml/2006/main" prst="line">
            <a:avLst/>
          </a:prstGeom>
          <a:ln xmlns:a="http://schemas.openxmlformats.org/drawingml/2006/main" w="2413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0" name="Connector 89">
            <a:extLst xmlns:a="http://schemas.openxmlformats.org/drawingml/2006/main">
              <a:ext uri="{FF2B5EF4-FFF2-40B4-BE49-F238E27FC236}">
                <a16:creationId xmlns:a16="http://schemas.microsoft.com/office/drawing/2014/main" id="{4E681A8A-8601-4B18-BABA-756F8F006C1B}"/>
              </a:ext>
            </a:extLst>
          </p:cNvPr>
          <p:cNvSpPr>
            <a:spLocks xmlns:a="http://schemas.openxmlformats.org/drawingml/2006/main" noGrp="1"/>
          </p:cNvSpPr>
          <p:nvPr/>
        </p:nvSpPr>
        <p:spPr>
          <a:xfrm xmlns:a="http://schemas.openxmlformats.org/drawingml/2006/main" flipV="1">
            <a:off x="8174736" y="1951764"/>
            <a:ext cx="87325" cy="11775"/>
          </a:xfrm>
          <a:prstGeom xmlns:a="http://schemas.openxmlformats.org/drawingml/2006/main" prst="line">
            <a:avLst/>
          </a:prstGeom>
          <a:ln xmlns:a="http://schemas.openxmlformats.org/drawingml/2006/main" w="2413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1" name="Connector 90">
            <a:extLst xmlns:a="http://schemas.openxmlformats.org/drawingml/2006/main">
              <a:ext uri="{FF2B5EF4-FFF2-40B4-BE49-F238E27FC236}">
                <a16:creationId xmlns:a16="http://schemas.microsoft.com/office/drawing/2014/main" id="{9475CC77-4A88-4638-95EA-BED35AEC1E7C}"/>
              </a:ext>
            </a:extLst>
          </p:cNvPr>
          <p:cNvSpPr>
            <a:spLocks xmlns:a="http://schemas.openxmlformats.org/drawingml/2006/main" noGrp="1"/>
          </p:cNvSpPr>
          <p:nvPr/>
        </p:nvSpPr>
        <p:spPr>
          <a:xfrm xmlns:a="http://schemas.openxmlformats.org/drawingml/2006/main" flipV="1">
            <a:off x="8262061" y="1944091"/>
            <a:ext cx="87325" cy="7673"/>
          </a:xfrm>
          <a:prstGeom xmlns:a="http://schemas.openxmlformats.org/drawingml/2006/main" prst="line">
            <a:avLst/>
          </a:prstGeom>
          <a:ln xmlns:a="http://schemas.openxmlformats.org/drawingml/2006/main" w="2413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2" name="Connector 91">
            <a:extLst xmlns:a="http://schemas.openxmlformats.org/drawingml/2006/main">
              <a:ext uri="{FF2B5EF4-FFF2-40B4-BE49-F238E27FC236}">
                <a16:creationId xmlns:a16="http://schemas.microsoft.com/office/drawing/2014/main" id="{13CDD650-B912-4C55-BC57-A5628B930163}"/>
              </a:ext>
            </a:extLst>
          </p:cNvPr>
          <p:cNvSpPr>
            <a:spLocks xmlns:a="http://schemas.openxmlformats.org/drawingml/2006/main" noGrp="1"/>
          </p:cNvSpPr>
          <p:nvPr/>
        </p:nvSpPr>
        <p:spPr>
          <a:xfrm xmlns:a="http://schemas.openxmlformats.org/drawingml/2006/main" flipV="1">
            <a:off x="8349386" y="1940590"/>
            <a:ext cx="87325" cy="3501"/>
          </a:xfrm>
          <a:prstGeom xmlns:a="http://schemas.openxmlformats.org/drawingml/2006/main" prst="line">
            <a:avLst/>
          </a:prstGeom>
          <a:ln xmlns:a="http://schemas.openxmlformats.org/drawingml/2006/main" w="2413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3" name="Connector 92">
            <a:extLst xmlns:a="http://schemas.openxmlformats.org/drawingml/2006/main">
              <a:ext uri="{FF2B5EF4-FFF2-40B4-BE49-F238E27FC236}">
                <a16:creationId xmlns:a16="http://schemas.microsoft.com/office/drawing/2014/main" id="{446EDB6E-21A0-40E9-8E9E-2C131D849815}"/>
              </a:ext>
            </a:extLst>
          </p:cNvPr>
          <p:cNvSpPr>
            <a:spLocks xmlns:a="http://schemas.openxmlformats.org/drawingml/2006/main" noGrp="1"/>
          </p:cNvSpPr>
          <p:nvPr/>
        </p:nvSpPr>
        <p:spPr>
          <a:xfrm xmlns:a="http://schemas.openxmlformats.org/drawingml/2006/main">
            <a:off x="8436711" y="1940590"/>
            <a:ext cx="87325" cy="701"/>
          </a:xfrm>
          <a:prstGeom xmlns:a="http://schemas.openxmlformats.org/drawingml/2006/main" prst="line">
            <a:avLst/>
          </a:prstGeom>
          <a:ln xmlns:a="http://schemas.openxmlformats.org/drawingml/2006/main" w="2413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4" name="Connector 93">
            <a:extLst xmlns:a="http://schemas.openxmlformats.org/drawingml/2006/main">
              <a:ext uri="{FF2B5EF4-FFF2-40B4-BE49-F238E27FC236}">
                <a16:creationId xmlns:a16="http://schemas.microsoft.com/office/drawing/2014/main" id="{026E803C-2A33-436D-95F5-49DF05E65040}"/>
              </a:ext>
            </a:extLst>
          </p:cNvPr>
          <p:cNvSpPr>
            <a:spLocks xmlns:a="http://schemas.openxmlformats.org/drawingml/2006/main" noGrp="1"/>
          </p:cNvSpPr>
          <p:nvPr/>
        </p:nvSpPr>
        <p:spPr>
          <a:xfrm xmlns:a="http://schemas.openxmlformats.org/drawingml/2006/main">
            <a:off x="8524036" y="1941291"/>
            <a:ext cx="87326" cy="4897"/>
          </a:xfrm>
          <a:prstGeom xmlns:a="http://schemas.openxmlformats.org/drawingml/2006/main" prst="line">
            <a:avLst/>
          </a:prstGeom>
          <a:ln xmlns:a="http://schemas.openxmlformats.org/drawingml/2006/main" w="2413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5" name="Connector 94">
            <a:extLst xmlns:a="http://schemas.openxmlformats.org/drawingml/2006/main">
              <a:ext uri="{FF2B5EF4-FFF2-40B4-BE49-F238E27FC236}">
                <a16:creationId xmlns:a16="http://schemas.microsoft.com/office/drawing/2014/main" id="{226327DF-A6E5-40A3-AB41-A35201012D1D}"/>
              </a:ext>
            </a:extLst>
          </p:cNvPr>
          <p:cNvSpPr>
            <a:spLocks xmlns:a="http://schemas.openxmlformats.org/drawingml/2006/main" noGrp="1"/>
          </p:cNvSpPr>
          <p:nvPr/>
        </p:nvSpPr>
        <p:spPr>
          <a:xfrm xmlns:a="http://schemas.openxmlformats.org/drawingml/2006/main">
            <a:off x="8611362" y="1946188"/>
            <a:ext cx="87325" cy="9049"/>
          </a:xfrm>
          <a:prstGeom xmlns:a="http://schemas.openxmlformats.org/drawingml/2006/main" prst="line">
            <a:avLst/>
          </a:prstGeom>
          <a:ln xmlns:a="http://schemas.openxmlformats.org/drawingml/2006/main" w="2413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6" name="Connector 95">
            <a:extLst xmlns:a="http://schemas.openxmlformats.org/drawingml/2006/main">
              <a:ext uri="{FF2B5EF4-FFF2-40B4-BE49-F238E27FC236}">
                <a16:creationId xmlns:a16="http://schemas.microsoft.com/office/drawing/2014/main" id="{9E5872DF-A1FF-4076-AA59-CE87C29C60E3}"/>
              </a:ext>
            </a:extLst>
          </p:cNvPr>
          <p:cNvSpPr>
            <a:spLocks xmlns:a="http://schemas.openxmlformats.org/drawingml/2006/main" noGrp="1"/>
          </p:cNvSpPr>
          <p:nvPr/>
        </p:nvSpPr>
        <p:spPr>
          <a:xfrm xmlns:a="http://schemas.openxmlformats.org/drawingml/2006/main">
            <a:off x="8698687" y="1955237"/>
            <a:ext cx="87325" cy="13122"/>
          </a:xfrm>
          <a:prstGeom xmlns:a="http://schemas.openxmlformats.org/drawingml/2006/main" prst="line">
            <a:avLst/>
          </a:prstGeom>
          <a:ln xmlns:a="http://schemas.openxmlformats.org/drawingml/2006/main" w="2413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7" name="Connector 96">
            <a:extLst xmlns:a="http://schemas.openxmlformats.org/drawingml/2006/main">
              <a:ext uri="{FF2B5EF4-FFF2-40B4-BE49-F238E27FC236}">
                <a16:creationId xmlns:a16="http://schemas.microsoft.com/office/drawing/2014/main" id="{CB931507-F370-4D78-846A-D67A938F6849}"/>
              </a:ext>
            </a:extLst>
          </p:cNvPr>
          <p:cNvSpPr>
            <a:spLocks xmlns:a="http://schemas.openxmlformats.org/drawingml/2006/main" noGrp="1"/>
          </p:cNvSpPr>
          <p:nvPr/>
        </p:nvSpPr>
        <p:spPr>
          <a:xfrm xmlns:a="http://schemas.openxmlformats.org/drawingml/2006/main">
            <a:off x="8786012" y="1968359"/>
            <a:ext cx="87325" cy="17077"/>
          </a:xfrm>
          <a:prstGeom xmlns:a="http://schemas.openxmlformats.org/drawingml/2006/main" prst="line">
            <a:avLst/>
          </a:prstGeom>
          <a:ln xmlns:a="http://schemas.openxmlformats.org/drawingml/2006/main" w="2413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8" name="Connector 97">
            <a:extLst xmlns:a="http://schemas.openxmlformats.org/drawingml/2006/main">
              <a:ext uri="{FF2B5EF4-FFF2-40B4-BE49-F238E27FC236}">
                <a16:creationId xmlns:a16="http://schemas.microsoft.com/office/drawing/2014/main" id="{60EE8EBF-B89D-499F-9284-DE6E72B2378B}"/>
              </a:ext>
            </a:extLst>
          </p:cNvPr>
          <p:cNvSpPr>
            <a:spLocks xmlns:a="http://schemas.openxmlformats.org/drawingml/2006/main" noGrp="1"/>
          </p:cNvSpPr>
          <p:nvPr/>
        </p:nvSpPr>
        <p:spPr>
          <a:xfrm xmlns:a="http://schemas.openxmlformats.org/drawingml/2006/main">
            <a:off x="8873337" y="1985436"/>
            <a:ext cx="87325" cy="20881"/>
          </a:xfrm>
          <a:prstGeom xmlns:a="http://schemas.openxmlformats.org/drawingml/2006/main" prst="line">
            <a:avLst/>
          </a:prstGeom>
          <a:ln xmlns:a="http://schemas.openxmlformats.org/drawingml/2006/main" w="2413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9" name="Connector 98">
            <a:extLst xmlns:a="http://schemas.openxmlformats.org/drawingml/2006/main">
              <a:ext uri="{FF2B5EF4-FFF2-40B4-BE49-F238E27FC236}">
                <a16:creationId xmlns:a16="http://schemas.microsoft.com/office/drawing/2014/main" id="{9B84AF5D-A01A-4570-B41D-3941CF72EDF5}"/>
              </a:ext>
            </a:extLst>
          </p:cNvPr>
          <p:cNvSpPr>
            <a:spLocks xmlns:a="http://schemas.openxmlformats.org/drawingml/2006/main" noGrp="1"/>
          </p:cNvSpPr>
          <p:nvPr/>
        </p:nvSpPr>
        <p:spPr>
          <a:xfrm xmlns:a="http://schemas.openxmlformats.org/drawingml/2006/main">
            <a:off x="8960662" y="2006317"/>
            <a:ext cx="87326" cy="24500"/>
          </a:xfrm>
          <a:prstGeom xmlns:a="http://schemas.openxmlformats.org/drawingml/2006/main" prst="line">
            <a:avLst/>
          </a:prstGeom>
          <a:ln xmlns:a="http://schemas.openxmlformats.org/drawingml/2006/main" w="2413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0" name="Connector 99">
            <a:extLst xmlns:a="http://schemas.openxmlformats.org/drawingml/2006/main">
              <a:ext uri="{FF2B5EF4-FFF2-40B4-BE49-F238E27FC236}">
                <a16:creationId xmlns:a16="http://schemas.microsoft.com/office/drawing/2014/main" id="{0429FB9C-A3F0-446C-ADA2-56B722ED057A}"/>
              </a:ext>
            </a:extLst>
          </p:cNvPr>
          <p:cNvSpPr>
            <a:spLocks xmlns:a="http://schemas.openxmlformats.org/drawingml/2006/main" noGrp="1"/>
          </p:cNvSpPr>
          <p:nvPr/>
        </p:nvSpPr>
        <p:spPr>
          <a:xfrm xmlns:a="http://schemas.openxmlformats.org/drawingml/2006/main">
            <a:off x="9047988" y="2030817"/>
            <a:ext cx="87325" cy="27901"/>
          </a:xfrm>
          <a:prstGeom xmlns:a="http://schemas.openxmlformats.org/drawingml/2006/main" prst="line">
            <a:avLst/>
          </a:prstGeom>
          <a:ln xmlns:a="http://schemas.openxmlformats.org/drawingml/2006/main" w="2413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1" name="Connector 100">
            <a:extLst xmlns:a="http://schemas.openxmlformats.org/drawingml/2006/main">
              <a:ext uri="{FF2B5EF4-FFF2-40B4-BE49-F238E27FC236}">
                <a16:creationId xmlns:a16="http://schemas.microsoft.com/office/drawing/2014/main" id="{D84A409A-B9AB-46EE-809C-62E9966B9C96}"/>
              </a:ext>
            </a:extLst>
          </p:cNvPr>
          <p:cNvSpPr>
            <a:spLocks xmlns:a="http://schemas.openxmlformats.org/drawingml/2006/main" noGrp="1"/>
          </p:cNvSpPr>
          <p:nvPr/>
        </p:nvSpPr>
        <p:spPr>
          <a:xfrm xmlns:a="http://schemas.openxmlformats.org/drawingml/2006/main">
            <a:off x="9135313" y="2058718"/>
            <a:ext cx="87325" cy="31055"/>
          </a:xfrm>
          <a:prstGeom xmlns:a="http://schemas.openxmlformats.org/drawingml/2006/main" prst="line">
            <a:avLst/>
          </a:prstGeom>
          <a:ln xmlns:a="http://schemas.openxmlformats.org/drawingml/2006/main" w="2413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2" name="Connector 101">
            <a:extLst xmlns:a="http://schemas.openxmlformats.org/drawingml/2006/main">
              <a:ext uri="{FF2B5EF4-FFF2-40B4-BE49-F238E27FC236}">
                <a16:creationId xmlns:a16="http://schemas.microsoft.com/office/drawing/2014/main" id="{29702FFA-44D9-46ED-ADEA-74D8A21D2032}"/>
              </a:ext>
            </a:extLst>
          </p:cNvPr>
          <p:cNvSpPr>
            <a:spLocks xmlns:a="http://schemas.openxmlformats.org/drawingml/2006/main" noGrp="1"/>
          </p:cNvSpPr>
          <p:nvPr/>
        </p:nvSpPr>
        <p:spPr>
          <a:xfrm xmlns:a="http://schemas.openxmlformats.org/drawingml/2006/main">
            <a:off x="9222638" y="2089773"/>
            <a:ext cx="87325" cy="33933"/>
          </a:xfrm>
          <a:prstGeom xmlns:a="http://schemas.openxmlformats.org/drawingml/2006/main" prst="line">
            <a:avLst/>
          </a:prstGeom>
          <a:ln xmlns:a="http://schemas.openxmlformats.org/drawingml/2006/main" w="2413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3" name="Connector 102">
            <a:extLst xmlns:a="http://schemas.openxmlformats.org/drawingml/2006/main">
              <a:ext uri="{FF2B5EF4-FFF2-40B4-BE49-F238E27FC236}">
                <a16:creationId xmlns:a16="http://schemas.microsoft.com/office/drawing/2014/main" id="{F92047B2-725A-43A8-823E-184B366E485D}"/>
              </a:ext>
            </a:extLst>
          </p:cNvPr>
          <p:cNvSpPr>
            <a:spLocks xmlns:a="http://schemas.openxmlformats.org/drawingml/2006/main" noGrp="1"/>
          </p:cNvSpPr>
          <p:nvPr/>
        </p:nvSpPr>
        <p:spPr>
          <a:xfrm xmlns:a="http://schemas.openxmlformats.org/drawingml/2006/main">
            <a:off x="9309963" y="2123706"/>
            <a:ext cx="87325" cy="36510"/>
          </a:xfrm>
          <a:prstGeom xmlns:a="http://schemas.openxmlformats.org/drawingml/2006/main" prst="line">
            <a:avLst/>
          </a:prstGeom>
          <a:ln xmlns:a="http://schemas.openxmlformats.org/drawingml/2006/main" w="2413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4" name="Connector 103">
            <a:extLst xmlns:a="http://schemas.openxmlformats.org/drawingml/2006/main">
              <a:ext uri="{FF2B5EF4-FFF2-40B4-BE49-F238E27FC236}">
                <a16:creationId xmlns:a16="http://schemas.microsoft.com/office/drawing/2014/main" id="{211CA8E5-1EE7-452F-9663-A86CFB6EB595}"/>
              </a:ext>
            </a:extLst>
          </p:cNvPr>
          <p:cNvSpPr>
            <a:spLocks xmlns:a="http://schemas.openxmlformats.org/drawingml/2006/main" noGrp="1"/>
          </p:cNvSpPr>
          <p:nvPr/>
        </p:nvSpPr>
        <p:spPr>
          <a:xfrm xmlns:a="http://schemas.openxmlformats.org/drawingml/2006/main">
            <a:off x="9397288" y="2160216"/>
            <a:ext cx="87326" cy="38763"/>
          </a:xfrm>
          <a:prstGeom xmlns:a="http://schemas.openxmlformats.org/drawingml/2006/main" prst="line">
            <a:avLst/>
          </a:prstGeom>
          <a:ln xmlns:a="http://schemas.openxmlformats.org/drawingml/2006/main" w="2413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5" name="Connector 104">
            <a:extLst xmlns:a="http://schemas.openxmlformats.org/drawingml/2006/main">
              <a:ext uri="{FF2B5EF4-FFF2-40B4-BE49-F238E27FC236}">
                <a16:creationId xmlns:a16="http://schemas.microsoft.com/office/drawing/2014/main" id="{335641DA-7829-4D90-93EB-B080F5278BB0}"/>
              </a:ext>
            </a:extLst>
          </p:cNvPr>
          <p:cNvSpPr>
            <a:spLocks xmlns:a="http://schemas.openxmlformats.org/drawingml/2006/main" noGrp="1"/>
          </p:cNvSpPr>
          <p:nvPr/>
        </p:nvSpPr>
        <p:spPr>
          <a:xfrm xmlns:a="http://schemas.openxmlformats.org/drawingml/2006/main">
            <a:off x="9484614" y="2198979"/>
            <a:ext cx="87325" cy="40671"/>
          </a:xfrm>
          <a:prstGeom xmlns:a="http://schemas.openxmlformats.org/drawingml/2006/main" prst="line">
            <a:avLst/>
          </a:prstGeom>
          <a:ln xmlns:a="http://schemas.openxmlformats.org/drawingml/2006/main" w="2413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6" name="Connector 105">
            <a:extLst xmlns:a="http://schemas.openxmlformats.org/drawingml/2006/main">
              <a:ext uri="{FF2B5EF4-FFF2-40B4-BE49-F238E27FC236}">
                <a16:creationId xmlns:a16="http://schemas.microsoft.com/office/drawing/2014/main" id="{042B68D2-86CD-4897-ADCE-42391FFB4B77}"/>
              </a:ext>
            </a:extLst>
          </p:cNvPr>
          <p:cNvSpPr>
            <a:spLocks xmlns:a="http://schemas.openxmlformats.org/drawingml/2006/main" noGrp="1"/>
          </p:cNvSpPr>
          <p:nvPr/>
        </p:nvSpPr>
        <p:spPr>
          <a:xfrm xmlns:a="http://schemas.openxmlformats.org/drawingml/2006/main">
            <a:off x="9571939" y="2239650"/>
            <a:ext cx="87325" cy="42219"/>
          </a:xfrm>
          <a:prstGeom xmlns:a="http://schemas.openxmlformats.org/drawingml/2006/main" prst="line">
            <a:avLst/>
          </a:prstGeom>
          <a:ln xmlns:a="http://schemas.openxmlformats.org/drawingml/2006/main" w="2413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7" name="Connector 106">
            <a:extLst xmlns:a="http://schemas.openxmlformats.org/drawingml/2006/main">
              <a:ext uri="{FF2B5EF4-FFF2-40B4-BE49-F238E27FC236}">
                <a16:creationId xmlns:a16="http://schemas.microsoft.com/office/drawing/2014/main" id="{F517B028-2572-4F75-A11A-5B487B6385F1}"/>
              </a:ext>
            </a:extLst>
          </p:cNvPr>
          <p:cNvSpPr>
            <a:spLocks xmlns:a="http://schemas.openxmlformats.org/drawingml/2006/main" noGrp="1"/>
          </p:cNvSpPr>
          <p:nvPr/>
        </p:nvSpPr>
        <p:spPr>
          <a:xfrm xmlns:a="http://schemas.openxmlformats.org/drawingml/2006/main">
            <a:off x="9659264" y="2281869"/>
            <a:ext cx="87325" cy="43392"/>
          </a:xfrm>
          <a:prstGeom xmlns:a="http://schemas.openxmlformats.org/drawingml/2006/main" prst="line">
            <a:avLst/>
          </a:prstGeom>
          <a:ln xmlns:a="http://schemas.openxmlformats.org/drawingml/2006/main" w="2413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8" name="Connector 107">
            <a:extLst xmlns:a="http://schemas.openxmlformats.org/drawingml/2006/main">
              <a:ext uri="{FF2B5EF4-FFF2-40B4-BE49-F238E27FC236}">
                <a16:creationId xmlns:a16="http://schemas.microsoft.com/office/drawing/2014/main" id="{EC136FA9-5C79-4661-909F-841C0635AF05}"/>
              </a:ext>
            </a:extLst>
          </p:cNvPr>
          <p:cNvSpPr>
            <a:spLocks xmlns:a="http://schemas.openxmlformats.org/drawingml/2006/main" noGrp="1"/>
          </p:cNvSpPr>
          <p:nvPr/>
        </p:nvSpPr>
        <p:spPr>
          <a:xfrm xmlns:a="http://schemas.openxmlformats.org/drawingml/2006/main">
            <a:off x="9746589" y="2325261"/>
            <a:ext cx="87325" cy="44179"/>
          </a:xfrm>
          <a:prstGeom xmlns:a="http://schemas.openxmlformats.org/drawingml/2006/main" prst="line">
            <a:avLst/>
          </a:prstGeom>
          <a:ln xmlns:a="http://schemas.openxmlformats.org/drawingml/2006/main" w="2413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9" name="Connector 108">
            <a:extLst xmlns:a="http://schemas.openxmlformats.org/drawingml/2006/main">
              <a:ext uri="{FF2B5EF4-FFF2-40B4-BE49-F238E27FC236}">
                <a16:creationId xmlns:a16="http://schemas.microsoft.com/office/drawing/2014/main" id="{0FDD5F32-A40F-4263-B9F8-300D24765C15}"/>
              </a:ext>
            </a:extLst>
          </p:cNvPr>
          <p:cNvSpPr>
            <a:spLocks xmlns:a="http://schemas.openxmlformats.org/drawingml/2006/main" noGrp="1"/>
          </p:cNvSpPr>
          <p:nvPr/>
        </p:nvSpPr>
        <p:spPr>
          <a:xfrm xmlns:a="http://schemas.openxmlformats.org/drawingml/2006/main">
            <a:off x="9833914" y="2369440"/>
            <a:ext cx="87326" cy="44575"/>
          </a:xfrm>
          <a:prstGeom xmlns:a="http://schemas.openxmlformats.org/drawingml/2006/main" prst="line">
            <a:avLst/>
          </a:prstGeom>
          <a:ln xmlns:a="http://schemas.openxmlformats.org/drawingml/2006/main" w="2413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10" name="Connector 109">
            <a:extLst xmlns:a="http://schemas.openxmlformats.org/drawingml/2006/main">
              <a:ext uri="{FF2B5EF4-FFF2-40B4-BE49-F238E27FC236}">
                <a16:creationId xmlns:a16="http://schemas.microsoft.com/office/drawing/2014/main" id="{F18D28BC-F1FD-4689-A226-8B51BE740136}"/>
              </a:ext>
            </a:extLst>
          </p:cNvPr>
          <p:cNvSpPr>
            <a:spLocks xmlns:a="http://schemas.openxmlformats.org/drawingml/2006/main" noGrp="1"/>
          </p:cNvSpPr>
          <p:nvPr/>
        </p:nvSpPr>
        <p:spPr>
          <a:xfrm xmlns:a="http://schemas.openxmlformats.org/drawingml/2006/main">
            <a:off x="1097280" y="4425696"/>
            <a:ext cx="9509760" cy="0"/>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11" name="Connector 110">
            <a:extLst xmlns:a="http://schemas.openxmlformats.org/drawingml/2006/main">
              <a:ext uri="{FF2B5EF4-FFF2-40B4-BE49-F238E27FC236}">
                <a16:creationId xmlns:a16="http://schemas.microsoft.com/office/drawing/2014/main" id="{DC84AFA1-D10E-4764-8AC4-CC70280ABA80}"/>
              </a:ext>
            </a:extLst>
          </p:cNvPr>
          <p:cNvSpPr>
            <a:spLocks xmlns:a="http://schemas.openxmlformats.org/drawingml/2006/main" noGrp="1"/>
          </p:cNvSpPr>
          <p:nvPr/>
        </p:nvSpPr>
        <p:spPr>
          <a:xfrm xmlns:a="http://schemas.openxmlformats.org/drawingml/2006/main">
            <a:off x="1188720" y="3767328"/>
            <a:ext cx="0" cy="1325879"/>
          </a:xfrm>
          <a:prstGeom xmlns:a="http://schemas.openxmlformats.org/drawingml/2006/main" prst="line">
            <a:avLst/>
          </a:prstGeom>
          <a:ln xmlns:a="http://schemas.openxmlformats.org/drawingml/2006/main" w="1651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14" name="TextBox 113">
            <a:extLst xmlns:a="http://schemas.openxmlformats.org/drawingml/2006/main">
              <a:ext uri="{FF2B5EF4-FFF2-40B4-BE49-F238E27FC236}">
                <a16:creationId xmlns:a16="http://schemas.microsoft.com/office/drawing/2014/main" id="{4796CA24-BFCF-42A5-B5B6-E00B41B79859}"/>
              </a:ext>
            </a:extLst>
          </p:cNvPr>
          <p:cNvSpPr>
            <a:spLocks xmlns:a="http://schemas.openxmlformats.org/drawingml/2006/main" noGrp="1"/>
          </p:cNvSpPr>
          <p:nvPr/>
        </p:nvSpPr>
        <p:spPr>
          <a:xfrm xmlns:a="http://schemas.openxmlformats.org/drawingml/2006/main">
            <a:off x="1097280" y="3227832"/>
            <a:ext cx="9509760"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200" b="1">
                <a:solidFill>
                  <a:srgbClr val="8C64E1"/>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2200" b="1">
                <a:solidFill>
                  <a:srgbClr val="8C64E1"/>
                </a:solidFill>
                <a:latin typeface="Alibaba PuHuiTi 3.0 115 Black"/>
                <a:ea typeface="Alibaba PuHuiTi 3.0 115 Black"/>
                <a:cs typeface="Alibaba PuHuiTi 3.0 115 Black"/>
              </a:defRPr>
            </a:pPr>
            <a:r>
              <a:rPr sz="2200" b="1">
                <a:solidFill>
                  <a:srgbClr val="8C64E1"/>
                </a:solidFill>
                <a:latin typeface="Alibaba PuHuiTi 3.0 115 Black"/>
                <a:ea typeface="Alibaba PuHuiTi 3.0 115 Black"/>
                <a:cs typeface="Alibaba PuHuiTi 3.0 115 Black"/>
              </a:rPr>
              <a:t>波形 B</a:t>
            </a:r>
          </a:p>
        </p:txBody>
      </p:sp>
      <p:sp>
        <p:nvSpPr>
          <p:cNvPr id="115" name="Connector 114">
            <a:extLst xmlns:a="http://schemas.openxmlformats.org/drawingml/2006/main">
              <a:ext uri="{FF2B5EF4-FFF2-40B4-BE49-F238E27FC236}">
                <a16:creationId xmlns:a16="http://schemas.microsoft.com/office/drawing/2014/main" id="{9F2A665D-A198-4624-A298-BC0E8E290174}"/>
              </a:ext>
            </a:extLst>
          </p:cNvPr>
          <p:cNvSpPr>
            <a:spLocks xmlns:a="http://schemas.openxmlformats.org/drawingml/2006/main" noGrp="1"/>
          </p:cNvSpPr>
          <p:nvPr/>
        </p:nvSpPr>
        <p:spPr>
          <a:xfrm xmlns:a="http://schemas.openxmlformats.org/drawingml/2006/main" flipV="1">
            <a:off x="1188720" y="4267506"/>
            <a:ext cx="87325" cy="103326"/>
          </a:xfrm>
          <a:prstGeom xmlns:a="http://schemas.openxmlformats.org/drawingml/2006/main" prst="line">
            <a:avLst/>
          </a:prstGeom>
          <a:ln xmlns:a="http://schemas.openxmlformats.org/drawingml/2006/main" w="24130">
            <a:solidFill>
              <a:srgbClr val="00B0F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16" name="Connector 115">
            <a:extLst xmlns:a="http://schemas.openxmlformats.org/drawingml/2006/main">
              <a:ext uri="{FF2B5EF4-FFF2-40B4-BE49-F238E27FC236}">
                <a16:creationId xmlns:a16="http://schemas.microsoft.com/office/drawing/2014/main" id="{4A7A21C3-5482-400B-B217-919CEE07A522}"/>
              </a:ext>
            </a:extLst>
          </p:cNvPr>
          <p:cNvSpPr>
            <a:spLocks xmlns:a="http://schemas.openxmlformats.org/drawingml/2006/main" noGrp="1"/>
          </p:cNvSpPr>
          <p:nvPr/>
        </p:nvSpPr>
        <p:spPr>
          <a:xfrm xmlns:a="http://schemas.openxmlformats.org/drawingml/2006/main" flipV="1">
            <a:off x="1276045" y="4169157"/>
            <a:ext cx="87325" cy="98349"/>
          </a:xfrm>
          <a:prstGeom xmlns:a="http://schemas.openxmlformats.org/drawingml/2006/main" prst="line">
            <a:avLst/>
          </a:prstGeom>
          <a:ln xmlns:a="http://schemas.openxmlformats.org/drawingml/2006/main" w="24130">
            <a:solidFill>
              <a:srgbClr val="00B0F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17" name="Connector 116">
            <a:extLst xmlns:a="http://schemas.openxmlformats.org/drawingml/2006/main">
              <a:ext uri="{FF2B5EF4-FFF2-40B4-BE49-F238E27FC236}">
                <a16:creationId xmlns:a16="http://schemas.microsoft.com/office/drawing/2014/main" id="{42E78D9D-4B0F-4AAA-8F7E-A581F6D09550}"/>
              </a:ext>
            </a:extLst>
          </p:cNvPr>
          <p:cNvSpPr>
            <a:spLocks xmlns:a="http://schemas.openxmlformats.org/drawingml/2006/main" noGrp="1"/>
          </p:cNvSpPr>
          <p:nvPr/>
        </p:nvSpPr>
        <p:spPr>
          <a:xfrm xmlns:a="http://schemas.openxmlformats.org/drawingml/2006/main" flipV="1">
            <a:off x="1363370" y="4080522"/>
            <a:ext cx="87325" cy="88635"/>
          </a:xfrm>
          <a:prstGeom xmlns:a="http://schemas.openxmlformats.org/drawingml/2006/main" prst="line">
            <a:avLst/>
          </a:prstGeom>
          <a:ln xmlns:a="http://schemas.openxmlformats.org/drawingml/2006/main" w="24130">
            <a:solidFill>
              <a:srgbClr val="00B0F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18" name="Connector 117">
            <a:extLst xmlns:a="http://schemas.openxmlformats.org/drawingml/2006/main">
              <a:ext uri="{FF2B5EF4-FFF2-40B4-BE49-F238E27FC236}">
                <a16:creationId xmlns:a16="http://schemas.microsoft.com/office/drawing/2014/main" id="{9BE77ADA-5C7F-4E6F-9BB5-98C011CB3E8E}"/>
              </a:ext>
            </a:extLst>
          </p:cNvPr>
          <p:cNvSpPr>
            <a:spLocks xmlns:a="http://schemas.openxmlformats.org/drawingml/2006/main" noGrp="1"/>
          </p:cNvSpPr>
          <p:nvPr/>
        </p:nvSpPr>
        <p:spPr>
          <a:xfrm xmlns:a="http://schemas.openxmlformats.org/drawingml/2006/main" flipV="1">
            <a:off x="1450695" y="4005871"/>
            <a:ext cx="87325" cy="74651"/>
          </a:xfrm>
          <a:prstGeom xmlns:a="http://schemas.openxmlformats.org/drawingml/2006/main" prst="line">
            <a:avLst/>
          </a:prstGeom>
          <a:ln xmlns:a="http://schemas.openxmlformats.org/drawingml/2006/main" w="24130">
            <a:solidFill>
              <a:srgbClr val="00B0F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19" name="Connector 118">
            <a:extLst xmlns:a="http://schemas.openxmlformats.org/drawingml/2006/main">
              <a:ext uri="{FF2B5EF4-FFF2-40B4-BE49-F238E27FC236}">
                <a16:creationId xmlns:a16="http://schemas.microsoft.com/office/drawing/2014/main" id="{C4AD8C83-FD15-449F-BB07-6142131E4C01}"/>
              </a:ext>
            </a:extLst>
          </p:cNvPr>
          <p:cNvSpPr>
            <a:spLocks xmlns:a="http://schemas.openxmlformats.org/drawingml/2006/main" noGrp="1"/>
          </p:cNvSpPr>
          <p:nvPr/>
        </p:nvSpPr>
        <p:spPr>
          <a:xfrm xmlns:a="http://schemas.openxmlformats.org/drawingml/2006/main" flipV="1">
            <a:off x="1538020" y="3948798"/>
            <a:ext cx="87326" cy="57073"/>
          </a:xfrm>
          <a:prstGeom xmlns:a="http://schemas.openxmlformats.org/drawingml/2006/main" prst="line">
            <a:avLst/>
          </a:prstGeom>
          <a:ln xmlns:a="http://schemas.openxmlformats.org/drawingml/2006/main" w="24130">
            <a:solidFill>
              <a:srgbClr val="00B0F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20" name="Connector 119">
            <a:extLst xmlns:a="http://schemas.openxmlformats.org/drawingml/2006/main">
              <a:ext uri="{FF2B5EF4-FFF2-40B4-BE49-F238E27FC236}">
                <a16:creationId xmlns:a16="http://schemas.microsoft.com/office/drawing/2014/main" id="{6F761EFC-247B-4821-B2F8-74898FC3FD7D}"/>
              </a:ext>
            </a:extLst>
          </p:cNvPr>
          <p:cNvSpPr>
            <a:spLocks xmlns:a="http://schemas.openxmlformats.org/drawingml/2006/main" noGrp="1"/>
          </p:cNvSpPr>
          <p:nvPr/>
        </p:nvSpPr>
        <p:spPr>
          <a:xfrm xmlns:a="http://schemas.openxmlformats.org/drawingml/2006/main" flipV="1">
            <a:off x="1625346" y="3912053"/>
            <a:ext cx="87325" cy="36745"/>
          </a:xfrm>
          <a:prstGeom xmlns:a="http://schemas.openxmlformats.org/drawingml/2006/main" prst="line">
            <a:avLst/>
          </a:prstGeom>
          <a:ln xmlns:a="http://schemas.openxmlformats.org/drawingml/2006/main" w="24130">
            <a:solidFill>
              <a:srgbClr val="00B0F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21" name="Connector 120">
            <a:extLst xmlns:a="http://schemas.openxmlformats.org/drawingml/2006/main">
              <a:ext uri="{FF2B5EF4-FFF2-40B4-BE49-F238E27FC236}">
                <a16:creationId xmlns:a16="http://schemas.microsoft.com/office/drawing/2014/main" id="{16087092-CDCE-42AD-8F98-DE7B3738AC92}"/>
              </a:ext>
            </a:extLst>
          </p:cNvPr>
          <p:cNvSpPr>
            <a:spLocks xmlns:a="http://schemas.openxmlformats.org/drawingml/2006/main" noGrp="1"/>
          </p:cNvSpPr>
          <p:nvPr/>
        </p:nvSpPr>
        <p:spPr>
          <a:xfrm xmlns:a="http://schemas.openxmlformats.org/drawingml/2006/main" flipV="1">
            <a:off x="1712671" y="3897406"/>
            <a:ext cx="87325" cy="14647"/>
          </a:xfrm>
          <a:prstGeom xmlns:a="http://schemas.openxmlformats.org/drawingml/2006/main" prst="line">
            <a:avLst/>
          </a:prstGeom>
          <a:ln xmlns:a="http://schemas.openxmlformats.org/drawingml/2006/main" w="24130">
            <a:solidFill>
              <a:srgbClr val="00B0F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22" name="Connector 121">
            <a:extLst xmlns:a="http://schemas.openxmlformats.org/drawingml/2006/main">
              <a:ext uri="{FF2B5EF4-FFF2-40B4-BE49-F238E27FC236}">
                <a16:creationId xmlns:a16="http://schemas.microsoft.com/office/drawing/2014/main" id="{0410F11E-65EA-4489-B8BA-660569392162}"/>
              </a:ext>
            </a:extLst>
          </p:cNvPr>
          <p:cNvSpPr>
            <a:spLocks xmlns:a="http://schemas.openxmlformats.org/drawingml/2006/main" noGrp="1"/>
          </p:cNvSpPr>
          <p:nvPr/>
        </p:nvSpPr>
        <p:spPr>
          <a:xfrm xmlns:a="http://schemas.openxmlformats.org/drawingml/2006/main">
            <a:off x="1799996" y="3897406"/>
            <a:ext cx="87325" cy="8156"/>
          </a:xfrm>
          <a:prstGeom xmlns:a="http://schemas.openxmlformats.org/drawingml/2006/main" prst="line">
            <a:avLst/>
          </a:prstGeom>
          <a:ln xmlns:a="http://schemas.openxmlformats.org/drawingml/2006/main" w="24130">
            <a:solidFill>
              <a:srgbClr val="00B0F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23" name="Connector 122">
            <a:extLst xmlns:a="http://schemas.openxmlformats.org/drawingml/2006/main">
              <a:ext uri="{FF2B5EF4-FFF2-40B4-BE49-F238E27FC236}">
                <a16:creationId xmlns:a16="http://schemas.microsoft.com/office/drawing/2014/main" id="{4DEBD5F9-B024-47F3-9FE4-01757E1C9B6C}"/>
              </a:ext>
            </a:extLst>
          </p:cNvPr>
          <p:cNvSpPr>
            <a:spLocks xmlns:a="http://schemas.openxmlformats.org/drawingml/2006/main" noGrp="1"/>
          </p:cNvSpPr>
          <p:nvPr/>
        </p:nvSpPr>
        <p:spPr>
          <a:xfrm xmlns:a="http://schemas.openxmlformats.org/drawingml/2006/main">
            <a:off x="1887321" y="3905562"/>
            <a:ext cx="87325" cy="30567"/>
          </a:xfrm>
          <a:prstGeom xmlns:a="http://schemas.openxmlformats.org/drawingml/2006/main" prst="line">
            <a:avLst/>
          </a:prstGeom>
          <a:ln xmlns:a="http://schemas.openxmlformats.org/drawingml/2006/main" w="24130">
            <a:solidFill>
              <a:srgbClr val="00B0F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24" name="Connector 123">
            <a:extLst xmlns:a="http://schemas.openxmlformats.org/drawingml/2006/main">
              <a:ext uri="{FF2B5EF4-FFF2-40B4-BE49-F238E27FC236}">
                <a16:creationId xmlns:a16="http://schemas.microsoft.com/office/drawing/2014/main" id="{F3B14CF8-6B46-4657-8AC9-958DC411EDB3}"/>
              </a:ext>
            </a:extLst>
          </p:cNvPr>
          <p:cNvSpPr>
            <a:spLocks xmlns:a="http://schemas.openxmlformats.org/drawingml/2006/main" noGrp="1"/>
          </p:cNvSpPr>
          <p:nvPr/>
        </p:nvSpPr>
        <p:spPr>
          <a:xfrm xmlns:a="http://schemas.openxmlformats.org/drawingml/2006/main">
            <a:off x="1974646" y="3936129"/>
            <a:ext cx="87326" cy="51504"/>
          </a:xfrm>
          <a:prstGeom xmlns:a="http://schemas.openxmlformats.org/drawingml/2006/main" prst="line">
            <a:avLst/>
          </a:prstGeom>
          <a:ln xmlns:a="http://schemas.openxmlformats.org/drawingml/2006/main" w="24130">
            <a:solidFill>
              <a:srgbClr val="00B0F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25" name="Connector 124">
            <a:extLst xmlns:a="http://schemas.openxmlformats.org/drawingml/2006/main">
              <a:ext uri="{FF2B5EF4-FFF2-40B4-BE49-F238E27FC236}">
                <a16:creationId xmlns:a16="http://schemas.microsoft.com/office/drawing/2014/main" id="{4E44E71D-537B-4829-AA1D-8374D602A606}"/>
              </a:ext>
            </a:extLst>
          </p:cNvPr>
          <p:cNvSpPr>
            <a:spLocks xmlns:a="http://schemas.openxmlformats.org/drawingml/2006/main" noGrp="1"/>
          </p:cNvSpPr>
          <p:nvPr/>
        </p:nvSpPr>
        <p:spPr>
          <a:xfrm xmlns:a="http://schemas.openxmlformats.org/drawingml/2006/main">
            <a:off x="2061972" y="3987633"/>
            <a:ext cx="87325" cy="69962"/>
          </a:xfrm>
          <a:prstGeom xmlns:a="http://schemas.openxmlformats.org/drawingml/2006/main" prst="line">
            <a:avLst/>
          </a:prstGeom>
          <a:ln xmlns:a="http://schemas.openxmlformats.org/drawingml/2006/main" w="24130">
            <a:solidFill>
              <a:srgbClr val="00B0F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26" name="Connector 125">
            <a:extLst xmlns:a="http://schemas.openxmlformats.org/drawingml/2006/main">
              <a:ext uri="{FF2B5EF4-FFF2-40B4-BE49-F238E27FC236}">
                <a16:creationId xmlns:a16="http://schemas.microsoft.com/office/drawing/2014/main" id="{5BC60C72-42D0-4250-8C46-68ED690F2B3A}"/>
              </a:ext>
            </a:extLst>
          </p:cNvPr>
          <p:cNvSpPr>
            <a:spLocks xmlns:a="http://schemas.openxmlformats.org/drawingml/2006/main" noGrp="1"/>
          </p:cNvSpPr>
          <p:nvPr/>
        </p:nvSpPr>
        <p:spPr>
          <a:xfrm xmlns:a="http://schemas.openxmlformats.org/drawingml/2006/main">
            <a:off x="2149297" y="4057595"/>
            <a:ext cx="87325" cy="85049"/>
          </a:xfrm>
          <a:prstGeom xmlns:a="http://schemas.openxmlformats.org/drawingml/2006/main" prst="line">
            <a:avLst/>
          </a:prstGeom>
          <a:ln xmlns:a="http://schemas.openxmlformats.org/drawingml/2006/main" w="24130">
            <a:solidFill>
              <a:srgbClr val="00B0F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27" name="Connector 126">
            <a:extLst xmlns:a="http://schemas.openxmlformats.org/drawingml/2006/main">
              <a:ext uri="{FF2B5EF4-FFF2-40B4-BE49-F238E27FC236}">
                <a16:creationId xmlns:a16="http://schemas.microsoft.com/office/drawing/2014/main" id="{820BA32E-09D0-458F-8C81-F331B4730FDA}"/>
              </a:ext>
            </a:extLst>
          </p:cNvPr>
          <p:cNvSpPr>
            <a:spLocks xmlns:a="http://schemas.openxmlformats.org/drawingml/2006/main" noGrp="1"/>
          </p:cNvSpPr>
          <p:nvPr/>
        </p:nvSpPr>
        <p:spPr>
          <a:xfrm xmlns:a="http://schemas.openxmlformats.org/drawingml/2006/main">
            <a:off x="2236622" y="4142644"/>
            <a:ext cx="87325" cy="96041"/>
          </a:xfrm>
          <a:prstGeom xmlns:a="http://schemas.openxmlformats.org/drawingml/2006/main" prst="line">
            <a:avLst/>
          </a:prstGeom>
          <a:ln xmlns:a="http://schemas.openxmlformats.org/drawingml/2006/main" w="24130">
            <a:solidFill>
              <a:srgbClr val="00B0F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28" name="Connector 127">
            <a:extLst xmlns:a="http://schemas.openxmlformats.org/drawingml/2006/main">
              <a:ext uri="{FF2B5EF4-FFF2-40B4-BE49-F238E27FC236}">
                <a16:creationId xmlns:a16="http://schemas.microsoft.com/office/drawing/2014/main" id="{18904ADC-DAA2-4F33-9365-979A348910EE}"/>
              </a:ext>
            </a:extLst>
          </p:cNvPr>
          <p:cNvSpPr>
            <a:spLocks xmlns:a="http://schemas.openxmlformats.org/drawingml/2006/main" noGrp="1"/>
          </p:cNvSpPr>
          <p:nvPr/>
        </p:nvSpPr>
        <p:spPr>
          <a:xfrm xmlns:a="http://schemas.openxmlformats.org/drawingml/2006/main">
            <a:off x="2323947" y="4238685"/>
            <a:ext cx="87325" cy="102405"/>
          </a:xfrm>
          <a:prstGeom xmlns:a="http://schemas.openxmlformats.org/drawingml/2006/main" prst="line">
            <a:avLst/>
          </a:prstGeom>
          <a:ln xmlns:a="http://schemas.openxmlformats.org/drawingml/2006/main" w="24130">
            <a:solidFill>
              <a:srgbClr val="00B0F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29" name="Connector 128">
            <a:extLst xmlns:a="http://schemas.openxmlformats.org/drawingml/2006/main">
              <a:ext uri="{FF2B5EF4-FFF2-40B4-BE49-F238E27FC236}">
                <a16:creationId xmlns:a16="http://schemas.microsoft.com/office/drawing/2014/main" id="{DD5D04B6-0E34-4515-8C44-877B1D5D1215}"/>
              </a:ext>
            </a:extLst>
          </p:cNvPr>
          <p:cNvSpPr>
            <a:spLocks xmlns:a="http://schemas.openxmlformats.org/drawingml/2006/main" noGrp="1"/>
          </p:cNvSpPr>
          <p:nvPr/>
        </p:nvSpPr>
        <p:spPr>
          <a:xfrm xmlns:a="http://schemas.openxmlformats.org/drawingml/2006/main">
            <a:off x="2411272" y="4341090"/>
            <a:ext cx="87326" cy="103838"/>
          </a:xfrm>
          <a:prstGeom xmlns:a="http://schemas.openxmlformats.org/drawingml/2006/main" prst="line">
            <a:avLst/>
          </a:prstGeom>
          <a:ln xmlns:a="http://schemas.openxmlformats.org/drawingml/2006/main" w="24130">
            <a:solidFill>
              <a:srgbClr val="00B0F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30" name="Connector 129">
            <a:extLst xmlns:a="http://schemas.openxmlformats.org/drawingml/2006/main">
              <a:ext uri="{FF2B5EF4-FFF2-40B4-BE49-F238E27FC236}">
                <a16:creationId xmlns:a16="http://schemas.microsoft.com/office/drawing/2014/main" id="{2A4BB831-C498-4623-BEBE-4F51E29546DF}"/>
              </a:ext>
            </a:extLst>
          </p:cNvPr>
          <p:cNvSpPr>
            <a:spLocks xmlns:a="http://schemas.openxmlformats.org/drawingml/2006/main" noGrp="1"/>
          </p:cNvSpPr>
          <p:nvPr/>
        </p:nvSpPr>
        <p:spPr>
          <a:xfrm xmlns:a="http://schemas.openxmlformats.org/drawingml/2006/main">
            <a:off x="2498598" y="4444928"/>
            <a:ext cx="87325" cy="100269"/>
          </a:xfrm>
          <a:prstGeom xmlns:a="http://schemas.openxmlformats.org/drawingml/2006/main" prst="line">
            <a:avLst/>
          </a:prstGeom>
          <a:ln xmlns:a="http://schemas.openxmlformats.org/drawingml/2006/main" w="24130">
            <a:solidFill>
              <a:srgbClr val="00B0F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31" name="Connector 130">
            <a:extLst xmlns:a="http://schemas.openxmlformats.org/drawingml/2006/main">
              <a:ext uri="{FF2B5EF4-FFF2-40B4-BE49-F238E27FC236}">
                <a16:creationId xmlns:a16="http://schemas.microsoft.com/office/drawing/2014/main" id="{6DA1DAF3-84CC-47A5-A1B3-905BEC46164C}"/>
              </a:ext>
            </a:extLst>
          </p:cNvPr>
          <p:cNvSpPr>
            <a:spLocks xmlns:a="http://schemas.openxmlformats.org/drawingml/2006/main" noGrp="1"/>
          </p:cNvSpPr>
          <p:nvPr/>
        </p:nvSpPr>
        <p:spPr>
          <a:xfrm xmlns:a="http://schemas.openxmlformats.org/drawingml/2006/main">
            <a:off x="2585923" y="4545197"/>
            <a:ext cx="87325" cy="91870"/>
          </a:xfrm>
          <a:prstGeom xmlns:a="http://schemas.openxmlformats.org/drawingml/2006/main" prst="line">
            <a:avLst/>
          </a:prstGeom>
          <a:ln xmlns:a="http://schemas.openxmlformats.org/drawingml/2006/main" w="24130">
            <a:solidFill>
              <a:srgbClr val="00B0F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32" name="Connector 131">
            <a:extLst xmlns:a="http://schemas.openxmlformats.org/drawingml/2006/main">
              <a:ext uri="{FF2B5EF4-FFF2-40B4-BE49-F238E27FC236}">
                <a16:creationId xmlns:a16="http://schemas.microsoft.com/office/drawing/2014/main" id="{03C97318-0161-4952-AFF0-05F12786DE6A}"/>
              </a:ext>
            </a:extLst>
          </p:cNvPr>
          <p:cNvSpPr>
            <a:spLocks xmlns:a="http://schemas.openxmlformats.org/drawingml/2006/main" noGrp="1"/>
          </p:cNvSpPr>
          <p:nvPr/>
        </p:nvSpPr>
        <p:spPr>
          <a:xfrm xmlns:a="http://schemas.openxmlformats.org/drawingml/2006/main">
            <a:off x="2673248" y="4637067"/>
            <a:ext cx="87325" cy="79047"/>
          </a:xfrm>
          <a:prstGeom xmlns:a="http://schemas.openxmlformats.org/drawingml/2006/main" prst="line">
            <a:avLst/>
          </a:prstGeom>
          <a:ln xmlns:a="http://schemas.openxmlformats.org/drawingml/2006/main" w="24130">
            <a:solidFill>
              <a:srgbClr val="00B0F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33" name="Connector 132">
            <a:extLst xmlns:a="http://schemas.openxmlformats.org/drawingml/2006/main">
              <a:ext uri="{FF2B5EF4-FFF2-40B4-BE49-F238E27FC236}">
                <a16:creationId xmlns:a16="http://schemas.microsoft.com/office/drawing/2014/main" id="{17BC6BAC-D2FA-4B0F-A06E-75115B6D810A}"/>
              </a:ext>
            </a:extLst>
          </p:cNvPr>
          <p:cNvSpPr>
            <a:spLocks xmlns:a="http://schemas.openxmlformats.org/drawingml/2006/main" noGrp="1"/>
          </p:cNvSpPr>
          <p:nvPr/>
        </p:nvSpPr>
        <p:spPr>
          <a:xfrm xmlns:a="http://schemas.openxmlformats.org/drawingml/2006/main">
            <a:off x="2760573" y="4716114"/>
            <a:ext cx="87325" cy="62416"/>
          </a:xfrm>
          <a:prstGeom xmlns:a="http://schemas.openxmlformats.org/drawingml/2006/main" prst="line">
            <a:avLst/>
          </a:prstGeom>
          <a:ln xmlns:a="http://schemas.openxmlformats.org/drawingml/2006/main" w="24130">
            <a:solidFill>
              <a:srgbClr val="00B0F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34" name="Connector 133">
            <a:extLst xmlns:a="http://schemas.openxmlformats.org/drawingml/2006/main">
              <a:ext uri="{FF2B5EF4-FFF2-40B4-BE49-F238E27FC236}">
                <a16:creationId xmlns:a16="http://schemas.microsoft.com/office/drawing/2014/main" id="{B8FEC28D-6F56-4280-A7EE-6D72160BE114}"/>
              </a:ext>
            </a:extLst>
          </p:cNvPr>
          <p:cNvSpPr>
            <a:spLocks xmlns:a="http://schemas.openxmlformats.org/drawingml/2006/main" noGrp="1"/>
          </p:cNvSpPr>
          <p:nvPr/>
        </p:nvSpPr>
        <p:spPr>
          <a:xfrm xmlns:a="http://schemas.openxmlformats.org/drawingml/2006/main">
            <a:off x="2847898" y="4778530"/>
            <a:ext cx="87326" cy="42778"/>
          </a:xfrm>
          <a:prstGeom xmlns:a="http://schemas.openxmlformats.org/drawingml/2006/main" prst="line">
            <a:avLst/>
          </a:prstGeom>
          <a:ln xmlns:a="http://schemas.openxmlformats.org/drawingml/2006/main" w="24130">
            <a:solidFill>
              <a:srgbClr val="00B0F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35" name="Connector 134">
            <a:extLst xmlns:a="http://schemas.openxmlformats.org/drawingml/2006/main">
              <a:ext uri="{FF2B5EF4-FFF2-40B4-BE49-F238E27FC236}">
                <a16:creationId xmlns:a16="http://schemas.microsoft.com/office/drawing/2014/main" id="{0DD362A9-E20F-46D6-9C73-A37664401597}"/>
              </a:ext>
            </a:extLst>
          </p:cNvPr>
          <p:cNvSpPr>
            <a:spLocks xmlns:a="http://schemas.openxmlformats.org/drawingml/2006/main" noGrp="1"/>
          </p:cNvSpPr>
          <p:nvPr/>
        </p:nvSpPr>
        <p:spPr>
          <a:xfrm xmlns:a="http://schemas.openxmlformats.org/drawingml/2006/main">
            <a:off x="2935224" y="4821308"/>
            <a:ext cx="87325" cy="21081"/>
          </a:xfrm>
          <a:prstGeom xmlns:a="http://schemas.openxmlformats.org/drawingml/2006/main" prst="line">
            <a:avLst/>
          </a:prstGeom>
          <a:ln xmlns:a="http://schemas.openxmlformats.org/drawingml/2006/main" w="24130">
            <a:solidFill>
              <a:srgbClr val="00B0F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36" name="Connector 135">
            <a:extLst xmlns:a="http://schemas.openxmlformats.org/drawingml/2006/main">
              <a:ext uri="{FF2B5EF4-FFF2-40B4-BE49-F238E27FC236}">
                <a16:creationId xmlns:a16="http://schemas.microsoft.com/office/drawing/2014/main" id="{A9DB95DE-A8AB-41D0-AB86-373ADC76C76B}"/>
              </a:ext>
            </a:extLst>
          </p:cNvPr>
          <p:cNvSpPr>
            <a:spLocks xmlns:a="http://schemas.openxmlformats.org/drawingml/2006/main" noGrp="1"/>
          </p:cNvSpPr>
          <p:nvPr/>
        </p:nvSpPr>
        <p:spPr>
          <a:xfrm xmlns:a="http://schemas.openxmlformats.org/drawingml/2006/main" flipV="1">
            <a:off x="3022549" y="4840756"/>
            <a:ext cx="87325" cy="1633"/>
          </a:xfrm>
          <a:prstGeom xmlns:a="http://schemas.openxmlformats.org/drawingml/2006/main" prst="line">
            <a:avLst/>
          </a:prstGeom>
          <a:ln xmlns:a="http://schemas.openxmlformats.org/drawingml/2006/main" w="24130">
            <a:solidFill>
              <a:srgbClr val="00B0F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37" name="Connector 136">
            <a:extLst xmlns:a="http://schemas.openxmlformats.org/drawingml/2006/main">
              <a:ext uri="{FF2B5EF4-FFF2-40B4-BE49-F238E27FC236}">
                <a16:creationId xmlns:a16="http://schemas.microsoft.com/office/drawing/2014/main" id="{6E4C384F-802D-4A02-965B-73539D9E24F2}"/>
              </a:ext>
            </a:extLst>
          </p:cNvPr>
          <p:cNvSpPr>
            <a:spLocks xmlns:a="http://schemas.openxmlformats.org/drawingml/2006/main" noGrp="1"/>
          </p:cNvSpPr>
          <p:nvPr/>
        </p:nvSpPr>
        <p:spPr>
          <a:xfrm xmlns:a="http://schemas.openxmlformats.org/drawingml/2006/main" flipV="1">
            <a:off x="3109874" y="4816488"/>
            <a:ext cx="87325" cy="24268"/>
          </a:xfrm>
          <a:prstGeom xmlns:a="http://schemas.openxmlformats.org/drawingml/2006/main" prst="line">
            <a:avLst/>
          </a:prstGeom>
          <a:ln xmlns:a="http://schemas.openxmlformats.org/drawingml/2006/main" w="24130">
            <a:solidFill>
              <a:srgbClr val="00B0F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38" name="Connector 137">
            <a:extLst xmlns:a="http://schemas.openxmlformats.org/drawingml/2006/main">
              <a:ext uri="{FF2B5EF4-FFF2-40B4-BE49-F238E27FC236}">
                <a16:creationId xmlns:a16="http://schemas.microsoft.com/office/drawing/2014/main" id="{FC176F79-5AD4-466E-AB13-BD1214C6B989}"/>
              </a:ext>
            </a:extLst>
          </p:cNvPr>
          <p:cNvSpPr>
            <a:spLocks xmlns:a="http://schemas.openxmlformats.org/drawingml/2006/main" noGrp="1"/>
          </p:cNvSpPr>
          <p:nvPr/>
        </p:nvSpPr>
        <p:spPr>
          <a:xfrm xmlns:a="http://schemas.openxmlformats.org/drawingml/2006/main" flipV="1">
            <a:off x="3197199" y="4770755"/>
            <a:ext cx="87325" cy="45733"/>
          </a:xfrm>
          <a:prstGeom xmlns:a="http://schemas.openxmlformats.org/drawingml/2006/main" prst="line">
            <a:avLst/>
          </a:prstGeom>
          <a:ln xmlns:a="http://schemas.openxmlformats.org/drawingml/2006/main" w="24130">
            <a:solidFill>
              <a:srgbClr val="00B0F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39" name="Connector 138">
            <a:extLst xmlns:a="http://schemas.openxmlformats.org/drawingml/2006/main">
              <a:ext uri="{FF2B5EF4-FFF2-40B4-BE49-F238E27FC236}">
                <a16:creationId xmlns:a16="http://schemas.microsoft.com/office/drawing/2014/main" id="{671F6BE3-07DA-40F3-99D1-02B8A2CB9259}"/>
              </a:ext>
            </a:extLst>
          </p:cNvPr>
          <p:cNvSpPr>
            <a:spLocks xmlns:a="http://schemas.openxmlformats.org/drawingml/2006/main" noGrp="1"/>
          </p:cNvSpPr>
          <p:nvPr/>
        </p:nvSpPr>
        <p:spPr>
          <a:xfrm xmlns:a="http://schemas.openxmlformats.org/drawingml/2006/main" flipV="1">
            <a:off x="3284524" y="4705759"/>
            <a:ext cx="87326" cy="64996"/>
          </a:xfrm>
          <a:prstGeom xmlns:a="http://schemas.openxmlformats.org/drawingml/2006/main" prst="line">
            <a:avLst/>
          </a:prstGeom>
          <a:ln xmlns:a="http://schemas.openxmlformats.org/drawingml/2006/main" w="24130">
            <a:solidFill>
              <a:srgbClr val="00B0F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40" name="Connector 139">
            <a:extLst xmlns:a="http://schemas.openxmlformats.org/drawingml/2006/main">
              <a:ext uri="{FF2B5EF4-FFF2-40B4-BE49-F238E27FC236}">
                <a16:creationId xmlns:a16="http://schemas.microsoft.com/office/drawing/2014/main" id="{3A99F328-19C3-463E-B9C4-EA0EB6FFC208}"/>
              </a:ext>
            </a:extLst>
          </p:cNvPr>
          <p:cNvSpPr>
            <a:spLocks xmlns:a="http://schemas.openxmlformats.org/drawingml/2006/main" noGrp="1"/>
          </p:cNvSpPr>
          <p:nvPr/>
        </p:nvSpPr>
        <p:spPr>
          <a:xfrm xmlns:a="http://schemas.openxmlformats.org/drawingml/2006/main" flipV="1">
            <a:off x="3371850" y="4624631"/>
            <a:ext cx="87325" cy="81128"/>
          </a:xfrm>
          <a:prstGeom xmlns:a="http://schemas.openxmlformats.org/drawingml/2006/main" prst="line">
            <a:avLst/>
          </a:prstGeom>
          <a:ln xmlns:a="http://schemas.openxmlformats.org/drawingml/2006/main" w="24130">
            <a:solidFill>
              <a:srgbClr val="00B0F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41" name="Connector 140">
            <a:extLst xmlns:a="http://schemas.openxmlformats.org/drawingml/2006/main">
              <a:ext uri="{FF2B5EF4-FFF2-40B4-BE49-F238E27FC236}">
                <a16:creationId xmlns:a16="http://schemas.microsoft.com/office/drawing/2014/main" id="{87D09E87-2BAB-415F-94A2-809BD855888D}"/>
              </a:ext>
            </a:extLst>
          </p:cNvPr>
          <p:cNvSpPr>
            <a:spLocks xmlns:a="http://schemas.openxmlformats.org/drawingml/2006/main" noGrp="1"/>
          </p:cNvSpPr>
          <p:nvPr/>
        </p:nvSpPr>
        <p:spPr>
          <a:xfrm xmlns:a="http://schemas.openxmlformats.org/drawingml/2006/main" flipV="1">
            <a:off x="3459175" y="4531278"/>
            <a:ext cx="87325" cy="93353"/>
          </a:xfrm>
          <a:prstGeom xmlns:a="http://schemas.openxmlformats.org/drawingml/2006/main" prst="line">
            <a:avLst/>
          </a:prstGeom>
          <a:ln xmlns:a="http://schemas.openxmlformats.org/drawingml/2006/main" w="24130">
            <a:solidFill>
              <a:srgbClr val="00B0F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42" name="Connector 141">
            <a:extLst xmlns:a="http://schemas.openxmlformats.org/drawingml/2006/main">
              <a:ext uri="{FF2B5EF4-FFF2-40B4-BE49-F238E27FC236}">
                <a16:creationId xmlns:a16="http://schemas.microsoft.com/office/drawing/2014/main" id="{9A0F8A1A-CCB3-41C3-91FB-6C5A15EFE8CB}"/>
              </a:ext>
            </a:extLst>
          </p:cNvPr>
          <p:cNvSpPr>
            <a:spLocks xmlns:a="http://schemas.openxmlformats.org/drawingml/2006/main" noGrp="1"/>
          </p:cNvSpPr>
          <p:nvPr/>
        </p:nvSpPr>
        <p:spPr>
          <a:xfrm xmlns:a="http://schemas.openxmlformats.org/drawingml/2006/main" flipV="1">
            <a:off x="3546500" y="4430197"/>
            <a:ext cx="87325" cy="101081"/>
          </a:xfrm>
          <a:prstGeom xmlns:a="http://schemas.openxmlformats.org/drawingml/2006/main" prst="line">
            <a:avLst/>
          </a:prstGeom>
          <a:ln xmlns:a="http://schemas.openxmlformats.org/drawingml/2006/main" w="24130">
            <a:solidFill>
              <a:srgbClr val="00B0F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43" name="Connector 142">
            <a:extLst xmlns:a="http://schemas.openxmlformats.org/drawingml/2006/main">
              <a:ext uri="{FF2B5EF4-FFF2-40B4-BE49-F238E27FC236}">
                <a16:creationId xmlns:a16="http://schemas.microsoft.com/office/drawing/2014/main" id="{81B3C6DD-4610-4831-AAD6-497EB2F468C7}"/>
              </a:ext>
            </a:extLst>
          </p:cNvPr>
          <p:cNvSpPr>
            <a:spLocks xmlns:a="http://schemas.openxmlformats.org/drawingml/2006/main" noGrp="1"/>
          </p:cNvSpPr>
          <p:nvPr/>
        </p:nvSpPr>
        <p:spPr>
          <a:xfrm xmlns:a="http://schemas.openxmlformats.org/drawingml/2006/main" flipV="1">
            <a:off x="3633825" y="4326256"/>
            <a:ext cx="87325" cy="103941"/>
          </a:xfrm>
          <a:prstGeom xmlns:a="http://schemas.openxmlformats.org/drawingml/2006/main" prst="line">
            <a:avLst/>
          </a:prstGeom>
          <a:ln xmlns:a="http://schemas.openxmlformats.org/drawingml/2006/main" w="24130">
            <a:solidFill>
              <a:srgbClr val="00B0F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44" name="Connector 143">
            <a:extLst xmlns:a="http://schemas.openxmlformats.org/drawingml/2006/main">
              <a:ext uri="{FF2B5EF4-FFF2-40B4-BE49-F238E27FC236}">
                <a16:creationId xmlns:a16="http://schemas.microsoft.com/office/drawing/2014/main" id="{C6E058C3-9A4B-4ADC-96B0-B0AED872974D}"/>
              </a:ext>
            </a:extLst>
          </p:cNvPr>
          <p:cNvSpPr>
            <a:spLocks xmlns:a="http://schemas.openxmlformats.org/drawingml/2006/main" noGrp="1"/>
          </p:cNvSpPr>
          <p:nvPr/>
        </p:nvSpPr>
        <p:spPr>
          <a:xfrm xmlns:a="http://schemas.openxmlformats.org/drawingml/2006/main" flipV="1">
            <a:off x="3721150" y="4224463"/>
            <a:ext cx="87326" cy="101793"/>
          </a:xfrm>
          <a:prstGeom xmlns:a="http://schemas.openxmlformats.org/drawingml/2006/main" prst="line">
            <a:avLst/>
          </a:prstGeom>
          <a:ln xmlns:a="http://schemas.openxmlformats.org/drawingml/2006/main" w="24130">
            <a:solidFill>
              <a:srgbClr val="00B0F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45" name="Connector 144">
            <a:extLst xmlns:a="http://schemas.openxmlformats.org/drawingml/2006/main">
              <a:ext uri="{FF2B5EF4-FFF2-40B4-BE49-F238E27FC236}">
                <a16:creationId xmlns:a16="http://schemas.microsoft.com/office/drawing/2014/main" id="{33412837-2DA0-4047-8D4D-77376B4B3151}"/>
              </a:ext>
            </a:extLst>
          </p:cNvPr>
          <p:cNvSpPr>
            <a:spLocks xmlns:a="http://schemas.openxmlformats.org/drawingml/2006/main" noGrp="1"/>
          </p:cNvSpPr>
          <p:nvPr/>
        </p:nvSpPr>
        <p:spPr>
          <a:xfrm xmlns:a="http://schemas.openxmlformats.org/drawingml/2006/main" flipV="1">
            <a:off x="3808476" y="4129719"/>
            <a:ext cx="87325" cy="94744"/>
          </a:xfrm>
          <a:prstGeom xmlns:a="http://schemas.openxmlformats.org/drawingml/2006/main" prst="line">
            <a:avLst/>
          </a:prstGeom>
          <a:ln xmlns:a="http://schemas.openxmlformats.org/drawingml/2006/main" w="24130">
            <a:solidFill>
              <a:srgbClr val="00B0F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46" name="Connector 145">
            <a:extLst xmlns:a="http://schemas.openxmlformats.org/drawingml/2006/main">
              <a:ext uri="{FF2B5EF4-FFF2-40B4-BE49-F238E27FC236}">
                <a16:creationId xmlns:a16="http://schemas.microsoft.com/office/drawing/2014/main" id="{99CBFAEC-5A22-418C-B7DF-33366C4375B1}"/>
              </a:ext>
            </a:extLst>
          </p:cNvPr>
          <p:cNvSpPr>
            <a:spLocks xmlns:a="http://schemas.openxmlformats.org/drawingml/2006/main" noGrp="1"/>
          </p:cNvSpPr>
          <p:nvPr/>
        </p:nvSpPr>
        <p:spPr>
          <a:xfrm xmlns:a="http://schemas.openxmlformats.org/drawingml/2006/main" flipV="1">
            <a:off x="3895801" y="4046589"/>
            <a:ext cx="87325" cy="83130"/>
          </a:xfrm>
          <a:prstGeom xmlns:a="http://schemas.openxmlformats.org/drawingml/2006/main" prst="line">
            <a:avLst/>
          </a:prstGeom>
          <a:ln xmlns:a="http://schemas.openxmlformats.org/drawingml/2006/main" w="24130">
            <a:solidFill>
              <a:srgbClr val="00B0F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47" name="Connector 146">
            <a:extLst xmlns:a="http://schemas.openxmlformats.org/drawingml/2006/main">
              <a:ext uri="{FF2B5EF4-FFF2-40B4-BE49-F238E27FC236}">
                <a16:creationId xmlns:a16="http://schemas.microsoft.com/office/drawing/2014/main" id="{E95A2E77-E77E-45F8-8CA2-302B04ABC588}"/>
              </a:ext>
            </a:extLst>
          </p:cNvPr>
          <p:cNvSpPr>
            <a:spLocks xmlns:a="http://schemas.openxmlformats.org/drawingml/2006/main" noGrp="1"/>
          </p:cNvSpPr>
          <p:nvPr/>
        </p:nvSpPr>
        <p:spPr>
          <a:xfrm xmlns:a="http://schemas.openxmlformats.org/drawingml/2006/main" flipV="1">
            <a:off x="3983126" y="3979077"/>
            <a:ext cx="87325" cy="67512"/>
          </a:xfrm>
          <a:prstGeom xmlns:a="http://schemas.openxmlformats.org/drawingml/2006/main" prst="line">
            <a:avLst/>
          </a:prstGeom>
          <a:ln xmlns:a="http://schemas.openxmlformats.org/drawingml/2006/main" w="24130">
            <a:solidFill>
              <a:srgbClr val="00B0F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48" name="Connector 147">
            <a:extLst xmlns:a="http://schemas.openxmlformats.org/drawingml/2006/main">
              <a:ext uri="{FF2B5EF4-FFF2-40B4-BE49-F238E27FC236}">
                <a16:creationId xmlns:a16="http://schemas.microsoft.com/office/drawing/2014/main" id="{2F1E1618-87FB-4F0C-BA35-C222A5755141}"/>
              </a:ext>
            </a:extLst>
          </p:cNvPr>
          <p:cNvSpPr>
            <a:spLocks xmlns:a="http://schemas.openxmlformats.org/drawingml/2006/main" noGrp="1"/>
          </p:cNvSpPr>
          <p:nvPr/>
        </p:nvSpPr>
        <p:spPr>
          <a:xfrm xmlns:a="http://schemas.openxmlformats.org/drawingml/2006/main" flipV="1">
            <a:off x="4070451" y="3930434"/>
            <a:ext cx="87325" cy="48643"/>
          </a:xfrm>
          <a:prstGeom xmlns:a="http://schemas.openxmlformats.org/drawingml/2006/main" prst="line">
            <a:avLst/>
          </a:prstGeom>
          <a:ln xmlns:a="http://schemas.openxmlformats.org/drawingml/2006/main" w="24130">
            <a:solidFill>
              <a:srgbClr val="00B0F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49" name="Connector 148">
            <a:extLst xmlns:a="http://schemas.openxmlformats.org/drawingml/2006/main">
              <a:ext uri="{FF2B5EF4-FFF2-40B4-BE49-F238E27FC236}">
                <a16:creationId xmlns:a16="http://schemas.microsoft.com/office/drawing/2014/main" id="{BA21FBBF-4BF9-41CF-8DC4-836E871BF9E5}"/>
              </a:ext>
            </a:extLst>
          </p:cNvPr>
          <p:cNvSpPr>
            <a:spLocks xmlns:a="http://schemas.openxmlformats.org/drawingml/2006/main" noGrp="1"/>
          </p:cNvSpPr>
          <p:nvPr/>
        </p:nvSpPr>
        <p:spPr>
          <a:xfrm xmlns:a="http://schemas.openxmlformats.org/drawingml/2006/main" flipV="1">
            <a:off x="4157776" y="3903004"/>
            <a:ext cx="87326" cy="27430"/>
          </a:xfrm>
          <a:prstGeom xmlns:a="http://schemas.openxmlformats.org/drawingml/2006/main" prst="line">
            <a:avLst/>
          </a:prstGeom>
          <a:ln xmlns:a="http://schemas.openxmlformats.org/drawingml/2006/main" w="24130">
            <a:solidFill>
              <a:srgbClr val="00B0F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50" name="Connector 149">
            <a:extLst xmlns:a="http://schemas.openxmlformats.org/drawingml/2006/main">
              <a:ext uri="{FF2B5EF4-FFF2-40B4-BE49-F238E27FC236}">
                <a16:creationId xmlns:a16="http://schemas.microsoft.com/office/drawing/2014/main" id="{CC3A035F-B972-4C10-88FD-C6391AA223C3}"/>
              </a:ext>
            </a:extLst>
          </p:cNvPr>
          <p:cNvSpPr>
            <a:spLocks xmlns:a="http://schemas.openxmlformats.org/drawingml/2006/main" noGrp="1"/>
          </p:cNvSpPr>
          <p:nvPr/>
        </p:nvSpPr>
        <p:spPr>
          <a:xfrm xmlns:a="http://schemas.openxmlformats.org/drawingml/2006/main" flipV="1">
            <a:off x="4245102" y="3898107"/>
            <a:ext cx="87325" cy="4897"/>
          </a:xfrm>
          <a:prstGeom xmlns:a="http://schemas.openxmlformats.org/drawingml/2006/main" prst="line">
            <a:avLst/>
          </a:prstGeom>
          <a:ln xmlns:a="http://schemas.openxmlformats.org/drawingml/2006/main" w="24130">
            <a:solidFill>
              <a:srgbClr val="00B0F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51" name="Connector 150">
            <a:extLst xmlns:a="http://schemas.openxmlformats.org/drawingml/2006/main">
              <a:ext uri="{FF2B5EF4-FFF2-40B4-BE49-F238E27FC236}">
                <a16:creationId xmlns:a16="http://schemas.microsoft.com/office/drawing/2014/main" id="{2299602A-363A-41AE-A7C5-618F6BBC3001}"/>
              </a:ext>
            </a:extLst>
          </p:cNvPr>
          <p:cNvSpPr>
            <a:spLocks xmlns:a="http://schemas.openxmlformats.org/drawingml/2006/main" noGrp="1"/>
          </p:cNvSpPr>
          <p:nvPr/>
        </p:nvSpPr>
        <p:spPr>
          <a:xfrm xmlns:a="http://schemas.openxmlformats.org/drawingml/2006/main">
            <a:off x="4332427" y="3898107"/>
            <a:ext cx="87325" cy="17873"/>
          </a:xfrm>
          <a:prstGeom xmlns:a="http://schemas.openxmlformats.org/drawingml/2006/main" prst="line">
            <a:avLst/>
          </a:prstGeom>
          <a:ln xmlns:a="http://schemas.openxmlformats.org/drawingml/2006/main" w="24130">
            <a:solidFill>
              <a:srgbClr val="00B0F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52" name="Connector 151">
            <a:extLst xmlns:a="http://schemas.openxmlformats.org/drawingml/2006/main">
              <a:ext uri="{FF2B5EF4-FFF2-40B4-BE49-F238E27FC236}">
                <a16:creationId xmlns:a16="http://schemas.microsoft.com/office/drawing/2014/main" id="{4000DC4A-BB36-4690-9F67-A965C5A5D730}"/>
              </a:ext>
            </a:extLst>
          </p:cNvPr>
          <p:cNvSpPr>
            <a:spLocks xmlns:a="http://schemas.openxmlformats.org/drawingml/2006/main" noGrp="1"/>
          </p:cNvSpPr>
          <p:nvPr/>
        </p:nvSpPr>
        <p:spPr>
          <a:xfrm xmlns:a="http://schemas.openxmlformats.org/drawingml/2006/main">
            <a:off x="4419752" y="3915980"/>
            <a:ext cx="87325" cy="39781"/>
          </a:xfrm>
          <a:prstGeom xmlns:a="http://schemas.openxmlformats.org/drawingml/2006/main" prst="line">
            <a:avLst/>
          </a:prstGeom>
          <a:ln xmlns:a="http://schemas.openxmlformats.org/drawingml/2006/main" w="24130">
            <a:solidFill>
              <a:srgbClr val="00B0F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53" name="Connector 152">
            <a:extLst xmlns:a="http://schemas.openxmlformats.org/drawingml/2006/main">
              <a:ext uri="{FF2B5EF4-FFF2-40B4-BE49-F238E27FC236}">
                <a16:creationId xmlns:a16="http://schemas.microsoft.com/office/drawing/2014/main" id="{E63B419B-1E8B-4DC2-87E0-4F997A59CF86}"/>
              </a:ext>
            </a:extLst>
          </p:cNvPr>
          <p:cNvSpPr>
            <a:spLocks xmlns:a="http://schemas.openxmlformats.org/drawingml/2006/main" noGrp="1"/>
          </p:cNvSpPr>
          <p:nvPr/>
        </p:nvSpPr>
        <p:spPr>
          <a:xfrm xmlns:a="http://schemas.openxmlformats.org/drawingml/2006/main">
            <a:off x="4507077" y="3955761"/>
            <a:ext cx="87325" cy="59773"/>
          </a:xfrm>
          <a:prstGeom xmlns:a="http://schemas.openxmlformats.org/drawingml/2006/main" prst="line">
            <a:avLst/>
          </a:prstGeom>
          <a:ln xmlns:a="http://schemas.openxmlformats.org/drawingml/2006/main" w="24130">
            <a:solidFill>
              <a:srgbClr val="00B0F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54" name="Connector 153">
            <a:extLst xmlns:a="http://schemas.openxmlformats.org/drawingml/2006/main">
              <a:ext uri="{FF2B5EF4-FFF2-40B4-BE49-F238E27FC236}">
                <a16:creationId xmlns:a16="http://schemas.microsoft.com/office/drawing/2014/main" id="{D9C8128F-9778-465D-8D76-ECB236A66054}"/>
              </a:ext>
            </a:extLst>
          </p:cNvPr>
          <p:cNvSpPr>
            <a:spLocks xmlns:a="http://schemas.openxmlformats.org/drawingml/2006/main" noGrp="1"/>
          </p:cNvSpPr>
          <p:nvPr/>
        </p:nvSpPr>
        <p:spPr>
          <a:xfrm xmlns:a="http://schemas.openxmlformats.org/drawingml/2006/main">
            <a:off x="4594402" y="4015534"/>
            <a:ext cx="87326" cy="76888"/>
          </a:xfrm>
          <a:prstGeom xmlns:a="http://schemas.openxmlformats.org/drawingml/2006/main" prst="line">
            <a:avLst/>
          </a:prstGeom>
          <a:ln xmlns:a="http://schemas.openxmlformats.org/drawingml/2006/main" w="24130">
            <a:solidFill>
              <a:srgbClr val="00B0F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55" name="Connector 154">
            <a:extLst xmlns:a="http://schemas.openxmlformats.org/drawingml/2006/main">
              <a:ext uri="{FF2B5EF4-FFF2-40B4-BE49-F238E27FC236}">
                <a16:creationId xmlns:a16="http://schemas.microsoft.com/office/drawing/2014/main" id="{77132B77-B264-4AFF-AAA9-C5A79F083F23}"/>
              </a:ext>
            </a:extLst>
          </p:cNvPr>
          <p:cNvSpPr>
            <a:spLocks xmlns:a="http://schemas.openxmlformats.org/drawingml/2006/main" noGrp="1"/>
          </p:cNvSpPr>
          <p:nvPr/>
        </p:nvSpPr>
        <p:spPr>
          <a:xfrm xmlns:a="http://schemas.openxmlformats.org/drawingml/2006/main">
            <a:off x="4681728" y="4092422"/>
            <a:ext cx="87325" cy="90297"/>
          </a:xfrm>
          <a:prstGeom xmlns:a="http://schemas.openxmlformats.org/drawingml/2006/main" prst="line">
            <a:avLst/>
          </a:prstGeom>
          <a:ln xmlns:a="http://schemas.openxmlformats.org/drawingml/2006/main" w="24130">
            <a:solidFill>
              <a:srgbClr val="00B0F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56" name="Connector 155">
            <a:extLst xmlns:a="http://schemas.openxmlformats.org/drawingml/2006/main">
              <a:ext uri="{FF2B5EF4-FFF2-40B4-BE49-F238E27FC236}">
                <a16:creationId xmlns:a16="http://schemas.microsoft.com/office/drawing/2014/main" id="{4B0086B1-A874-4B19-B8E0-B96FB072C282}"/>
              </a:ext>
            </a:extLst>
          </p:cNvPr>
          <p:cNvSpPr>
            <a:spLocks xmlns:a="http://schemas.openxmlformats.org/drawingml/2006/main" noGrp="1"/>
          </p:cNvSpPr>
          <p:nvPr/>
        </p:nvSpPr>
        <p:spPr>
          <a:xfrm xmlns:a="http://schemas.openxmlformats.org/drawingml/2006/main">
            <a:off x="4769053" y="4182719"/>
            <a:ext cx="87325" cy="99358"/>
          </a:xfrm>
          <a:prstGeom xmlns:a="http://schemas.openxmlformats.org/drawingml/2006/main" prst="line">
            <a:avLst/>
          </a:prstGeom>
          <a:ln xmlns:a="http://schemas.openxmlformats.org/drawingml/2006/main" w="24130">
            <a:solidFill>
              <a:srgbClr val="00B0F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57" name="Connector 156">
            <a:extLst xmlns:a="http://schemas.openxmlformats.org/drawingml/2006/main">
              <a:ext uri="{FF2B5EF4-FFF2-40B4-BE49-F238E27FC236}">
                <a16:creationId xmlns:a16="http://schemas.microsoft.com/office/drawing/2014/main" id="{B5AC0215-FD18-448F-A501-EE41088BA2C1}"/>
              </a:ext>
            </a:extLst>
          </p:cNvPr>
          <p:cNvSpPr>
            <a:spLocks xmlns:a="http://schemas.openxmlformats.org/drawingml/2006/main" noGrp="1"/>
          </p:cNvSpPr>
          <p:nvPr/>
        </p:nvSpPr>
        <p:spPr>
          <a:xfrm xmlns:a="http://schemas.openxmlformats.org/drawingml/2006/main">
            <a:off x="4856378" y="4282077"/>
            <a:ext cx="87325" cy="103632"/>
          </a:xfrm>
          <a:prstGeom xmlns:a="http://schemas.openxmlformats.org/drawingml/2006/main" prst="line">
            <a:avLst/>
          </a:prstGeom>
          <a:ln xmlns:a="http://schemas.openxmlformats.org/drawingml/2006/main" w="24130">
            <a:solidFill>
              <a:srgbClr val="00B0F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58" name="Connector 157">
            <a:extLst xmlns:a="http://schemas.openxmlformats.org/drawingml/2006/main">
              <a:ext uri="{FF2B5EF4-FFF2-40B4-BE49-F238E27FC236}">
                <a16:creationId xmlns:a16="http://schemas.microsoft.com/office/drawing/2014/main" id="{9A4A2F68-63A1-4765-AFD4-5FCE143110B9}"/>
              </a:ext>
            </a:extLst>
          </p:cNvPr>
          <p:cNvSpPr>
            <a:spLocks xmlns:a="http://schemas.openxmlformats.org/drawingml/2006/main" noGrp="1"/>
          </p:cNvSpPr>
          <p:nvPr/>
        </p:nvSpPr>
        <p:spPr>
          <a:xfrm xmlns:a="http://schemas.openxmlformats.org/drawingml/2006/main">
            <a:off x="4943703" y="4385709"/>
            <a:ext cx="87325" cy="102917"/>
          </a:xfrm>
          <a:prstGeom xmlns:a="http://schemas.openxmlformats.org/drawingml/2006/main" prst="line">
            <a:avLst/>
          </a:prstGeom>
          <a:ln xmlns:a="http://schemas.openxmlformats.org/drawingml/2006/main" w="24130">
            <a:solidFill>
              <a:srgbClr val="00B0F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59" name="Connector 158">
            <a:extLst xmlns:a="http://schemas.openxmlformats.org/drawingml/2006/main">
              <a:ext uri="{FF2B5EF4-FFF2-40B4-BE49-F238E27FC236}">
                <a16:creationId xmlns:a16="http://schemas.microsoft.com/office/drawing/2014/main" id="{108FF3DE-9FD7-4022-9759-7D23EC6E9919}"/>
              </a:ext>
            </a:extLst>
          </p:cNvPr>
          <p:cNvSpPr>
            <a:spLocks xmlns:a="http://schemas.openxmlformats.org/drawingml/2006/main" noGrp="1"/>
          </p:cNvSpPr>
          <p:nvPr/>
        </p:nvSpPr>
        <p:spPr>
          <a:xfrm xmlns:a="http://schemas.openxmlformats.org/drawingml/2006/main">
            <a:off x="5031028" y="4488626"/>
            <a:ext cx="87326" cy="97242"/>
          </a:xfrm>
          <a:prstGeom xmlns:a="http://schemas.openxmlformats.org/drawingml/2006/main" prst="line">
            <a:avLst/>
          </a:prstGeom>
          <a:ln xmlns:a="http://schemas.openxmlformats.org/drawingml/2006/main" w="24130">
            <a:solidFill>
              <a:srgbClr val="00B0F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60" name="Connector 159">
            <a:extLst xmlns:a="http://schemas.openxmlformats.org/drawingml/2006/main">
              <a:ext uri="{FF2B5EF4-FFF2-40B4-BE49-F238E27FC236}">
                <a16:creationId xmlns:a16="http://schemas.microsoft.com/office/drawing/2014/main" id="{672FCE8B-B44E-4113-B0B6-E4459F7403A9}"/>
              </a:ext>
            </a:extLst>
          </p:cNvPr>
          <p:cNvSpPr>
            <a:spLocks xmlns:a="http://schemas.openxmlformats.org/drawingml/2006/main" noGrp="1"/>
          </p:cNvSpPr>
          <p:nvPr/>
        </p:nvSpPr>
        <p:spPr>
          <a:xfrm xmlns:a="http://schemas.openxmlformats.org/drawingml/2006/main">
            <a:off x="5118354" y="4585868"/>
            <a:ext cx="87325" cy="86885"/>
          </a:xfrm>
          <a:prstGeom xmlns:a="http://schemas.openxmlformats.org/drawingml/2006/main" prst="line">
            <a:avLst/>
          </a:prstGeom>
          <a:ln xmlns:a="http://schemas.openxmlformats.org/drawingml/2006/main" w="24130">
            <a:solidFill>
              <a:srgbClr val="00B0F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61" name="Connector 160">
            <a:extLst xmlns:a="http://schemas.openxmlformats.org/drawingml/2006/main">
              <a:ext uri="{FF2B5EF4-FFF2-40B4-BE49-F238E27FC236}">
                <a16:creationId xmlns:a16="http://schemas.microsoft.com/office/drawing/2014/main" id="{CC48A758-AE75-48A6-9D69-A0EF5754AEC9}"/>
              </a:ext>
            </a:extLst>
          </p:cNvPr>
          <p:cNvSpPr>
            <a:spLocks xmlns:a="http://schemas.openxmlformats.org/drawingml/2006/main" noGrp="1"/>
          </p:cNvSpPr>
          <p:nvPr/>
        </p:nvSpPr>
        <p:spPr>
          <a:xfrm xmlns:a="http://schemas.openxmlformats.org/drawingml/2006/main">
            <a:off x="5205679" y="4672753"/>
            <a:ext cx="87325" cy="72343"/>
          </a:xfrm>
          <a:prstGeom xmlns:a="http://schemas.openxmlformats.org/drawingml/2006/main" prst="line">
            <a:avLst/>
          </a:prstGeom>
          <a:ln xmlns:a="http://schemas.openxmlformats.org/drawingml/2006/main" w="24130">
            <a:solidFill>
              <a:srgbClr val="00B0F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62" name="Connector 161">
            <a:extLst xmlns:a="http://schemas.openxmlformats.org/drawingml/2006/main">
              <a:ext uri="{FF2B5EF4-FFF2-40B4-BE49-F238E27FC236}">
                <a16:creationId xmlns:a16="http://schemas.microsoft.com/office/drawing/2014/main" id="{FE0A28BF-1480-456E-B08D-53682A212DEE}"/>
              </a:ext>
            </a:extLst>
          </p:cNvPr>
          <p:cNvSpPr>
            <a:spLocks xmlns:a="http://schemas.openxmlformats.org/drawingml/2006/main" noGrp="1"/>
          </p:cNvSpPr>
          <p:nvPr/>
        </p:nvSpPr>
        <p:spPr>
          <a:xfrm xmlns:a="http://schemas.openxmlformats.org/drawingml/2006/main">
            <a:off x="5293004" y="4745096"/>
            <a:ext cx="87325" cy="54315"/>
          </a:xfrm>
          <a:prstGeom xmlns:a="http://schemas.openxmlformats.org/drawingml/2006/main" prst="line">
            <a:avLst/>
          </a:prstGeom>
          <a:ln xmlns:a="http://schemas.openxmlformats.org/drawingml/2006/main" w="24130">
            <a:solidFill>
              <a:srgbClr val="00B0F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63" name="Connector 162">
            <a:extLst xmlns:a="http://schemas.openxmlformats.org/drawingml/2006/main">
              <a:ext uri="{FF2B5EF4-FFF2-40B4-BE49-F238E27FC236}">
                <a16:creationId xmlns:a16="http://schemas.microsoft.com/office/drawing/2014/main" id="{4836B5E1-8559-4B38-813A-72BC6C46FAC8}"/>
              </a:ext>
            </a:extLst>
          </p:cNvPr>
          <p:cNvSpPr>
            <a:spLocks xmlns:a="http://schemas.openxmlformats.org/drawingml/2006/main" noGrp="1"/>
          </p:cNvSpPr>
          <p:nvPr/>
        </p:nvSpPr>
        <p:spPr>
          <a:xfrm xmlns:a="http://schemas.openxmlformats.org/drawingml/2006/main">
            <a:off x="5380329" y="4799411"/>
            <a:ext cx="87325" cy="33672"/>
          </a:xfrm>
          <a:prstGeom xmlns:a="http://schemas.openxmlformats.org/drawingml/2006/main" prst="line">
            <a:avLst/>
          </a:prstGeom>
          <a:ln xmlns:a="http://schemas.openxmlformats.org/drawingml/2006/main" w="24130">
            <a:solidFill>
              <a:srgbClr val="00B0F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64" name="Connector 163">
            <a:extLst xmlns:a="http://schemas.openxmlformats.org/drawingml/2006/main">
              <a:ext uri="{FF2B5EF4-FFF2-40B4-BE49-F238E27FC236}">
                <a16:creationId xmlns:a16="http://schemas.microsoft.com/office/drawing/2014/main" id="{06C1BDF4-B1FE-4813-A95F-85C72D17B552}"/>
              </a:ext>
            </a:extLst>
          </p:cNvPr>
          <p:cNvSpPr>
            <a:spLocks xmlns:a="http://schemas.openxmlformats.org/drawingml/2006/main" noGrp="1"/>
          </p:cNvSpPr>
          <p:nvPr/>
        </p:nvSpPr>
        <p:spPr>
          <a:xfrm xmlns:a="http://schemas.openxmlformats.org/drawingml/2006/main">
            <a:off x="5467654" y="4833083"/>
            <a:ext cx="87326" cy="11408"/>
          </a:xfrm>
          <a:prstGeom xmlns:a="http://schemas.openxmlformats.org/drawingml/2006/main" prst="line">
            <a:avLst/>
          </a:prstGeom>
          <a:ln xmlns:a="http://schemas.openxmlformats.org/drawingml/2006/main" w="24130">
            <a:solidFill>
              <a:srgbClr val="00B0F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65" name="Connector 164">
            <a:extLst xmlns:a="http://schemas.openxmlformats.org/drawingml/2006/main">
              <a:ext uri="{FF2B5EF4-FFF2-40B4-BE49-F238E27FC236}">
                <a16:creationId xmlns:a16="http://schemas.microsoft.com/office/drawing/2014/main" id="{EF537460-29F9-49FD-8F52-C09730C3B862}"/>
              </a:ext>
            </a:extLst>
          </p:cNvPr>
          <p:cNvSpPr>
            <a:spLocks xmlns:a="http://schemas.openxmlformats.org/drawingml/2006/main" noGrp="1"/>
          </p:cNvSpPr>
          <p:nvPr/>
        </p:nvSpPr>
        <p:spPr>
          <a:xfrm xmlns:a="http://schemas.openxmlformats.org/drawingml/2006/main" flipV="1">
            <a:off x="5554980" y="4833083"/>
            <a:ext cx="87325" cy="11408"/>
          </a:xfrm>
          <a:prstGeom xmlns:a="http://schemas.openxmlformats.org/drawingml/2006/main" prst="line">
            <a:avLst/>
          </a:prstGeom>
          <a:ln xmlns:a="http://schemas.openxmlformats.org/drawingml/2006/main" w="24130">
            <a:solidFill>
              <a:srgbClr val="00B0F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66" name="Connector 165">
            <a:extLst xmlns:a="http://schemas.openxmlformats.org/drawingml/2006/main">
              <a:ext uri="{FF2B5EF4-FFF2-40B4-BE49-F238E27FC236}">
                <a16:creationId xmlns:a16="http://schemas.microsoft.com/office/drawing/2014/main" id="{7A76C4FD-38A0-4EF5-9353-CB9AFA4AB818}"/>
              </a:ext>
            </a:extLst>
          </p:cNvPr>
          <p:cNvSpPr>
            <a:spLocks xmlns:a="http://schemas.openxmlformats.org/drawingml/2006/main" noGrp="1"/>
          </p:cNvSpPr>
          <p:nvPr/>
        </p:nvSpPr>
        <p:spPr>
          <a:xfrm xmlns:a="http://schemas.openxmlformats.org/drawingml/2006/main" flipV="1">
            <a:off x="5642305" y="4799411"/>
            <a:ext cx="87325" cy="33672"/>
          </a:xfrm>
          <a:prstGeom xmlns:a="http://schemas.openxmlformats.org/drawingml/2006/main" prst="line">
            <a:avLst/>
          </a:prstGeom>
          <a:ln xmlns:a="http://schemas.openxmlformats.org/drawingml/2006/main" w="24130">
            <a:solidFill>
              <a:srgbClr val="00B0F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67" name="Connector 166">
            <a:extLst xmlns:a="http://schemas.openxmlformats.org/drawingml/2006/main">
              <a:ext uri="{FF2B5EF4-FFF2-40B4-BE49-F238E27FC236}">
                <a16:creationId xmlns:a16="http://schemas.microsoft.com/office/drawing/2014/main" id="{A81BD3A9-497F-438C-82A2-48893C791429}"/>
              </a:ext>
            </a:extLst>
          </p:cNvPr>
          <p:cNvSpPr>
            <a:spLocks xmlns:a="http://schemas.openxmlformats.org/drawingml/2006/main" noGrp="1"/>
          </p:cNvSpPr>
          <p:nvPr/>
        </p:nvSpPr>
        <p:spPr>
          <a:xfrm xmlns:a="http://schemas.openxmlformats.org/drawingml/2006/main" flipV="1">
            <a:off x="5729630" y="4745096"/>
            <a:ext cx="87325" cy="54315"/>
          </a:xfrm>
          <a:prstGeom xmlns:a="http://schemas.openxmlformats.org/drawingml/2006/main" prst="line">
            <a:avLst/>
          </a:prstGeom>
          <a:ln xmlns:a="http://schemas.openxmlformats.org/drawingml/2006/main" w="24130">
            <a:solidFill>
              <a:srgbClr val="00B0F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68" name="Connector 167">
            <a:extLst xmlns:a="http://schemas.openxmlformats.org/drawingml/2006/main">
              <a:ext uri="{FF2B5EF4-FFF2-40B4-BE49-F238E27FC236}">
                <a16:creationId xmlns:a16="http://schemas.microsoft.com/office/drawing/2014/main" id="{C388757D-2AE3-4DB2-852A-F54FC1D365B9}"/>
              </a:ext>
            </a:extLst>
          </p:cNvPr>
          <p:cNvSpPr>
            <a:spLocks xmlns:a="http://schemas.openxmlformats.org/drawingml/2006/main" noGrp="1"/>
          </p:cNvSpPr>
          <p:nvPr/>
        </p:nvSpPr>
        <p:spPr>
          <a:xfrm xmlns:a="http://schemas.openxmlformats.org/drawingml/2006/main" flipV="1">
            <a:off x="5816955" y="4672753"/>
            <a:ext cx="87325" cy="72343"/>
          </a:xfrm>
          <a:prstGeom xmlns:a="http://schemas.openxmlformats.org/drawingml/2006/main" prst="line">
            <a:avLst/>
          </a:prstGeom>
          <a:ln xmlns:a="http://schemas.openxmlformats.org/drawingml/2006/main" w="24130">
            <a:solidFill>
              <a:srgbClr val="00B0F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69" name="Connector 168">
            <a:extLst xmlns:a="http://schemas.openxmlformats.org/drawingml/2006/main">
              <a:ext uri="{FF2B5EF4-FFF2-40B4-BE49-F238E27FC236}">
                <a16:creationId xmlns:a16="http://schemas.microsoft.com/office/drawing/2014/main" id="{15A46107-4D65-4499-9676-BFECC28D1C36}"/>
              </a:ext>
            </a:extLst>
          </p:cNvPr>
          <p:cNvSpPr>
            <a:spLocks xmlns:a="http://schemas.openxmlformats.org/drawingml/2006/main" noGrp="1"/>
          </p:cNvSpPr>
          <p:nvPr/>
        </p:nvSpPr>
        <p:spPr>
          <a:xfrm xmlns:a="http://schemas.openxmlformats.org/drawingml/2006/main" flipV="1">
            <a:off x="5904280" y="4585868"/>
            <a:ext cx="87326" cy="86885"/>
          </a:xfrm>
          <a:prstGeom xmlns:a="http://schemas.openxmlformats.org/drawingml/2006/main" prst="line">
            <a:avLst/>
          </a:prstGeom>
          <a:ln xmlns:a="http://schemas.openxmlformats.org/drawingml/2006/main" w="24130">
            <a:solidFill>
              <a:srgbClr val="00B0F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70" name="Connector 169">
            <a:extLst xmlns:a="http://schemas.openxmlformats.org/drawingml/2006/main">
              <a:ext uri="{FF2B5EF4-FFF2-40B4-BE49-F238E27FC236}">
                <a16:creationId xmlns:a16="http://schemas.microsoft.com/office/drawing/2014/main" id="{AFBA60FE-15C2-45E9-8A28-B45490F8937A}"/>
              </a:ext>
            </a:extLst>
          </p:cNvPr>
          <p:cNvSpPr>
            <a:spLocks xmlns:a="http://schemas.openxmlformats.org/drawingml/2006/main" noGrp="1"/>
          </p:cNvSpPr>
          <p:nvPr/>
        </p:nvSpPr>
        <p:spPr>
          <a:xfrm xmlns:a="http://schemas.openxmlformats.org/drawingml/2006/main" flipV="1">
            <a:off x="5991606" y="4488626"/>
            <a:ext cx="87325" cy="97242"/>
          </a:xfrm>
          <a:prstGeom xmlns:a="http://schemas.openxmlformats.org/drawingml/2006/main" prst="line">
            <a:avLst/>
          </a:prstGeom>
          <a:ln xmlns:a="http://schemas.openxmlformats.org/drawingml/2006/main" w="24130">
            <a:solidFill>
              <a:srgbClr val="00B0F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71" name="Connector 170">
            <a:extLst xmlns:a="http://schemas.openxmlformats.org/drawingml/2006/main">
              <a:ext uri="{FF2B5EF4-FFF2-40B4-BE49-F238E27FC236}">
                <a16:creationId xmlns:a16="http://schemas.microsoft.com/office/drawing/2014/main" id="{AF589508-0D86-42DF-AFA4-684F4B6F8620}"/>
              </a:ext>
            </a:extLst>
          </p:cNvPr>
          <p:cNvSpPr>
            <a:spLocks xmlns:a="http://schemas.openxmlformats.org/drawingml/2006/main" noGrp="1"/>
          </p:cNvSpPr>
          <p:nvPr/>
        </p:nvSpPr>
        <p:spPr>
          <a:xfrm xmlns:a="http://schemas.openxmlformats.org/drawingml/2006/main" flipV="1">
            <a:off x="6078931" y="4385709"/>
            <a:ext cx="87325" cy="102917"/>
          </a:xfrm>
          <a:prstGeom xmlns:a="http://schemas.openxmlformats.org/drawingml/2006/main" prst="line">
            <a:avLst/>
          </a:prstGeom>
          <a:ln xmlns:a="http://schemas.openxmlformats.org/drawingml/2006/main" w="24130">
            <a:solidFill>
              <a:srgbClr val="00B0F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72" name="Connector 171">
            <a:extLst xmlns:a="http://schemas.openxmlformats.org/drawingml/2006/main">
              <a:ext uri="{FF2B5EF4-FFF2-40B4-BE49-F238E27FC236}">
                <a16:creationId xmlns:a16="http://schemas.microsoft.com/office/drawing/2014/main" id="{A29C7104-8732-44F2-ABA6-991D99551D80}"/>
              </a:ext>
            </a:extLst>
          </p:cNvPr>
          <p:cNvSpPr>
            <a:spLocks xmlns:a="http://schemas.openxmlformats.org/drawingml/2006/main" noGrp="1"/>
          </p:cNvSpPr>
          <p:nvPr/>
        </p:nvSpPr>
        <p:spPr>
          <a:xfrm xmlns:a="http://schemas.openxmlformats.org/drawingml/2006/main" flipV="1">
            <a:off x="6166256" y="4282077"/>
            <a:ext cx="87325" cy="103632"/>
          </a:xfrm>
          <a:prstGeom xmlns:a="http://schemas.openxmlformats.org/drawingml/2006/main" prst="line">
            <a:avLst/>
          </a:prstGeom>
          <a:ln xmlns:a="http://schemas.openxmlformats.org/drawingml/2006/main" w="24130">
            <a:solidFill>
              <a:srgbClr val="00B0F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73" name="Connector 172">
            <a:extLst xmlns:a="http://schemas.openxmlformats.org/drawingml/2006/main">
              <a:ext uri="{FF2B5EF4-FFF2-40B4-BE49-F238E27FC236}">
                <a16:creationId xmlns:a16="http://schemas.microsoft.com/office/drawing/2014/main" id="{9C842AE3-EE33-4FDA-BD1C-1B1348404FB2}"/>
              </a:ext>
            </a:extLst>
          </p:cNvPr>
          <p:cNvSpPr>
            <a:spLocks xmlns:a="http://schemas.openxmlformats.org/drawingml/2006/main" noGrp="1"/>
          </p:cNvSpPr>
          <p:nvPr/>
        </p:nvSpPr>
        <p:spPr>
          <a:xfrm xmlns:a="http://schemas.openxmlformats.org/drawingml/2006/main" flipV="1">
            <a:off x="6253581" y="4182719"/>
            <a:ext cx="87325" cy="99358"/>
          </a:xfrm>
          <a:prstGeom xmlns:a="http://schemas.openxmlformats.org/drawingml/2006/main" prst="line">
            <a:avLst/>
          </a:prstGeom>
          <a:ln xmlns:a="http://schemas.openxmlformats.org/drawingml/2006/main" w="24130">
            <a:solidFill>
              <a:srgbClr val="00B0F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74" name="Connector 173">
            <a:extLst xmlns:a="http://schemas.openxmlformats.org/drawingml/2006/main">
              <a:ext uri="{FF2B5EF4-FFF2-40B4-BE49-F238E27FC236}">
                <a16:creationId xmlns:a16="http://schemas.microsoft.com/office/drawing/2014/main" id="{6372433C-0915-44F7-8963-B69E4BBF7F8E}"/>
              </a:ext>
            </a:extLst>
          </p:cNvPr>
          <p:cNvSpPr>
            <a:spLocks xmlns:a="http://schemas.openxmlformats.org/drawingml/2006/main" noGrp="1"/>
          </p:cNvSpPr>
          <p:nvPr/>
        </p:nvSpPr>
        <p:spPr>
          <a:xfrm xmlns:a="http://schemas.openxmlformats.org/drawingml/2006/main" flipV="1">
            <a:off x="6340906" y="4092422"/>
            <a:ext cx="87326" cy="90297"/>
          </a:xfrm>
          <a:prstGeom xmlns:a="http://schemas.openxmlformats.org/drawingml/2006/main" prst="line">
            <a:avLst/>
          </a:prstGeom>
          <a:ln xmlns:a="http://schemas.openxmlformats.org/drawingml/2006/main" w="24130">
            <a:solidFill>
              <a:srgbClr val="00B0F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75" name="Connector 174">
            <a:extLst xmlns:a="http://schemas.openxmlformats.org/drawingml/2006/main">
              <a:ext uri="{FF2B5EF4-FFF2-40B4-BE49-F238E27FC236}">
                <a16:creationId xmlns:a16="http://schemas.microsoft.com/office/drawing/2014/main" id="{4C23F2B9-97DC-4561-9165-58F00627E715}"/>
              </a:ext>
            </a:extLst>
          </p:cNvPr>
          <p:cNvSpPr>
            <a:spLocks xmlns:a="http://schemas.openxmlformats.org/drawingml/2006/main" noGrp="1"/>
          </p:cNvSpPr>
          <p:nvPr/>
        </p:nvSpPr>
        <p:spPr>
          <a:xfrm xmlns:a="http://schemas.openxmlformats.org/drawingml/2006/main" flipV="1">
            <a:off x="6428232" y="4015534"/>
            <a:ext cx="87325" cy="76888"/>
          </a:xfrm>
          <a:prstGeom xmlns:a="http://schemas.openxmlformats.org/drawingml/2006/main" prst="line">
            <a:avLst/>
          </a:prstGeom>
          <a:ln xmlns:a="http://schemas.openxmlformats.org/drawingml/2006/main" w="24130">
            <a:solidFill>
              <a:srgbClr val="00B0F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76" name="Connector 175">
            <a:extLst xmlns:a="http://schemas.openxmlformats.org/drawingml/2006/main">
              <a:ext uri="{FF2B5EF4-FFF2-40B4-BE49-F238E27FC236}">
                <a16:creationId xmlns:a16="http://schemas.microsoft.com/office/drawing/2014/main" id="{8614A8CD-FBA0-4507-B552-5FB06858B9A1}"/>
              </a:ext>
            </a:extLst>
          </p:cNvPr>
          <p:cNvSpPr>
            <a:spLocks xmlns:a="http://schemas.openxmlformats.org/drawingml/2006/main" noGrp="1"/>
          </p:cNvSpPr>
          <p:nvPr/>
        </p:nvSpPr>
        <p:spPr>
          <a:xfrm xmlns:a="http://schemas.openxmlformats.org/drawingml/2006/main" flipV="1">
            <a:off x="6515557" y="3955761"/>
            <a:ext cx="87325" cy="59773"/>
          </a:xfrm>
          <a:prstGeom xmlns:a="http://schemas.openxmlformats.org/drawingml/2006/main" prst="line">
            <a:avLst/>
          </a:prstGeom>
          <a:ln xmlns:a="http://schemas.openxmlformats.org/drawingml/2006/main" w="24130">
            <a:solidFill>
              <a:srgbClr val="00B0F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77" name="Connector 176">
            <a:extLst xmlns:a="http://schemas.openxmlformats.org/drawingml/2006/main">
              <a:ext uri="{FF2B5EF4-FFF2-40B4-BE49-F238E27FC236}">
                <a16:creationId xmlns:a16="http://schemas.microsoft.com/office/drawing/2014/main" id="{F818B22F-A764-4FCE-8A06-92D438B36C99}"/>
              </a:ext>
            </a:extLst>
          </p:cNvPr>
          <p:cNvSpPr>
            <a:spLocks xmlns:a="http://schemas.openxmlformats.org/drawingml/2006/main" noGrp="1"/>
          </p:cNvSpPr>
          <p:nvPr/>
        </p:nvSpPr>
        <p:spPr>
          <a:xfrm xmlns:a="http://schemas.openxmlformats.org/drawingml/2006/main" flipV="1">
            <a:off x="6602882" y="3915980"/>
            <a:ext cx="87325" cy="39781"/>
          </a:xfrm>
          <a:prstGeom xmlns:a="http://schemas.openxmlformats.org/drawingml/2006/main" prst="line">
            <a:avLst/>
          </a:prstGeom>
          <a:ln xmlns:a="http://schemas.openxmlformats.org/drawingml/2006/main" w="24130">
            <a:solidFill>
              <a:srgbClr val="00B0F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78" name="Connector 177">
            <a:extLst xmlns:a="http://schemas.openxmlformats.org/drawingml/2006/main">
              <a:ext uri="{FF2B5EF4-FFF2-40B4-BE49-F238E27FC236}">
                <a16:creationId xmlns:a16="http://schemas.microsoft.com/office/drawing/2014/main" id="{2D862630-4884-4872-BD53-A0D6D25E1007}"/>
              </a:ext>
            </a:extLst>
          </p:cNvPr>
          <p:cNvSpPr>
            <a:spLocks xmlns:a="http://schemas.openxmlformats.org/drawingml/2006/main" noGrp="1"/>
          </p:cNvSpPr>
          <p:nvPr/>
        </p:nvSpPr>
        <p:spPr>
          <a:xfrm xmlns:a="http://schemas.openxmlformats.org/drawingml/2006/main" flipV="1">
            <a:off x="6690207" y="3898107"/>
            <a:ext cx="87325" cy="17873"/>
          </a:xfrm>
          <a:prstGeom xmlns:a="http://schemas.openxmlformats.org/drawingml/2006/main" prst="line">
            <a:avLst/>
          </a:prstGeom>
          <a:ln xmlns:a="http://schemas.openxmlformats.org/drawingml/2006/main" w="24130">
            <a:solidFill>
              <a:srgbClr val="00B0F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79" name="Connector 178">
            <a:extLst xmlns:a="http://schemas.openxmlformats.org/drawingml/2006/main">
              <a:ext uri="{FF2B5EF4-FFF2-40B4-BE49-F238E27FC236}">
                <a16:creationId xmlns:a16="http://schemas.microsoft.com/office/drawing/2014/main" id="{D891DE28-DE71-4B93-A434-BAFA6A627AB6}"/>
              </a:ext>
            </a:extLst>
          </p:cNvPr>
          <p:cNvSpPr>
            <a:spLocks xmlns:a="http://schemas.openxmlformats.org/drawingml/2006/main" noGrp="1"/>
          </p:cNvSpPr>
          <p:nvPr/>
        </p:nvSpPr>
        <p:spPr>
          <a:xfrm xmlns:a="http://schemas.openxmlformats.org/drawingml/2006/main">
            <a:off x="6777532" y="3898107"/>
            <a:ext cx="87326" cy="4897"/>
          </a:xfrm>
          <a:prstGeom xmlns:a="http://schemas.openxmlformats.org/drawingml/2006/main" prst="line">
            <a:avLst/>
          </a:prstGeom>
          <a:ln xmlns:a="http://schemas.openxmlformats.org/drawingml/2006/main" w="24130">
            <a:solidFill>
              <a:srgbClr val="00B0F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80" name="Connector 179">
            <a:extLst xmlns:a="http://schemas.openxmlformats.org/drawingml/2006/main">
              <a:ext uri="{FF2B5EF4-FFF2-40B4-BE49-F238E27FC236}">
                <a16:creationId xmlns:a16="http://schemas.microsoft.com/office/drawing/2014/main" id="{4C113D9B-614B-4FB0-8EA5-E5B9D3E52E14}"/>
              </a:ext>
            </a:extLst>
          </p:cNvPr>
          <p:cNvSpPr>
            <a:spLocks xmlns:a="http://schemas.openxmlformats.org/drawingml/2006/main" noGrp="1"/>
          </p:cNvSpPr>
          <p:nvPr/>
        </p:nvSpPr>
        <p:spPr>
          <a:xfrm xmlns:a="http://schemas.openxmlformats.org/drawingml/2006/main">
            <a:off x="6864858" y="3903004"/>
            <a:ext cx="87325" cy="27430"/>
          </a:xfrm>
          <a:prstGeom xmlns:a="http://schemas.openxmlformats.org/drawingml/2006/main" prst="line">
            <a:avLst/>
          </a:prstGeom>
          <a:ln xmlns:a="http://schemas.openxmlformats.org/drawingml/2006/main" w="24130">
            <a:solidFill>
              <a:srgbClr val="00B0F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81" name="Connector 180">
            <a:extLst xmlns:a="http://schemas.openxmlformats.org/drawingml/2006/main">
              <a:ext uri="{FF2B5EF4-FFF2-40B4-BE49-F238E27FC236}">
                <a16:creationId xmlns:a16="http://schemas.microsoft.com/office/drawing/2014/main" id="{13D2F9A5-C3DE-4488-95E9-30611EEB948C}"/>
              </a:ext>
            </a:extLst>
          </p:cNvPr>
          <p:cNvSpPr>
            <a:spLocks xmlns:a="http://schemas.openxmlformats.org/drawingml/2006/main" noGrp="1"/>
          </p:cNvSpPr>
          <p:nvPr/>
        </p:nvSpPr>
        <p:spPr>
          <a:xfrm xmlns:a="http://schemas.openxmlformats.org/drawingml/2006/main">
            <a:off x="6952183" y="3930434"/>
            <a:ext cx="87325" cy="48643"/>
          </a:xfrm>
          <a:prstGeom xmlns:a="http://schemas.openxmlformats.org/drawingml/2006/main" prst="line">
            <a:avLst/>
          </a:prstGeom>
          <a:ln xmlns:a="http://schemas.openxmlformats.org/drawingml/2006/main" w="24130">
            <a:solidFill>
              <a:srgbClr val="00B0F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82" name="Connector 181">
            <a:extLst xmlns:a="http://schemas.openxmlformats.org/drawingml/2006/main">
              <a:ext uri="{FF2B5EF4-FFF2-40B4-BE49-F238E27FC236}">
                <a16:creationId xmlns:a16="http://schemas.microsoft.com/office/drawing/2014/main" id="{BF9C00F2-D750-4EF6-9677-1D6C38E0C4DF}"/>
              </a:ext>
            </a:extLst>
          </p:cNvPr>
          <p:cNvSpPr>
            <a:spLocks xmlns:a="http://schemas.openxmlformats.org/drawingml/2006/main" noGrp="1"/>
          </p:cNvSpPr>
          <p:nvPr/>
        </p:nvSpPr>
        <p:spPr>
          <a:xfrm xmlns:a="http://schemas.openxmlformats.org/drawingml/2006/main">
            <a:off x="7039508" y="3979077"/>
            <a:ext cx="87325" cy="67512"/>
          </a:xfrm>
          <a:prstGeom xmlns:a="http://schemas.openxmlformats.org/drawingml/2006/main" prst="line">
            <a:avLst/>
          </a:prstGeom>
          <a:ln xmlns:a="http://schemas.openxmlformats.org/drawingml/2006/main" w="24130">
            <a:solidFill>
              <a:srgbClr val="00B0F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83" name="Connector 182">
            <a:extLst xmlns:a="http://schemas.openxmlformats.org/drawingml/2006/main">
              <a:ext uri="{FF2B5EF4-FFF2-40B4-BE49-F238E27FC236}">
                <a16:creationId xmlns:a16="http://schemas.microsoft.com/office/drawing/2014/main" id="{DD9C0600-D300-47BE-A848-25D7959EB90C}"/>
              </a:ext>
            </a:extLst>
          </p:cNvPr>
          <p:cNvSpPr>
            <a:spLocks xmlns:a="http://schemas.openxmlformats.org/drawingml/2006/main" noGrp="1"/>
          </p:cNvSpPr>
          <p:nvPr/>
        </p:nvSpPr>
        <p:spPr>
          <a:xfrm xmlns:a="http://schemas.openxmlformats.org/drawingml/2006/main">
            <a:off x="7126833" y="4046589"/>
            <a:ext cx="87325" cy="83130"/>
          </a:xfrm>
          <a:prstGeom xmlns:a="http://schemas.openxmlformats.org/drawingml/2006/main" prst="line">
            <a:avLst/>
          </a:prstGeom>
          <a:ln xmlns:a="http://schemas.openxmlformats.org/drawingml/2006/main" w="24130">
            <a:solidFill>
              <a:srgbClr val="00B0F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84" name="Connector 183">
            <a:extLst xmlns:a="http://schemas.openxmlformats.org/drawingml/2006/main">
              <a:ext uri="{FF2B5EF4-FFF2-40B4-BE49-F238E27FC236}">
                <a16:creationId xmlns:a16="http://schemas.microsoft.com/office/drawing/2014/main" id="{0B871E5E-0192-4FFE-A143-8919F7AD7380}"/>
              </a:ext>
            </a:extLst>
          </p:cNvPr>
          <p:cNvSpPr>
            <a:spLocks xmlns:a="http://schemas.openxmlformats.org/drawingml/2006/main" noGrp="1"/>
          </p:cNvSpPr>
          <p:nvPr/>
        </p:nvSpPr>
        <p:spPr>
          <a:xfrm xmlns:a="http://schemas.openxmlformats.org/drawingml/2006/main">
            <a:off x="7214158" y="4129719"/>
            <a:ext cx="87326" cy="94744"/>
          </a:xfrm>
          <a:prstGeom xmlns:a="http://schemas.openxmlformats.org/drawingml/2006/main" prst="line">
            <a:avLst/>
          </a:prstGeom>
          <a:ln xmlns:a="http://schemas.openxmlformats.org/drawingml/2006/main" w="24130">
            <a:solidFill>
              <a:srgbClr val="00B0F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85" name="Connector 184">
            <a:extLst xmlns:a="http://schemas.openxmlformats.org/drawingml/2006/main">
              <a:ext uri="{FF2B5EF4-FFF2-40B4-BE49-F238E27FC236}">
                <a16:creationId xmlns:a16="http://schemas.microsoft.com/office/drawing/2014/main" id="{C7563BA2-04B6-479D-B990-08956BCA1AD0}"/>
              </a:ext>
            </a:extLst>
          </p:cNvPr>
          <p:cNvSpPr>
            <a:spLocks xmlns:a="http://schemas.openxmlformats.org/drawingml/2006/main" noGrp="1"/>
          </p:cNvSpPr>
          <p:nvPr/>
        </p:nvSpPr>
        <p:spPr>
          <a:xfrm xmlns:a="http://schemas.openxmlformats.org/drawingml/2006/main">
            <a:off x="7301484" y="4224463"/>
            <a:ext cx="87325" cy="101793"/>
          </a:xfrm>
          <a:prstGeom xmlns:a="http://schemas.openxmlformats.org/drawingml/2006/main" prst="line">
            <a:avLst/>
          </a:prstGeom>
          <a:ln xmlns:a="http://schemas.openxmlformats.org/drawingml/2006/main" w="24130">
            <a:solidFill>
              <a:srgbClr val="00B0F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86" name="Connector 185">
            <a:extLst xmlns:a="http://schemas.openxmlformats.org/drawingml/2006/main">
              <a:ext uri="{FF2B5EF4-FFF2-40B4-BE49-F238E27FC236}">
                <a16:creationId xmlns:a16="http://schemas.microsoft.com/office/drawing/2014/main" id="{B4E61AC0-E88F-4EDD-A186-29C2A04F2362}"/>
              </a:ext>
            </a:extLst>
          </p:cNvPr>
          <p:cNvSpPr>
            <a:spLocks xmlns:a="http://schemas.openxmlformats.org/drawingml/2006/main" noGrp="1"/>
          </p:cNvSpPr>
          <p:nvPr/>
        </p:nvSpPr>
        <p:spPr>
          <a:xfrm xmlns:a="http://schemas.openxmlformats.org/drawingml/2006/main">
            <a:off x="7388809" y="4326256"/>
            <a:ext cx="87325" cy="103941"/>
          </a:xfrm>
          <a:prstGeom xmlns:a="http://schemas.openxmlformats.org/drawingml/2006/main" prst="line">
            <a:avLst/>
          </a:prstGeom>
          <a:ln xmlns:a="http://schemas.openxmlformats.org/drawingml/2006/main" w="24130">
            <a:solidFill>
              <a:srgbClr val="00B0F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87" name="Connector 186">
            <a:extLst xmlns:a="http://schemas.openxmlformats.org/drawingml/2006/main">
              <a:ext uri="{FF2B5EF4-FFF2-40B4-BE49-F238E27FC236}">
                <a16:creationId xmlns:a16="http://schemas.microsoft.com/office/drawing/2014/main" id="{8843388A-1281-4DB2-B3F2-F2CDFC2F2574}"/>
              </a:ext>
            </a:extLst>
          </p:cNvPr>
          <p:cNvSpPr>
            <a:spLocks xmlns:a="http://schemas.openxmlformats.org/drawingml/2006/main" noGrp="1"/>
          </p:cNvSpPr>
          <p:nvPr/>
        </p:nvSpPr>
        <p:spPr>
          <a:xfrm xmlns:a="http://schemas.openxmlformats.org/drawingml/2006/main">
            <a:off x="7476134" y="4430197"/>
            <a:ext cx="87325" cy="101081"/>
          </a:xfrm>
          <a:prstGeom xmlns:a="http://schemas.openxmlformats.org/drawingml/2006/main" prst="line">
            <a:avLst/>
          </a:prstGeom>
          <a:ln xmlns:a="http://schemas.openxmlformats.org/drawingml/2006/main" w="24130">
            <a:solidFill>
              <a:srgbClr val="00B0F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88" name="Connector 187">
            <a:extLst xmlns:a="http://schemas.openxmlformats.org/drawingml/2006/main">
              <a:ext uri="{FF2B5EF4-FFF2-40B4-BE49-F238E27FC236}">
                <a16:creationId xmlns:a16="http://schemas.microsoft.com/office/drawing/2014/main" id="{8F93DC59-1E48-4D84-8325-01356494AF59}"/>
              </a:ext>
            </a:extLst>
          </p:cNvPr>
          <p:cNvSpPr>
            <a:spLocks xmlns:a="http://schemas.openxmlformats.org/drawingml/2006/main" noGrp="1"/>
          </p:cNvSpPr>
          <p:nvPr/>
        </p:nvSpPr>
        <p:spPr>
          <a:xfrm xmlns:a="http://schemas.openxmlformats.org/drawingml/2006/main">
            <a:off x="7563459" y="4531278"/>
            <a:ext cx="87325" cy="93353"/>
          </a:xfrm>
          <a:prstGeom xmlns:a="http://schemas.openxmlformats.org/drawingml/2006/main" prst="line">
            <a:avLst/>
          </a:prstGeom>
          <a:ln xmlns:a="http://schemas.openxmlformats.org/drawingml/2006/main" w="24130">
            <a:solidFill>
              <a:srgbClr val="00B0F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89" name="Connector 188">
            <a:extLst xmlns:a="http://schemas.openxmlformats.org/drawingml/2006/main">
              <a:ext uri="{FF2B5EF4-FFF2-40B4-BE49-F238E27FC236}">
                <a16:creationId xmlns:a16="http://schemas.microsoft.com/office/drawing/2014/main" id="{26895A3D-7AF7-4C48-9BFD-78C62516CFE7}"/>
              </a:ext>
            </a:extLst>
          </p:cNvPr>
          <p:cNvSpPr>
            <a:spLocks xmlns:a="http://schemas.openxmlformats.org/drawingml/2006/main" noGrp="1"/>
          </p:cNvSpPr>
          <p:nvPr/>
        </p:nvSpPr>
        <p:spPr>
          <a:xfrm xmlns:a="http://schemas.openxmlformats.org/drawingml/2006/main">
            <a:off x="7650784" y="4624631"/>
            <a:ext cx="87326" cy="81128"/>
          </a:xfrm>
          <a:prstGeom xmlns:a="http://schemas.openxmlformats.org/drawingml/2006/main" prst="line">
            <a:avLst/>
          </a:prstGeom>
          <a:ln xmlns:a="http://schemas.openxmlformats.org/drawingml/2006/main" w="24130">
            <a:solidFill>
              <a:srgbClr val="00B0F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90" name="Connector 189">
            <a:extLst xmlns:a="http://schemas.openxmlformats.org/drawingml/2006/main">
              <a:ext uri="{FF2B5EF4-FFF2-40B4-BE49-F238E27FC236}">
                <a16:creationId xmlns:a16="http://schemas.microsoft.com/office/drawing/2014/main" id="{10A73634-BF62-4B78-9968-A28B733F1FCD}"/>
              </a:ext>
            </a:extLst>
          </p:cNvPr>
          <p:cNvSpPr>
            <a:spLocks xmlns:a="http://schemas.openxmlformats.org/drawingml/2006/main" noGrp="1"/>
          </p:cNvSpPr>
          <p:nvPr/>
        </p:nvSpPr>
        <p:spPr>
          <a:xfrm xmlns:a="http://schemas.openxmlformats.org/drawingml/2006/main">
            <a:off x="7738110" y="4705759"/>
            <a:ext cx="87325" cy="64996"/>
          </a:xfrm>
          <a:prstGeom xmlns:a="http://schemas.openxmlformats.org/drawingml/2006/main" prst="line">
            <a:avLst/>
          </a:prstGeom>
          <a:ln xmlns:a="http://schemas.openxmlformats.org/drawingml/2006/main" w="24130">
            <a:solidFill>
              <a:srgbClr val="00B0F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91" name="Connector 190">
            <a:extLst xmlns:a="http://schemas.openxmlformats.org/drawingml/2006/main">
              <a:ext uri="{FF2B5EF4-FFF2-40B4-BE49-F238E27FC236}">
                <a16:creationId xmlns:a16="http://schemas.microsoft.com/office/drawing/2014/main" id="{7BCF77D4-0F69-4176-B979-5F9E4440B038}"/>
              </a:ext>
            </a:extLst>
          </p:cNvPr>
          <p:cNvSpPr>
            <a:spLocks xmlns:a="http://schemas.openxmlformats.org/drawingml/2006/main" noGrp="1"/>
          </p:cNvSpPr>
          <p:nvPr/>
        </p:nvSpPr>
        <p:spPr>
          <a:xfrm xmlns:a="http://schemas.openxmlformats.org/drawingml/2006/main">
            <a:off x="7825435" y="4770755"/>
            <a:ext cx="87325" cy="45733"/>
          </a:xfrm>
          <a:prstGeom xmlns:a="http://schemas.openxmlformats.org/drawingml/2006/main" prst="line">
            <a:avLst/>
          </a:prstGeom>
          <a:ln xmlns:a="http://schemas.openxmlformats.org/drawingml/2006/main" w="24130">
            <a:solidFill>
              <a:srgbClr val="00B0F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92" name="Connector 191">
            <a:extLst xmlns:a="http://schemas.openxmlformats.org/drawingml/2006/main">
              <a:ext uri="{FF2B5EF4-FFF2-40B4-BE49-F238E27FC236}">
                <a16:creationId xmlns:a16="http://schemas.microsoft.com/office/drawing/2014/main" id="{1C066C34-E5BE-45CB-9A71-B442E2CB66F5}"/>
              </a:ext>
            </a:extLst>
          </p:cNvPr>
          <p:cNvSpPr>
            <a:spLocks xmlns:a="http://schemas.openxmlformats.org/drawingml/2006/main" noGrp="1"/>
          </p:cNvSpPr>
          <p:nvPr/>
        </p:nvSpPr>
        <p:spPr>
          <a:xfrm xmlns:a="http://schemas.openxmlformats.org/drawingml/2006/main">
            <a:off x="7912760" y="4816488"/>
            <a:ext cx="87325" cy="24268"/>
          </a:xfrm>
          <a:prstGeom xmlns:a="http://schemas.openxmlformats.org/drawingml/2006/main" prst="line">
            <a:avLst/>
          </a:prstGeom>
          <a:ln xmlns:a="http://schemas.openxmlformats.org/drawingml/2006/main" w="24130">
            <a:solidFill>
              <a:srgbClr val="00B0F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93" name="Connector 192">
            <a:extLst xmlns:a="http://schemas.openxmlformats.org/drawingml/2006/main">
              <a:ext uri="{FF2B5EF4-FFF2-40B4-BE49-F238E27FC236}">
                <a16:creationId xmlns:a16="http://schemas.microsoft.com/office/drawing/2014/main" id="{F86C50B0-1BA8-450E-88D6-25B893987979}"/>
              </a:ext>
            </a:extLst>
          </p:cNvPr>
          <p:cNvSpPr>
            <a:spLocks xmlns:a="http://schemas.openxmlformats.org/drawingml/2006/main" noGrp="1"/>
          </p:cNvSpPr>
          <p:nvPr/>
        </p:nvSpPr>
        <p:spPr>
          <a:xfrm xmlns:a="http://schemas.openxmlformats.org/drawingml/2006/main">
            <a:off x="8000085" y="4840756"/>
            <a:ext cx="87325" cy="1633"/>
          </a:xfrm>
          <a:prstGeom xmlns:a="http://schemas.openxmlformats.org/drawingml/2006/main" prst="line">
            <a:avLst/>
          </a:prstGeom>
          <a:ln xmlns:a="http://schemas.openxmlformats.org/drawingml/2006/main" w="24130">
            <a:solidFill>
              <a:srgbClr val="00B0F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94" name="Connector 193">
            <a:extLst xmlns:a="http://schemas.openxmlformats.org/drawingml/2006/main">
              <a:ext uri="{FF2B5EF4-FFF2-40B4-BE49-F238E27FC236}">
                <a16:creationId xmlns:a16="http://schemas.microsoft.com/office/drawing/2014/main" id="{09C3B987-8A88-4993-8BA4-8049F5394212}"/>
              </a:ext>
            </a:extLst>
          </p:cNvPr>
          <p:cNvSpPr>
            <a:spLocks xmlns:a="http://schemas.openxmlformats.org/drawingml/2006/main" noGrp="1"/>
          </p:cNvSpPr>
          <p:nvPr/>
        </p:nvSpPr>
        <p:spPr>
          <a:xfrm xmlns:a="http://schemas.openxmlformats.org/drawingml/2006/main" flipV="1">
            <a:off x="8087410" y="4821308"/>
            <a:ext cx="87326" cy="21081"/>
          </a:xfrm>
          <a:prstGeom xmlns:a="http://schemas.openxmlformats.org/drawingml/2006/main" prst="line">
            <a:avLst/>
          </a:prstGeom>
          <a:ln xmlns:a="http://schemas.openxmlformats.org/drawingml/2006/main" w="24130">
            <a:solidFill>
              <a:srgbClr val="00B0F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95" name="Connector 194">
            <a:extLst xmlns:a="http://schemas.openxmlformats.org/drawingml/2006/main">
              <a:ext uri="{FF2B5EF4-FFF2-40B4-BE49-F238E27FC236}">
                <a16:creationId xmlns:a16="http://schemas.microsoft.com/office/drawing/2014/main" id="{E320528C-3BCA-4989-BB73-562D6EC50F61}"/>
              </a:ext>
            </a:extLst>
          </p:cNvPr>
          <p:cNvSpPr>
            <a:spLocks xmlns:a="http://schemas.openxmlformats.org/drawingml/2006/main" noGrp="1"/>
          </p:cNvSpPr>
          <p:nvPr/>
        </p:nvSpPr>
        <p:spPr>
          <a:xfrm xmlns:a="http://schemas.openxmlformats.org/drawingml/2006/main" flipV="1">
            <a:off x="8174736" y="4778530"/>
            <a:ext cx="87325" cy="42778"/>
          </a:xfrm>
          <a:prstGeom xmlns:a="http://schemas.openxmlformats.org/drawingml/2006/main" prst="line">
            <a:avLst/>
          </a:prstGeom>
          <a:ln xmlns:a="http://schemas.openxmlformats.org/drawingml/2006/main" w="24130">
            <a:solidFill>
              <a:srgbClr val="00B0F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96" name="Connector 195">
            <a:extLst xmlns:a="http://schemas.openxmlformats.org/drawingml/2006/main">
              <a:ext uri="{FF2B5EF4-FFF2-40B4-BE49-F238E27FC236}">
                <a16:creationId xmlns:a16="http://schemas.microsoft.com/office/drawing/2014/main" id="{EEB09FA5-AF0E-451A-8B30-C5F25043DC4B}"/>
              </a:ext>
            </a:extLst>
          </p:cNvPr>
          <p:cNvSpPr>
            <a:spLocks xmlns:a="http://schemas.openxmlformats.org/drawingml/2006/main" noGrp="1"/>
          </p:cNvSpPr>
          <p:nvPr/>
        </p:nvSpPr>
        <p:spPr>
          <a:xfrm xmlns:a="http://schemas.openxmlformats.org/drawingml/2006/main" flipV="1">
            <a:off x="8262061" y="4716114"/>
            <a:ext cx="87325" cy="62416"/>
          </a:xfrm>
          <a:prstGeom xmlns:a="http://schemas.openxmlformats.org/drawingml/2006/main" prst="line">
            <a:avLst/>
          </a:prstGeom>
          <a:ln xmlns:a="http://schemas.openxmlformats.org/drawingml/2006/main" w="24130">
            <a:solidFill>
              <a:srgbClr val="00B0F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97" name="Connector 196">
            <a:extLst xmlns:a="http://schemas.openxmlformats.org/drawingml/2006/main">
              <a:ext uri="{FF2B5EF4-FFF2-40B4-BE49-F238E27FC236}">
                <a16:creationId xmlns:a16="http://schemas.microsoft.com/office/drawing/2014/main" id="{2F9DE138-BD95-4BD9-A51D-9EB817C91C62}"/>
              </a:ext>
            </a:extLst>
          </p:cNvPr>
          <p:cNvSpPr>
            <a:spLocks xmlns:a="http://schemas.openxmlformats.org/drawingml/2006/main" noGrp="1"/>
          </p:cNvSpPr>
          <p:nvPr/>
        </p:nvSpPr>
        <p:spPr>
          <a:xfrm xmlns:a="http://schemas.openxmlformats.org/drawingml/2006/main" flipV="1">
            <a:off x="8349386" y="4637067"/>
            <a:ext cx="87325" cy="79047"/>
          </a:xfrm>
          <a:prstGeom xmlns:a="http://schemas.openxmlformats.org/drawingml/2006/main" prst="line">
            <a:avLst/>
          </a:prstGeom>
          <a:ln xmlns:a="http://schemas.openxmlformats.org/drawingml/2006/main" w="24130">
            <a:solidFill>
              <a:srgbClr val="00B0F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98" name="Connector 197">
            <a:extLst xmlns:a="http://schemas.openxmlformats.org/drawingml/2006/main">
              <a:ext uri="{FF2B5EF4-FFF2-40B4-BE49-F238E27FC236}">
                <a16:creationId xmlns:a16="http://schemas.microsoft.com/office/drawing/2014/main" id="{012D9818-9EC4-4BD7-9572-B8C90484E67D}"/>
              </a:ext>
            </a:extLst>
          </p:cNvPr>
          <p:cNvSpPr>
            <a:spLocks xmlns:a="http://schemas.openxmlformats.org/drawingml/2006/main" noGrp="1"/>
          </p:cNvSpPr>
          <p:nvPr/>
        </p:nvSpPr>
        <p:spPr>
          <a:xfrm xmlns:a="http://schemas.openxmlformats.org/drawingml/2006/main" flipV="1">
            <a:off x="8436711" y="4545197"/>
            <a:ext cx="87325" cy="91870"/>
          </a:xfrm>
          <a:prstGeom xmlns:a="http://schemas.openxmlformats.org/drawingml/2006/main" prst="line">
            <a:avLst/>
          </a:prstGeom>
          <a:ln xmlns:a="http://schemas.openxmlformats.org/drawingml/2006/main" w="24130">
            <a:solidFill>
              <a:srgbClr val="00B0F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99" name="Connector 198">
            <a:extLst xmlns:a="http://schemas.openxmlformats.org/drawingml/2006/main">
              <a:ext uri="{FF2B5EF4-FFF2-40B4-BE49-F238E27FC236}">
                <a16:creationId xmlns:a16="http://schemas.microsoft.com/office/drawing/2014/main" id="{CCC67B24-F6DD-462A-B144-546E7918E3CF}"/>
              </a:ext>
            </a:extLst>
          </p:cNvPr>
          <p:cNvSpPr>
            <a:spLocks xmlns:a="http://schemas.openxmlformats.org/drawingml/2006/main" noGrp="1"/>
          </p:cNvSpPr>
          <p:nvPr/>
        </p:nvSpPr>
        <p:spPr>
          <a:xfrm xmlns:a="http://schemas.openxmlformats.org/drawingml/2006/main" flipV="1">
            <a:off x="8524036" y="4444928"/>
            <a:ext cx="87326" cy="100269"/>
          </a:xfrm>
          <a:prstGeom xmlns:a="http://schemas.openxmlformats.org/drawingml/2006/main" prst="line">
            <a:avLst/>
          </a:prstGeom>
          <a:ln xmlns:a="http://schemas.openxmlformats.org/drawingml/2006/main" w="24130">
            <a:solidFill>
              <a:srgbClr val="00B0F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00" name="Connector 199">
            <a:extLst xmlns:a="http://schemas.openxmlformats.org/drawingml/2006/main">
              <a:ext uri="{FF2B5EF4-FFF2-40B4-BE49-F238E27FC236}">
                <a16:creationId xmlns:a16="http://schemas.microsoft.com/office/drawing/2014/main" id="{E5F3FE28-0957-4AA5-8DF5-A9DBECFA903A}"/>
              </a:ext>
            </a:extLst>
          </p:cNvPr>
          <p:cNvSpPr>
            <a:spLocks xmlns:a="http://schemas.openxmlformats.org/drawingml/2006/main" noGrp="1"/>
          </p:cNvSpPr>
          <p:nvPr/>
        </p:nvSpPr>
        <p:spPr>
          <a:xfrm xmlns:a="http://schemas.openxmlformats.org/drawingml/2006/main" flipV="1">
            <a:off x="8611362" y="4341090"/>
            <a:ext cx="87325" cy="103838"/>
          </a:xfrm>
          <a:prstGeom xmlns:a="http://schemas.openxmlformats.org/drawingml/2006/main" prst="line">
            <a:avLst/>
          </a:prstGeom>
          <a:ln xmlns:a="http://schemas.openxmlformats.org/drawingml/2006/main" w="24130">
            <a:solidFill>
              <a:srgbClr val="00B0F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01" name="Connector 200">
            <a:extLst xmlns:a="http://schemas.openxmlformats.org/drawingml/2006/main">
              <a:ext uri="{FF2B5EF4-FFF2-40B4-BE49-F238E27FC236}">
                <a16:creationId xmlns:a16="http://schemas.microsoft.com/office/drawing/2014/main" id="{3D5594EA-93CC-4B96-A17F-265BD5ADC757}"/>
              </a:ext>
            </a:extLst>
          </p:cNvPr>
          <p:cNvSpPr>
            <a:spLocks xmlns:a="http://schemas.openxmlformats.org/drawingml/2006/main" noGrp="1"/>
          </p:cNvSpPr>
          <p:nvPr/>
        </p:nvSpPr>
        <p:spPr>
          <a:xfrm xmlns:a="http://schemas.openxmlformats.org/drawingml/2006/main" flipV="1">
            <a:off x="8698687" y="4238685"/>
            <a:ext cx="87325" cy="102405"/>
          </a:xfrm>
          <a:prstGeom xmlns:a="http://schemas.openxmlformats.org/drawingml/2006/main" prst="line">
            <a:avLst/>
          </a:prstGeom>
          <a:ln xmlns:a="http://schemas.openxmlformats.org/drawingml/2006/main" w="24130">
            <a:solidFill>
              <a:srgbClr val="00B0F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02" name="Connector 201">
            <a:extLst xmlns:a="http://schemas.openxmlformats.org/drawingml/2006/main">
              <a:ext uri="{FF2B5EF4-FFF2-40B4-BE49-F238E27FC236}">
                <a16:creationId xmlns:a16="http://schemas.microsoft.com/office/drawing/2014/main" id="{7912A113-7726-4D4A-B252-A55D38430EC1}"/>
              </a:ext>
            </a:extLst>
          </p:cNvPr>
          <p:cNvSpPr>
            <a:spLocks xmlns:a="http://schemas.openxmlformats.org/drawingml/2006/main" noGrp="1"/>
          </p:cNvSpPr>
          <p:nvPr/>
        </p:nvSpPr>
        <p:spPr>
          <a:xfrm xmlns:a="http://schemas.openxmlformats.org/drawingml/2006/main" flipV="1">
            <a:off x="8786012" y="4142644"/>
            <a:ext cx="87325" cy="96041"/>
          </a:xfrm>
          <a:prstGeom xmlns:a="http://schemas.openxmlformats.org/drawingml/2006/main" prst="line">
            <a:avLst/>
          </a:prstGeom>
          <a:ln xmlns:a="http://schemas.openxmlformats.org/drawingml/2006/main" w="24130">
            <a:solidFill>
              <a:srgbClr val="00B0F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03" name="Connector 202">
            <a:extLst xmlns:a="http://schemas.openxmlformats.org/drawingml/2006/main">
              <a:ext uri="{FF2B5EF4-FFF2-40B4-BE49-F238E27FC236}">
                <a16:creationId xmlns:a16="http://schemas.microsoft.com/office/drawing/2014/main" id="{FE481467-4F22-4379-954A-7533D9D4B10E}"/>
              </a:ext>
            </a:extLst>
          </p:cNvPr>
          <p:cNvSpPr>
            <a:spLocks xmlns:a="http://schemas.openxmlformats.org/drawingml/2006/main" noGrp="1"/>
          </p:cNvSpPr>
          <p:nvPr/>
        </p:nvSpPr>
        <p:spPr>
          <a:xfrm xmlns:a="http://schemas.openxmlformats.org/drawingml/2006/main" flipV="1">
            <a:off x="8873337" y="4057595"/>
            <a:ext cx="87325" cy="85049"/>
          </a:xfrm>
          <a:prstGeom xmlns:a="http://schemas.openxmlformats.org/drawingml/2006/main" prst="line">
            <a:avLst/>
          </a:prstGeom>
          <a:ln xmlns:a="http://schemas.openxmlformats.org/drawingml/2006/main" w="24130">
            <a:solidFill>
              <a:srgbClr val="00B0F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04" name="Connector 203">
            <a:extLst xmlns:a="http://schemas.openxmlformats.org/drawingml/2006/main">
              <a:ext uri="{FF2B5EF4-FFF2-40B4-BE49-F238E27FC236}">
                <a16:creationId xmlns:a16="http://schemas.microsoft.com/office/drawing/2014/main" id="{8F4433B8-9027-4472-A10C-815A8893B77A}"/>
              </a:ext>
            </a:extLst>
          </p:cNvPr>
          <p:cNvSpPr>
            <a:spLocks xmlns:a="http://schemas.openxmlformats.org/drawingml/2006/main" noGrp="1"/>
          </p:cNvSpPr>
          <p:nvPr/>
        </p:nvSpPr>
        <p:spPr>
          <a:xfrm xmlns:a="http://schemas.openxmlformats.org/drawingml/2006/main" flipV="1">
            <a:off x="8960662" y="3987633"/>
            <a:ext cx="87326" cy="69962"/>
          </a:xfrm>
          <a:prstGeom xmlns:a="http://schemas.openxmlformats.org/drawingml/2006/main" prst="line">
            <a:avLst/>
          </a:prstGeom>
          <a:ln xmlns:a="http://schemas.openxmlformats.org/drawingml/2006/main" w="24130">
            <a:solidFill>
              <a:srgbClr val="00B0F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05" name="Connector 204">
            <a:extLst xmlns:a="http://schemas.openxmlformats.org/drawingml/2006/main">
              <a:ext uri="{FF2B5EF4-FFF2-40B4-BE49-F238E27FC236}">
                <a16:creationId xmlns:a16="http://schemas.microsoft.com/office/drawing/2014/main" id="{D504F35E-3F68-48EB-8C9E-A5D3CB9D3EC0}"/>
              </a:ext>
            </a:extLst>
          </p:cNvPr>
          <p:cNvSpPr>
            <a:spLocks xmlns:a="http://schemas.openxmlformats.org/drawingml/2006/main" noGrp="1"/>
          </p:cNvSpPr>
          <p:nvPr/>
        </p:nvSpPr>
        <p:spPr>
          <a:xfrm xmlns:a="http://schemas.openxmlformats.org/drawingml/2006/main" flipV="1">
            <a:off x="9047988" y="3936129"/>
            <a:ext cx="87325" cy="51504"/>
          </a:xfrm>
          <a:prstGeom xmlns:a="http://schemas.openxmlformats.org/drawingml/2006/main" prst="line">
            <a:avLst/>
          </a:prstGeom>
          <a:ln xmlns:a="http://schemas.openxmlformats.org/drawingml/2006/main" w="24130">
            <a:solidFill>
              <a:srgbClr val="00B0F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06" name="Connector 205">
            <a:extLst xmlns:a="http://schemas.openxmlformats.org/drawingml/2006/main">
              <a:ext uri="{FF2B5EF4-FFF2-40B4-BE49-F238E27FC236}">
                <a16:creationId xmlns:a16="http://schemas.microsoft.com/office/drawing/2014/main" id="{CAC33C82-76B4-46CF-A2CD-AEFA14C52100}"/>
              </a:ext>
            </a:extLst>
          </p:cNvPr>
          <p:cNvSpPr>
            <a:spLocks xmlns:a="http://schemas.openxmlformats.org/drawingml/2006/main" noGrp="1"/>
          </p:cNvSpPr>
          <p:nvPr/>
        </p:nvSpPr>
        <p:spPr>
          <a:xfrm xmlns:a="http://schemas.openxmlformats.org/drawingml/2006/main" flipV="1">
            <a:off x="9135313" y="3905562"/>
            <a:ext cx="87325" cy="30567"/>
          </a:xfrm>
          <a:prstGeom xmlns:a="http://schemas.openxmlformats.org/drawingml/2006/main" prst="line">
            <a:avLst/>
          </a:prstGeom>
          <a:ln xmlns:a="http://schemas.openxmlformats.org/drawingml/2006/main" w="24130">
            <a:solidFill>
              <a:srgbClr val="00B0F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07" name="Connector 206">
            <a:extLst xmlns:a="http://schemas.openxmlformats.org/drawingml/2006/main">
              <a:ext uri="{FF2B5EF4-FFF2-40B4-BE49-F238E27FC236}">
                <a16:creationId xmlns:a16="http://schemas.microsoft.com/office/drawing/2014/main" id="{4A4FC8B1-BB5A-49A9-9C91-229144F3BC4D}"/>
              </a:ext>
            </a:extLst>
          </p:cNvPr>
          <p:cNvSpPr>
            <a:spLocks xmlns:a="http://schemas.openxmlformats.org/drawingml/2006/main" noGrp="1"/>
          </p:cNvSpPr>
          <p:nvPr/>
        </p:nvSpPr>
        <p:spPr>
          <a:xfrm xmlns:a="http://schemas.openxmlformats.org/drawingml/2006/main" flipV="1">
            <a:off x="9222638" y="3897406"/>
            <a:ext cx="87325" cy="8156"/>
          </a:xfrm>
          <a:prstGeom xmlns:a="http://schemas.openxmlformats.org/drawingml/2006/main" prst="line">
            <a:avLst/>
          </a:prstGeom>
          <a:ln xmlns:a="http://schemas.openxmlformats.org/drawingml/2006/main" w="24130">
            <a:solidFill>
              <a:srgbClr val="00B0F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08" name="Connector 207">
            <a:extLst xmlns:a="http://schemas.openxmlformats.org/drawingml/2006/main">
              <a:ext uri="{FF2B5EF4-FFF2-40B4-BE49-F238E27FC236}">
                <a16:creationId xmlns:a16="http://schemas.microsoft.com/office/drawing/2014/main" id="{80763886-860D-4117-B453-1CE3AA0DE86A}"/>
              </a:ext>
            </a:extLst>
          </p:cNvPr>
          <p:cNvSpPr>
            <a:spLocks xmlns:a="http://schemas.openxmlformats.org/drawingml/2006/main" noGrp="1"/>
          </p:cNvSpPr>
          <p:nvPr/>
        </p:nvSpPr>
        <p:spPr>
          <a:xfrm xmlns:a="http://schemas.openxmlformats.org/drawingml/2006/main">
            <a:off x="9309963" y="3897406"/>
            <a:ext cx="87325" cy="14647"/>
          </a:xfrm>
          <a:prstGeom xmlns:a="http://schemas.openxmlformats.org/drawingml/2006/main" prst="line">
            <a:avLst/>
          </a:prstGeom>
          <a:ln xmlns:a="http://schemas.openxmlformats.org/drawingml/2006/main" w="24130">
            <a:solidFill>
              <a:srgbClr val="00B0F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09" name="Connector 208">
            <a:extLst xmlns:a="http://schemas.openxmlformats.org/drawingml/2006/main">
              <a:ext uri="{FF2B5EF4-FFF2-40B4-BE49-F238E27FC236}">
                <a16:creationId xmlns:a16="http://schemas.microsoft.com/office/drawing/2014/main" id="{CFA85AC2-269D-4408-B40F-A0672E6ACADD}"/>
              </a:ext>
            </a:extLst>
          </p:cNvPr>
          <p:cNvSpPr>
            <a:spLocks xmlns:a="http://schemas.openxmlformats.org/drawingml/2006/main" noGrp="1"/>
          </p:cNvSpPr>
          <p:nvPr/>
        </p:nvSpPr>
        <p:spPr>
          <a:xfrm xmlns:a="http://schemas.openxmlformats.org/drawingml/2006/main">
            <a:off x="9397288" y="3912053"/>
            <a:ext cx="87326" cy="36745"/>
          </a:xfrm>
          <a:prstGeom xmlns:a="http://schemas.openxmlformats.org/drawingml/2006/main" prst="line">
            <a:avLst/>
          </a:prstGeom>
          <a:ln xmlns:a="http://schemas.openxmlformats.org/drawingml/2006/main" w="24130">
            <a:solidFill>
              <a:srgbClr val="00B0F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10" name="Connector 209">
            <a:extLst xmlns:a="http://schemas.openxmlformats.org/drawingml/2006/main">
              <a:ext uri="{FF2B5EF4-FFF2-40B4-BE49-F238E27FC236}">
                <a16:creationId xmlns:a16="http://schemas.microsoft.com/office/drawing/2014/main" id="{995C7199-7B54-446C-A0A8-235CFB8882C0}"/>
              </a:ext>
            </a:extLst>
          </p:cNvPr>
          <p:cNvSpPr>
            <a:spLocks xmlns:a="http://schemas.openxmlformats.org/drawingml/2006/main" noGrp="1"/>
          </p:cNvSpPr>
          <p:nvPr/>
        </p:nvSpPr>
        <p:spPr>
          <a:xfrm xmlns:a="http://schemas.openxmlformats.org/drawingml/2006/main">
            <a:off x="9484614" y="3948798"/>
            <a:ext cx="87325" cy="57073"/>
          </a:xfrm>
          <a:prstGeom xmlns:a="http://schemas.openxmlformats.org/drawingml/2006/main" prst="line">
            <a:avLst/>
          </a:prstGeom>
          <a:ln xmlns:a="http://schemas.openxmlformats.org/drawingml/2006/main" w="24130">
            <a:solidFill>
              <a:srgbClr val="00B0F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11" name="Connector 210">
            <a:extLst xmlns:a="http://schemas.openxmlformats.org/drawingml/2006/main">
              <a:ext uri="{FF2B5EF4-FFF2-40B4-BE49-F238E27FC236}">
                <a16:creationId xmlns:a16="http://schemas.microsoft.com/office/drawing/2014/main" id="{CAC51A57-C5DC-4539-8A2C-A57AE1D0E5F7}"/>
              </a:ext>
            </a:extLst>
          </p:cNvPr>
          <p:cNvSpPr>
            <a:spLocks xmlns:a="http://schemas.openxmlformats.org/drawingml/2006/main" noGrp="1"/>
          </p:cNvSpPr>
          <p:nvPr/>
        </p:nvSpPr>
        <p:spPr>
          <a:xfrm xmlns:a="http://schemas.openxmlformats.org/drawingml/2006/main">
            <a:off x="9571939" y="4005871"/>
            <a:ext cx="87325" cy="74651"/>
          </a:xfrm>
          <a:prstGeom xmlns:a="http://schemas.openxmlformats.org/drawingml/2006/main" prst="line">
            <a:avLst/>
          </a:prstGeom>
          <a:ln xmlns:a="http://schemas.openxmlformats.org/drawingml/2006/main" w="24130">
            <a:solidFill>
              <a:srgbClr val="00B0F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12" name="Connector 211">
            <a:extLst xmlns:a="http://schemas.openxmlformats.org/drawingml/2006/main">
              <a:ext uri="{FF2B5EF4-FFF2-40B4-BE49-F238E27FC236}">
                <a16:creationId xmlns:a16="http://schemas.microsoft.com/office/drawing/2014/main" id="{1AB780E1-1DD4-4003-B9B1-29F618E38044}"/>
              </a:ext>
            </a:extLst>
          </p:cNvPr>
          <p:cNvSpPr>
            <a:spLocks xmlns:a="http://schemas.openxmlformats.org/drawingml/2006/main" noGrp="1"/>
          </p:cNvSpPr>
          <p:nvPr/>
        </p:nvSpPr>
        <p:spPr>
          <a:xfrm xmlns:a="http://schemas.openxmlformats.org/drawingml/2006/main">
            <a:off x="9659264" y="4080522"/>
            <a:ext cx="87325" cy="88635"/>
          </a:xfrm>
          <a:prstGeom xmlns:a="http://schemas.openxmlformats.org/drawingml/2006/main" prst="line">
            <a:avLst/>
          </a:prstGeom>
          <a:ln xmlns:a="http://schemas.openxmlformats.org/drawingml/2006/main" w="24130">
            <a:solidFill>
              <a:srgbClr val="00B0F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13" name="Connector 212">
            <a:extLst xmlns:a="http://schemas.openxmlformats.org/drawingml/2006/main">
              <a:ext uri="{FF2B5EF4-FFF2-40B4-BE49-F238E27FC236}">
                <a16:creationId xmlns:a16="http://schemas.microsoft.com/office/drawing/2014/main" id="{D7A5A6F2-0E23-46DF-8C7B-E33385ACAAD8}"/>
              </a:ext>
            </a:extLst>
          </p:cNvPr>
          <p:cNvSpPr>
            <a:spLocks xmlns:a="http://schemas.openxmlformats.org/drawingml/2006/main" noGrp="1"/>
          </p:cNvSpPr>
          <p:nvPr/>
        </p:nvSpPr>
        <p:spPr>
          <a:xfrm xmlns:a="http://schemas.openxmlformats.org/drawingml/2006/main">
            <a:off x="9746589" y="4169157"/>
            <a:ext cx="87325" cy="98349"/>
          </a:xfrm>
          <a:prstGeom xmlns:a="http://schemas.openxmlformats.org/drawingml/2006/main" prst="line">
            <a:avLst/>
          </a:prstGeom>
          <a:ln xmlns:a="http://schemas.openxmlformats.org/drawingml/2006/main" w="24130">
            <a:solidFill>
              <a:srgbClr val="00B0F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14" name="Connector 213">
            <a:extLst xmlns:a="http://schemas.openxmlformats.org/drawingml/2006/main">
              <a:ext uri="{FF2B5EF4-FFF2-40B4-BE49-F238E27FC236}">
                <a16:creationId xmlns:a16="http://schemas.microsoft.com/office/drawing/2014/main" id="{776827F9-EB08-4917-84DE-F211D0A23805}"/>
              </a:ext>
            </a:extLst>
          </p:cNvPr>
          <p:cNvSpPr>
            <a:spLocks xmlns:a="http://schemas.openxmlformats.org/drawingml/2006/main" noGrp="1"/>
          </p:cNvSpPr>
          <p:nvPr/>
        </p:nvSpPr>
        <p:spPr>
          <a:xfrm xmlns:a="http://schemas.openxmlformats.org/drawingml/2006/main">
            <a:off x="9833914" y="4267506"/>
            <a:ext cx="87326" cy="103326"/>
          </a:xfrm>
          <a:prstGeom xmlns:a="http://schemas.openxmlformats.org/drawingml/2006/main" prst="line">
            <a:avLst/>
          </a:prstGeom>
          <a:ln xmlns:a="http://schemas.openxmlformats.org/drawingml/2006/main" w="24130">
            <a:solidFill>
              <a:srgbClr val="00B0F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15" name="TextBox 214">
            <a:extLst xmlns:a="http://schemas.openxmlformats.org/drawingml/2006/main">
              <a:ext uri="{FF2B5EF4-FFF2-40B4-BE49-F238E27FC236}">
                <a16:creationId xmlns:a16="http://schemas.microsoft.com/office/drawing/2014/main" id="{177C12CE-5B0B-4707-B7B2-F4BB0E246147}"/>
              </a:ext>
            </a:extLst>
          </p:cNvPr>
          <p:cNvSpPr>
            <a:spLocks xmlns:a="http://schemas.openxmlformats.org/drawingml/2006/main" noGrp="1"/>
          </p:cNvSpPr>
          <p:nvPr/>
        </p:nvSpPr>
        <p:spPr>
          <a:xfrm xmlns:a="http://schemas.openxmlformats.org/drawingml/2006/main">
            <a:off x="777240" y="5843016"/>
            <a:ext cx="10789920" cy="33528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拓展问题：少量离散样本，是否足以唯一确定连续信号？</a:t>
            </a:r>
          </a:p>
        </p:txBody>
      </p:sp>
      <p:sp>
        <p:nvSpPr>
          <p:cNvPr id="7" name="TextBox 6">
            <a:extLst xmlns:a="http://schemas.openxmlformats.org/drawingml/2006/main">
              <a:ext uri="{FF2B5EF4-FFF2-40B4-BE49-F238E27FC236}">
                <a16:creationId xmlns:a16="http://schemas.microsoft.com/office/drawing/2014/main" id="{C2A1E4EF-DBEB-4F53-AF06-969EF0A51BDF}"/>
              </a:ext>
            </a:extLst>
          </p:cNvPr>
          <p:cNvSpPr>
            <a:spLocks xmlns:a="http://schemas.openxmlformats.org/drawingml/2006/main" noGrp="1"/>
          </p:cNvSpPr>
          <p:nvPr/>
        </p:nvSpPr>
        <p:spPr>
          <a:xfrm xmlns:a="http://schemas.openxmlformats.org/drawingml/2006/main">
            <a:off x="609600" y="1847850"/>
            <a:ext cx="476250" cy="304800"/>
          </a:xfrm>
          <a:prstGeom xmlns:a="http://schemas.openxmlformats.org/drawingml/2006/main" prst="rect">
            <a:avLst/>
          </a:prstGeom>
          <a:solidFill xmlns:a="http://schemas.openxmlformats.org/drawingml/2006/main">
            <a:srgbClr val="FFFFFF"/>
          </a:solidFill>
        </p:spPr>
        <p:txBody>
          <a:bodyPr xmlns:a="http://schemas.openxmlformats.org/drawingml/2006/main" wrap="square" lIns="0" tIns="0" rIns="0" bIns="0" anchor="t">
            <a:noAutofit/>
          </a:bodyPr>
          <a:lstStyle xmlns:a="http://schemas.openxmlformats.org/drawingml/2006/main">
            <a:defPPr algn="l">
              <a:defRPr sz="1800" b="0">
                <a:solidFill>
                  <a:srgbClr val="808080"/>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16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振幅</a:t>
            </a:r>
          </a:p>
        </p:txBody>
      </p:sp>
      <p:sp>
        <p:nvSpPr>
          <p:cNvPr id="112" name="TextBox 111">
            <a:extLst xmlns:a="http://schemas.openxmlformats.org/drawingml/2006/main">
              <a:ext uri="{FF2B5EF4-FFF2-40B4-BE49-F238E27FC236}">
                <a16:creationId xmlns:a16="http://schemas.microsoft.com/office/drawing/2014/main" id="{F46CC27C-06FC-44C1-B1E7-00E00514FD0A}"/>
              </a:ext>
            </a:extLst>
          </p:cNvPr>
          <p:cNvSpPr>
            <a:spLocks xmlns:a="http://schemas.openxmlformats.org/drawingml/2006/main" noGrp="1"/>
          </p:cNvSpPr>
          <p:nvPr/>
        </p:nvSpPr>
        <p:spPr>
          <a:xfrm xmlns:a="http://schemas.openxmlformats.org/drawingml/2006/main">
            <a:off x="609600" y="3943350"/>
            <a:ext cx="476250" cy="304800"/>
          </a:xfrm>
          <a:prstGeom xmlns:a="http://schemas.openxmlformats.org/drawingml/2006/main" prst="rect">
            <a:avLst/>
          </a:prstGeom>
          <a:solidFill xmlns:a="http://schemas.openxmlformats.org/drawingml/2006/main">
            <a:srgbClr val="FFFFFF"/>
          </a:solidFill>
        </p:spPr>
        <p:txBody>
          <a:bodyPr xmlns:a="http://schemas.openxmlformats.org/drawingml/2006/main" wrap="square" lIns="0" tIns="0" rIns="0" bIns="0" anchor="t">
            <a:noAutofit/>
          </a:bodyPr>
          <a:lstStyle xmlns:a="http://schemas.openxmlformats.org/drawingml/2006/main">
            <a:defPPr algn="l">
              <a:defRPr sz="1800" b="0">
                <a:solidFill>
                  <a:srgbClr val="808080"/>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16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振幅</a:t>
            </a:r>
          </a:p>
        </p:txBody>
      </p:sp>
      <p:sp>
        <p:nvSpPr>
          <p:cNvPr id="8" name="TextBox 7">
            <a:extLst xmlns:a="http://schemas.openxmlformats.org/drawingml/2006/main">
              <a:ext uri="{FF2B5EF4-FFF2-40B4-BE49-F238E27FC236}">
                <a16:creationId xmlns:a16="http://schemas.microsoft.com/office/drawing/2014/main" id="{4C4B5052-4D15-4D74-9196-D11AD6FE1E23}"/>
              </a:ext>
            </a:extLst>
          </p:cNvPr>
          <p:cNvSpPr>
            <a:spLocks xmlns:a="http://schemas.openxmlformats.org/drawingml/2006/main" noGrp="1"/>
          </p:cNvSpPr>
          <p:nvPr/>
        </p:nvSpPr>
        <p:spPr>
          <a:xfrm xmlns:a="http://schemas.openxmlformats.org/drawingml/2006/main">
            <a:off x="9692640" y="2587752"/>
            <a:ext cx="822960" cy="243840"/>
          </a:xfrm>
          <a:prstGeom xmlns:a="http://schemas.openxmlformats.org/drawingml/2006/main" prst="rect">
            <a:avLst/>
          </a:prstGeom>
          <a:solidFill xmlns:a="http://schemas.openxmlformats.org/drawingml/2006/main">
            <a:srgbClr val="FFFFFF"/>
          </a:solidFill>
        </p:spPr>
        <p:txBody>
          <a:bodyPr xmlns:a="http://schemas.openxmlformats.org/drawingml/2006/main" wrap="square" lIns="0" tIns="0" rIns="0" bIns="0" anchor="t">
            <a:noAutofit/>
          </a:bodyPr>
          <a:lstStyle xmlns:a="http://schemas.openxmlformats.org/drawingml/2006/main">
            <a:defPPr algn="l">
              <a:defRPr sz="1800" b="0">
                <a:solidFill>
                  <a:srgbClr val="808080"/>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16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时间</a:t>
            </a:r>
          </a:p>
        </p:txBody>
      </p:sp>
      <p:sp>
        <p:nvSpPr>
          <p:cNvPr id="113" name="TextBox 112">
            <a:extLst xmlns:a="http://schemas.openxmlformats.org/drawingml/2006/main">
              <a:ext uri="{FF2B5EF4-FFF2-40B4-BE49-F238E27FC236}">
                <a16:creationId xmlns:a16="http://schemas.microsoft.com/office/drawing/2014/main" id="{064AE330-DC91-4A45-A334-5CCCDF1A6137}"/>
              </a:ext>
            </a:extLst>
          </p:cNvPr>
          <p:cNvSpPr>
            <a:spLocks xmlns:a="http://schemas.openxmlformats.org/drawingml/2006/main" noGrp="1"/>
          </p:cNvSpPr>
          <p:nvPr/>
        </p:nvSpPr>
        <p:spPr>
          <a:xfrm xmlns:a="http://schemas.openxmlformats.org/drawingml/2006/main">
            <a:off x="9692640" y="4544568"/>
            <a:ext cx="822960" cy="243840"/>
          </a:xfrm>
          <a:prstGeom xmlns:a="http://schemas.openxmlformats.org/drawingml/2006/main" prst="rect">
            <a:avLst/>
          </a:prstGeom>
          <a:solidFill xmlns:a="http://schemas.openxmlformats.org/drawingml/2006/main">
            <a:srgbClr val="FFFFFF"/>
          </a:solidFill>
        </p:spPr>
        <p:txBody>
          <a:bodyPr xmlns:a="http://schemas.openxmlformats.org/drawingml/2006/main" wrap="square" lIns="0" tIns="0" rIns="0" bIns="0" anchor="t">
            <a:noAutofit/>
          </a:bodyPr>
          <a:lstStyle xmlns:a="http://schemas.openxmlformats.org/drawingml/2006/main">
            <a:defPPr algn="l">
              <a:defRPr sz="1800" b="0">
                <a:solidFill>
                  <a:srgbClr val="808080"/>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16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时间</a:t>
            </a:r>
          </a:p>
        </p:txBody>
      </p:sp>
    </p:spTree>
    <p:extLst>
      <p:ext uri="{BB962C8B-B14F-4D97-AF65-F5344CB8AC3E}">
        <p14:creationId xmlns:p14="http://schemas.microsoft.com/office/powerpoint/2010/main" val="1752247001"/>
      </p:ext>
    </p:extLst>
  </p:cSld>
</p:sld>
</file>

<file path=ppt/slides/slide70.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A26A4A03-3554-417B-96A8-3425FB444363}"/>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F8183C2C-8EEA-4B58-926E-F881813EACC0}"/>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B56A2495-BAF8-4A17-A395-28D23909A210}"/>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可选拓展：编码与压缩不同</a:t>
            </a:r>
          </a:p>
        </p:txBody>
      </p:sp>
      <p:sp>
        <p:nvSpPr>
          <p:cNvPr id="5" name="Connector 4">
            <a:extLst xmlns:a="http://schemas.openxmlformats.org/drawingml/2006/main">
              <a:ext uri="{FF2B5EF4-FFF2-40B4-BE49-F238E27FC236}">
                <a16:creationId xmlns:a16="http://schemas.microsoft.com/office/drawing/2014/main" id="{0BAC6CAC-2F0C-4F97-B0AF-A5531B60E821}"/>
              </a:ext>
            </a:extLst>
          </p:cNvPr>
          <p:cNvSpPr>
            <a:spLocks xmlns:a="http://schemas.openxmlformats.org/drawingml/2006/main" noGrp="1"/>
          </p:cNvSpPr>
          <p:nvPr/>
        </p:nvSpPr>
        <p:spPr>
          <a:xfrm xmlns:a="http://schemas.openxmlformats.org/drawingml/2006/main">
            <a:off x="6080760" y="1627632"/>
            <a:ext cx="0" cy="3776472"/>
          </a:xfrm>
          <a:prstGeom xmlns:a="http://schemas.openxmlformats.org/drawingml/2006/main" prst="line">
            <a:avLst/>
          </a:prstGeom>
          <a:ln xmlns:a="http://schemas.openxmlformats.org/drawingml/2006/main" w="25400">
            <a:solidFill>
              <a:srgbClr val="E2E2E7"/>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 name="TextBox 5">
            <a:extLst xmlns:a="http://schemas.openxmlformats.org/drawingml/2006/main">
              <a:ext uri="{FF2B5EF4-FFF2-40B4-BE49-F238E27FC236}">
                <a16:creationId xmlns:a16="http://schemas.microsoft.com/office/drawing/2014/main" id="{B40ABDBB-E8BC-4644-9A98-ED08991987A2}"/>
              </a:ext>
            </a:extLst>
          </p:cNvPr>
          <p:cNvSpPr>
            <a:spLocks xmlns:a="http://schemas.openxmlformats.org/drawingml/2006/main" noGrp="1"/>
          </p:cNvSpPr>
          <p:nvPr/>
        </p:nvSpPr>
        <p:spPr>
          <a:xfrm xmlns:a="http://schemas.openxmlformats.org/drawingml/2006/main">
            <a:off x="822960" y="1737360"/>
            <a:ext cx="5074920" cy="4267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800" b="1">
                <a:solidFill>
                  <a:srgbClr val="8C64E1"/>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2800" b="1">
                <a:solidFill>
                  <a:srgbClr val="8C64E1"/>
                </a:solidFill>
                <a:latin typeface="Alibaba PuHuiTi 3.0 115 Black"/>
                <a:ea typeface="Alibaba PuHuiTi 3.0 115 Black"/>
                <a:cs typeface="Alibaba PuHuiTi 3.0 115 Black"/>
              </a:defRPr>
            </a:pPr>
            <a:r>
              <a:rPr sz="2800" b="1">
                <a:solidFill>
                  <a:srgbClr val="8C64E1"/>
                </a:solidFill>
                <a:latin typeface="Alibaba PuHuiTi 3.0 115 Black"/>
                <a:ea typeface="Alibaba PuHuiTi 3.0 115 Black"/>
                <a:cs typeface="Alibaba PuHuiTi 3.0 115 Black"/>
              </a:rPr>
              <a:t>声音编码</a:t>
            </a:r>
          </a:p>
        </p:txBody>
      </p:sp>
      <p:sp>
        <p:nvSpPr>
          <p:cNvPr id="7" name="TextBox 6">
            <a:extLst xmlns:a="http://schemas.openxmlformats.org/drawingml/2006/main">
              <a:ext uri="{FF2B5EF4-FFF2-40B4-BE49-F238E27FC236}">
                <a16:creationId xmlns:a16="http://schemas.microsoft.com/office/drawing/2014/main" id="{A8C8103F-923B-41A4-9309-E19129D6248F}"/>
              </a:ext>
            </a:extLst>
          </p:cNvPr>
          <p:cNvSpPr>
            <a:spLocks xmlns:a="http://schemas.openxmlformats.org/drawingml/2006/main" noGrp="1"/>
          </p:cNvSpPr>
          <p:nvPr/>
        </p:nvSpPr>
        <p:spPr>
          <a:xfrm xmlns:a="http://schemas.openxmlformats.org/drawingml/2006/main">
            <a:off x="6455664" y="1737360"/>
            <a:ext cx="4754880" cy="4267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800" b="1">
                <a:solidFill>
                  <a:srgbClr val="007C9B"/>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2800" b="1">
                <a:solidFill>
                  <a:srgbClr val="007C9B"/>
                </a:solidFill>
                <a:latin typeface="Alibaba PuHuiTi 3.0 115 Black"/>
                <a:ea typeface="Alibaba PuHuiTi 3.0 115 Black"/>
                <a:cs typeface="Alibaba PuHuiTi 3.0 115 Black"/>
              </a:defRPr>
            </a:pPr>
            <a:r>
              <a:rPr sz="2800" b="1">
                <a:solidFill>
                  <a:srgbClr val="007C9B"/>
                </a:solidFill>
                <a:latin typeface="Alibaba PuHuiTi 3.0 115 Black"/>
                <a:ea typeface="Alibaba PuHuiTi 3.0 115 Black"/>
                <a:cs typeface="Alibaba PuHuiTi 3.0 115 Black"/>
              </a:rPr>
              <a:t>数据压缩</a:t>
            </a:r>
          </a:p>
        </p:txBody>
      </p:sp>
      <p:sp>
        <p:nvSpPr>
          <p:cNvPr id="8" name="TextBox 7">
            <a:extLst xmlns:a="http://schemas.openxmlformats.org/drawingml/2006/main">
              <a:ext uri="{FF2B5EF4-FFF2-40B4-BE49-F238E27FC236}">
                <a16:creationId xmlns:a16="http://schemas.microsoft.com/office/drawing/2014/main" id="{8237B643-E5F9-4F6D-8168-D34020CA7575}"/>
              </a:ext>
            </a:extLst>
          </p:cNvPr>
          <p:cNvSpPr>
            <a:spLocks xmlns:a="http://schemas.openxmlformats.org/drawingml/2006/main" noGrp="1"/>
          </p:cNvSpPr>
          <p:nvPr/>
        </p:nvSpPr>
        <p:spPr>
          <a:xfrm xmlns:a="http://schemas.openxmlformats.org/drawingml/2006/main">
            <a:off x="822960" y="2743200"/>
            <a:ext cx="5010912" cy="70104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3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300" b="0">
                <a:solidFill>
                  <a:srgbClr val="262626"/>
                </a:solidFill>
                <a:latin typeface="Alibaba PuHuiTi 3.0 55 Regular"/>
                <a:ea typeface="Alibaba PuHuiTi 3.0 55 Regular"/>
                <a:cs typeface="Alibaba PuHuiTi 3.0 55 Regular"/>
              </a:defRPr>
            </a:pPr>
            <a:r>
              <a:rPr sz="2300" b="0">
                <a:solidFill>
                  <a:srgbClr val="262626"/>
                </a:solidFill>
                <a:latin typeface="Alibaba PuHuiTi 3.0 55 Regular"/>
                <a:ea typeface="Alibaba PuHuiTi 3.0 55 Regular"/>
                <a:cs typeface="Alibaba PuHuiTi 3.0 55 Regular"/>
              </a:rPr>
              <a:t>让连续声音能够用数字样本记录；</a:t>
            </a:r>
          </a:p>
          <a:p xmlns:a="http://schemas.openxmlformats.org/drawingml/2006/main">
            <a:pPr algn="l">
              <a:spcBef>
                <a:spcPts val="0"/>
              </a:spcBef>
              <a:spcAft>
                <a:spcPts val="200"/>
              </a:spcAft>
              <a:buNone/>
              <a:defRPr sz="2300" b="0">
                <a:solidFill>
                  <a:srgbClr val="262626"/>
                </a:solidFill>
                <a:latin typeface="Alibaba PuHuiTi 3.0 55 Regular"/>
                <a:ea typeface="Alibaba PuHuiTi 3.0 55 Regular"/>
                <a:cs typeface="Alibaba PuHuiTi 3.0 55 Regular"/>
              </a:defRPr>
            </a:pPr>
            <a:r>
              <a:rPr sz="2300" b="0">
                <a:solidFill>
                  <a:srgbClr val="262626"/>
                </a:solidFill>
                <a:latin typeface="Alibaba PuHuiTi 3.0 55 Regular"/>
                <a:ea typeface="Alibaba PuHuiTi 3.0 55 Regular"/>
                <a:cs typeface="Alibaba PuHuiTi 3.0 55 Regular"/>
              </a:rPr>
              <a:t>也包括后续数据表示。</a:t>
            </a:r>
          </a:p>
        </p:txBody>
      </p:sp>
      <p:sp>
        <p:nvSpPr>
          <p:cNvPr id="9" name="TextBox 8">
            <a:extLst xmlns:a="http://schemas.openxmlformats.org/drawingml/2006/main">
              <a:ext uri="{FF2B5EF4-FFF2-40B4-BE49-F238E27FC236}">
                <a16:creationId xmlns:a16="http://schemas.microsoft.com/office/drawing/2014/main" id="{45760B4B-77B5-4FAD-B53E-4531EE4CAD43}"/>
              </a:ext>
            </a:extLst>
          </p:cNvPr>
          <p:cNvSpPr>
            <a:spLocks xmlns:a="http://schemas.openxmlformats.org/drawingml/2006/main" noGrp="1"/>
          </p:cNvSpPr>
          <p:nvPr/>
        </p:nvSpPr>
        <p:spPr>
          <a:xfrm xmlns:a="http://schemas.openxmlformats.org/drawingml/2006/main">
            <a:off x="6455664" y="2743200"/>
            <a:ext cx="4873752" cy="70104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3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300" b="0">
                <a:solidFill>
                  <a:srgbClr val="262626"/>
                </a:solidFill>
                <a:latin typeface="Alibaba PuHuiTi 3.0 55 Regular"/>
                <a:ea typeface="Alibaba PuHuiTi 3.0 55 Regular"/>
                <a:cs typeface="Alibaba PuHuiTi 3.0 55 Regular"/>
              </a:defRPr>
            </a:pPr>
            <a:r>
              <a:rPr sz="2300" b="0">
                <a:solidFill>
                  <a:srgbClr val="262626"/>
                </a:solidFill>
                <a:latin typeface="Alibaba PuHuiTi 3.0 55 Regular"/>
                <a:ea typeface="Alibaba PuHuiTi 3.0 55 Regular"/>
                <a:cs typeface="Alibaba PuHuiTi 3.0 55 Regular"/>
              </a:rPr>
              <a:t>用更少的比特表达</a:t>
            </a:r>
          </a:p>
          <a:p xmlns:a="http://schemas.openxmlformats.org/drawingml/2006/main">
            <a:pPr algn="l">
              <a:spcBef>
                <a:spcPts val="0"/>
              </a:spcBef>
              <a:spcAft>
                <a:spcPts val="200"/>
              </a:spcAft>
              <a:buNone/>
              <a:defRPr sz="2300" b="0">
                <a:solidFill>
                  <a:srgbClr val="262626"/>
                </a:solidFill>
                <a:latin typeface="Alibaba PuHuiTi 3.0 55 Regular"/>
                <a:ea typeface="Alibaba PuHuiTi 3.0 55 Regular"/>
                <a:cs typeface="Alibaba PuHuiTi 3.0 55 Regular"/>
              </a:defRPr>
            </a:pPr>
            <a:r>
              <a:rPr sz="2300" b="0">
                <a:solidFill>
                  <a:srgbClr val="262626"/>
                </a:solidFill>
                <a:latin typeface="Alibaba PuHuiTi 3.0 55 Regular"/>
                <a:ea typeface="Alibaba PuHuiTi 3.0 55 Regular"/>
                <a:cs typeface="Alibaba PuHuiTi 3.0 55 Regular"/>
              </a:rPr>
              <a:t>相同或近似相同的信息。</a:t>
            </a:r>
          </a:p>
        </p:txBody>
      </p:sp>
      <p:sp>
        <p:nvSpPr>
          <p:cNvPr id="10" name="TextBox 9">
            <a:extLst xmlns:a="http://schemas.openxmlformats.org/drawingml/2006/main">
              <a:ext uri="{FF2B5EF4-FFF2-40B4-BE49-F238E27FC236}">
                <a16:creationId xmlns:a16="http://schemas.microsoft.com/office/drawing/2014/main" id="{DD1E5658-23F1-4586-B7D7-A2A24643D36F}"/>
              </a:ext>
            </a:extLst>
          </p:cNvPr>
          <p:cNvSpPr>
            <a:spLocks xmlns:a="http://schemas.openxmlformats.org/drawingml/2006/main" noGrp="1"/>
          </p:cNvSpPr>
          <p:nvPr/>
        </p:nvSpPr>
        <p:spPr>
          <a:xfrm xmlns:a="http://schemas.openxmlformats.org/drawingml/2006/main">
            <a:off x="777240" y="5879592"/>
            <a:ext cx="10789920" cy="33528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数字化、容器封装、压缩，是相关但不同的概念。</a:t>
            </a:r>
          </a:p>
        </p:txBody>
      </p:sp>
    </p:spTree>
    <p:extLst>
      <p:ext uri="{BB962C8B-B14F-4D97-AF65-F5344CB8AC3E}">
        <p14:creationId xmlns:p14="http://schemas.microsoft.com/office/powerpoint/2010/main" val="639721989"/>
      </p:ext>
    </p:extLst>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libaba PuHuiTi 3.0 115 Black"/>
        <a:ea typeface="Alibaba PuHuiTi 3.0 115 Black"/>
        <a:cs typeface="Alibaba PuHuiTi 3.0 115 Black"/>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libaba PuHuiTi 3.0 55 Regular"/>
        <a:ea typeface="Alibaba PuHuiTi 3.0 55 Regular"/>
        <a:cs typeface="Alibaba PuHuiTi 3.0 55 Regular"/>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2026-10-13T15:09:14.7480000Z</dcterms:created>
  <dcterms:modified xsi:type="dcterms:W3CDTF">2026-10-13T15:09:14.7480000Z</dcterms:modified>
</coreProperties>
</file>