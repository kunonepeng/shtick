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eaa7ca76384a86" /><Relationship Type="http://schemas.openxmlformats.org/officeDocument/2006/relationships/extended-properties" Target="/docProps/app.xml" Id="R005dc0e689a54015" /><Relationship Type="http://schemas.openxmlformats.org/officeDocument/2006/relationships/officeDocument" Target="/ppt/presentation.xml" Id="Rc67412916a164d05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265d4068b1b043f0"/>
  </p:sldMasterIdLst>
  <p:notesMasterIdLst>
    <p:notesMasterId r:id="R48973d9734f147e6"/>
  </p:notesMasterIdLst>
  <p:sldIdLst>
    <p:sldId id="256" r:id="R647056c40ab84f37"/>
    <p:sldId id="257" r:id="R2d662b13658c4d83"/>
    <p:sldId id="258" r:id="Rabe2082c0143479f"/>
    <p:sldId id="259" r:id="R8b2d6b7f476249d8"/>
    <p:sldId id="260" r:id="R222cd4afc35c4b16"/>
    <p:sldId id="261" r:id="R28130c8241d543ab"/>
    <p:sldId id="262" r:id="Rf525e50ea4fe4d5b"/>
    <p:sldId id="263" r:id="R795366f0ff4b44dc"/>
    <p:sldId id="264" r:id="Rcb6cff8e9a584deb"/>
    <p:sldId id="265" r:id="Rbefbac833bcb489b"/>
    <p:sldId id="266" r:id="R8608635716b44624"/>
    <p:sldId id="267" r:id="R975fb21531044067"/>
    <p:sldId id="268" r:id="R04b96c1ea55e481c"/>
    <p:sldId id="269" r:id="R29a7da2ba99e47f8"/>
    <p:sldId id="270" r:id="Rbd1630e6f91b465b"/>
    <p:sldId id="271" r:id="Rc31c412ee68a4281"/>
    <p:sldId id="272" r:id="R7892886c65cc4b9f"/>
    <p:sldId id="273" r:id="Rbaa628037e274af0"/>
    <p:sldId id="274" r:id="Rfbc7ddd0b4464818"/>
    <p:sldId id="275" r:id="R0be35931cb444acd"/>
    <p:sldId id="276" r:id="R7eb5bb97a2cb4ebe"/>
    <p:sldId id="277" r:id="R535ca8b4878e45d6"/>
    <p:sldId id="278" r:id="R471dfe06d9ff4e70"/>
    <p:sldId id="279" r:id="R0ba56a0f1d774322"/>
    <p:sldId id="280" r:id="R298ede208e054a2d"/>
    <p:sldId id="281" r:id="R683b7af62d8e430f"/>
    <p:sldId id="282" r:id="R9cbe9536a51a4303"/>
    <p:sldId id="283" r:id="R93467165bf714ab8"/>
    <p:sldId id="284" r:id="R4a7dc1f82b5143c5"/>
    <p:sldId id="285" r:id="Re89561523383442f"/>
    <p:sldId id="286" r:id="Rea543ef17ebd4af8"/>
    <p:sldId id="287" r:id="R036c58c46c294694"/>
    <p:sldId id="288" r:id="R5c8c1da9223a4533"/>
    <p:sldId id="289" r:id="Re1b6fe41f0914aad"/>
    <p:sldId id="290" r:id="Rcb30a322d8f645e3"/>
    <p:sldId id="291" r:id="Rfa694f8636ce4baa"/>
    <p:sldId id="292" r:id="R978953ca9aab4296"/>
    <p:sldId id="293" r:id="Rb20f1f91efe142be"/>
    <p:sldId id="294" r:id="R41427b62fecb4d9a"/>
    <p:sldId id="295" r:id="R7a997ab9c77a4c1e"/>
    <p:sldId id="296" r:id="Rd52b66aa6a0d4637"/>
    <p:sldId id="297" r:id="R6736b31465104d5b"/>
    <p:sldId id="298" r:id="Rd565065d3751497a"/>
    <p:sldId id="299" r:id="R91997d20f8704bc4"/>
    <p:sldId id="300" r:id="R7cbe1708b15241f0"/>
    <p:sldId id="301" r:id="R506348cf1ea04017"/>
    <p:sldId id="302" r:id="R90123db575d644ee"/>
    <p:sldId id="303" r:id="R53d36eea991d4f06"/>
    <p:sldId id="304" r:id="R24c1bdd4869e469c"/>
    <p:sldId id="305" r:id="R61e42d57e62e442c"/>
    <p:sldId id="306" r:id="R60bdc89f8cce490c"/>
    <p:sldId id="307" r:id="R0511a71602114d3b"/>
    <p:sldId id="308" r:id="R423cc915020c460f"/>
    <p:sldId id="309" r:id="R3a572e033bd74b66"/>
    <p:sldId id="310" r:id="Racb764b932754f86"/>
    <p:sldId id="311" r:id="R85dccf6e61ab4e49"/>
    <p:sldId id="312" r:id="Raa977749091a4150"/>
    <p:sldId id="313" r:id="Rb0ed3037aba1455f"/>
    <p:sldId id="314" r:id="R6624fd2d5b0e4e55"/>
    <p:sldId id="315" r:id="R18734c2ade314fd8"/>
    <p:sldId id="316" r:id="Rb032452b44b74689"/>
    <p:sldId id="317" r:id="Rab47872115704b0b"/>
    <p:sldId id="318" r:id="Rc94e9aee85fe477b"/>
    <p:sldId id="319" r:id="R1cc1790274754009"/>
    <p:sldId id="320" r:id="R84c720145ac14e00"/>
    <p:sldId id="321" r:id="R1ab8877f4bbc4487"/>
    <p:sldId id="322" r:id="Rcf44f48a0834463e"/>
    <p:sldId id="323" r:id="R2eacbec4b5aa47d6"/>
    <p:sldId id="324" r:id="R917deb4646ca45d1"/>
    <p:sldId id="325" r:id="R7e4d6f7b331a44af"/>
  </p:sldIdLst>
  <p:sldSz cx="12191695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Alibaba PuHuiTi 3.0 55 Regular"/>
        <a:ea typeface="Alibaba PuHuiTi 3.0 55 Regular"/>
        <a:cs typeface="Alibaba PuHuiTi 3.0 55 Regular"/>
      </a:defRPr>
    </a:lvl1pPr>
    <a:lvl2pPr marL="457200" algn="l" defTabSz="457200">
      <a:buNone/>
      <a:defRPr sz="1800" kern="1200">
        <a:solidFill>
          <a:schemeClr val="tx1"/>
        </a:solidFill>
        <a:latin typeface="Alibaba PuHuiTi 3.0 55 Regular"/>
        <a:ea typeface="Alibaba PuHuiTi 3.0 55 Regular"/>
        <a:cs typeface="Alibaba PuHuiTi 3.0 55 Regular"/>
      </a:defRPr>
    </a:lvl2pPr>
    <a:lvl3pPr marL="914400" algn="l" defTabSz="457200">
      <a:buNone/>
      <a:defRPr sz="1800" kern="1200">
        <a:solidFill>
          <a:schemeClr val="tx1"/>
        </a:solidFill>
        <a:latin typeface="Alibaba PuHuiTi 3.0 55 Regular"/>
        <a:ea typeface="Alibaba PuHuiTi 3.0 55 Regular"/>
        <a:cs typeface="Alibaba PuHuiTi 3.0 55 Regular"/>
      </a:defRPr>
    </a:lvl3pPr>
    <a:lvl4pPr marL="1371600" algn="l" defTabSz="457200">
      <a:buNone/>
      <a:defRPr sz="1800" kern="1200">
        <a:solidFill>
          <a:schemeClr val="tx1"/>
        </a:solidFill>
        <a:latin typeface="Alibaba PuHuiTi 3.0 55 Regular"/>
        <a:ea typeface="Alibaba PuHuiTi 3.0 55 Regular"/>
        <a:cs typeface="Alibaba PuHuiTi 3.0 55 Regular"/>
      </a:defRPr>
    </a:lvl4pPr>
    <a:lvl5pPr marL="1828800" algn="l" defTabSz="457200">
      <a:buNone/>
      <a:defRPr sz="1800" kern="1200">
        <a:solidFill>
          <a:schemeClr val="tx1"/>
        </a:solidFill>
        <a:latin typeface="Alibaba PuHuiTi 3.0 55 Regular"/>
        <a:ea typeface="Alibaba PuHuiTi 3.0 55 Regular"/>
        <a:cs typeface="Alibaba PuHuiTi 3.0 55 Regular"/>
      </a:defRPr>
    </a:lvl5pPr>
    <a:lvl6pPr marL="2286000" algn="l" defTabSz="457200">
      <a:buNone/>
      <a:defRPr sz="1800" kern="1200">
        <a:solidFill>
          <a:schemeClr val="tx1"/>
        </a:solidFill>
        <a:latin typeface="Alibaba PuHuiTi 3.0 55 Regular"/>
        <a:ea typeface="Alibaba PuHuiTi 3.0 55 Regular"/>
        <a:cs typeface="Alibaba PuHuiTi 3.0 55 Regular"/>
      </a:defRPr>
    </a:lvl6pPr>
    <a:lvl7pPr marL="2743200" algn="l" defTabSz="457200">
      <a:buNone/>
      <a:defRPr sz="1800" kern="1200">
        <a:solidFill>
          <a:schemeClr val="tx1"/>
        </a:solidFill>
        <a:latin typeface="Alibaba PuHuiTi 3.0 55 Regular"/>
        <a:ea typeface="Alibaba PuHuiTi 3.0 55 Regular"/>
        <a:cs typeface="Alibaba PuHuiTi 3.0 55 Regular"/>
      </a:defRPr>
    </a:lvl7pPr>
    <a:lvl8pPr marL="3200400" algn="l" defTabSz="457200">
      <a:buNone/>
      <a:defRPr sz="1800" kern="1200">
        <a:solidFill>
          <a:schemeClr val="tx1"/>
        </a:solidFill>
        <a:latin typeface="Alibaba PuHuiTi 3.0 55 Regular"/>
        <a:ea typeface="Alibaba PuHuiTi 3.0 55 Regular"/>
        <a:cs typeface="Alibaba PuHuiTi 3.0 55 Regular"/>
      </a:defRPr>
    </a:lvl8pPr>
    <a:lvl9pPr marL="3657600" algn="l" defTabSz="457200">
      <a:buNone/>
      <a:defRPr sz="1800" kern="1200">
        <a:solidFill>
          <a:schemeClr val="tx1"/>
        </a:solidFill>
        <a:latin typeface="Alibaba PuHuiTi 3.0 55 Regular"/>
        <a:ea typeface="Alibaba PuHuiTi 3.0 55 Regular"/>
        <a:cs typeface="Alibaba PuHuiTi 3.0 55 Regular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2d5ff68157458c" /><Relationship Type="http://schemas.openxmlformats.org/officeDocument/2006/relationships/slideMaster" Target="/ppt/slideMasters/slideMaster1.xml" Id="R265d4068b1b043f0" /><Relationship Type="http://schemas.openxmlformats.org/officeDocument/2006/relationships/notesMaster" Target="/ppt/notesMasters/notesMaster1.xml" Id="R48973d9734f147e6" /><Relationship Type="http://schemas.openxmlformats.org/officeDocument/2006/relationships/presProps" Target="/ppt/presProps.xml" Id="R0f99f59d70494304" /><Relationship Type="http://schemas.openxmlformats.org/officeDocument/2006/relationships/viewProps" Target="/ppt/viewProps.xml" Id="R38eaa7e7bab54398" /><Relationship Type="http://schemas.openxmlformats.org/officeDocument/2006/relationships/tableStyles" Target="/ppt/tableStyles.xml" Id="R339d51048e97415a" /><Relationship Type="http://schemas.openxmlformats.org/officeDocument/2006/relationships/slide" Target="/ppt/slides/slide1.xml" Id="R647056c40ab84f37" /><Relationship Type="http://schemas.openxmlformats.org/officeDocument/2006/relationships/slide" Target="/ppt/slides/slide2.xml" Id="R2d662b13658c4d83" /><Relationship Type="http://schemas.openxmlformats.org/officeDocument/2006/relationships/slide" Target="/ppt/slides/slide3.xml" Id="Rabe2082c0143479f" /><Relationship Type="http://schemas.openxmlformats.org/officeDocument/2006/relationships/slide" Target="/ppt/slides/slide4.xml" Id="R8b2d6b7f476249d8" /><Relationship Type="http://schemas.openxmlformats.org/officeDocument/2006/relationships/slide" Target="/ppt/slides/slide5.xml" Id="R222cd4afc35c4b16" /><Relationship Type="http://schemas.openxmlformats.org/officeDocument/2006/relationships/slide" Target="/ppt/slides/slide6.xml" Id="R28130c8241d543ab" /><Relationship Type="http://schemas.openxmlformats.org/officeDocument/2006/relationships/slide" Target="/ppt/slides/slide7.xml" Id="Rf525e50ea4fe4d5b" /><Relationship Type="http://schemas.openxmlformats.org/officeDocument/2006/relationships/slide" Target="/ppt/slides/slide8.xml" Id="R795366f0ff4b44dc" /><Relationship Type="http://schemas.openxmlformats.org/officeDocument/2006/relationships/slide" Target="/ppt/slides/slide9.xml" Id="Rcb6cff8e9a584deb" /><Relationship Type="http://schemas.openxmlformats.org/officeDocument/2006/relationships/slide" Target="/ppt/slides/slide10.xml" Id="Rbefbac833bcb489b" /><Relationship Type="http://schemas.openxmlformats.org/officeDocument/2006/relationships/slide" Target="/ppt/slides/slide11.xml" Id="R8608635716b44624" /><Relationship Type="http://schemas.openxmlformats.org/officeDocument/2006/relationships/slide" Target="/ppt/slides/slide12.xml" Id="R975fb21531044067" /><Relationship Type="http://schemas.openxmlformats.org/officeDocument/2006/relationships/slide" Target="/ppt/slides/slide13.xml" Id="R04b96c1ea55e481c" /><Relationship Type="http://schemas.openxmlformats.org/officeDocument/2006/relationships/slide" Target="/ppt/slides/slide14.xml" Id="R29a7da2ba99e47f8" /><Relationship Type="http://schemas.openxmlformats.org/officeDocument/2006/relationships/slide" Target="/ppt/slides/slide15.xml" Id="Rbd1630e6f91b465b" /><Relationship Type="http://schemas.openxmlformats.org/officeDocument/2006/relationships/slide" Target="/ppt/slides/slide16.xml" Id="Rc31c412ee68a4281" /><Relationship Type="http://schemas.openxmlformats.org/officeDocument/2006/relationships/slide" Target="/ppt/slides/slide17.xml" Id="R7892886c65cc4b9f" /><Relationship Type="http://schemas.openxmlformats.org/officeDocument/2006/relationships/slide" Target="/ppt/slides/slide18.xml" Id="Rbaa628037e274af0" /><Relationship Type="http://schemas.openxmlformats.org/officeDocument/2006/relationships/slide" Target="/ppt/slides/slide19.xml" Id="Rfbc7ddd0b4464818" /><Relationship Type="http://schemas.openxmlformats.org/officeDocument/2006/relationships/slide" Target="/ppt/slides/slide20.xml" Id="R0be35931cb444acd" /><Relationship Type="http://schemas.openxmlformats.org/officeDocument/2006/relationships/slide" Target="/ppt/slides/slide21.xml" Id="R7eb5bb97a2cb4ebe" /><Relationship Type="http://schemas.openxmlformats.org/officeDocument/2006/relationships/slide" Target="/ppt/slides/slide22.xml" Id="R535ca8b4878e45d6" /><Relationship Type="http://schemas.openxmlformats.org/officeDocument/2006/relationships/slide" Target="/ppt/slides/slide23.xml" Id="R471dfe06d9ff4e70" /><Relationship Type="http://schemas.openxmlformats.org/officeDocument/2006/relationships/slide" Target="/ppt/slides/slide24.xml" Id="R0ba56a0f1d774322" /><Relationship Type="http://schemas.openxmlformats.org/officeDocument/2006/relationships/slide" Target="/ppt/slides/slide25.xml" Id="R298ede208e054a2d" /><Relationship Type="http://schemas.openxmlformats.org/officeDocument/2006/relationships/slide" Target="/ppt/slides/slide26.xml" Id="R683b7af62d8e430f" /><Relationship Type="http://schemas.openxmlformats.org/officeDocument/2006/relationships/slide" Target="/ppt/slides/slide27.xml" Id="R9cbe9536a51a4303" /><Relationship Type="http://schemas.openxmlformats.org/officeDocument/2006/relationships/slide" Target="/ppt/slides/slide28.xml" Id="R93467165bf714ab8" /><Relationship Type="http://schemas.openxmlformats.org/officeDocument/2006/relationships/slide" Target="/ppt/slides/slide29.xml" Id="R4a7dc1f82b5143c5" /><Relationship Type="http://schemas.openxmlformats.org/officeDocument/2006/relationships/slide" Target="/ppt/slides/slide30.xml" Id="Re89561523383442f" /><Relationship Type="http://schemas.openxmlformats.org/officeDocument/2006/relationships/slide" Target="/ppt/slides/slide31.xml" Id="Rea543ef17ebd4af8" /><Relationship Type="http://schemas.openxmlformats.org/officeDocument/2006/relationships/slide" Target="/ppt/slides/slide32.xml" Id="R036c58c46c294694" /><Relationship Type="http://schemas.openxmlformats.org/officeDocument/2006/relationships/slide" Target="/ppt/slides/slide33.xml" Id="R5c8c1da9223a4533" /><Relationship Type="http://schemas.openxmlformats.org/officeDocument/2006/relationships/slide" Target="/ppt/slides/slide34.xml" Id="Re1b6fe41f0914aad" /><Relationship Type="http://schemas.openxmlformats.org/officeDocument/2006/relationships/slide" Target="/ppt/slides/slide35.xml" Id="Rcb30a322d8f645e3" /><Relationship Type="http://schemas.openxmlformats.org/officeDocument/2006/relationships/slide" Target="/ppt/slides/slide36.xml" Id="Rfa694f8636ce4baa" /><Relationship Type="http://schemas.openxmlformats.org/officeDocument/2006/relationships/slide" Target="/ppt/slides/slide37.xml" Id="R978953ca9aab4296" /><Relationship Type="http://schemas.openxmlformats.org/officeDocument/2006/relationships/slide" Target="/ppt/slides/slide38.xml" Id="Rb20f1f91efe142be" /><Relationship Type="http://schemas.openxmlformats.org/officeDocument/2006/relationships/slide" Target="/ppt/slides/slide39.xml" Id="R41427b62fecb4d9a" /><Relationship Type="http://schemas.openxmlformats.org/officeDocument/2006/relationships/slide" Target="/ppt/slides/slide40.xml" Id="R7a997ab9c77a4c1e" /><Relationship Type="http://schemas.openxmlformats.org/officeDocument/2006/relationships/slide" Target="/ppt/slides/slide41.xml" Id="Rd52b66aa6a0d4637" /><Relationship Type="http://schemas.openxmlformats.org/officeDocument/2006/relationships/slide" Target="/ppt/slides/slide42.xml" Id="R6736b31465104d5b" /><Relationship Type="http://schemas.openxmlformats.org/officeDocument/2006/relationships/slide" Target="/ppt/slides/slide43.xml" Id="Rd565065d3751497a" /><Relationship Type="http://schemas.openxmlformats.org/officeDocument/2006/relationships/slide" Target="/ppt/slides/slide44.xml" Id="R91997d20f8704bc4" /><Relationship Type="http://schemas.openxmlformats.org/officeDocument/2006/relationships/slide" Target="/ppt/slides/slide45.xml" Id="R7cbe1708b15241f0" /><Relationship Type="http://schemas.openxmlformats.org/officeDocument/2006/relationships/slide" Target="/ppt/slides/slide46.xml" Id="R506348cf1ea04017" /><Relationship Type="http://schemas.openxmlformats.org/officeDocument/2006/relationships/slide" Target="/ppt/slides/slide47.xml" Id="R90123db575d644ee" /><Relationship Type="http://schemas.openxmlformats.org/officeDocument/2006/relationships/slide" Target="/ppt/slides/slide48.xml" Id="R53d36eea991d4f06" /><Relationship Type="http://schemas.openxmlformats.org/officeDocument/2006/relationships/slide" Target="/ppt/slides/slide49.xml" Id="R24c1bdd4869e469c" /><Relationship Type="http://schemas.openxmlformats.org/officeDocument/2006/relationships/slide" Target="/ppt/slides/slide50.xml" Id="R61e42d57e62e442c" /><Relationship Type="http://schemas.openxmlformats.org/officeDocument/2006/relationships/slide" Target="/ppt/slides/slide51.xml" Id="R60bdc89f8cce490c" /><Relationship Type="http://schemas.openxmlformats.org/officeDocument/2006/relationships/slide" Target="/ppt/slides/slide52.xml" Id="R0511a71602114d3b" /><Relationship Type="http://schemas.openxmlformats.org/officeDocument/2006/relationships/slide" Target="/ppt/slides/slide53.xml" Id="R423cc915020c460f" /><Relationship Type="http://schemas.openxmlformats.org/officeDocument/2006/relationships/slide" Target="/ppt/slides/slide54.xml" Id="R3a572e033bd74b66" /><Relationship Type="http://schemas.openxmlformats.org/officeDocument/2006/relationships/slide" Target="/ppt/slides/slide55.xml" Id="Racb764b932754f86" /><Relationship Type="http://schemas.openxmlformats.org/officeDocument/2006/relationships/slide" Target="/ppt/slides/slide56.xml" Id="R85dccf6e61ab4e49" /><Relationship Type="http://schemas.openxmlformats.org/officeDocument/2006/relationships/slide" Target="/ppt/slides/slide57.xml" Id="Raa977749091a4150" /><Relationship Type="http://schemas.openxmlformats.org/officeDocument/2006/relationships/slide" Target="/ppt/slides/slide58.xml" Id="Rb0ed3037aba1455f" /><Relationship Type="http://schemas.openxmlformats.org/officeDocument/2006/relationships/slide" Target="/ppt/slides/slide59.xml" Id="R6624fd2d5b0e4e55" /><Relationship Type="http://schemas.openxmlformats.org/officeDocument/2006/relationships/slide" Target="/ppt/slides/slide60.xml" Id="R18734c2ade314fd8" /><Relationship Type="http://schemas.openxmlformats.org/officeDocument/2006/relationships/slide" Target="/ppt/slides/slide61.xml" Id="Rb032452b44b74689" /><Relationship Type="http://schemas.openxmlformats.org/officeDocument/2006/relationships/slide" Target="/ppt/slides/slide62.xml" Id="Rab47872115704b0b" /><Relationship Type="http://schemas.openxmlformats.org/officeDocument/2006/relationships/slide" Target="/ppt/slides/slide63.xml" Id="Rc94e9aee85fe477b" /><Relationship Type="http://schemas.openxmlformats.org/officeDocument/2006/relationships/slide" Target="/ppt/slides/slide64.xml" Id="R1cc1790274754009" /><Relationship Type="http://schemas.openxmlformats.org/officeDocument/2006/relationships/slide" Target="/ppt/slides/slide65.xml" Id="R84c720145ac14e00" /><Relationship Type="http://schemas.openxmlformats.org/officeDocument/2006/relationships/slide" Target="/ppt/slides/slide66.xml" Id="R1ab8877f4bbc4487" /><Relationship Type="http://schemas.openxmlformats.org/officeDocument/2006/relationships/slide" Target="/ppt/slides/slide67.xml" Id="Rcf44f48a0834463e" /><Relationship Type="http://schemas.openxmlformats.org/officeDocument/2006/relationships/slide" Target="/ppt/slides/slide68.xml" Id="R2eacbec4b5aa47d6" /><Relationship Type="http://schemas.openxmlformats.org/officeDocument/2006/relationships/slide" Target="/ppt/slides/slide69.xml" Id="R917deb4646ca45d1" /><Relationship Type="http://schemas.openxmlformats.org/officeDocument/2006/relationships/slide" Target="/ppt/slides/slide70.xml" Id="R7e4d6f7b331a44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e386c03ac047f7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Alibaba PuHuiTi 3.0 55 Regular"/>
        <a:ea typeface="Alibaba PuHuiTi 3.0 55 Regular"/>
        <a:cs typeface="Alibaba PuHuiTi 3.0 55 Regular"/>
      </a:defRPr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libaba PuHuiTi 3.0 115 Black"/>
        <a:ea typeface="Alibaba PuHuiTi 3.0 115 Black"/>
        <a:cs typeface="Alibaba PuHuiTi 3.0 115 Black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libaba PuHuiTi 3.0 55 Regular"/>
        <a:ea typeface="Alibaba PuHuiTi 3.0 55 Regular"/>
        <a:cs typeface="Alibaba PuHuiTi 3.0 55 Regular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73675dc9cb475e" /><Relationship Type="http://schemas.openxmlformats.org/officeDocument/2006/relationships/notesMaster" Target="/ppt/notesMasters/notesMaster1.xml" Id="R76dd6dd1b0f548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079c045e144f50" /><Relationship Type="http://schemas.openxmlformats.org/officeDocument/2006/relationships/notesMaster" Target="/ppt/notesMasters/notesMaster1.xml" Id="R238dd97abb974e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062a7722b6419b" /><Relationship Type="http://schemas.openxmlformats.org/officeDocument/2006/relationships/notesMaster" Target="/ppt/notesMasters/notesMaster1.xml" Id="R5636cd0d010245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ad01334ba84175" /><Relationship Type="http://schemas.openxmlformats.org/officeDocument/2006/relationships/notesMaster" Target="/ppt/notesMasters/notesMaster1.xml" Id="Re6b32962faaf4f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1f0e4b365543ff" /><Relationship Type="http://schemas.openxmlformats.org/officeDocument/2006/relationships/notesMaster" Target="/ppt/notesMasters/notesMaster1.xml" Id="R914ee32483c742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389598354b4a21" /><Relationship Type="http://schemas.openxmlformats.org/officeDocument/2006/relationships/notesMaster" Target="/ppt/notesMasters/notesMaster1.xml" Id="R44337b2c476b43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bc3230c9c34d4a" /><Relationship Type="http://schemas.openxmlformats.org/officeDocument/2006/relationships/notesMaster" Target="/ppt/notesMasters/notesMaster1.xml" Id="Rcd6f733b831740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1ba34f99084c8f" /><Relationship Type="http://schemas.openxmlformats.org/officeDocument/2006/relationships/notesMaster" Target="/ppt/notesMasters/notesMaster1.xml" Id="R9ed1201d880641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af8066f3474ce7" /><Relationship Type="http://schemas.openxmlformats.org/officeDocument/2006/relationships/notesMaster" Target="/ppt/notesMasters/notesMaster1.xml" Id="R5a6cac18fbf744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edec11b21e496a" /><Relationship Type="http://schemas.openxmlformats.org/officeDocument/2006/relationships/notesMaster" Target="/ppt/notesMasters/notesMaster1.xml" Id="Rfea2911e771e42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f9267dad1b4b9a" /><Relationship Type="http://schemas.openxmlformats.org/officeDocument/2006/relationships/notesMaster" Target="/ppt/notesMasters/notesMaster1.xml" Id="R93139e13a2ba41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47b232d1bd46a8" /><Relationship Type="http://schemas.openxmlformats.org/officeDocument/2006/relationships/notesMaster" Target="/ppt/notesMasters/notesMaster1.xml" Id="R5ba434d185454aa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feac5112834a0a" /><Relationship Type="http://schemas.openxmlformats.org/officeDocument/2006/relationships/notesMaster" Target="/ppt/notesMasters/notesMaster1.xml" Id="R46299cb06c7041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9e85fcd5a54239" /><Relationship Type="http://schemas.openxmlformats.org/officeDocument/2006/relationships/notesMaster" Target="/ppt/notesMasters/notesMaster1.xml" Id="R81e536a48e484f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01084018114eb2" /><Relationship Type="http://schemas.openxmlformats.org/officeDocument/2006/relationships/notesMaster" Target="/ppt/notesMasters/notesMaster1.xml" Id="R69a6f7cbced345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957bc38d11401c" /><Relationship Type="http://schemas.openxmlformats.org/officeDocument/2006/relationships/notesMaster" Target="/ppt/notesMasters/notesMaster1.xml" Id="R678fc2c9614a49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dcc797a99a4cc9" /><Relationship Type="http://schemas.openxmlformats.org/officeDocument/2006/relationships/notesMaster" Target="/ppt/notesMasters/notesMaster1.xml" Id="R27896a1083ad4e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f46e076ebf4dc5" /><Relationship Type="http://schemas.openxmlformats.org/officeDocument/2006/relationships/notesMaster" Target="/ppt/notesMasters/notesMaster1.xml" Id="R532baaf47dd847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67151fd79d345e0" /><Relationship Type="http://schemas.openxmlformats.org/officeDocument/2006/relationships/notesMaster" Target="/ppt/notesMasters/notesMaster1.xml" Id="R8b90670fb92e4ce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73f91e5c6db4d72" /><Relationship Type="http://schemas.openxmlformats.org/officeDocument/2006/relationships/notesMaster" Target="/ppt/notesMasters/notesMaster1.xml" Id="Rf331bbe33a6d40b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7d991c7c63e4653" /><Relationship Type="http://schemas.openxmlformats.org/officeDocument/2006/relationships/notesMaster" Target="/ppt/notesMasters/notesMaster1.xml" Id="Rf252e5427620439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3b1c6a4f0644e5a" /><Relationship Type="http://schemas.openxmlformats.org/officeDocument/2006/relationships/notesMaster" Target="/ppt/notesMasters/notesMaster1.xml" Id="Rf39359eca44c478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1aa268a756f4b23" /><Relationship Type="http://schemas.openxmlformats.org/officeDocument/2006/relationships/notesMaster" Target="/ppt/notesMasters/notesMaster1.xml" Id="R9f580c13586e42c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5e7bd09bb5b43fe" /><Relationship Type="http://schemas.openxmlformats.org/officeDocument/2006/relationships/notesMaster" Target="/ppt/notesMasters/notesMaster1.xml" Id="R2d8d87820e4c434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c8f1750d9e34058" /><Relationship Type="http://schemas.openxmlformats.org/officeDocument/2006/relationships/notesMaster" Target="/ppt/notesMasters/notesMaster1.xml" Id="R5aeaa5bb497142e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d8b05d0e4df44ad" /><Relationship Type="http://schemas.openxmlformats.org/officeDocument/2006/relationships/notesMaster" Target="/ppt/notesMasters/notesMaster1.xml" Id="R68ecd4b880a6431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5b96a379dc64825" /><Relationship Type="http://schemas.openxmlformats.org/officeDocument/2006/relationships/notesMaster" Target="/ppt/notesMasters/notesMaster1.xml" Id="R86f6869f8d1846d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5b5ffd157f54da0" /><Relationship Type="http://schemas.openxmlformats.org/officeDocument/2006/relationships/notesMaster" Target="/ppt/notesMasters/notesMaster1.xml" Id="Rad021c4cc203443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f92630b08cc41cc" /><Relationship Type="http://schemas.openxmlformats.org/officeDocument/2006/relationships/notesMaster" Target="/ppt/notesMasters/notesMaster1.xml" Id="R8e84e676de9f4ca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07d2c5b93954c8a" /><Relationship Type="http://schemas.openxmlformats.org/officeDocument/2006/relationships/notesMaster" Target="/ppt/notesMasters/notesMaster1.xml" Id="Rf271100759a145a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404af020f244292" /><Relationship Type="http://schemas.openxmlformats.org/officeDocument/2006/relationships/notesMaster" Target="/ppt/notesMasters/notesMaster1.xml" Id="Rc769aa3533924eb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7fa5edc180d409a" /><Relationship Type="http://schemas.openxmlformats.org/officeDocument/2006/relationships/notesMaster" Target="/ppt/notesMasters/notesMaster1.xml" Id="Rcdce77c1664940d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79ff651ffb54234" /><Relationship Type="http://schemas.openxmlformats.org/officeDocument/2006/relationships/notesMaster" Target="/ppt/notesMasters/notesMaster1.xml" Id="R40bffbf93ccf47b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98a0089aedb450e" /><Relationship Type="http://schemas.openxmlformats.org/officeDocument/2006/relationships/notesMaster" Target="/ppt/notesMasters/notesMaster1.xml" Id="Rd9df9e1124c042a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feadcd9d0ca4082" /><Relationship Type="http://schemas.openxmlformats.org/officeDocument/2006/relationships/notesMaster" Target="/ppt/notesMasters/notesMaster1.xml" Id="Re12f43e64aeb43a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affeadd6bfe40e7" /><Relationship Type="http://schemas.openxmlformats.org/officeDocument/2006/relationships/notesMaster" Target="/ppt/notesMasters/notesMaster1.xml" Id="Rd2824b712052432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49ab5437bce41f4" /><Relationship Type="http://schemas.openxmlformats.org/officeDocument/2006/relationships/notesMaster" Target="/ppt/notesMasters/notesMaster1.xml" Id="Re30ea81374764a0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da60b2db97b47f0" /><Relationship Type="http://schemas.openxmlformats.org/officeDocument/2006/relationships/notesMaster" Target="/ppt/notesMasters/notesMaster1.xml" Id="R9b94ece6e0ef4c1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0659d2a7a05486e" /><Relationship Type="http://schemas.openxmlformats.org/officeDocument/2006/relationships/notesMaster" Target="/ppt/notesMasters/notesMaster1.xml" Id="R09741f7ae603451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6e513eda51b429b" /><Relationship Type="http://schemas.openxmlformats.org/officeDocument/2006/relationships/notesMaster" Target="/ppt/notesMasters/notesMaster1.xml" Id="R0150f1f7abcb45f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245117dbc3c4cf4" /><Relationship Type="http://schemas.openxmlformats.org/officeDocument/2006/relationships/notesMaster" Target="/ppt/notesMasters/notesMaster1.xml" Id="Rf97aaa4d4ae64dd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ee20e8d294e416e" /><Relationship Type="http://schemas.openxmlformats.org/officeDocument/2006/relationships/notesMaster" Target="/ppt/notesMasters/notesMaster1.xml" Id="R4d9fc92939f54fc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985e626f4794dfd" /><Relationship Type="http://schemas.openxmlformats.org/officeDocument/2006/relationships/notesMaster" Target="/ppt/notesMasters/notesMaster1.xml" Id="Rd286623f62b24f7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0c34639ac214e71" /><Relationship Type="http://schemas.openxmlformats.org/officeDocument/2006/relationships/notesMaster" Target="/ppt/notesMasters/notesMaster1.xml" Id="Rff4cc90fb43a40d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152336aa8de4775" /><Relationship Type="http://schemas.openxmlformats.org/officeDocument/2006/relationships/notesMaster" Target="/ppt/notesMasters/notesMaster1.xml" Id="R6d44ff94c083417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97c828917b74650" /><Relationship Type="http://schemas.openxmlformats.org/officeDocument/2006/relationships/notesMaster" Target="/ppt/notesMasters/notesMaster1.xml" Id="R453884810e4c42f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a8a08ae0062426f" /><Relationship Type="http://schemas.openxmlformats.org/officeDocument/2006/relationships/notesMaster" Target="/ppt/notesMasters/notesMaster1.xml" Id="R027d5f72ac3b4fb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5bae0564dfa48e9" /><Relationship Type="http://schemas.openxmlformats.org/officeDocument/2006/relationships/notesMaster" Target="/ppt/notesMasters/notesMaster1.xml" Id="Rbc1003e54d214f7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63ee2271c444781" /><Relationship Type="http://schemas.openxmlformats.org/officeDocument/2006/relationships/notesMaster" Target="/ppt/notesMasters/notesMaster1.xml" Id="Red4d1e4891c943d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4419afe9ff94f96" /><Relationship Type="http://schemas.openxmlformats.org/officeDocument/2006/relationships/notesMaster" Target="/ppt/notesMasters/notesMaster1.xml" Id="Ref16121b019f40eb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09b1e2562f14ce9" /><Relationship Type="http://schemas.openxmlformats.org/officeDocument/2006/relationships/notesMaster" Target="/ppt/notesMasters/notesMaster1.xml" Id="Rcdd715217cab473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3dca32c3aa94ef7" /><Relationship Type="http://schemas.openxmlformats.org/officeDocument/2006/relationships/notesMaster" Target="/ppt/notesMasters/notesMaster1.xml" Id="R85aabbe6614247d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067c003d684426a" /><Relationship Type="http://schemas.openxmlformats.org/officeDocument/2006/relationships/notesMaster" Target="/ppt/notesMasters/notesMaster1.xml" Id="R19b35023a79a45e6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6835cf89d4b64586" /><Relationship Type="http://schemas.openxmlformats.org/officeDocument/2006/relationships/notesMaster" Target="/ppt/notesMasters/notesMaster1.xml" Id="Rf7871a8da62b4ed3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67403b4fb0b4c90" /><Relationship Type="http://schemas.openxmlformats.org/officeDocument/2006/relationships/notesMaster" Target="/ppt/notesMasters/notesMaster1.xml" Id="R529f93ffd3e84d11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0ae6702d956461d" /><Relationship Type="http://schemas.openxmlformats.org/officeDocument/2006/relationships/notesMaster" Target="/ppt/notesMasters/notesMaster1.xml" Id="Rc80fc7b2ec784d0e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d50d2c8fe454add" /><Relationship Type="http://schemas.openxmlformats.org/officeDocument/2006/relationships/notesMaster" Target="/ppt/notesMasters/notesMaster1.xml" Id="R5ec1543ba1d64b4a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878421e516424083" /><Relationship Type="http://schemas.openxmlformats.org/officeDocument/2006/relationships/notesMaster" Target="/ppt/notesMasters/notesMaster1.xml" Id="R79b591bb5c584011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36134edb4c54183" /><Relationship Type="http://schemas.openxmlformats.org/officeDocument/2006/relationships/notesMaster" Target="/ppt/notesMasters/notesMaster1.xml" Id="Rcaefde9743f74c80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28e9eabe1cae4879" /><Relationship Type="http://schemas.openxmlformats.org/officeDocument/2006/relationships/notesMaster" Target="/ppt/notesMasters/notesMaster1.xml" Id="Rd6415148c9f84f3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fb8a244c2bcb4467" /><Relationship Type="http://schemas.openxmlformats.org/officeDocument/2006/relationships/notesMaster" Target="/ppt/notesMasters/notesMaster1.xml" Id="R14e16f49352440b3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86c7dc3212044343" /><Relationship Type="http://schemas.openxmlformats.org/officeDocument/2006/relationships/notesMaster" Target="/ppt/notesMasters/notesMaster1.xml" Id="R02ba158f5c454576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e00e215de4e54b07" /><Relationship Type="http://schemas.openxmlformats.org/officeDocument/2006/relationships/notesMaster" Target="/ppt/notesMasters/notesMaster1.xml" Id="Rfcf3ccae399e44fd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1c79f1c97ae144f2" /><Relationship Type="http://schemas.openxmlformats.org/officeDocument/2006/relationships/notesMaster" Target="/ppt/notesMasters/notesMaster1.xml" Id="Rf7742b20c4224e0e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d938a9ed8386413c" /><Relationship Type="http://schemas.openxmlformats.org/officeDocument/2006/relationships/notesMaster" Target="/ppt/notesMasters/notesMaster1.xml" Id="R133d00d9680e4aeb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cea2bee50cef4b0b" /><Relationship Type="http://schemas.openxmlformats.org/officeDocument/2006/relationships/notesMaster" Target="/ppt/notesMasters/notesMaster1.xml" Id="R687d69dec3744856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2470e0fae9eb49df" /><Relationship Type="http://schemas.openxmlformats.org/officeDocument/2006/relationships/notesMaster" Target="/ppt/notesMasters/notesMaster1.xml" Id="Rc584c2a1b5a540ac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c02c4fdd1dff4452" /><Relationship Type="http://schemas.openxmlformats.org/officeDocument/2006/relationships/notesMaster" Target="/ppt/notesMasters/notesMaster1.xml" Id="R8389a38834084f8e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877bbb01b8e343d3" /><Relationship Type="http://schemas.openxmlformats.org/officeDocument/2006/relationships/notesMaster" Target="/ppt/notesMasters/notesMaster1.xml" Id="R890c3abd8eba4055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a7808941fe534d7c" /><Relationship Type="http://schemas.openxmlformats.org/officeDocument/2006/relationships/notesMaster" Target="/ppt/notesMasters/notesMaster1.xml" Id="Rfd27d1dabd1f4cfb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声音怎样变成0和1？</a:t>
            </a:r>
          </a:p>
          <a:p>
            <a:r>
              <a:t>[内部编号] V81-01</a:t>
            </a:r>
          </a:p>
          <a:p>
            <a:r>
              <a:t>[阶段] 课时开场</a:t>
            </a:r>
          </a:p>
          <a:p>
            <a:r>
              <a:t>[教师逐字稿]</a:t>
            </a:r>
          </a:p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文字、图像能编码，声音呢？</a:t>
            </a:r>
          </a:p>
          <a:p>
            <a:r>
              <a:t>[内部编号] V81-02</a:t>
            </a:r>
          </a:p>
          <a:p>
            <a:r>
              <a:t>[阶段] 提问／独立作答</a:t>
            </a:r>
          </a:p>
          <a:p>
            <a:r>
              <a:t>[教师逐字稿]</a:t>
            </a:r>
          </a:p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>
            <a:r>
              <a:t/>
            </a:r>
          </a:p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声音首先是什么？</a:t>
            </a:r>
          </a:p>
          <a:p>
            <a:r>
              <a:t>[内部编号] V81-03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声音和电脑里的音频文件，是同一种量吗？</a:t>
            </a:r>
          </a:p>
          <a:p>
            <a:r>
              <a:t>[内部编号] V81-04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>
            <a:r>
              <a:t/>
            </a:r>
          </a:p>
          <a:p>
            <a:r>
              <a:t>对比模拟声波与文件中的数字，问连续变化的声音如何变成离散数据；先让学生说两者有何不同。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麦克风把声波变成什么？</a:t>
            </a:r>
          </a:p>
          <a:p>
            <a:r>
              <a:t>[内部编号] V81-05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>
            <a:r>
              <a:t/>
            </a:r>
          </a:p>
          <a:p>
            <a:r>
              <a:t>麦克风负责把声压变化变成连续电信号；先预测“是数字还是模拟？”学生说出依据。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连续电信号，怎样变成数字？</a:t>
            </a:r>
          </a:p>
          <a:p>
            <a:r>
              <a:t>[内部编号] V81-06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>
            <a:r>
              <a:t/>
            </a:r>
          </a:p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把录音过程和播放过程接起来</a:t>
            </a:r>
          </a:p>
          <a:p>
            <a:r>
              <a:t>[内部编号] V81-07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按录音顺序走一遍，再反向说播放顺序，确认DAC与ADC的作用不同。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波形图是声音的传播路线吗？</a:t>
            </a:r>
          </a:p>
          <a:p>
            <a:r>
              <a:t>[内部编号] V81-08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>
            <a:r>
              <a:t/>
            </a:r>
          </a:p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演示A：红线向右，表示什么？</a:t>
            </a:r>
          </a:p>
          <a:p>
            <a:r>
              <a:t>[内部编号] V81-09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>
            <a:r>
              <a:t/>
            </a:r>
          </a:p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只能留下有限个数字，该在哪些时刻取样？</a:t>
            </a:r>
          </a:p>
          <a:p>
            <a:r>
              <a:t>[内部编号] V81-10</a:t>
            </a:r>
          </a:p>
          <a:p>
            <a:r>
              <a:t>[阶段] 提问／独立作答</a:t>
            </a:r>
          </a:p>
          <a:p>
            <a:r>
              <a:t>[教师逐字稿]</a:t>
            </a:r>
          </a:p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>
            <a:r>
              <a:t/>
            </a:r>
          </a:p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每隔相同时间，取一个幅度值</a:t>
            </a:r>
          </a:p>
          <a:p>
            <a:r>
              <a:t>[内部编号] V81-11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>
            <a:r>
              <a:t/>
            </a:r>
          </a:p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>
            <a:r>
              <a:t/>
            </a:r>
          </a:p>
          <a:p>
            <a:r>
              <a:t>先观察时间刻度和蓝色点，教师追问记录的是什么量，说明在指定时刻记录幅度。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演示B：放大后，能看见采样点吗？</a:t>
            </a:r>
          </a:p>
          <a:p>
            <a:r>
              <a:t>[内部编号] V81-12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>
            <a:r>
              <a:t/>
            </a:r>
          </a:p>
          <a:p>
            <a:r>
              <a:t>打开Notebook 02，把波形从100毫秒放大到4毫秒，点击蓝色样本，读出实际时间和幅度；区分极值概览和真实采样点。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1 Hz和2 Hz，一秒内取几个样本？</a:t>
            </a:r>
          </a:p>
          <a:p>
            <a:r>
              <a:t>[内部编号] V81-13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>
            <a:r>
              <a:t/>
            </a:r>
          </a:p>
          <a:p>
            <a:r>
              <a:t>【v7回扣】演示切换到本页后，要求学生解释采样率和每秒样本数之间的关系。Notebook中的4毫秒局部窗口只是观察尺度。</a:t>
            </a:r>
          </a:p>
          <a:p>
            <a:r>
              <a:t/>
            </a:r>
          </a:p>
          <a:p>
            <a:r>
              <a:t>1Hz=每秒1个记录点；2Hz=每秒2个。这里用于放大理解，绝非实际音频录制建议。</a:t>
            </a:r>
          </a:p>
          <a:p>
            <a:br/>
            <a:r>
              <a:t>[模型边界]</a:t>
            </a:r>
            <a:br/>
            <a:r>
              <a:t>图为同一数学示意信号，不是实际录音建议；只用来数记录时刻。1Hz取t=0；2Hz取t=0、0.5s；区间[0,1)。示意不证明重建或听感。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提高采样率，时间轴上的什么变了？</a:t>
            </a:r>
          </a:p>
          <a:p>
            <a:r>
              <a:t>[内部编号] V81-14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上下保持同一条曲线不变，只改变时间方向的样本密度，让学生辨认控制变量。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采样值可能是3.71，怎样记录？</a:t>
            </a:r>
          </a:p>
          <a:p>
            <a:r>
              <a:t>[内部编号] V81-15</a:t>
            </a:r>
          </a:p>
          <a:p>
            <a:r>
              <a:t>[阶段] 提问／独立作答</a:t>
            </a:r>
          </a:p>
          <a:p>
            <a:r>
              <a:t>[教师逐字稿]</a:t>
            </a:r>
          </a:p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>
            <a:r>
              <a:t/>
            </a:r>
          </a:p>
          <a:p>
            <a:r>
              <a:t>【v7 Demo C预告】现在只解决了采样时刻；纵向幅度可能是任意连续值，需要量化，稍后用实验台在同一坐标中比较。</a:t>
            </a:r>
          </a:p>
          <a:p>
            <a:r>
              <a:t/>
            </a:r>
          </a:p>
          <a:p>
            <a:r>
              <a:t>讨论3.71这样的幅度怎样用有限个等级近似记录，不让量化等同四舍五入。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把振幅划分成0～7，共几个等级？</a:t>
            </a:r>
          </a:p>
          <a:p>
            <a:r>
              <a:t>[内部编号] V81-16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>
            <a:r>
              <a:t/>
            </a:r>
          </a:p>
          <a:p>
            <a:r>
              <a:t>讲授0~7是等级编号；不要把取样数、幅度值、等级编号混为一谈，先让学生预测。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3.71 应记为等级3，还是等级4？</a:t>
            </a:r>
          </a:p>
          <a:p>
            <a:r>
              <a:t>[内部编号] V81-17</a:t>
            </a:r>
          </a:p>
          <a:p>
            <a:r>
              <a:t>[阶段] 提问／独立作答</a:t>
            </a:r>
          </a:p>
          <a:p>
            <a:r>
              <a:t>[教师逐字稿]</a:t>
            </a:r>
          </a:p>
          <a:p>
            <a:r>
              <a:t>先显示0~7八级，学生预测3.71是3或4。暂停50秒让学生说出推理规则。再用下页指定的分区规则解决分歧；勿预先提示答案。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量化：用有限代表值近似样本</a:t>
            </a:r>
          </a:p>
          <a:p>
            <a:r>
              <a:t>[内部编号] V81-18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>
            <a:r>
              <a:t/>
            </a:r>
          </a:p>
          <a:p>
            <a:r>
              <a:t>这里按[n,n+1)归入Ln，3.71属于L3；量化代表值可取3.5。让学生回看先前错误猜测。</a:t>
            </a:r>
          </a:p>
          <a:p>
            <a:br/>
            <a:r>
              <a:t>[图示条件]</a:t>
            </a:r>
            <a:br/>
            <a:r>
              <a:t>横坐标表示输入幅度，区间[3,4)归为L3；以中点3.5近似3.71。等级编号3不是幅度代表值3.5。Demo C使用另一个幅度范围，不混用数值。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10个样本，怎样依次编码？</a:t>
            </a:r>
          </a:p>
          <a:p>
            <a:r>
              <a:t>[内部编号] V81-19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>
            <a:r>
              <a:t/>
            </a:r>
          </a:p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3.71为什么写成011，而不是100？</a:t>
            </a:r>
          </a:p>
          <a:p>
            <a:r>
              <a:t>[内部编号] V81-20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一个样本需要几个二进制位？</a:t>
            </a:r>
          </a:p>
          <a:p>
            <a:r>
              <a:t>[内部编号] V81-21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>
            <a:r>
              <a:t/>
            </a:r>
          </a:p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把量化等级分得更细，会发生什么？</a:t>
            </a:r>
          </a:p>
          <a:p>
            <a:r>
              <a:t>[内部编号] V81-22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十个样本的表先只聚焦第一列：样本编号、量化等级、3bit码字逐一对应，再请学生解释其它样本。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采样率与量化位数，分别控制什么？</a:t>
            </a:r>
          </a:p>
          <a:p>
            <a:r>
              <a:t>[内部编号] V81-23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>
            <a:r>
              <a:t/>
            </a:r>
          </a:p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>
            <a:r>
              <a:t/>
            </a:r>
          </a:p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演示C：3bit变4bit，样本点会变多吗？</a:t>
            </a:r>
          </a:p>
          <a:p>
            <a:r>
              <a:t>[内部编号] V81-24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>
            <a:r>
              <a:t/>
            </a:r>
          </a:p>
          <a:p>
            <a:r>
              <a:t>分别指横轴时间密度与纵轴量化等级，要求学生指出哪一项由采样率/位数控制。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采样更多、等级更密，就一定听得更好吗？</a:t>
            </a:r>
          </a:p>
          <a:p>
            <a:r>
              <a:t>[内部编号] V81-25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>
            <a:r>
              <a:t/>
            </a:r>
          </a:p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3bit模型与16bit实际存储</a:t>
            </a:r>
          </a:p>
          <a:p>
            <a:r>
              <a:t>[内部编号] V81-26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PCM样本和WAV文件，是一回事吗？</a:t>
            </a:r>
          </a:p>
          <a:p>
            <a:r>
              <a:t>[内部编号] V81-27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播放时，数字样本怎样变成声音？</a:t>
            </a:r>
          </a:p>
          <a:p>
            <a:r>
              <a:t>[内部编号] V81-28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>
            <a:r>
              <a:t/>
            </a:r>
          </a:p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声音数据量为什么与四个参数有关？</a:t>
            </a:r>
          </a:p>
          <a:p>
            <a:r>
              <a:t>[内部编号] V81-29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先数样本，再数bit，最后换成Byte</a:t>
            </a:r>
          </a:p>
          <a:p>
            <a:r>
              <a:t>[内部编号] V81-30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>
            <a:r>
              <a:t/>
            </a:r>
          </a:p>
          <a:p>
            <a:r>
              <a:t>让学生数8个样本，每个3bit共24bit，除8得到3Byte，单位帮助理解公式。</a:t>
            </a:r>
          </a:p>
          <a:p>
            <a:br/>
            <a:r>
              <a:t>[计数边界]</a:t>
            </a:r>
            <a:br/>
            <a:r>
              <a:t>这里8个3bit码字连续打包为24bit，即3Byte，不包含结构或填充。实际PCM容量使用每样本存储位宽；不能把真实16bit PCM文件按有效3bit计算。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未压缩PCM数据量公式，从哪里来？</a:t>
            </a:r>
          </a:p>
          <a:p>
            <a:r>
              <a:t>[内部编号] V81-31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>
            <a:r>
              <a:t/>
            </a:r>
          </a:p>
          <a:p>
            <a:r>
              <a:t>为什么结果是Byte要÷8？把四因素分别对应实际样本数量与每样本bit数。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练习题 1</a:t>
            </a:r>
          </a:p>
          <a:p>
            <a:r>
              <a:t>[内部编号] V81-32</a:t>
            </a:r>
          </a:p>
          <a:p>
            <a:r>
              <a:t>[阶段] 提问／独立作答</a:t>
            </a:r>
          </a:p>
          <a:p>
            <a:r>
              <a:t>[教师逐字稿]</a:t>
            </a:r>
          </a:p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练习题 1</a:t>
            </a:r>
          </a:p>
          <a:p>
            <a:r>
              <a:t>[内部编号] V81-33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答案160000 Byte。让学生先说思路，再对照上一页原位置的题干与下方答案。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本节课你能解释三件事吗？</a:t>
            </a:r>
          </a:p>
          <a:p>
            <a:r>
              <a:t>[内部编号] V81-34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为什么文件还需要压缩？</a:t>
            </a:r>
          </a:p>
          <a:p>
            <a:r>
              <a:t>[内部编号] V81-35</a:t>
            </a:r>
          </a:p>
          <a:p>
            <a:r>
              <a:t>[阶段] 课时开场</a:t>
            </a:r>
          </a:p>
          <a:p>
            <a:r>
              <a:t>[教师逐字稿]</a:t>
            </a:r>
          </a:p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先回忆：这四个数字，分别是什么意思？</a:t>
            </a:r>
          </a:p>
          <a:p>
            <a:r>
              <a:t>[内部编号] V81-36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练习题 2</a:t>
            </a:r>
          </a:p>
          <a:p>
            <a:r>
              <a:t>[内部编号] V81-37</a:t>
            </a:r>
          </a:p>
          <a:p>
            <a:r>
              <a:t>[阶段] 提问／独立作答</a:t>
            </a:r>
          </a:p>
          <a:p>
            <a:r>
              <a:t>[教师逐字稿]</a:t>
            </a:r>
          </a:p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练习题 2</a:t>
            </a:r>
          </a:p>
          <a:p>
            <a:r>
              <a:t>[内部编号] V81-38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约10.99 MiB；验证11520000 B/1048576。不把带少量文件头的WAV大小当作PCM样本大小。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练习题 3</a:t>
            </a:r>
          </a:p>
          <a:p>
            <a:r>
              <a:t>[内部编号] V81-39</a:t>
            </a:r>
          </a:p>
          <a:p>
            <a:r>
              <a:t>[阶段] 提问／独立作答</a:t>
            </a:r>
          </a:p>
          <a:p>
            <a:r>
              <a:t>[教师逐字稿]</a:t>
            </a:r>
          </a:p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>
            <a:r>
              <a:t/>
            </a:r>
          </a:p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两个看似有道理的答案，你支持哪一个？</a:t>
            </a:r>
          </a:p>
          <a:p>
            <a:r>
              <a:t>[内部编号] V81-40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>
            <a:r>
              <a:t/>
            </a:r>
          </a:p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编辑音轨与输出声道，有什么不同？</a:t>
            </a:r>
          </a:p>
          <a:p>
            <a:r>
              <a:t>[内部编号] V81-41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>
            <a:r>
              <a:t/>
            </a:r>
          </a:p>
          <a:p>
            <a:r>
              <a:t>先看两条轨，再揭示混音之后仍可输出L/R两路数据。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练习题 3</a:t>
            </a:r>
          </a:p>
          <a:p>
            <a:r>
              <a:t>[内部编号] V81-42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回到初始投票，解释四个PCM参数保持不变，因此样本数据量不变。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迁移：把双声道改成单声道，会怎样？</a:t>
            </a:r>
          </a:p>
          <a:p>
            <a:r>
              <a:t>[内部编号] V81-43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图像采样与声音采样，哪里相同？</a:t>
            </a:r>
          </a:p>
          <a:p>
            <a:r>
              <a:t>[内部编号] V81-44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连续的图片，怎样让我们看到运动？</a:t>
            </a:r>
          </a:p>
          <a:p>
            <a:r>
              <a:t>[内部编号] V81-45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>
            <a:r>
              <a:t/>
            </a:r>
          </a:p>
          <a:p>
            <a:r>
              <a:t>五帧是同一个运动小球在五个时刻的状态。帧率25fps是每秒25帧，不应解释为人眼严格生理阈值。</a:t>
            </a:r>
          </a:p>
          <a:p>
            <a:r>
              <a:t/>
            </a:r>
          </a:p>
          <a:p>
            <a:r>
              <a:t>球在每一帧的位置不同，同样场景取不同时间画面；fps是每秒帧数。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10分钟、25fps，要保存多少帧？</a:t>
            </a:r>
          </a:p>
          <a:p>
            <a:r>
              <a:t>[内部编号] V81-46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练习题 4</a:t>
            </a:r>
          </a:p>
          <a:p>
            <a:r>
              <a:t>[内部编号] V81-47</a:t>
            </a:r>
          </a:p>
          <a:p>
            <a:r>
              <a:t>[阶段] 提问／独立作答</a:t>
            </a:r>
          </a:p>
          <a:p>
            <a:r>
              <a:t>[教师逐字稿]</a:t>
            </a:r>
          </a:p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>
            <a:r>
              <a:t/>
            </a:r>
          </a:p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练习题 4</a:t>
            </a:r>
          </a:p>
          <a:p>
            <a:r>
              <a:t>[内部编号] V81-48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答案约6.44GiB，检验帧数、bit转Byte以及B转GiB三步。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视频文件为什么可能小于6.44 GiB？</a:t>
            </a:r>
          </a:p>
          <a:p>
            <a:r>
              <a:t>[内部编号] V81-49</a:t>
            </a:r>
          </a:p>
          <a:p>
            <a:r>
              <a:t>[阶段] 提问／独立作答</a:t>
            </a:r>
          </a:p>
          <a:p>
            <a:r>
              <a:t>[教师逐字稿]</a:t>
            </a:r>
          </a:p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>
            <a:r>
              <a:t/>
            </a:r>
          </a:p>
          <a:p>
            <a: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刚才计算的是逐帧未压缩数据量</a:t>
            </a:r>
          </a:p>
          <a:p>
            <a:r>
              <a:t>[内部编号] V81-50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实际压缩技术还包括多种预测与表示方式；本课只要求理解重复规律允许节省比特，不学习具体codec算法。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为什么要压缩？先想两种真实需求</a:t>
            </a:r>
          </a:p>
          <a:p>
            <a:r>
              <a:t>[内部编号] V81-51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“中国”重复100次，怎样写得更短？</a:t>
            </a:r>
          </a:p>
          <a:p>
            <a:r>
              <a:t>[内部编号] V81-52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>
            <a:r>
              <a:t/>
            </a:r>
          </a:p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为什么重复内容更容易压缩？</a:t>
            </a:r>
          </a:p>
          <a:p>
            <a:r>
              <a:t>[内部编号] V81-53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两份都是1000Byte，压缩后谁更小？</a:t>
            </a:r>
          </a:p>
          <a:p>
            <a:r>
              <a:t>[内部编号] V81-54</a:t>
            </a:r>
          </a:p>
          <a:p>
            <a:r>
              <a:t>[阶段] 提问／独立作答</a:t>
            </a:r>
          </a:p>
          <a:p>
            <a:r>
              <a:t>[教师逐字稿]</a:t>
            </a:r>
          </a:p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>
            <a:r>
              <a:t/>
            </a:r>
          </a:p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>
            <a:r>
              <a:t/>
            </a:r>
          </a:p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演示D：同样1000Byte，压缩后会相同吗？</a:t>
            </a:r>
          </a:p>
          <a:p>
            <a:r>
              <a:t>[内部编号] V81-55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同样原始大小，压缩结果为何不同？</a:t>
            </a:r>
          </a:p>
          <a:p>
            <a:r>
              <a:t>[内部编号] V81-56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>
            <a:r>
              <a:t/>
            </a:r>
          </a:p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>
            <a:r>
              <a:t/>
            </a:r>
          </a:p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压缩到底改变了什么？</a:t>
            </a:r>
          </a:p>
          <a:p>
            <a:r>
              <a:t>[内部编号] V81-57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无损与有损：按什么区分？</a:t>
            </a:r>
          </a:p>
          <a:p>
            <a:r>
              <a:t>[内部编号] V81-58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>
            <a:r>
              <a:t/>
            </a:r>
          </a:p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ZIP、MP3、WAV、MP4，是同一层吗？</a:t>
            </a:r>
          </a:p>
          <a:p>
            <a:r>
              <a:t>[内部编号] V81-59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ZIP/RAR属于无损归档，MP3是有损音频编码，WAV和MP4属于容器（MP4常装有损编码视频）。文件后缀与编码算法不是完全同一层级。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相同尺寸的三幅图，谁容易无损压缩？</a:t>
            </a:r>
          </a:p>
          <a:p>
            <a:r>
              <a:t>[内部编号] V81-60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>
            <a:r>
              <a:t/>
            </a:r>
          </a:p>
          <a:p>
            <a:r>
              <a:t>三图尺寸和位深一致，让学生预测哪个更规律，判断无损压缩的可能差异。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练习题 5</a:t>
            </a:r>
          </a:p>
          <a:p>
            <a:r>
              <a:t>[内部编号] V81-61</a:t>
            </a:r>
          </a:p>
          <a:p>
            <a:r>
              <a:t>[阶段] 提问／独立作答</a:t>
            </a:r>
          </a:p>
          <a:p>
            <a:r>
              <a:t>[教师逐字稿]</a:t>
            </a:r>
          </a:p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练习题 5</a:t>
            </a:r>
          </a:p>
          <a:p>
            <a:r>
              <a:t>[内部编号] V81-62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答案中的“通常”必须保留，不同压缩方案有例外。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同一张图：BMP与JPG有什么不同？</a:t>
            </a:r>
          </a:p>
          <a:p>
            <a:r>
              <a:t>[内部编号] V81-63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BMP这里只指未压缩实例，JPG通常有损；文件大小还取决于参数和内容。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MP3、JPG再用RAR压缩，会怎样？</a:t>
            </a:r>
          </a:p>
          <a:p>
            <a:r>
              <a:t>[内部编号] V81-64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是不是压得越小就一定越好？</a:t>
            </a:r>
          </a:p>
          <a:p>
            <a:r>
              <a:t>[内部编号] V81-65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>
            <a:r>
              <a:t/>
            </a:r>
          </a:p>
          <a:p>
            <a:r>
              <a:t>文档备份要求完整，视频通话权衡时延/带宽/质量，反对越小必然越好。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练习题 6</a:t>
            </a:r>
          </a:p>
          <a:p>
            <a:r>
              <a:t>[内部编号] V81-66</a:t>
            </a:r>
          </a:p>
          <a:p>
            <a:r>
              <a:t>[阶段] 提问／独立作答</a:t>
            </a:r>
          </a:p>
          <a:p>
            <a:r>
              <a:t>[教师逐字稿]</a:t>
            </a:r>
          </a:p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练习题 6</a:t>
            </a:r>
          </a:p>
          <a:p>
            <a:r>
              <a:t>[内部编号] V81-67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先让学生口头解释，再展示①错②对③对，强化数据量与ZIP的两种知识。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离开课堂前，解释三个为什么</a:t>
            </a:r>
          </a:p>
          <a:p>
            <a:r>
              <a:t>[内部编号] V81-68</a:t>
            </a:r>
          </a:p>
          <a:p>
            <a:r>
              <a:t>[阶段] 提问／独立作答</a:t>
            </a:r>
          </a:p>
          <a:p>
            <a:r>
              <a:t>[教师逐字稿]</a:t>
            </a:r>
          </a:p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可选拓展：采样不足时会发生什么？</a:t>
            </a:r>
          </a:p>
          <a:p>
            <a:r>
              <a:t>[内部编号] V81-69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可选拓展：编码与压缩不同</a:t>
            </a:r>
          </a:p>
          <a:p>
            <a:r>
              <a:t>[内部编号] V81-70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>
            <a:r>
              <a:t/>
            </a:r>
          </a:p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04f4b7a47748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acc02b320e44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d8cb1f52746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aef422502b47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19fe8abbe4e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318d9333934ec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609dcf0d54ab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146e5dffb4da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2545d7e4024d3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6614570cca4ee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bb2c4dc01433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BD5117-51D4-4681-ADCE-DF50AC310A1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BDED072-DEC9-4E2B-9FD2-69D70854114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834239-CD18-4410-A160-589BE1A436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FD5F1E-53F6-4A17-BE79-6B3B63B0BC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52A777-E27C-49F8-8C09-E61A81ECF3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59249E-02B2-46C1-B6E9-BA7AD1445C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69D111-D627-4E7E-9F8E-69045B12A2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4DC843-A24D-4BB7-A13C-C674F6E966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0B8B7E-E519-4D33-8B9D-513385DD1C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0FA73D-C244-4AFF-9483-327166514B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1B3EAE-3FB5-4214-A151-EA0703FE6C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471D73D-377F-43B8-9B0B-5A439268FF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B77A82-5DEF-4259-9886-5F36387989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2D7A1C-2661-43FD-9E71-F5CE6997B4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003DDC-39D4-47C1-8343-4630C67E82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FE31DC-2EF0-420C-9831-4693936623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91E0AA3-9560-4597-9F95-CF5F2D6F861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99E0189-BA28-45B5-A641-5C279C170F3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80B1CC2-BDF2-4065-9C6C-32F7E4A242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295B0D4-788D-4EC2-8F94-FCE348FD64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DEA751C-DB35-4347-B0BC-7B75CFA730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A8656A-BE3E-456F-99B0-7E4DB5F489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2F175B-4EF7-49D3-B129-046D7060C5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2E582CE-9649-4F64-BC4D-E652DAB51B6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A331D56-B987-4F48-B0FD-71082955933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73E4A8E-9935-425C-B010-C561E705D5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678D77E-A01A-48C0-8C5B-CD9C96B56F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CA45E55-E53B-4D1F-93A5-344A4B5FD4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1509872-C230-4F72-B6F4-679EEACF9E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C1836F-5C8F-4D0D-B784-F6F273EF62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2C8646E-E881-4FD5-9CA4-03C7CA6CA9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85704B4-4779-4DE0-A21D-A41EA43D4C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AF3AB2F-72DC-4C8F-AEEE-95322FCA19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B5AA6A5-2232-4BF0-A85D-FE8180CA78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04E653B-27E9-4F3B-A73F-A28D26CF4E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519B5CB-C6BE-49E0-B8C3-58740787DD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949A48C-023E-44BF-A37B-A8643AE4A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33C552-9197-4018-A465-960F4CEA514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97FEBB7-27AC-4584-B3B4-4959EC0F75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AA6B109-EEDC-4A54-975B-0F97E5E780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E64034B-986B-419B-BBAB-3DDB3B653B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891B262-5920-4654-903C-A4B2D6DCC4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BCCC08-169A-472D-A41D-73AF791245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CBE52CA-D146-4379-9384-A9C9BBA206F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18F177C-4A27-4BD4-87BA-295743B711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5E7986F-F4FF-405F-AA8F-5B41922A96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9E72C89-68B0-4391-8990-6971E44086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51301F4-895D-477C-B4C0-6D8A1063EC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42F64-AB3E-4151-A2A8-09247B9AAC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22FB11-BF84-405A-AFFB-B27DD1ECE6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8B078DF-FDBC-4939-AB78-7434E63D50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DA031C-A2E5-4852-AE62-0570F89E12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00836AE-14C2-43F4-9E8F-E388F87D14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1FB315B-A7BA-44EF-AF11-FF9E9405B0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8CB541-09C9-4C0A-858A-7992C64455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5495EF-5EED-43FB-8458-8E7E349BD0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A276B21-E35E-4778-BAA7-723ACA6D1B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DBA387-8012-4CA8-B95E-CB3BD5FAA4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8af5abf1384d7f" /><Relationship Type="http://schemas.openxmlformats.org/officeDocument/2006/relationships/slideLayout" Target="/ppt/slideLayouts/slideLayout1.xml" Id="Rdf4ca81c619842ad" /><Relationship Type="http://schemas.openxmlformats.org/officeDocument/2006/relationships/slideLayout" Target="/ppt/slideLayouts/slideLayout2.xml" Id="R50d761bb3696497a" /><Relationship Type="http://schemas.openxmlformats.org/officeDocument/2006/relationships/slideLayout" Target="/ppt/slideLayouts/slideLayout3.xml" Id="Rccd4f477cf714a6c" /><Relationship Type="http://schemas.openxmlformats.org/officeDocument/2006/relationships/slideLayout" Target="/ppt/slideLayouts/slideLayout4.xml" Id="R26784281347442ba" /><Relationship Type="http://schemas.openxmlformats.org/officeDocument/2006/relationships/slideLayout" Target="/ppt/slideLayouts/slideLayout5.xml" Id="R98728eb006464369" /><Relationship Type="http://schemas.openxmlformats.org/officeDocument/2006/relationships/slideLayout" Target="/ppt/slideLayouts/slideLayout6.xml" Id="Rb2a7894d73354b84" /><Relationship Type="http://schemas.openxmlformats.org/officeDocument/2006/relationships/slideLayout" Target="/ppt/slideLayouts/slideLayout7.xml" Id="Rdebc261758fd43ca" /><Relationship Type="http://schemas.openxmlformats.org/officeDocument/2006/relationships/slideLayout" Target="/ppt/slideLayouts/slideLayout8.xml" Id="R1dea3e2eeba940bc" /><Relationship Type="http://schemas.openxmlformats.org/officeDocument/2006/relationships/slideLayout" Target="/ppt/slideLayouts/slideLayout9.xml" Id="Rc0be01e1a1ef4046" /><Relationship Type="http://schemas.openxmlformats.org/officeDocument/2006/relationships/slideLayout" Target="/ppt/slideLayouts/slideLayout10.xml" Id="R1083908d325547aa" /><Relationship Type="http://schemas.openxmlformats.org/officeDocument/2006/relationships/slideLayout" Target="/ppt/slideLayouts/slideLayout11.xml" Id="Rf0635090ed864e34" /></Relationships>
</file>

<file path=ppt/slideMasters/slideMaster1.xml><?xml version="1.0" encoding="utf-8"?>
<p:sldMaster xmlns:a="http://schemas.openxmlformats.org/drawingml/2006/main" xmlns:ns2="http://schemas.microsoft.com/office/drawing/2014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Title Placeholder 1">
            <a:extLst>
              <a:ext uri="{FF2B5EF4-FFF2-40B4-BE49-F238E27FC236}">
                <ns2:creationId id="{CD7AAD72-C7DB-4DB1-B32D-28BCACD5B363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ns2:creationId id="{396EE06F-C1AC-4CB4-8FDD-DC42CE80E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ns2:creationId id="{87E61B60-6A8F-4AA5-89D6-A801022B315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Alibaba PuHuiTi 3.0 55 Regular"/>
                <a:ea typeface="Alibaba PuHuiTi 3.0 55 Regular"/>
                <a:cs typeface="Alibaba PuHuiTi 3.0 55 Regular"/>
              </a:defRPr>
            </a:lvl1pPr>
          </a:lstStyle>
          <a:p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ns2:creationId id="{A0A12A25-B136-4382-BED7-5894DC391C1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Alibaba PuHuiTi 3.0 55 Regular"/>
                <a:ea typeface="Alibaba PuHuiTi 3.0 55 Regular"/>
                <a:cs typeface="Alibaba PuHuiTi 3.0 55 Regular"/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ns2:creationId id="{76A7760D-185F-4DB6-871D-4D598F3403E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Alibaba PuHuiTi 3.0 55 Regular"/>
                <a:ea typeface="Alibaba PuHuiTi 3.0 55 Regular"/>
                <a:cs typeface="Alibaba PuHuiTi 3.0 55 Regular"/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df4ca81c619842ad"/>
    <p:sldLayoutId id="2147483650" r:id="R50d761bb3696497a"/>
    <p:sldLayoutId id="2147483651" r:id="Rccd4f477cf714a6c"/>
    <p:sldLayoutId id="2147483652" r:id="R26784281347442ba"/>
    <p:sldLayoutId id="2147483653" r:id="R98728eb006464369"/>
    <p:sldLayoutId id="2147483654" r:id="Rb2a7894d73354b84"/>
    <p:sldLayoutId id="2147483655" r:id="Rdebc261758fd43ca"/>
    <p:sldLayoutId id="2147483656" r:id="R1dea3e2eeba940bc"/>
    <p:sldLayoutId id="2147483657" r:id="Rc0be01e1a1ef4046"/>
    <p:sldLayoutId id="2147483658" r:id="R1083908d325547aa"/>
    <p:sldLayoutId id="2147483659" r:id="Rf0635090ed864e34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457200" algn="l" defTabSz="457200">
        <a:buNone/>
        <a:defRPr sz="1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914400" algn="l" defTabSz="457200">
        <a:buNone/>
        <a:defRPr sz="1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371600" algn="l" defTabSz="457200">
        <a:buNone/>
        <a:defRPr sz="1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1828800" algn="l" defTabSz="457200">
        <a:buNone/>
        <a:defRPr sz="1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286000" algn="l" defTabSz="457200">
        <a:buNone/>
        <a:defRPr sz="1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743200" algn="l" defTabSz="457200">
        <a:buNone/>
        <a:defRPr sz="1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200400" algn="l" defTabSz="457200">
        <a:buNone/>
        <a:defRPr sz="1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657600" algn="l" defTabSz="457200">
        <a:buNone/>
        <a:defRPr sz="1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libaba PuHuiTi 3.0 115 Black"/>
        <a:ea typeface="Alibaba PuHuiTi 3.0 115 Black"/>
        <a:cs typeface="Alibaba PuHuiTi 3.0 115 Black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libaba PuHuiTi 3.0 55 Regular"/>
        <a:ea typeface="Alibaba PuHuiTi 3.0 55 Regular"/>
        <a:cs typeface="Alibaba PuHuiTi 3.0 55 Regular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81beab1dbb424a" /><Relationship Type="http://schemas.openxmlformats.org/officeDocument/2006/relationships/notesSlide" Target="/ppt/notesSlides/notesSlide1.xml" Id="R221ba0d0160640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3a562f26484528" /><Relationship Type="http://schemas.openxmlformats.org/officeDocument/2006/relationships/notesSlide" Target="/ppt/notesSlides/notesSlide2.xml" Id="R6e6fbe9d1b9a4e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d37f43b1bc40d2" /><Relationship Type="http://schemas.openxmlformats.org/officeDocument/2006/relationships/notesSlide" Target="/ppt/notesSlides/notesSlide3.xml" Id="Raad3b3733da447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33ee6e1e30445f" /><Relationship Type="http://schemas.openxmlformats.org/officeDocument/2006/relationships/notesSlide" Target="/ppt/notesSlides/notesSlide4.xml" Id="R8bdd535c137d48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2200778a434efd" /><Relationship Type="http://schemas.openxmlformats.org/officeDocument/2006/relationships/notesSlide" Target="/ppt/notesSlides/notesSlide5.xml" Id="Rf5ab79fb1bcd48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9eb0cd10784238" /><Relationship Type="http://schemas.openxmlformats.org/officeDocument/2006/relationships/notesSlide" Target="/ppt/notesSlides/notesSlide6.xml" Id="Rc9c33620b4e64a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181b98a42da4540" /><Relationship Type="http://schemas.openxmlformats.org/officeDocument/2006/relationships/notesSlide" Target="/ppt/notesSlides/notesSlide7.xml" Id="R9012083fbbee43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3865752bd54f3a" /><Relationship Type="http://schemas.openxmlformats.org/officeDocument/2006/relationships/notesSlide" Target="/ppt/notesSlides/notesSlide8.xml" Id="R9be58107164b4e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e73a4d3f5246c9" /><Relationship Type="http://schemas.openxmlformats.org/officeDocument/2006/relationships/notesSlide" Target="/ppt/notesSlides/notesSlide9.xml" Id="R2ffbdeb2436c41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c4a11e5b3e426c" /><Relationship Type="http://schemas.openxmlformats.org/officeDocument/2006/relationships/notesSlide" Target="/ppt/notesSlides/notesSlide10.xml" Id="R03dda9c459be45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65486a4ae143a0" /><Relationship Type="http://schemas.openxmlformats.org/officeDocument/2006/relationships/notesSlide" Target="/ppt/notesSlides/notesSlide11.xml" Id="Rbeac58fa992e4e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a9c1481d424a94" /><Relationship Type="http://schemas.openxmlformats.org/officeDocument/2006/relationships/notesSlide" Target="/ppt/notesSlides/notesSlide12.xml" Id="R9e3c7a9891df44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f2c94a4db84047" /><Relationship Type="http://schemas.openxmlformats.org/officeDocument/2006/relationships/notesSlide" Target="/ppt/notesSlides/notesSlide13.xml" Id="R5768e7c85e5a4a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20f9473d544853" /><Relationship Type="http://schemas.openxmlformats.org/officeDocument/2006/relationships/notesSlide" Target="/ppt/notesSlides/notesSlide14.xml" Id="R7748891e7dec4e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b9311bfc5c41bf" /><Relationship Type="http://schemas.openxmlformats.org/officeDocument/2006/relationships/notesSlide" Target="/ppt/notesSlides/notesSlide15.xml" Id="R96afd21ec0464ea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1ff13a73e44272" /><Relationship Type="http://schemas.openxmlformats.org/officeDocument/2006/relationships/notesSlide" Target="/ppt/notesSlides/notesSlide16.xml" Id="Rd40b567c41f5409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5bd7bee99a4c2c" /><Relationship Type="http://schemas.openxmlformats.org/officeDocument/2006/relationships/notesSlide" Target="/ppt/notesSlides/notesSlide17.xml" Id="Re5d7122fc17b41e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faf70da1f04079" /><Relationship Type="http://schemas.openxmlformats.org/officeDocument/2006/relationships/notesSlide" Target="/ppt/notesSlides/notesSlide18.xml" Id="R2e70051815514ee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52521bcc714b7e" /><Relationship Type="http://schemas.openxmlformats.org/officeDocument/2006/relationships/notesSlide" Target="/ppt/notesSlides/notesSlide19.xml" Id="R31c4f841bb374e4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b1541c931c4425" /><Relationship Type="http://schemas.openxmlformats.org/officeDocument/2006/relationships/notesSlide" Target="/ppt/notesSlides/notesSlide20.xml" Id="R15777d39a04841d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361ee8f439490f" /><Relationship Type="http://schemas.openxmlformats.org/officeDocument/2006/relationships/notesSlide" Target="/ppt/notesSlides/notesSlide21.xml" Id="Rc9cce340cec0420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fb2c74eb184659" /><Relationship Type="http://schemas.openxmlformats.org/officeDocument/2006/relationships/notesSlide" Target="/ppt/notesSlides/notesSlide22.xml" Id="R69146e51b6ed499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9aa2358afb4f5b" /><Relationship Type="http://schemas.openxmlformats.org/officeDocument/2006/relationships/notesSlide" Target="/ppt/notesSlides/notesSlide23.xml" Id="R26f227a23ec540c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0ddb10ebab409f" /><Relationship Type="http://schemas.openxmlformats.org/officeDocument/2006/relationships/notesSlide" Target="/ppt/notesSlides/notesSlide24.xml" Id="R5de77543a362462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33aaf25e30492d" /><Relationship Type="http://schemas.openxmlformats.org/officeDocument/2006/relationships/notesSlide" Target="/ppt/notesSlides/notesSlide25.xml" Id="R107286dc1667409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f902670ac74769" /><Relationship Type="http://schemas.openxmlformats.org/officeDocument/2006/relationships/notesSlide" Target="/ppt/notesSlides/notesSlide26.xml" Id="R171eed1bc9194e8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2fdfdc92d040b0" /><Relationship Type="http://schemas.openxmlformats.org/officeDocument/2006/relationships/notesSlide" Target="/ppt/notesSlides/notesSlide27.xml" Id="Rbfa0b8c9c046415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564b3874b14b96" /><Relationship Type="http://schemas.openxmlformats.org/officeDocument/2006/relationships/notesSlide" Target="/ppt/notesSlides/notesSlide28.xml" Id="Rad2f16404f234da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af2d5fcc6e4c77" /><Relationship Type="http://schemas.openxmlformats.org/officeDocument/2006/relationships/notesSlide" Target="/ppt/notesSlides/notesSlide29.xml" Id="Rc8c252cab6c14f2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c7a20e0ca2409a" /><Relationship Type="http://schemas.openxmlformats.org/officeDocument/2006/relationships/notesSlide" Target="/ppt/notesSlides/notesSlide30.xml" Id="R24834da6653349d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f7a24e4cfb4062" /><Relationship Type="http://schemas.openxmlformats.org/officeDocument/2006/relationships/notesSlide" Target="/ppt/notesSlides/notesSlide31.xml" Id="R905e4bc1a6684c6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db8f4f728949f0" /><Relationship Type="http://schemas.openxmlformats.org/officeDocument/2006/relationships/notesSlide" Target="/ppt/notesSlides/notesSlide32.xml" Id="Raeef6cf21f2c4ff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cbec80f73b4eb4" /><Relationship Type="http://schemas.openxmlformats.org/officeDocument/2006/relationships/notesSlide" Target="/ppt/notesSlides/notesSlide33.xml" Id="Rfb95e9c1024f477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cca9b61e234c27" /><Relationship Type="http://schemas.openxmlformats.org/officeDocument/2006/relationships/notesSlide" Target="/ppt/notesSlides/notesSlide34.xml" Id="R8007cd489533405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a834e4efc044d1" /><Relationship Type="http://schemas.openxmlformats.org/officeDocument/2006/relationships/notesSlide" Target="/ppt/notesSlides/notesSlide35.xml" Id="R68943e427614416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0ce127700643ad" /><Relationship Type="http://schemas.openxmlformats.org/officeDocument/2006/relationships/notesSlide" Target="/ppt/notesSlides/notesSlide36.xml" Id="R1634793adf464c3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7a200aaad64dbc" /><Relationship Type="http://schemas.openxmlformats.org/officeDocument/2006/relationships/notesSlide" Target="/ppt/notesSlides/notesSlide37.xml" Id="R8c71aeb0d9df434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498284d4664775" /><Relationship Type="http://schemas.openxmlformats.org/officeDocument/2006/relationships/notesSlide" Target="/ppt/notesSlides/notesSlide38.xml" Id="Re1d1d12347db44d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d971a6163e41a5" /><Relationship Type="http://schemas.openxmlformats.org/officeDocument/2006/relationships/notesSlide" Target="/ppt/notesSlides/notesSlide39.xml" Id="R49ee09f5b11d450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1d3a5af34d4b30" /><Relationship Type="http://schemas.openxmlformats.org/officeDocument/2006/relationships/notesSlide" Target="/ppt/notesSlides/notesSlide40.xml" Id="Rd7062af0eb734ae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5c5a87f54b429f" /><Relationship Type="http://schemas.openxmlformats.org/officeDocument/2006/relationships/notesSlide" Target="/ppt/notesSlides/notesSlide41.xml" Id="Rf89b851ba5854d0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5fac1b7ee24da1" /><Relationship Type="http://schemas.openxmlformats.org/officeDocument/2006/relationships/notesSlide" Target="/ppt/notesSlides/notesSlide42.xml" Id="Rb3a02f366bea42f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b504029ac14fde" /><Relationship Type="http://schemas.openxmlformats.org/officeDocument/2006/relationships/notesSlide" Target="/ppt/notesSlides/notesSlide43.xml" Id="R2bee8eb11fa8464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a914e9c10b49f8" /><Relationship Type="http://schemas.openxmlformats.org/officeDocument/2006/relationships/notesSlide" Target="/ppt/notesSlides/notesSlide44.xml" Id="Re1b3c40d19fe425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11d628e49d4725" /><Relationship Type="http://schemas.openxmlformats.org/officeDocument/2006/relationships/notesSlide" Target="/ppt/notesSlides/notesSlide45.xml" Id="Rf3008bcd27c84f4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79a6155d184e05" /><Relationship Type="http://schemas.openxmlformats.org/officeDocument/2006/relationships/notesSlide" Target="/ppt/notesSlides/notesSlide46.xml" Id="R79ce5b6ec948453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901b0e5fa0462d" /><Relationship Type="http://schemas.openxmlformats.org/officeDocument/2006/relationships/notesSlide" Target="/ppt/notesSlides/notesSlide47.xml" Id="Rcdcea8ba42a6413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52c64cb42d436b" /><Relationship Type="http://schemas.openxmlformats.org/officeDocument/2006/relationships/notesSlide" Target="/ppt/notesSlides/notesSlide48.xml" Id="R48d33b44b53b4ed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ea571ee6514e74" /><Relationship Type="http://schemas.openxmlformats.org/officeDocument/2006/relationships/notesSlide" Target="/ppt/notesSlides/notesSlide49.xml" Id="R96a9df7a6c384a9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d85ac3d7c54fb0" /><Relationship Type="http://schemas.openxmlformats.org/officeDocument/2006/relationships/notesSlide" Target="/ppt/notesSlides/notesSlide50.xml" Id="Rfb068c40652c4d6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79a30c5829457d" /><Relationship Type="http://schemas.openxmlformats.org/officeDocument/2006/relationships/notesSlide" Target="/ppt/notesSlides/notesSlide51.xml" Id="R4c9c67d64f31479c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d8209f5ab84406" /><Relationship Type="http://schemas.openxmlformats.org/officeDocument/2006/relationships/notesSlide" Target="/ppt/notesSlides/notesSlide52.xml" Id="R8933d479aa48454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144046cac2f4f6f" /><Relationship Type="http://schemas.openxmlformats.org/officeDocument/2006/relationships/notesSlide" Target="/ppt/notesSlides/notesSlide53.xml" Id="R47a0e1265208417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d2b7f3ef5348b1" /><Relationship Type="http://schemas.openxmlformats.org/officeDocument/2006/relationships/notesSlide" Target="/ppt/notesSlides/notesSlide54.xml" Id="R689e5abaf3f7445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a933ebe0af343d5" /><Relationship Type="http://schemas.openxmlformats.org/officeDocument/2006/relationships/notesSlide" Target="/ppt/notesSlides/notesSlide55.xml" Id="R95051cb2b07b4a6d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e9d98f2a2b4aaf" /><Relationship Type="http://schemas.openxmlformats.org/officeDocument/2006/relationships/notesSlide" Target="/ppt/notesSlides/notesSlide56.xml" Id="Rd603dc707dee458c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d8af5d03cc486d" /><Relationship Type="http://schemas.openxmlformats.org/officeDocument/2006/relationships/notesSlide" Target="/ppt/notesSlides/notesSlide57.xml" Id="Reff27b86c00148d1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ffae9802a14888" /><Relationship Type="http://schemas.openxmlformats.org/officeDocument/2006/relationships/notesSlide" Target="/ppt/notesSlides/notesSlide58.xml" Id="R56742d26ac21481f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fca62498384f0f" /><Relationship Type="http://schemas.openxmlformats.org/officeDocument/2006/relationships/notesSlide" Target="/ppt/notesSlides/notesSlide59.xml" Id="Rf7ea87515d344a8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a9e00640074d4d" /><Relationship Type="http://schemas.openxmlformats.org/officeDocument/2006/relationships/notesSlide" Target="/ppt/notesSlides/notesSlide60.xml" Id="R11296ac50d25428a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8940533e5f4630" /><Relationship Type="http://schemas.openxmlformats.org/officeDocument/2006/relationships/notesSlide" Target="/ppt/notesSlides/notesSlide61.xml" Id="Ra4d101521ada4dc8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a81dde71f74d9a" /><Relationship Type="http://schemas.openxmlformats.org/officeDocument/2006/relationships/notesSlide" Target="/ppt/notesSlides/notesSlide62.xml" Id="Rb1fac5ac3eb649b9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8057235e904810" /><Relationship Type="http://schemas.openxmlformats.org/officeDocument/2006/relationships/notesSlide" Target="/ppt/notesSlides/notesSlide63.xml" Id="R94fe74dd94ab484f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57521985684476" /><Relationship Type="http://schemas.openxmlformats.org/officeDocument/2006/relationships/notesSlide" Target="/ppt/notesSlides/notesSlide64.xml" Id="Rae45f5598f394d25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12f089c5004e58" /><Relationship Type="http://schemas.openxmlformats.org/officeDocument/2006/relationships/notesSlide" Target="/ppt/notesSlides/notesSlide65.xml" Id="Rf197951a1a4a4a9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b7ab5b5ccc4c35" /><Relationship Type="http://schemas.openxmlformats.org/officeDocument/2006/relationships/notesSlide" Target="/ppt/notesSlides/notesSlide66.xml" Id="R6ea7ad0a2a154cdf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556dbae01b4edb" /><Relationship Type="http://schemas.openxmlformats.org/officeDocument/2006/relationships/notesSlide" Target="/ppt/notesSlides/notesSlide67.xml" Id="Rf7efdf6a59124ece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1635d2784148d6" /><Relationship Type="http://schemas.openxmlformats.org/officeDocument/2006/relationships/notesSlide" Target="/ppt/notesSlides/notesSlide68.xml" Id="R467b72550f1e46d7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aa876d694e447a" /><Relationship Type="http://schemas.openxmlformats.org/officeDocument/2006/relationships/notesSlide" Target="/ppt/notesSlides/notesSlide69.xml" Id="R07904774ea324772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9b796c1106475d" /><Relationship Type="http://schemas.openxmlformats.org/officeDocument/2006/relationships/notesSlide" Target="/ppt/notesSlides/notesSlide70.xml" Id="R7a72e99241df41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5F532A61-BE87-4AC7-919F-D18905BE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4A13DA3-366D-4E5A-9D85-F3AE4381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9CBAC89-9B51-4AA2-AD00-790193A3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211455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声音怎样变成0和1？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EF4285C-1D96-4CAA-962A-1B5C4933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37147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第一课时｜从声音到数字音频</a:t>
            </a:r>
          </a:p>
        </p:txBody>
      </p:sp>
    </p:spTree>
    <p:extLst>
      <p:ext uri="{BB962C8B-B14F-4D97-AF65-F5344CB8AC3E}">
        <p14:creationId xmlns:p14="http://schemas.microsoft.com/office/powerpoint/2010/main" val="1311739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76929DE2-02F7-461C-B2EC-FF94F68B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6A11E05-4770-4C02-9F90-D612B204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A4AED58-8F25-4E3D-9184-B30A0F8C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文字、图像能编码，声音呢？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D5061EF-9D63-4C87-92BB-ADE55987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320040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209BCBA-2035-45A0-8D24-751D6FC9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176272"/>
            <a:ext cx="3054096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文字 → 编码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8D6F472-7FF5-4518-8DE9-5E8DA977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57400"/>
            <a:ext cx="320040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C220C9E-443E-4E02-B9DE-FFFB7FC6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76272"/>
            <a:ext cx="3054096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 → 编码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863027E-2546-498F-834F-7EE35378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2011680"/>
            <a:ext cx="301752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 → ？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FE70838-B883-4AD7-B604-91DCEF35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983480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核心问题：手机为什么可以把正在说的话保存成文件？</a:t>
            </a:r>
          </a:p>
        </p:txBody>
      </p:sp>
    </p:spTree>
    <p:extLst>
      <p:ext uri="{BB962C8B-B14F-4D97-AF65-F5344CB8AC3E}">
        <p14:creationId xmlns:p14="http://schemas.microsoft.com/office/powerpoint/2010/main" val="12953563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2B25DE94-8CCD-4C77-B872-534D9D8D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5F86909-7944-4BD6-8935-9A2648CF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07CE13E-7669-447B-A2CA-A6DF171F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声音首先是什么？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F08E94E-3191-44A7-A099-B5A40755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86000"/>
            <a:ext cx="297180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9CF7DE9-FFE4-48C6-8C5E-BED0D719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404872"/>
            <a:ext cx="2825496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声带振动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1A37A80-2345-49E8-A9C6-8A8D8DA5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91840"/>
            <a:ext cx="29718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发出声音</a:t>
            </a: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A805BDBC-07A3-43C0-92C3-3B45F4E4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335" y="2615184"/>
            <a:ext cx="676657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1B4D91D-E580-4730-B0D8-145EBF40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286000"/>
            <a:ext cx="297180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A62AE31-5C09-4519-A44F-BDFBF689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404872"/>
            <a:ext cx="2825496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空气传播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8433A42-4169-4AF3-99D2-807545A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291840"/>
            <a:ext cx="29718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声压变化传开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900A6731-D053-407E-92C7-C877D2C7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615184"/>
            <a:ext cx="67665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797F931-CB73-4AEA-B088-868E24AB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297180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F871C46-6888-4F22-816E-6A6BF393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2404872"/>
            <a:ext cx="2825496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耳膜振动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D4C291B-2CAE-4340-8CD2-280F7062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1840"/>
            <a:ext cx="29718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听到声音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B354C02-8845-4D21-8D7B-3ED5E8DC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声音是一种在介质中传播的机械波。</a:t>
            </a:r>
          </a:p>
        </p:txBody>
      </p:sp>
    </p:spTree>
    <p:extLst>
      <p:ext uri="{BB962C8B-B14F-4D97-AF65-F5344CB8AC3E}">
        <p14:creationId xmlns:p14="http://schemas.microsoft.com/office/powerpoint/2010/main" val="14897756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E447FADA-62EF-4FBC-AE52-6C5E1B7F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0007CBB-4C10-4B5C-A760-BD841609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FAEFE55-FBEC-4735-80C3-C399179A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声音和电脑里的音频文件，是同一种量吗？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98D5F168-2926-4682-B4DC-531A961B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627632"/>
            <a:ext cx="0" cy="3776472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38F8097-7BAB-4D35-877C-C17414B3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37360"/>
            <a:ext cx="507492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自然界的声音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B2381F9-C68C-4E72-AB7B-04DB058C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37360"/>
            <a:ext cx="47548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电脑中的音频文件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1795A58-8C22-4A35-AFAC-59F22C21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5010912" cy="110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空气中的声压随时间连续变化。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/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这是模拟量。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A88D3A7-4E31-4372-ADF3-51F7ACBF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743200"/>
            <a:ext cx="4873752" cy="110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计算机记录一串数值。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/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这是数字量。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73078E-6CEB-44C3-BE7B-C183D318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我们的任务：让连续的声音变成计算机能够记录的数字。</a:t>
            </a:r>
          </a:p>
        </p:txBody>
      </p:sp>
    </p:spTree>
    <p:extLst>
      <p:ext uri="{BB962C8B-B14F-4D97-AF65-F5344CB8AC3E}">
        <p14:creationId xmlns:p14="http://schemas.microsoft.com/office/powerpoint/2010/main" val="5718777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89ED1A0C-E4E3-4F6E-A78E-CB6B2FF2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ECC3E5B-9420-4F26-9537-2C75EC6A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5A28AC2-3489-40B8-B62C-32C36D33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麦克风把声波变成什么？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4BB9978-1AE0-40FC-8435-AFCBA6F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86000"/>
            <a:ext cx="310896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EC8C73E-BB41-4244-9A13-031C4105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404872"/>
            <a:ext cx="2962656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空气中的声音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EA4B3AC9-B45F-40F1-8A91-DB982D1F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2624328"/>
            <a:ext cx="76809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D8A320A-2701-445E-B107-8E514313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86000"/>
            <a:ext cx="233172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86DE6A8-52AA-4657-9227-EF7B7AEF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2404872"/>
            <a:ext cx="2185415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麦克风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BC4922E7-76A1-4C19-9784-E14A9163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2624328"/>
            <a:ext cx="81381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523FD9-0D7B-423F-BF53-59B1B936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286000"/>
            <a:ext cx="297180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A4CB9FC-E6BE-4B8C-938D-5DC4CD47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404872"/>
            <a:ext cx="2825496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连续电信号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EB5F5C5-87CD-416F-8505-8861C9B0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91947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麦克风完成了“声波 → 电信号”，但信号仍然连续。</a:t>
            </a:r>
          </a:p>
        </p:txBody>
      </p:sp>
    </p:spTree>
    <p:extLst>
      <p:ext uri="{BB962C8B-B14F-4D97-AF65-F5344CB8AC3E}">
        <p14:creationId xmlns:p14="http://schemas.microsoft.com/office/powerpoint/2010/main" val="10892570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4E0D36D5-F715-48FC-AF93-10B5FC74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AC35179-0F69-48A1-8A9A-0450FD71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51914D3-6BA1-475D-B625-A775B471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连续电信号，怎样变成数字？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B2435E7-022F-4701-B1A1-953FA4E3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86000"/>
            <a:ext cx="320040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1071FA6-AC6C-4550-9717-313596C9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404872"/>
            <a:ext cx="3054096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模拟电信号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F6CA36E3-A70D-42DE-BBD6-A1755687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7" y="2624328"/>
            <a:ext cx="60350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FD02697-9791-442D-BA4E-781BD390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286000"/>
            <a:ext cx="274320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3001608-154D-4EE6-8A11-2E6899A4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404872"/>
            <a:ext cx="2596896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声卡：ADC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5EF18314-C563-4A3F-A573-2DEE2828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624328"/>
            <a:ext cx="612648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1290FD8-17D8-4F6F-A7A1-AC6E909A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286000"/>
            <a:ext cx="274320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7128C3F-6DFF-4078-A77B-F233FC88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2404872"/>
            <a:ext cx="2596896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数字音频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497DB24-D047-41F6-8511-E5B6F59D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06908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5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ADC = 模数转换（模拟信号 → 数字信号）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3B5BCC8-5AFD-4E8B-A422-8438B144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84648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声卡负责完成这一转换；它不等于“存储音频文件”。</a:t>
            </a:r>
          </a:p>
        </p:txBody>
      </p:sp>
    </p:spTree>
    <p:extLst>
      <p:ext uri="{BB962C8B-B14F-4D97-AF65-F5344CB8AC3E}">
        <p14:creationId xmlns:p14="http://schemas.microsoft.com/office/powerpoint/2010/main" val="21338327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D7F74F4E-C6C0-4FAF-B144-C13DBC13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99621FA-1E52-45E5-9EDC-44454879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B64C1EC-D2E3-4047-91D8-7F535807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把录音过程和播放过程接起来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E53F0E2-82A5-4D80-ACD0-504AA430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39112"/>
            <a:ext cx="2304288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1193650-49E6-4BD3-BFBC-567BF25B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2157984"/>
            <a:ext cx="2157984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1A2C4838-443A-41F7-B59E-D1D5E7E4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2368296"/>
            <a:ext cx="44805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AB7D6FE-1690-40DB-A384-A9409561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2039112"/>
            <a:ext cx="2304288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054D4E9-B371-4154-A392-0E0E3F9B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157984"/>
            <a:ext cx="2157984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麦克风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A0460A32-9B8E-4C5D-B1EE-36BA67F6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368296"/>
            <a:ext cx="44805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9775852-5F88-45BE-87D8-807370E0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039112"/>
            <a:ext cx="2304288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6C6C969-E057-4050-8FF8-EE02B92B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157984"/>
            <a:ext cx="2157984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ADC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8FD7C42F-D7FA-4CAC-9554-678577CE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2368296"/>
            <a:ext cx="44805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FB27B31-17CE-48D1-92BB-80C0F87A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3" y="2039112"/>
            <a:ext cx="2304288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307C77B-A9F3-4BEA-8F1E-4F0495F1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5" y="2157984"/>
            <a:ext cx="2157984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数字文件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E70F46E-E407-47BF-A448-B274246E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86200"/>
            <a:ext cx="2304288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17225DF-6243-4FAE-B56D-189A2A65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4005072"/>
            <a:ext cx="2157984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数字文件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1D6F6298-9209-41EC-BFB0-873C991C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4215384"/>
            <a:ext cx="44805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9BE7AA6-BFA4-41F2-9F2E-576A987D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3886200"/>
            <a:ext cx="2304288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058C0F4-AE57-43BB-97C0-7D698FA6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005072"/>
            <a:ext cx="2157984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DAC</a:t>
            </a:r>
          </a:p>
        </p:txBody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889178E9-8FEB-4B7A-8061-999F1D4B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215384"/>
            <a:ext cx="44805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6E78BA9-7634-4CDD-B4BA-D01C8954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886200"/>
            <a:ext cx="2304288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79115E8-F510-4066-8217-15E104E4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4005072"/>
            <a:ext cx="2157984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扬声器</a:t>
            </a:r>
          </a:p>
        </p:txBody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BE98AF15-111D-4CA7-BA6F-D6D05FB7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4215384"/>
            <a:ext cx="44805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5D84CE2-2F4B-494D-B2EB-73F9C656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3" y="3886200"/>
            <a:ext cx="2304288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83B16A6-2442-4B85-AD77-1BC757D8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5" y="4005072"/>
            <a:ext cx="2157984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EA5D14A-0026-477C-B415-631D5208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517904"/>
            <a:ext cx="3931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录音（ADC）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8CD9F74-823E-4A6B-8CB6-5D535C4D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364992"/>
            <a:ext cx="3931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播放（DAC）</a:t>
            </a:r>
          </a:p>
        </p:txBody>
      </p:sp>
    </p:spTree>
    <p:extLst>
      <p:ext uri="{BB962C8B-B14F-4D97-AF65-F5344CB8AC3E}">
        <p14:creationId xmlns:p14="http://schemas.microsoft.com/office/powerpoint/2010/main" val="5366648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1CBA5104-83EE-4017-A7A7-3684D798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CFF6FD2-3B07-4E04-AE13-34B8A2BC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6F665B3-5B35-454F-B262-6F7CB44E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波形图是声音的传播路线吗？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E2A0E443-3B08-4235-A39E-367B363E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79291"/>
            <a:ext cx="987552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247A2CE2-07E5-4E48-9222-D9F9FDCF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75688"/>
            <a:ext cx="0" cy="281635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2D0F004-4BE1-408E-BA31-3C761F04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36192"/>
            <a:ext cx="98755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同一个位置，信号随时间变化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A9586EE5-6E18-4E71-AB3F-3F478ABB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3000" y="3306954"/>
            <a:ext cx="91440" cy="13576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2F729DD6-BCD9-4DE8-B80F-6E89BA67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34440" y="3173553"/>
            <a:ext cx="91440" cy="133401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00032A8B-A702-4252-BC27-CEA143A7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25880" y="3044831"/>
            <a:ext cx="91440" cy="12872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0108526F-6F6E-441A-892A-60B8D74F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17320" y="2923027"/>
            <a:ext cx="91440" cy="12180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421ADE1E-E405-43E2-A6FB-D87DA597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08760" y="2810256"/>
            <a:ext cx="91440" cy="112771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60D126BD-2798-438A-8FA5-7140A1D2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00200" y="2708482"/>
            <a:ext cx="91440" cy="10177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0B4B1D2F-55D7-428B-B926-30B59C1D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91640" y="2619471"/>
            <a:ext cx="91440" cy="89011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1CF0D170-29C8-432C-877E-9364670C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83080" y="2544773"/>
            <a:ext cx="91439" cy="7469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71D45A50-20C1-4B14-8C8B-D9E949D5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74519" y="2485684"/>
            <a:ext cx="91441" cy="5908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AC33B815-1B69-42F1-AD75-4EDCBAB7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65960" y="2443234"/>
            <a:ext cx="91440" cy="42450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60176AA1-448C-46AE-9FFB-22845DE5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057400" y="2418160"/>
            <a:ext cx="91440" cy="2507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B6385816-9A0F-453B-A9A8-917D2D47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48840" y="2410897"/>
            <a:ext cx="91440" cy="7263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0FC6C0DB-280B-4DF8-8873-79B3F7AD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410897"/>
            <a:ext cx="91440" cy="1067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17DA43DA-5DE6-46CF-9D5B-5EE4FE35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421572"/>
            <a:ext cx="91440" cy="28427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67424180-4F32-40FB-98F5-B908DB88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449999"/>
            <a:ext cx="91440" cy="4568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16340A0C-838F-4CAB-BFC0-2431E00A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95684"/>
            <a:ext cx="91440" cy="6214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A17095AA-EDD9-44CC-931F-018B5AFD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557833"/>
            <a:ext cx="91440" cy="77533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93EC76C6-3A5C-470F-865E-CC51F310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635366"/>
            <a:ext cx="91440" cy="9156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821AA5BD-C35A-4C81-B7E2-FDC3EBBD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726934"/>
            <a:ext cx="91440" cy="10401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F37C84F8-6E73-427E-9868-454746AB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830946"/>
            <a:ext cx="91440" cy="11464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395DA21C-0866-45ED-B597-3D5BC0C3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45594"/>
            <a:ext cx="91440" cy="12328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3403CF48-43F9-437E-9811-5DC0462C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068883"/>
            <a:ext cx="91440" cy="12978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3139A63E-3E1E-45FD-A4CF-C20C9D64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98672"/>
            <a:ext cx="91440" cy="134031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3" name="Connector 32">
            <a:extLst xmlns:a="http://schemas.openxmlformats.org/drawingml/2006/main">
              <a:ext uri="{FF2B5EF4-FFF2-40B4-BE49-F238E27FC236}">
                <a16:creationId xmlns:a16="http://schemas.microsoft.com/office/drawing/2014/main" id="{1884C7AE-2071-4F19-B729-6E6B2D47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332703"/>
            <a:ext cx="91440" cy="13594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75F525DC-92F6-4D33-BD65-EC569577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468647"/>
            <a:ext cx="91440" cy="135493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FEF58A44-5159-45B1-9D24-FCD18641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04140"/>
            <a:ext cx="91440" cy="132687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8E2AB188-83BC-4A77-B2F5-9B119745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736827"/>
            <a:ext cx="91440" cy="12757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7" name="Connector 36">
            <a:extLst xmlns:a="http://schemas.openxmlformats.org/drawingml/2006/main">
              <a:ext uri="{FF2B5EF4-FFF2-40B4-BE49-F238E27FC236}">
                <a16:creationId xmlns:a16="http://schemas.microsoft.com/office/drawing/2014/main" id="{9DF72894-7326-4CA7-9054-554399BE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864401"/>
            <a:ext cx="91440" cy="12024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8" name="Connector 37">
            <a:extLst xmlns:a="http://schemas.openxmlformats.org/drawingml/2006/main">
              <a:ext uri="{FF2B5EF4-FFF2-40B4-BE49-F238E27FC236}">
                <a16:creationId xmlns:a16="http://schemas.microsoft.com/office/drawing/2014/main" id="{F938664F-AFEF-4DA2-91AE-FDED12A1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984643"/>
            <a:ext cx="91440" cy="11082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9" name="Connector 38">
            <a:extLst xmlns:a="http://schemas.openxmlformats.org/drawingml/2006/main">
              <a:ext uri="{FF2B5EF4-FFF2-40B4-BE49-F238E27FC236}">
                <a16:creationId xmlns:a16="http://schemas.microsoft.com/office/drawing/2014/main" id="{0E071A09-5432-49AC-8355-9937736B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095465"/>
            <a:ext cx="91440" cy="9947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C6CC5EF7-41CA-4D79-AA3C-A7D18C9A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94939"/>
            <a:ext cx="91439" cy="86396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1" name="Connector 40">
            <a:extLst xmlns:a="http://schemas.openxmlformats.org/drawingml/2006/main">
              <a:ext uri="{FF2B5EF4-FFF2-40B4-BE49-F238E27FC236}">
                <a16:creationId xmlns:a16="http://schemas.microsoft.com/office/drawing/2014/main" id="{1936B6E7-721F-4D04-A002-50E8170B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4281335"/>
            <a:ext cx="91441" cy="71817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2" name="Connector 41">
            <a:extLst xmlns:a="http://schemas.openxmlformats.org/drawingml/2006/main">
              <a:ext uri="{FF2B5EF4-FFF2-40B4-BE49-F238E27FC236}">
                <a16:creationId xmlns:a16="http://schemas.microsoft.com/office/drawing/2014/main" id="{8982F077-E9A2-429F-8E63-DA49E7D5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353152"/>
            <a:ext cx="91440" cy="55990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3" name="Connector 42">
            <a:extLst xmlns:a="http://schemas.openxmlformats.org/drawingml/2006/main">
              <a:ext uri="{FF2B5EF4-FFF2-40B4-BE49-F238E27FC236}">
                <a16:creationId xmlns:a16="http://schemas.microsoft.com/office/drawing/2014/main" id="{95680960-A610-4737-91B1-08064412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4409142"/>
            <a:ext cx="91440" cy="3918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4" name="Connector 43">
            <a:extLst xmlns:a="http://schemas.openxmlformats.org/drawingml/2006/main">
              <a:ext uri="{FF2B5EF4-FFF2-40B4-BE49-F238E27FC236}">
                <a16:creationId xmlns:a16="http://schemas.microsoft.com/office/drawing/2014/main" id="{3D32BE03-4574-40D9-8DB5-861521B0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4448330"/>
            <a:ext cx="91440" cy="21706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5" name="Connector 44">
            <a:extLst xmlns:a="http://schemas.openxmlformats.org/drawingml/2006/main">
              <a:ext uri="{FF2B5EF4-FFF2-40B4-BE49-F238E27FC236}">
                <a16:creationId xmlns:a16="http://schemas.microsoft.com/office/drawing/2014/main" id="{0687F1F0-35C1-4BA6-B6FE-E8660623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70036"/>
            <a:ext cx="91440" cy="3847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92A61B67-7568-4D4E-86E7-8BCE0BB6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34840" y="4459803"/>
            <a:ext cx="91440" cy="14080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7" name="Connector 46">
            <a:extLst xmlns:a="http://schemas.openxmlformats.org/drawingml/2006/main">
              <a:ext uri="{FF2B5EF4-FFF2-40B4-BE49-F238E27FC236}">
                <a16:creationId xmlns:a16="http://schemas.microsoft.com/office/drawing/2014/main" id="{396F8E8D-44D3-4C2B-90EC-B7855A78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26280" y="4428041"/>
            <a:ext cx="91440" cy="3176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8" name="Connector 47">
            <a:extLst xmlns:a="http://schemas.openxmlformats.org/drawingml/2006/main">
              <a:ext uri="{FF2B5EF4-FFF2-40B4-BE49-F238E27FC236}">
                <a16:creationId xmlns:a16="http://schemas.microsoft.com/office/drawing/2014/main" id="{457A3A41-0BA8-47C0-A787-2ADA5740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617720" y="4379149"/>
            <a:ext cx="91440" cy="4889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9" name="Connector 48">
            <a:extLst xmlns:a="http://schemas.openxmlformats.org/drawingml/2006/main">
              <a:ext uri="{FF2B5EF4-FFF2-40B4-BE49-F238E27FC236}">
                <a16:creationId xmlns:a16="http://schemas.microsoft.com/office/drawing/2014/main" id="{FBFC7D2F-054C-4C84-8A35-7FCFDF14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09160" y="4313978"/>
            <a:ext cx="91440" cy="65171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0" name="Connector 49">
            <a:extLst xmlns:a="http://schemas.openxmlformats.org/drawingml/2006/main">
              <a:ext uri="{FF2B5EF4-FFF2-40B4-BE49-F238E27FC236}">
                <a16:creationId xmlns:a16="http://schemas.microsoft.com/office/drawing/2014/main" id="{64F5279B-BF32-4988-B718-5A532D73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00600" y="4233660"/>
            <a:ext cx="91440" cy="8031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1" name="Connector 50">
            <a:extLst xmlns:a="http://schemas.openxmlformats.org/drawingml/2006/main">
              <a:ext uri="{FF2B5EF4-FFF2-40B4-BE49-F238E27FC236}">
                <a16:creationId xmlns:a16="http://schemas.microsoft.com/office/drawing/2014/main" id="{31445420-3113-465E-8E10-78772188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92040" y="4139592"/>
            <a:ext cx="91440" cy="9406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2" name="Connector 51">
            <a:extLst xmlns:a="http://schemas.openxmlformats.org/drawingml/2006/main">
              <a:ext uri="{FF2B5EF4-FFF2-40B4-BE49-F238E27FC236}">
                <a16:creationId xmlns:a16="http://schemas.microsoft.com/office/drawing/2014/main" id="{20735F3C-6E3D-4C16-AEAA-72BDB788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83480" y="4033408"/>
            <a:ext cx="91440" cy="10618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3" name="Connector 52">
            <a:extLst xmlns:a="http://schemas.openxmlformats.org/drawingml/2006/main">
              <a:ext uri="{FF2B5EF4-FFF2-40B4-BE49-F238E27FC236}">
                <a16:creationId xmlns:a16="http://schemas.microsoft.com/office/drawing/2014/main" id="{4424392B-57DE-45BE-8BD2-2AD99824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74920" y="3916956"/>
            <a:ext cx="91440" cy="11645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4" name="Connector 53">
            <a:extLst xmlns:a="http://schemas.openxmlformats.org/drawingml/2006/main">
              <a:ext uri="{FF2B5EF4-FFF2-40B4-BE49-F238E27FC236}">
                <a16:creationId xmlns:a16="http://schemas.microsoft.com/office/drawing/2014/main" id="{CFDF9363-4947-4E57-8265-B08E1CF0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66360" y="3792259"/>
            <a:ext cx="91440" cy="124697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5" name="Connector 54">
            <a:extLst xmlns:a="http://schemas.openxmlformats.org/drawingml/2006/main">
              <a:ext uri="{FF2B5EF4-FFF2-40B4-BE49-F238E27FC236}">
                <a16:creationId xmlns:a16="http://schemas.microsoft.com/office/drawing/2014/main" id="{5FB33742-0C08-411A-B0B6-F1130DB8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57800" y="3661486"/>
            <a:ext cx="91440" cy="130773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6" name="Connector 55">
            <a:extLst xmlns:a="http://schemas.openxmlformats.org/drawingml/2006/main">
              <a:ext uri="{FF2B5EF4-FFF2-40B4-BE49-F238E27FC236}">
                <a16:creationId xmlns:a16="http://schemas.microsoft.com/office/drawing/2014/main" id="{85D8CDC3-BD3D-4AB3-967F-558EA061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9240" y="3526909"/>
            <a:ext cx="91439" cy="134577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7" name="Connector 56">
            <a:extLst xmlns:a="http://schemas.openxmlformats.org/drawingml/2006/main">
              <a:ext uri="{FF2B5EF4-FFF2-40B4-BE49-F238E27FC236}">
                <a16:creationId xmlns:a16="http://schemas.microsoft.com/office/drawing/2014/main" id="{9AC56ACA-4F10-47EB-9DE8-B344A5BD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40679" y="3390868"/>
            <a:ext cx="91441" cy="136041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8" name="Connector 57">
            <a:extLst xmlns:a="http://schemas.openxmlformats.org/drawingml/2006/main">
              <a:ext uri="{FF2B5EF4-FFF2-40B4-BE49-F238E27FC236}">
                <a16:creationId xmlns:a16="http://schemas.microsoft.com/office/drawing/2014/main" id="{EE758C42-6A91-4F76-BA43-AD89812C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32120" y="3255729"/>
            <a:ext cx="91440" cy="13513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9" name="Connector 58">
            <a:extLst xmlns:a="http://schemas.openxmlformats.org/drawingml/2006/main">
              <a:ext uri="{FF2B5EF4-FFF2-40B4-BE49-F238E27FC236}">
                <a16:creationId xmlns:a16="http://schemas.microsoft.com/office/drawing/2014/main" id="{703638FE-C77A-453D-BCEE-9A0112A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23560" y="3123841"/>
            <a:ext cx="91440" cy="13188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0" name="Connector 59">
            <a:extLst xmlns:a="http://schemas.openxmlformats.org/drawingml/2006/main">
              <a:ext uri="{FF2B5EF4-FFF2-40B4-BE49-F238E27FC236}">
                <a16:creationId xmlns:a16="http://schemas.microsoft.com/office/drawing/2014/main" id="{C65407DD-8816-4AA8-8779-B008B5C4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15000" y="2997496"/>
            <a:ext cx="91440" cy="12634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1" name="Connector 60">
            <a:extLst xmlns:a="http://schemas.openxmlformats.org/drawingml/2006/main">
              <a:ext uri="{FF2B5EF4-FFF2-40B4-BE49-F238E27FC236}">
                <a16:creationId xmlns:a16="http://schemas.microsoft.com/office/drawing/2014/main" id="{44147FD8-F34D-4001-81DC-8E6E6E43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06440" y="2878891"/>
            <a:ext cx="91440" cy="11860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2" name="Connector 61">
            <a:extLst xmlns:a="http://schemas.openxmlformats.org/drawingml/2006/main">
              <a:ext uri="{FF2B5EF4-FFF2-40B4-BE49-F238E27FC236}">
                <a16:creationId xmlns:a16="http://schemas.microsoft.com/office/drawing/2014/main" id="{31ABA3BD-3903-43C6-96F5-5098B7C0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97880" y="2770088"/>
            <a:ext cx="91440" cy="108803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3" name="Connector 62">
            <a:extLst xmlns:a="http://schemas.openxmlformats.org/drawingml/2006/main">
              <a:ext uri="{FF2B5EF4-FFF2-40B4-BE49-F238E27FC236}">
                <a16:creationId xmlns:a16="http://schemas.microsoft.com/office/drawing/2014/main" id="{413ED2FE-BA6A-45AD-B924-5501CBF9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89320" y="2672979"/>
            <a:ext cx="91440" cy="9710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4" name="Connector 63">
            <a:extLst xmlns:a="http://schemas.openxmlformats.org/drawingml/2006/main">
              <a:ext uri="{FF2B5EF4-FFF2-40B4-BE49-F238E27FC236}">
                <a16:creationId xmlns:a16="http://schemas.microsoft.com/office/drawing/2014/main" id="{4DEDBB93-2242-4C8A-BDF2-AFBF5A31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80760" y="2589251"/>
            <a:ext cx="91440" cy="8372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5" name="Connector 64">
            <a:extLst xmlns:a="http://schemas.openxmlformats.org/drawingml/2006/main">
              <a:ext uri="{FF2B5EF4-FFF2-40B4-BE49-F238E27FC236}">
                <a16:creationId xmlns:a16="http://schemas.microsoft.com/office/drawing/2014/main" id="{FD5BEE69-C9EB-4BBB-94B2-340AF934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72200" y="2520360"/>
            <a:ext cx="91440" cy="68891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6" name="Connector 65">
            <a:extLst xmlns:a="http://schemas.openxmlformats.org/drawingml/2006/main">
              <a:ext uri="{FF2B5EF4-FFF2-40B4-BE49-F238E27FC236}">
                <a16:creationId xmlns:a16="http://schemas.microsoft.com/office/drawing/2014/main" id="{86438E96-D130-4582-9EF5-5005ADAA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263640" y="2467505"/>
            <a:ext cx="91439" cy="5285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7" name="Connector 66">
            <a:extLst xmlns:a="http://schemas.openxmlformats.org/drawingml/2006/main">
              <a:ext uri="{FF2B5EF4-FFF2-40B4-BE49-F238E27FC236}">
                <a16:creationId xmlns:a16="http://schemas.microsoft.com/office/drawing/2014/main" id="{17B3E048-8020-4657-9872-570F3AEB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55079" y="2431603"/>
            <a:ext cx="91441" cy="3590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8" name="Connector 67">
            <a:extLst xmlns:a="http://schemas.openxmlformats.org/drawingml/2006/main">
              <a:ext uri="{FF2B5EF4-FFF2-40B4-BE49-F238E27FC236}">
                <a16:creationId xmlns:a16="http://schemas.microsoft.com/office/drawing/2014/main" id="{B9292AFF-B1B8-482B-BB01-BA51BA6D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46520" y="2413279"/>
            <a:ext cx="91439" cy="1832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9" name="Connector 68">
            <a:extLst xmlns:a="http://schemas.openxmlformats.org/drawingml/2006/main">
              <a:ext uri="{FF2B5EF4-FFF2-40B4-BE49-F238E27FC236}">
                <a16:creationId xmlns:a16="http://schemas.microsoft.com/office/drawing/2014/main" id="{99ABDF8B-3334-4AC0-81F0-433E8853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537959" y="2412851"/>
            <a:ext cx="91441" cy="42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0" name="Connector 69">
            <a:extLst xmlns:a="http://schemas.openxmlformats.org/drawingml/2006/main">
              <a:ext uri="{FF2B5EF4-FFF2-40B4-BE49-F238E27FC236}">
                <a16:creationId xmlns:a16="http://schemas.microsoft.com/office/drawing/2014/main" id="{34E2F316-03A4-4AD6-8E2F-1515A42A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12851"/>
            <a:ext cx="91440" cy="17477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1" name="Connector 70">
            <a:extLst xmlns:a="http://schemas.openxmlformats.org/drawingml/2006/main">
              <a:ext uri="{FF2B5EF4-FFF2-40B4-BE49-F238E27FC236}">
                <a16:creationId xmlns:a16="http://schemas.microsoft.com/office/drawing/2014/main" id="{28671BE5-A717-4AA0-9E62-C77D7F70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430328"/>
            <a:ext cx="91440" cy="35076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2" name="Connector 71">
            <a:extLst xmlns:a="http://schemas.openxmlformats.org/drawingml/2006/main">
              <a:ext uri="{FF2B5EF4-FFF2-40B4-BE49-F238E27FC236}">
                <a16:creationId xmlns:a16="http://schemas.microsoft.com/office/drawing/2014/main" id="{1DC853D3-BBB2-43CB-A28B-799E0AAE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465404"/>
            <a:ext cx="91440" cy="52067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3" name="Connector 72">
            <a:extLst xmlns:a="http://schemas.openxmlformats.org/drawingml/2006/main">
              <a:ext uri="{FF2B5EF4-FFF2-40B4-BE49-F238E27FC236}">
                <a16:creationId xmlns:a16="http://schemas.microsoft.com/office/drawing/2014/main" id="{0420B86C-AE81-4BB9-9E8D-5FAFE4D4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517471"/>
            <a:ext cx="91440" cy="6815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4" name="Connector 73">
            <a:extLst xmlns:a="http://schemas.openxmlformats.org/drawingml/2006/main">
              <a:ext uri="{FF2B5EF4-FFF2-40B4-BE49-F238E27FC236}">
                <a16:creationId xmlns:a16="http://schemas.microsoft.com/office/drawing/2014/main" id="{1A5B5E98-1520-4E3D-995B-45FB847B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585623"/>
            <a:ext cx="91440" cy="83053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5" name="Connector 74">
            <a:extLst xmlns:a="http://schemas.openxmlformats.org/drawingml/2006/main">
              <a:ext uri="{FF2B5EF4-FFF2-40B4-BE49-F238E27FC236}">
                <a16:creationId xmlns:a16="http://schemas.microsoft.com/office/drawing/2014/main" id="{C429FDB7-60EE-4824-A3A3-A2F8B9D5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68676"/>
            <a:ext cx="91440" cy="9650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6" name="Connector 75">
            <a:extLst xmlns:a="http://schemas.openxmlformats.org/drawingml/2006/main">
              <a:ext uri="{FF2B5EF4-FFF2-40B4-BE49-F238E27FC236}">
                <a16:creationId xmlns:a16="http://schemas.microsoft.com/office/drawing/2014/main" id="{7439E6DE-9F71-46EF-BF50-11A79476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765184"/>
            <a:ext cx="91440" cy="10828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7" name="Connector 76">
            <a:extLst xmlns:a="http://schemas.openxmlformats.org/drawingml/2006/main">
              <a:ext uri="{FF2B5EF4-FFF2-40B4-BE49-F238E27FC236}">
                <a16:creationId xmlns:a16="http://schemas.microsoft.com/office/drawing/2014/main" id="{423ACFBF-45D6-49B7-A519-7899EA0A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873472"/>
            <a:ext cx="91440" cy="11818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8" name="Connector 77">
            <a:extLst xmlns:a="http://schemas.openxmlformats.org/drawingml/2006/main">
              <a:ext uri="{FF2B5EF4-FFF2-40B4-BE49-F238E27FC236}">
                <a16:creationId xmlns:a16="http://schemas.microsoft.com/office/drawing/2014/main" id="{C8071847-D84B-411F-A7E5-576857BD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991656"/>
            <a:ext cx="91439" cy="12602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9" name="Connector 78">
            <a:extLst xmlns:a="http://schemas.openxmlformats.org/drawingml/2006/main">
              <a:ext uri="{FF2B5EF4-FFF2-40B4-BE49-F238E27FC236}">
                <a16:creationId xmlns:a16="http://schemas.microsoft.com/office/drawing/2014/main" id="{66BA0C03-3CF4-4723-B138-BE0EABE6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3117681"/>
            <a:ext cx="91441" cy="131676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0" name="Connector 79">
            <a:extLst xmlns:a="http://schemas.openxmlformats.org/drawingml/2006/main">
              <a:ext uri="{FF2B5EF4-FFF2-40B4-BE49-F238E27FC236}">
                <a16:creationId xmlns:a16="http://schemas.microsoft.com/office/drawing/2014/main" id="{0F6E6016-0BF5-47C5-9CD1-DAB9F5A9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49357"/>
            <a:ext cx="91440" cy="135037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1" name="Connector 80">
            <a:extLst xmlns:a="http://schemas.openxmlformats.org/drawingml/2006/main">
              <a:ext uri="{FF2B5EF4-FFF2-40B4-BE49-F238E27FC236}">
                <a16:creationId xmlns:a16="http://schemas.microsoft.com/office/drawing/2014/main" id="{E6BCCA0D-CCA1-4875-A386-965DE4F2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384394"/>
            <a:ext cx="91439" cy="136051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2" name="Connector 81">
            <a:extLst xmlns:a="http://schemas.openxmlformats.org/drawingml/2006/main">
              <a:ext uri="{FF2B5EF4-FFF2-40B4-BE49-F238E27FC236}">
                <a16:creationId xmlns:a16="http://schemas.microsoft.com/office/drawing/2014/main" id="{588FDC4E-DBD6-47D8-AD32-EAB2878A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3520445"/>
            <a:ext cx="91441" cy="134700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3" name="Connector 82">
            <a:extLst xmlns:a="http://schemas.openxmlformats.org/drawingml/2006/main">
              <a:ext uri="{FF2B5EF4-FFF2-40B4-BE49-F238E27FC236}">
                <a16:creationId xmlns:a16="http://schemas.microsoft.com/office/drawing/2014/main" id="{E63E1D10-0DE9-4394-B07F-67F3F4BB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655145"/>
            <a:ext cx="91440" cy="131007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4" name="Connector 83">
            <a:extLst xmlns:a="http://schemas.openxmlformats.org/drawingml/2006/main">
              <a:ext uri="{FF2B5EF4-FFF2-40B4-BE49-F238E27FC236}">
                <a16:creationId xmlns:a16="http://schemas.microsoft.com/office/drawing/2014/main" id="{B884807C-FB0A-4DF0-AFF3-1A157474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786152"/>
            <a:ext cx="91440" cy="125036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5" name="Connector 84">
            <a:extLst xmlns:a="http://schemas.openxmlformats.org/drawingml/2006/main">
              <a:ext uri="{FF2B5EF4-FFF2-40B4-BE49-F238E27FC236}">
                <a16:creationId xmlns:a16="http://schemas.microsoft.com/office/drawing/2014/main" id="{FC89773D-3C68-4D09-8C74-9E78090B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11188"/>
            <a:ext cx="91440" cy="116893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6" name="Connector 85">
            <a:extLst xmlns:a="http://schemas.openxmlformats.org/drawingml/2006/main">
              <a:ext uri="{FF2B5EF4-FFF2-40B4-BE49-F238E27FC236}">
                <a16:creationId xmlns:a16="http://schemas.microsoft.com/office/drawing/2014/main" id="{640068C2-9B69-463E-9153-1FF3F559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028081"/>
            <a:ext cx="91439" cy="10671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7" name="Connector 86">
            <a:extLst xmlns:a="http://schemas.openxmlformats.org/drawingml/2006/main">
              <a:ext uri="{FF2B5EF4-FFF2-40B4-BE49-F238E27FC236}">
                <a16:creationId xmlns:a16="http://schemas.microsoft.com/office/drawing/2014/main" id="{149B04C1-2260-402B-AD63-4E9D99AC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134796"/>
            <a:ext cx="91441" cy="9468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8" name="Connector 87">
            <a:extLst xmlns:a="http://schemas.openxmlformats.org/drawingml/2006/main">
              <a:ext uri="{FF2B5EF4-FFF2-40B4-BE49-F238E27FC236}">
                <a16:creationId xmlns:a16="http://schemas.microsoft.com/office/drawing/2014/main" id="{AA541E09-42A5-4A7B-A5DE-73989004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229480"/>
            <a:ext cx="91440" cy="81007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9" name="Connector 88">
            <a:extLst xmlns:a="http://schemas.openxmlformats.org/drawingml/2006/main">
              <a:ext uri="{FF2B5EF4-FFF2-40B4-BE49-F238E27FC236}">
                <a16:creationId xmlns:a16="http://schemas.microsoft.com/office/drawing/2014/main" id="{FE60329D-538A-4393-B5F2-65840CC3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310487"/>
            <a:ext cx="91440" cy="65920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0" name="Connector 89">
            <a:extLst xmlns:a="http://schemas.openxmlformats.org/drawingml/2006/main">
              <a:ext uri="{FF2B5EF4-FFF2-40B4-BE49-F238E27FC236}">
                <a16:creationId xmlns:a16="http://schemas.microsoft.com/office/drawing/2014/main" id="{8BF485B6-BA48-4BEB-998D-17CD2EC6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76407"/>
            <a:ext cx="91440" cy="4968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1" name="Connector 90">
            <a:extLst xmlns:a="http://schemas.openxmlformats.org/drawingml/2006/main">
              <a:ext uri="{FF2B5EF4-FFF2-40B4-BE49-F238E27FC236}">
                <a16:creationId xmlns:a16="http://schemas.microsoft.com/office/drawing/2014/main" id="{043AC359-CBD7-4A45-8AE2-8A2BE372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426095"/>
            <a:ext cx="91440" cy="32593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2" name="Connector 91">
            <a:extLst xmlns:a="http://schemas.openxmlformats.org/drawingml/2006/main">
              <a:ext uri="{FF2B5EF4-FFF2-40B4-BE49-F238E27FC236}">
                <a16:creationId xmlns:a16="http://schemas.microsoft.com/office/drawing/2014/main" id="{7CC4B183-7231-475C-941E-458377DF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458688"/>
            <a:ext cx="91439" cy="14930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3" name="Connector 92">
            <a:extLst xmlns:a="http://schemas.openxmlformats.org/drawingml/2006/main">
              <a:ext uri="{FF2B5EF4-FFF2-40B4-BE49-F238E27FC236}">
                <a16:creationId xmlns:a16="http://schemas.microsoft.com/office/drawing/2014/main" id="{CEEA296B-C288-4A2F-80D0-A06AE18C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732519" y="4470626"/>
            <a:ext cx="91441" cy="299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4" name="Connector 93">
            <a:extLst xmlns:a="http://schemas.openxmlformats.org/drawingml/2006/main">
              <a:ext uri="{FF2B5EF4-FFF2-40B4-BE49-F238E27FC236}">
                <a16:creationId xmlns:a16="http://schemas.microsoft.com/office/drawing/2014/main" id="{D7F8681E-11C6-4DCF-A6E0-69829247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823960" y="4449764"/>
            <a:ext cx="91440" cy="2086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5" name="Connector 94">
            <a:extLst xmlns:a="http://schemas.openxmlformats.org/drawingml/2006/main">
              <a:ext uri="{FF2B5EF4-FFF2-40B4-BE49-F238E27FC236}">
                <a16:creationId xmlns:a16="http://schemas.microsoft.com/office/drawing/2014/main" id="{7342CEDD-2C68-4D3C-B336-EF898EE4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915400" y="4411395"/>
            <a:ext cx="91440" cy="3836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6" name="Connector 95">
            <a:extLst xmlns:a="http://schemas.openxmlformats.org/drawingml/2006/main">
              <a:ext uri="{FF2B5EF4-FFF2-40B4-BE49-F238E27FC236}">
                <a16:creationId xmlns:a16="http://schemas.microsoft.com/office/drawing/2014/main" id="{E65762EC-CA98-4F2C-AA04-3CAF5C29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06840" y="4356186"/>
            <a:ext cx="91440" cy="5520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7" name="Connector 96">
            <a:extLst xmlns:a="http://schemas.openxmlformats.org/drawingml/2006/main">
              <a:ext uri="{FF2B5EF4-FFF2-40B4-BE49-F238E27FC236}">
                <a16:creationId xmlns:a16="http://schemas.microsoft.com/office/drawing/2014/main" id="{E121131F-2E3A-4148-854B-62E6F419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98280" y="4285096"/>
            <a:ext cx="91440" cy="71090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8" name="Connector 97">
            <a:extLst xmlns:a="http://schemas.openxmlformats.org/drawingml/2006/main">
              <a:ext uri="{FF2B5EF4-FFF2-40B4-BE49-F238E27FC236}">
                <a16:creationId xmlns:a16="http://schemas.microsoft.com/office/drawing/2014/main" id="{B16CE5BD-0CC3-4C54-BC39-E95DD4B2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89720" y="4199362"/>
            <a:ext cx="91440" cy="8573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9" name="Connector 98">
            <a:extLst xmlns:a="http://schemas.openxmlformats.org/drawingml/2006/main">
              <a:ext uri="{FF2B5EF4-FFF2-40B4-BE49-F238E27FC236}">
                <a16:creationId xmlns:a16="http://schemas.microsoft.com/office/drawing/2014/main" id="{562D3E54-791E-4133-801C-91941999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81160" y="4100474"/>
            <a:ext cx="91440" cy="9888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0" name="Connector 99">
            <a:extLst xmlns:a="http://schemas.openxmlformats.org/drawingml/2006/main">
              <a:ext uri="{FF2B5EF4-FFF2-40B4-BE49-F238E27FC236}">
                <a16:creationId xmlns:a16="http://schemas.microsoft.com/office/drawing/2014/main" id="{28356AD7-6D27-4555-B6CA-4FC6228A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372600" y="3990150"/>
            <a:ext cx="91440" cy="11032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1" name="Connector 100">
            <a:extLst xmlns:a="http://schemas.openxmlformats.org/drawingml/2006/main">
              <a:ext uri="{FF2B5EF4-FFF2-40B4-BE49-F238E27FC236}">
                <a16:creationId xmlns:a16="http://schemas.microsoft.com/office/drawing/2014/main" id="{0B0F7556-AAED-461F-AE49-33F0B5CC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464040" y="3870310"/>
            <a:ext cx="91440" cy="119840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2" name="Connector 101">
            <a:extLst xmlns:a="http://schemas.openxmlformats.org/drawingml/2006/main">
              <a:ext uri="{FF2B5EF4-FFF2-40B4-BE49-F238E27FC236}">
                <a16:creationId xmlns:a16="http://schemas.microsoft.com/office/drawing/2014/main" id="{2C167AD2-B16A-4FE1-A1D7-BAC6EDD3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555480" y="3743036"/>
            <a:ext cx="91440" cy="12727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3" name="Connector 102">
            <a:extLst xmlns:a="http://schemas.openxmlformats.org/drawingml/2006/main">
              <a:ext uri="{FF2B5EF4-FFF2-40B4-BE49-F238E27FC236}">
                <a16:creationId xmlns:a16="http://schemas.microsoft.com/office/drawing/2014/main" id="{8ED7E8FF-BC7E-4254-9070-1669E738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646920" y="3610541"/>
            <a:ext cx="91439" cy="13249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4" name="Connector 103">
            <a:extLst xmlns:a="http://schemas.openxmlformats.org/drawingml/2006/main">
              <a:ext uri="{FF2B5EF4-FFF2-40B4-BE49-F238E27FC236}">
                <a16:creationId xmlns:a16="http://schemas.microsoft.com/office/drawing/2014/main" id="{45D8F72C-1935-43BA-AED4-3E847226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738359" y="3475128"/>
            <a:ext cx="91441" cy="135413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5" name="Connector 104">
            <a:extLst xmlns:a="http://schemas.openxmlformats.org/drawingml/2006/main">
              <a:ext uri="{FF2B5EF4-FFF2-40B4-BE49-F238E27FC236}">
                <a16:creationId xmlns:a16="http://schemas.microsoft.com/office/drawing/2014/main" id="{9F73ED08-61F9-4D73-B82E-1CB920E2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29800" y="3339152"/>
            <a:ext cx="91440" cy="135976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6" name="Connector 105">
            <a:extLst xmlns:a="http://schemas.openxmlformats.org/drawingml/2006/main">
              <a:ext uri="{FF2B5EF4-FFF2-40B4-BE49-F238E27FC236}">
                <a16:creationId xmlns:a16="http://schemas.microsoft.com/office/drawing/2014/main" id="{A3028926-B96F-43E5-97BE-8C8286AE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921240" y="3204977"/>
            <a:ext cx="91440" cy="13417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7" name="Connector 106">
            <a:extLst xmlns:a="http://schemas.openxmlformats.org/drawingml/2006/main">
              <a:ext uri="{FF2B5EF4-FFF2-40B4-BE49-F238E27FC236}">
                <a16:creationId xmlns:a16="http://schemas.microsoft.com/office/drawing/2014/main" id="{6AC1CF83-A2E2-4AA1-B7A3-FAC8EF79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12680" y="3074934"/>
            <a:ext cx="91440" cy="130043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8" name="Connector 107">
            <a:extLst xmlns:a="http://schemas.openxmlformats.org/drawingml/2006/main">
              <a:ext uri="{FF2B5EF4-FFF2-40B4-BE49-F238E27FC236}">
                <a16:creationId xmlns:a16="http://schemas.microsoft.com/office/drawing/2014/main" id="{02B937FB-2F54-4114-B5D8-8F51B75F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104120" y="2951285"/>
            <a:ext cx="91440" cy="12364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9" name="Connector 108">
            <a:extLst xmlns:a="http://schemas.openxmlformats.org/drawingml/2006/main">
              <a:ext uri="{FF2B5EF4-FFF2-40B4-BE49-F238E27FC236}">
                <a16:creationId xmlns:a16="http://schemas.microsoft.com/office/drawing/2014/main" id="{AB0D7C71-846E-40D6-B4F0-B3CEF171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195560" y="2836180"/>
            <a:ext cx="91440" cy="11510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0" name="TextBox 109">
            <a:extLst xmlns:a="http://schemas.openxmlformats.org/drawingml/2006/main">
              <a:ext uri="{FF2B5EF4-FFF2-40B4-BE49-F238E27FC236}">
                <a16:creationId xmlns:a16="http://schemas.microsoft.com/office/drawing/2014/main" id="{77D0774C-C0E3-4C29-A13D-A4D8CA1E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波形不是声音在空间里走过的弯曲路线。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BD8E747-EBA3-4DF2-A541-89C78A28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28825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振幅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93A4459-36EE-4A03-8561-EDCC69E1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24425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</p:spTree>
    <p:extLst>
      <p:ext uri="{BB962C8B-B14F-4D97-AF65-F5344CB8AC3E}">
        <p14:creationId xmlns:p14="http://schemas.microsoft.com/office/powerpoint/2010/main" val="8211900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3A9E9E24-A107-4F96-8ADB-E582907A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75B7C85-CA0C-4E5F-9C3C-D332D17C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529AE40-1D8F-48F5-B70C-61178E58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演示A：红线向右，表示什么？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0984BCC-1384-4310-9D9A-FDC3C102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517904"/>
            <a:ext cx="1069848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25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先预测：红色光标向右，表示声音向右传播吗？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CA582613-AF4A-48C5-972F-A772CE25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712464"/>
            <a:ext cx="10222992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56BB4197-2B07-4DDA-9BF2-A5819041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523744"/>
            <a:ext cx="0" cy="242316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3C9938D1-63DB-4FF6-BE97-674791C0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60704" y="3458819"/>
            <a:ext cx="98572" cy="10637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5CA362E8-F424-4121-9DA9-A0E358D0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59276" y="3356450"/>
            <a:ext cx="98572" cy="10236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FC67CAE1-3A16-4C20-8BA8-2F7FC4B2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57848" y="3259695"/>
            <a:ext cx="98572" cy="9675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38438CD0-6DEA-4461-AED4-B4A692FD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56420" y="3170080"/>
            <a:ext cx="98573" cy="8961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E54DEDD4-B3C3-4CB1-9726-9A603602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54993" y="3089019"/>
            <a:ext cx="98572" cy="8106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CD5FE8A1-5DC2-4155-AF28-93C56C0B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53565" y="3017791"/>
            <a:ext cx="98572" cy="7122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E4FD96B1-5614-4916-A57C-1200414B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52137" y="2957517"/>
            <a:ext cx="98573" cy="6027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0C89DCFE-C3D6-4B10-A36C-9F81B066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50710" y="2909150"/>
            <a:ext cx="98572" cy="4836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33F98A36-2780-4AB6-8278-4640250C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49282" y="2873451"/>
            <a:ext cx="98572" cy="3569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78706398-850F-4A6E-9FA6-058EEB1A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47854" y="2850984"/>
            <a:ext cx="98573" cy="2246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5CFEBE84-814D-4C7F-A834-C59EF33C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046427" y="2842104"/>
            <a:ext cx="98572" cy="888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190F8DB9-F15D-44AF-8075-13384759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999" y="2842104"/>
            <a:ext cx="98572" cy="484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3F4AED87-0EC8-4CDE-97C5-201779AC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571" y="2846949"/>
            <a:ext cx="98573" cy="1849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6BE05061-A1EA-4F2B-A0B8-BCB1B68E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144" y="2865444"/>
            <a:ext cx="98572" cy="3185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51967088-355B-488B-B1EB-B18593B5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716" y="2897297"/>
            <a:ext cx="98572" cy="4470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AFE38DC7-F6F8-4E0B-96E3-E6B54BE4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288" y="2942005"/>
            <a:ext cx="98573" cy="5685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F3E8C399-C8E9-4641-B6BF-2B83774E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7861" y="2998864"/>
            <a:ext cx="98572" cy="6811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F9886E2B-BC52-495C-B9D9-CF15B91C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433" y="3066977"/>
            <a:ext cx="98572" cy="7829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2EDB85B1-66A4-48D0-BA01-58DF488E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005" y="3145270"/>
            <a:ext cx="98573" cy="8723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EA34C4B8-EEF7-4734-9EB9-EFF7F7BA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578" y="3232508"/>
            <a:ext cx="98572" cy="9480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E79AC3EB-94A4-459E-A192-D7C8A8BD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50" y="3327315"/>
            <a:ext cx="98572" cy="10088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91957174-747E-4693-8DA6-4BD2492D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0722" y="3428196"/>
            <a:ext cx="98573" cy="10536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40350272-0F90-41E0-9413-F6116903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9295" y="3533560"/>
            <a:ext cx="98572" cy="10818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3" name="Connector 32">
            <a:extLst xmlns:a="http://schemas.openxmlformats.org/drawingml/2006/main">
              <a:ext uri="{FF2B5EF4-FFF2-40B4-BE49-F238E27FC236}">
                <a16:creationId xmlns:a16="http://schemas.microsoft.com/office/drawing/2014/main" id="{081C1C21-8EA7-41E9-951A-3207645F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867" y="3641745"/>
            <a:ext cx="98572" cy="10930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C2DBE798-E59D-4D91-AFB0-B34E3C3F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439" y="3751046"/>
            <a:ext cx="98573" cy="10869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A93B8263-F15F-4E94-AAB6-905796E6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012" y="3859738"/>
            <a:ext cx="98572" cy="10637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9A844229-2768-4283-8CFB-136F3740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584" y="3966108"/>
            <a:ext cx="98572" cy="10236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7" name="Connector 36">
            <a:extLst xmlns:a="http://schemas.openxmlformats.org/drawingml/2006/main">
              <a:ext uri="{FF2B5EF4-FFF2-40B4-BE49-F238E27FC236}">
                <a16:creationId xmlns:a16="http://schemas.microsoft.com/office/drawing/2014/main" id="{72CD556F-87F5-4FE5-8096-85D0FD41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2156" y="4068477"/>
            <a:ext cx="98572" cy="9675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8" name="Connector 37">
            <a:extLst xmlns:a="http://schemas.openxmlformats.org/drawingml/2006/main">
              <a:ext uri="{FF2B5EF4-FFF2-40B4-BE49-F238E27FC236}">
                <a16:creationId xmlns:a16="http://schemas.microsoft.com/office/drawing/2014/main" id="{CA72231D-6247-4F3C-996B-73C521D5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728" y="4165232"/>
            <a:ext cx="98573" cy="8961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9" name="Connector 38">
            <a:extLst xmlns:a="http://schemas.openxmlformats.org/drawingml/2006/main">
              <a:ext uri="{FF2B5EF4-FFF2-40B4-BE49-F238E27FC236}">
                <a16:creationId xmlns:a16="http://schemas.microsoft.com/office/drawing/2014/main" id="{4ED4C333-A99E-4C93-8DC1-7C48FD94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301" y="4254847"/>
            <a:ext cx="98572" cy="8106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61B68E35-8DC8-4382-AF08-BA8D28D6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873" y="4335908"/>
            <a:ext cx="98572" cy="7122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1" name="Connector 40">
            <a:extLst xmlns:a="http://schemas.openxmlformats.org/drawingml/2006/main">
              <a:ext uri="{FF2B5EF4-FFF2-40B4-BE49-F238E27FC236}">
                <a16:creationId xmlns:a16="http://schemas.microsoft.com/office/drawing/2014/main" id="{0FEADA84-924D-42A0-9C60-4E4B1E9C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445" y="4407136"/>
            <a:ext cx="98573" cy="6027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2" name="Connector 41">
            <a:extLst xmlns:a="http://schemas.openxmlformats.org/drawingml/2006/main">
              <a:ext uri="{FF2B5EF4-FFF2-40B4-BE49-F238E27FC236}">
                <a16:creationId xmlns:a16="http://schemas.microsoft.com/office/drawing/2014/main" id="{8FF35BBD-9367-4F77-9C5C-88441B9F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018" y="4467410"/>
            <a:ext cx="98572" cy="4836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3" name="Connector 42">
            <a:extLst xmlns:a="http://schemas.openxmlformats.org/drawingml/2006/main">
              <a:ext uri="{FF2B5EF4-FFF2-40B4-BE49-F238E27FC236}">
                <a16:creationId xmlns:a16="http://schemas.microsoft.com/office/drawing/2014/main" id="{87A3B6A5-DBA2-46DB-A116-EE6193FC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3590" y="4515777"/>
            <a:ext cx="98572" cy="3569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4" name="Connector 43">
            <a:extLst xmlns:a="http://schemas.openxmlformats.org/drawingml/2006/main">
              <a:ext uri="{FF2B5EF4-FFF2-40B4-BE49-F238E27FC236}">
                <a16:creationId xmlns:a16="http://schemas.microsoft.com/office/drawing/2014/main" id="{22E8B24F-57F2-49B0-8708-01284BDF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162" y="4551476"/>
            <a:ext cx="98573" cy="2246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5" name="Connector 44">
            <a:extLst xmlns:a="http://schemas.openxmlformats.org/drawingml/2006/main">
              <a:ext uri="{FF2B5EF4-FFF2-40B4-BE49-F238E27FC236}">
                <a16:creationId xmlns:a16="http://schemas.microsoft.com/office/drawing/2014/main" id="{36B1FC55-C248-4E7F-98A4-EFAE1C68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735" y="4573943"/>
            <a:ext cx="98572" cy="888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EE1AC7AA-55B6-48B2-B0E2-0A40EEA6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609307" y="4577978"/>
            <a:ext cx="98572" cy="484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7" name="Connector 46">
            <a:extLst xmlns:a="http://schemas.openxmlformats.org/drawingml/2006/main">
              <a:ext uri="{FF2B5EF4-FFF2-40B4-BE49-F238E27FC236}">
                <a16:creationId xmlns:a16="http://schemas.microsoft.com/office/drawing/2014/main" id="{553337CC-5EA6-481D-9849-1A07B77D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07879" y="4559483"/>
            <a:ext cx="98573" cy="1849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8" name="Connector 47">
            <a:extLst xmlns:a="http://schemas.openxmlformats.org/drawingml/2006/main">
              <a:ext uri="{FF2B5EF4-FFF2-40B4-BE49-F238E27FC236}">
                <a16:creationId xmlns:a16="http://schemas.microsoft.com/office/drawing/2014/main" id="{74CCB796-369F-4494-A8D5-9617FD09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06452" y="4527630"/>
            <a:ext cx="98572" cy="3185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9" name="Connector 48">
            <a:extLst xmlns:a="http://schemas.openxmlformats.org/drawingml/2006/main">
              <a:ext uri="{FF2B5EF4-FFF2-40B4-BE49-F238E27FC236}">
                <a16:creationId xmlns:a16="http://schemas.microsoft.com/office/drawing/2014/main" id="{D942DDF3-13A5-4E06-8131-709D7010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05024" y="4482922"/>
            <a:ext cx="98572" cy="4470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0" name="Connector 49">
            <a:extLst xmlns:a="http://schemas.openxmlformats.org/drawingml/2006/main">
              <a:ext uri="{FF2B5EF4-FFF2-40B4-BE49-F238E27FC236}">
                <a16:creationId xmlns:a16="http://schemas.microsoft.com/office/drawing/2014/main" id="{CBAE74D4-0E40-4114-8C40-90CC0BA0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03596" y="4426063"/>
            <a:ext cx="98573" cy="5685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1" name="Connector 50">
            <a:extLst xmlns:a="http://schemas.openxmlformats.org/drawingml/2006/main">
              <a:ext uri="{FF2B5EF4-FFF2-40B4-BE49-F238E27FC236}">
                <a16:creationId xmlns:a16="http://schemas.microsoft.com/office/drawing/2014/main" id="{8AC31212-A2CC-430F-B8E5-67A0882B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02169" y="4357950"/>
            <a:ext cx="98572" cy="6811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2" name="Connector 51">
            <a:extLst xmlns:a="http://schemas.openxmlformats.org/drawingml/2006/main">
              <a:ext uri="{FF2B5EF4-FFF2-40B4-BE49-F238E27FC236}">
                <a16:creationId xmlns:a16="http://schemas.microsoft.com/office/drawing/2014/main" id="{59FFC54E-04C8-49FA-B797-F57C1F25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0741" y="4279657"/>
            <a:ext cx="98572" cy="7829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3" name="Connector 52">
            <a:extLst xmlns:a="http://schemas.openxmlformats.org/drawingml/2006/main">
              <a:ext uri="{FF2B5EF4-FFF2-40B4-BE49-F238E27FC236}">
                <a16:creationId xmlns:a16="http://schemas.microsoft.com/office/drawing/2014/main" id="{811161A3-354A-4A0B-AF65-57F2FE0F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99313" y="4192419"/>
            <a:ext cx="98573" cy="8723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4" name="Connector 53">
            <a:extLst xmlns:a="http://schemas.openxmlformats.org/drawingml/2006/main">
              <a:ext uri="{FF2B5EF4-FFF2-40B4-BE49-F238E27FC236}">
                <a16:creationId xmlns:a16="http://schemas.microsoft.com/office/drawing/2014/main" id="{049501B2-86A7-4365-98F8-B15757AA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97886" y="4097612"/>
            <a:ext cx="98572" cy="9480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5" name="Connector 54">
            <a:extLst xmlns:a="http://schemas.openxmlformats.org/drawingml/2006/main">
              <a:ext uri="{FF2B5EF4-FFF2-40B4-BE49-F238E27FC236}">
                <a16:creationId xmlns:a16="http://schemas.microsoft.com/office/drawing/2014/main" id="{18441D02-3AFF-4313-9917-7845C55A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96458" y="3996731"/>
            <a:ext cx="98572" cy="10088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6" name="Connector 55">
            <a:extLst xmlns:a="http://schemas.openxmlformats.org/drawingml/2006/main">
              <a:ext uri="{FF2B5EF4-FFF2-40B4-BE49-F238E27FC236}">
                <a16:creationId xmlns:a16="http://schemas.microsoft.com/office/drawing/2014/main" id="{4ECAB28F-21A6-4FCE-AD2D-AD4BDD80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95030" y="3891367"/>
            <a:ext cx="98573" cy="10536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7" name="Connector 56">
            <a:extLst xmlns:a="http://schemas.openxmlformats.org/drawingml/2006/main">
              <a:ext uri="{FF2B5EF4-FFF2-40B4-BE49-F238E27FC236}">
                <a16:creationId xmlns:a16="http://schemas.microsoft.com/office/drawing/2014/main" id="{628FE6C7-5A11-4030-BE33-B6C3CFE7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93603" y="3783182"/>
            <a:ext cx="98572" cy="10818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8" name="Connector 57">
            <a:extLst xmlns:a="http://schemas.openxmlformats.org/drawingml/2006/main">
              <a:ext uri="{FF2B5EF4-FFF2-40B4-BE49-F238E27FC236}">
                <a16:creationId xmlns:a16="http://schemas.microsoft.com/office/drawing/2014/main" id="{C79072D5-8A6F-4E7D-A6C8-A8289C03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92175" y="3673881"/>
            <a:ext cx="98572" cy="10930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9" name="Connector 58">
            <a:extLst xmlns:a="http://schemas.openxmlformats.org/drawingml/2006/main">
              <a:ext uri="{FF2B5EF4-FFF2-40B4-BE49-F238E27FC236}">
                <a16:creationId xmlns:a16="http://schemas.microsoft.com/office/drawing/2014/main" id="{C1CB1AC9-BF61-45FD-B39C-C1FABEA2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90747" y="3565189"/>
            <a:ext cx="98573" cy="10869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0" name="Connector 59">
            <a:extLst xmlns:a="http://schemas.openxmlformats.org/drawingml/2006/main">
              <a:ext uri="{FF2B5EF4-FFF2-40B4-BE49-F238E27FC236}">
                <a16:creationId xmlns:a16="http://schemas.microsoft.com/office/drawing/2014/main" id="{72E9F673-C504-4E60-9C90-69EA0B2B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89320" y="3458819"/>
            <a:ext cx="98572" cy="10637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1" name="Connector 60">
            <a:extLst xmlns:a="http://schemas.openxmlformats.org/drawingml/2006/main">
              <a:ext uri="{FF2B5EF4-FFF2-40B4-BE49-F238E27FC236}">
                <a16:creationId xmlns:a16="http://schemas.microsoft.com/office/drawing/2014/main" id="{AF8CC25C-9669-4002-8D26-E2411D9B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87892" y="3356450"/>
            <a:ext cx="98572" cy="10236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2" name="Connector 61">
            <a:extLst xmlns:a="http://schemas.openxmlformats.org/drawingml/2006/main">
              <a:ext uri="{FF2B5EF4-FFF2-40B4-BE49-F238E27FC236}">
                <a16:creationId xmlns:a16="http://schemas.microsoft.com/office/drawing/2014/main" id="{03199B06-8ABA-4F58-9AC2-DCD841A8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86464" y="3259695"/>
            <a:ext cx="98572" cy="9675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3" name="Connector 62">
            <a:extLst xmlns:a="http://schemas.openxmlformats.org/drawingml/2006/main">
              <a:ext uri="{FF2B5EF4-FFF2-40B4-BE49-F238E27FC236}">
                <a16:creationId xmlns:a16="http://schemas.microsoft.com/office/drawing/2014/main" id="{DA4507AC-13F5-43FB-B38F-D4EB22A6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285036" y="3170080"/>
            <a:ext cx="98573" cy="8961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4" name="Connector 63">
            <a:extLst xmlns:a="http://schemas.openxmlformats.org/drawingml/2006/main">
              <a:ext uri="{FF2B5EF4-FFF2-40B4-BE49-F238E27FC236}">
                <a16:creationId xmlns:a16="http://schemas.microsoft.com/office/drawing/2014/main" id="{6416475F-5828-4218-877D-864D1035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83609" y="3089019"/>
            <a:ext cx="98572" cy="8106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5" name="Connector 64">
            <a:extLst xmlns:a="http://schemas.openxmlformats.org/drawingml/2006/main">
              <a:ext uri="{FF2B5EF4-FFF2-40B4-BE49-F238E27FC236}">
                <a16:creationId xmlns:a16="http://schemas.microsoft.com/office/drawing/2014/main" id="{7646E705-360D-42F3-A186-668DBD1B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82181" y="3017791"/>
            <a:ext cx="98572" cy="7122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6" name="Connector 65">
            <a:extLst xmlns:a="http://schemas.openxmlformats.org/drawingml/2006/main">
              <a:ext uri="{FF2B5EF4-FFF2-40B4-BE49-F238E27FC236}">
                <a16:creationId xmlns:a16="http://schemas.microsoft.com/office/drawing/2014/main" id="{7760C994-8305-4C69-AABA-035A5023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580753" y="2957517"/>
            <a:ext cx="98573" cy="6027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7" name="Connector 66">
            <a:extLst xmlns:a="http://schemas.openxmlformats.org/drawingml/2006/main">
              <a:ext uri="{FF2B5EF4-FFF2-40B4-BE49-F238E27FC236}">
                <a16:creationId xmlns:a16="http://schemas.microsoft.com/office/drawing/2014/main" id="{A877276B-849E-4E1E-9987-2FFC478A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79326" y="2909150"/>
            <a:ext cx="98572" cy="4836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8" name="Connector 67">
            <a:extLst xmlns:a="http://schemas.openxmlformats.org/drawingml/2006/main">
              <a:ext uri="{FF2B5EF4-FFF2-40B4-BE49-F238E27FC236}">
                <a16:creationId xmlns:a16="http://schemas.microsoft.com/office/drawing/2014/main" id="{1BD43234-E68C-4DD6-882B-6991701C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77898" y="2873451"/>
            <a:ext cx="98572" cy="3569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9" name="Connector 68">
            <a:extLst xmlns:a="http://schemas.openxmlformats.org/drawingml/2006/main">
              <a:ext uri="{FF2B5EF4-FFF2-40B4-BE49-F238E27FC236}">
                <a16:creationId xmlns:a16="http://schemas.microsoft.com/office/drawing/2014/main" id="{3B671476-2467-4B01-BED7-2DDA1FB9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76470" y="2850984"/>
            <a:ext cx="98573" cy="2246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0" name="Connector 69">
            <a:extLst xmlns:a="http://schemas.openxmlformats.org/drawingml/2006/main">
              <a:ext uri="{FF2B5EF4-FFF2-40B4-BE49-F238E27FC236}">
                <a16:creationId xmlns:a16="http://schemas.microsoft.com/office/drawing/2014/main" id="{2ED6529E-6322-44DB-8229-AFC7EA2B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75043" y="2842104"/>
            <a:ext cx="98572" cy="888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1" name="Connector 70">
            <a:extLst xmlns:a="http://schemas.openxmlformats.org/drawingml/2006/main">
              <a:ext uri="{FF2B5EF4-FFF2-40B4-BE49-F238E27FC236}">
                <a16:creationId xmlns:a16="http://schemas.microsoft.com/office/drawing/2014/main" id="{5CB1C1D7-87CA-42EA-85BB-C74EA488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3615" y="2842104"/>
            <a:ext cx="98572" cy="484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2" name="Connector 71">
            <a:extLst xmlns:a="http://schemas.openxmlformats.org/drawingml/2006/main">
              <a:ext uri="{FF2B5EF4-FFF2-40B4-BE49-F238E27FC236}">
                <a16:creationId xmlns:a16="http://schemas.microsoft.com/office/drawing/2014/main" id="{3D29275D-DF24-4E2F-8621-3E932D1C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187" y="2846949"/>
            <a:ext cx="98573" cy="1849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3" name="Connector 72">
            <a:extLst xmlns:a="http://schemas.openxmlformats.org/drawingml/2006/main">
              <a:ext uri="{FF2B5EF4-FFF2-40B4-BE49-F238E27FC236}">
                <a16:creationId xmlns:a16="http://schemas.microsoft.com/office/drawing/2014/main" id="{A15F2C63-ACCA-4420-929A-65F13B78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760" y="2865444"/>
            <a:ext cx="98572" cy="3185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4" name="Connector 73">
            <a:extLst xmlns:a="http://schemas.openxmlformats.org/drawingml/2006/main">
              <a:ext uri="{FF2B5EF4-FFF2-40B4-BE49-F238E27FC236}">
                <a16:creationId xmlns:a16="http://schemas.microsoft.com/office/drawing/2014/main" id="{825D26E3-6DAF-4B31-9B25-B62A830C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9332" y="2897297"/>
            <a:ext cx="98572" cy="4470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5" name="Connector 74">
            <a:extLst xmlns:a="http://schemas.openxmlformats.org/drawingml/2006/main">
              <a:ext uri="{FF2B5EF4-FFF2-40B4-BE49-F238E27FC236}">
                <a16:creationId xmlns:a16="http://schemas.microsoft.com/office/drawing/2014/main" id="{5CEF1BBB-A50C-4149-862D-280939E3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904" y="2942005"/>
            <a:ext cx="98573" cy="5685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6" name="Connector 75">
            <a:extLst xmlns:a="http://schemas.openxmlformats.org/drawingml/2006/main">
              <a:ext uri="{FF2B5EF4-FFF2-40B4-BE49-F238E27FC236}">
                <a16:creationId xmlns:a16="http://schemas.microsoft.com/office/drawing/2014/main" id="{ADB92A38-D3B1-4923-8590-DE47D481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6477" y="2998864"/>
            <a:ext cx="98572" cy="6811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7" name="Connector 76">
            <a:extLst xmlns:a="http://schemas.openxmlformats.org/drawingml/2006/main">
              <a:ext uri="{FF2B5EF4-FFF2-40B4-BE49-F238E27FC236}">
                <a16:creationId xmlns:a16="http://schemas.microsoft.com/office/drawing/2014/main" id="{C8927733-C8CB-4A34-8E84-DBB19270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5049" y="3066977"/>
            <a:ext cx="98572" cy="7829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8" name="Connector 77">
            <a:extLst xmlns:a="http://schemas.openxmlformats.org/drawingml/2006/main">
              <a:ext uri="{FF2B5EF4-FFF2-40B4-BE49-F238E27FC236}">
                <a16:creationId xmlns:a16="http://schemas.microsoft.com/office/drawing/2014/main" id="{C2BAC33B-54C2-4B47-93CA-4B8EB4A0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621" y="3145270"/>
            <a:ext cx="98573" cy="8723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9" name="Connector 78">
            <a:extLst xmlns:a="http://schemas.openxmlformats.org/drawingml/2006/main">
              <a:ext uri="{FF2B5EF4-FFF2-40B4-BE49-F238E27FC236}">
                <a16:creationId xmlns:a16="http://schemas.microsoft.com/office/drawing/2014/main" id="{AE385079-D0C9-484B-9312-EF6A3CC5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194" y="3232508"/>
            <a:ext cx="98572" cy="9480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0" name="Connector 79">
            <a:extLst xmlns:a="http://schemas.openxmlformats.org/drawingml/2006/main">
              <a:ext uri="{FF2B5EF4-FFF2-40B4-BE49-F238E27FC236}">
                <a16:creationId xmlns:a16="http://schemas.microsoft.com/office/drawing/2014/main" id="{8BD48B10-3564-4C56-8D95-15797A98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766" y="3327315"/>
            <a:ext cx="98572" cy="10088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1" name="Connector 80">
            <a:extLst xmlns:a="http://schemas.openxmlformats.org/drawingml/2006/main">
              <a:ext uri="{FF2B5EF4-FFF2-40B4-BE49-F238E27FC236}">
                <a16:creationId xmlns:a16="http://schemas.microsoft.com/office/drawing/2014/main" id="{817A835F-8929-4450-927C-BCDC48B4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9338" y="3428196"/>
            <a:ext cx="98573" cy="10536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2" name="Connector 81">
            <a:extLst xmlns:a="http://schemas.openxmlformats.org/drawingml/2006/main">
              <a:ext uri="{FF2B5EF4-FFF2-40B4-BE49-F238E27FC236}">
                <a16:creationId xmlns:a16="http://schemas.microsoft.com/office/drawing/2014/main" id="{B61A88F4-2A34-49B3-8E06-696632D7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911" y="3533560"/>
            <a:ext cx="98572" cy="10818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3" name="Connector 82">
            <a:extLst xmlns:a="http://schemas.openxmlformats.org/drawingml/2006/main">
              <a:ext uri="{FF2B5EF4-FFF2-40B4-BE49-F238E27FC236}">
                <a16:creationId xmlns:a16="http://schemas.microsoft.com/office/drawing/2014/main" id="{B616161F-B6A0-473F-81D3-27E3DF37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483" y="3641745"/>
            <a:ext cx="98572" cy="10930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4" name="Connector 83">
            <a:extLst xmlns:a="http://schemas.openxmlformats.org/drawingml/2006/main">
              <a:ext uri="{FF2B5EF4-FFF2-40B4-BE49-F238E27FC236}">
                <a16:creationId xmlns:a16="http://schemas.microsoft.com/office/drawing/2014/main" id="{376F117A-71DF-4918-8492-823C4D0C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5055" y="3751046"/>
            <a:ext cx="98573" cy="10869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5" name="Connector 84">
            <a:extLst xmlns:a="http://schemas.openxmlformats.org/drawingml/2006/main">
              <a:ext uri="{FF2B5EF4-FFF2-40B4-BE49-F238E27FC236}">
                <a16:creationId xmlns:a16="http://schemas.microsoft.com/office/drawing/2014/main" id="{24709EDC-B145-4687-BC56-57960645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628" y="3859738"/>
            <a:ext cx="98572" cy="10637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6" name="Connector 85">
            <a:extLst xmlns:a="http://schemas.openxmlformats.org/drawingml/2006/main">
              <a:ext uri="{FF2B5EF4-FFF2-40B4-BE49-F238E27FC236}">
                <a16:creationId xmlns:a16="http://schemas.microsoft.com/office/drawing/2014/main" id="{D604D740-44BB-4B88-AA27-A9A1FCCF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2200" y="3966108"/>
            <a:ext cx="98572" cy="10236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7" name="Connector 86">
            <a:extLst xmlns:a="http://schemas.openxmlformats.org/drawingml/2006/main">
              <a:ext uri="{FF2B5EF4-FFF2-40B4-BE49-F238E27FC236}">
                <a16:creationId xmlns:a16="http://schemas.microsoft.com/office/drawing/2014/main" id="{110CF6B9-B666-4942-B4F3-7E578D94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772" y="4068477"/>
            <a:ext cx="98572" cy="9675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8" name="Connector 87">
            <a:extLst xmlns:a="http://schemas.openxmlformats.org/drawingml/2006/main">
              <a:ext uri="{FF2B5EF4-FFF2-40B4-BE49-F238E27FC236}">
                <a16:creationId xmlns:a16="http://schemas.microsoft.com/office/drawing/2014/main" id="{2E4C7106-120B-4CAA-B296-517BF317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9344" y="4165232"/>
            <a:ext cx="98573" cy="8961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9" name="Connector 88">
            <a:extLst xmlns:a="http://schemas.openxmlformats.org/drawingml/2006/main">
              <a:ext uri="{FF2B5EF4-FFF2-40B4-BE49-F238E27FC236}">
                <a16:creationId xmlns:a16="http://schemas.microsoft.com/office/drawing/2014/main" id="{F3FE9CD2-3B95-4F6A-A5C7-C647EABD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917" y="4254847"/>
            <a:ext cx="98572" cy="8106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0" name="Connector 89">
            <a:extLst xmlns:a="http://schemas.openxmlformats.org/drawingml/2006/main">
              <a:ext uri="{FF2B5EF4-FFF2-40B4-BE49-F238E27FC236}">
                <a16:creationId xmlns:a16="http://schemas.microsoft.com/office/drawing/2014/main" id="{6C576B5A-9A00-48AD-B5E5-89B0BB82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6489" y="4335908"/>
            <a:ext cx="98572" cy="7122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1" name="Connector 90">
            <a:extLst xmlns:a="http://schemas.openxmlformats.org/drawingml/2006/main">
              <a:ext uri="{FF2B5EF4-FFF2-40B4-BE49-F238E27FC236}">
                <a16:creationId xmlns:a16="http://schemas.microsoft.com/office/drawing/2014/main" id="{3C9404F7-96CF-4211-A48D-C832321A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5061" y="4407136"/>
            <a:ext cx="98573" cy="6027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2" name="Connector 91">
            <a:extLst xmlns:a="http://schemas.openxmlformats.org/drawingml/2006/main">
              <a:ext uri="{FF2B5EF4-FFF2-40B4-BE49-F238E27FC236}">
                <a16:creationId xmlns:a16="http://schemas.microsoft.com/office/drawing/2014/main" id="{106A5A97-BC83-4CED-8E84-41B6A12D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634" y="4467410"/>
            <a:ext cx="98572" cy="4836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3" name="Connector 92">
            <a:extLst xmlns:a="http://schemas.openxmlformats.org/drawingml/2006/main">
              <a:ext uri="{FF2B5EF4-FFF2-40B4-BE49-F238E27FC236}">
                <a16:creationId xmlns:a16="http://schemas.microsoft.com/office/drawing/2014/main" id="{F5A75400-8D8F-43D7-A511-9EE8D948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2206" y="4515777"/>
            <a:ext cx="98572" cy="3569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4" name="Connector 93">
            <a:extLst xmlns:a="http://schemas.openxmlformats.org/drawingml/2006/main">
              <a:ext uri="{FF2B5EF4-FFF2-40B4-BE49-F238E27FC236}">
                <a16:creationId xmlns:a16="http://schemas.microsoft.com/office/drawing/2014/main" id="{F029113B-B4EE-4FC5-87BE-FB969291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778" y="4551476"/>
            <a:ext cx="98573" cy="2246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5" name="Connector 94">
            <a:extLst xmlns:a="http://schemas.openxmlformats.org/drawingml/2006/main">
              <a:ext uri="{FF2B5EF4-FFF2-40B4-BE49-F238E27FC236}">
                <a16:creationId xmlns:a16="http://schemas.microsoft.com/office/drawing/2014/main" id="{A13B1C4B-97E4-40E2-A4DE-D710097B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351" y="4573943"/>
            <a:ext cx="98572" cy="888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6" name="Connector 95">
            <a:extLst xmlns:a="http://schemas.openxmlformats.org/drawingml/2006/main">
              <a:ext uri="{FF2B5EF4-FFF2-40B4-BE49-F238E27FC236}">
                <a16:creationId xmlns:a16="http://schemas.microsoft.com/office/drawing/2014/main" id="{1BD442AA-6F39-406C-B84A-E014C126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537923" y="4577978"/>
            <a:ext cx="98572" cy="484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7" name="Connector 96">
            <a:extLst xmlns:a="http://schemas.openxmlformats.org/drawingml/2006/main">
              <a:ext uri="{FF2B5EF4-FFF2-40B4-BE49-F238E27FC236}">
                <a16:creationId xmlns:a16="http://schemas.microsoft.com/office/drawing/2014/main" id="{334EA92D-87FF-4959-B532-75983253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636495" y="4559483"/>
            <a:ext cx="98573" cy="1849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8" name="Connector 97">
            <a:extLst xmlns:a="http://schemas.openxmlformats.org/drawingml/2006/main">
              <a:ext uri="{FF2B5EF4-FFF2-40B4-BE49-F238E27FC236}">
                <a16:creationId xmlns:a16="http://schemas.microsoft.com/office/drawing/2014/main" id="{CE8500B7-2A18-4183-974B-5A792A33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735068" y="4527630"/>
            <a:ext cx="98572" cy="3185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9" name="Connector 98">
            <a:extLst xmlns:a="http://schemas.openxmlformats.org/drawingml/2006/main">
              <a:ext uri="{FF2B5EF4-FFF2-40B4-BE49-F238E27FC236}">
                <a16:creationId xmlns:a16="http://schemas.microsoft.com/office/drawing/2014/main" id="{D936EEC8-DF79-4516-9AD9-593B05F0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33640" y="4482922"/>
            <a:ext cx="98572" cy="4470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0" name="Connector 99">
            <a:extLst xmlns:a="http://schemas.openxmlformats.org/drawingml/2006/main">
              <a:ext uri="{FF2B5EF4-FFF2-40B4-BE49-F238E27FC236}">
                <a16:creationId xmlns:a16="http://schemas.microsoft.com/office/drawing/2014/main" id="{72939458-4541-47C9-AC61-32E6C7A6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932212" y="4426063"/>
            <a:ext cx="98573" cy="5685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1" name="Connector 100">
            <a:extLst xmlns:a="http://schemas.openxmlformats.org/drawingml/2006/main">
              <a:ext uri="{FF2B5EF4-FFF2-40B4-BE49-F238E27FC236}">
                <a16:creationId xmlns:a16="http://schemas.microsoft.com/office/drawing/2014/main" id="{BE8DFA60-D42B-430F-9F49-5A455746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30785" y="4357950"/>
            <a:ext cx="98572" cy="6811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2" name="Connector 101">
            <a:extLst xmlns:a="http://schemas.openxmlformats.org/drawingml/2006/main">
              <a:ext uri="{FF2B5EF4-FFF2-40B4-BE49-F238E27FC236}">
                <a16:creationId xmlns:a16="http://schemas.microsoft.com/office/drawing/2014/main" id="{49C77810-077D-4184-B3CD-6E7692B3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129357" y="4279657"/>
            <a:ext cx="98572" cy="7829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3" name="Connector 102">
            <a:extLst xmlns:a="http://schemas.openxmlformats.org/drawingml/2006/main">
              <a:ext uri="{FF2B5EF4-FFF2-40B4-BE49-F238E27FC236}">
                <a16:creationId xmlns:a16="http://schemas.microsoft.com/office/drawing/2014/main" id="{37CE1A9F-ECCC-43A6-8B35-2DA3A536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27929" y="4192419"/>
            <a:ext cx="98573" cy="8723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4" name="Connector 103">
            <a:extLst xmlns:a="http://schemas.openxmlformats.org/drawingml/2006/main">
              <a:ext uri="{FF2B5EF4-FFF2-40B4-BE49-F238E27FC236}">
                <a16:creationId xmlns:a16="http://schemas.microsoft.com/office/drawing/2014/main" id="{77CE0F25-5537-4B88-83F0-09A36112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326502" y="4097612"/>
            <a:ext cx="98572" cy="9480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5" name="Connector 104">
            <a:extLst xmlns:a="http://schemas.openxmlformats.org/drawingml/2006/main">
              <a:ext uri="{FF2B5EF4-FFF2-40B4-BE49-F238E27FC236}">
                <a16:creationId xmlns:a16="http://schemas.microsoft.com/office/drawing/2014/main" id="{AC3946DB-5605-4DC0-8182-E1BAD422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425074" y="3996731"/>
            <a:ext cx="98572" cy="10088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6" name="Connector 105">
            <a:extLst xmlns:a="http://schemas.openxmlformats.org/drawingml/2006/main">
              <a:ext uri="{FF2B5EF4-FFF2-40B4-BE49-F238E27FC236}">
                <a16:creationId xmlns:a16="http://schemas.microsoft.com/office/drawing/2014/main" id="{026A675D-A802-4C8A-BB42-265E87B2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523646" y="3891367"/>
            <a:ext cx="98573" cy="10536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7" name="Connector 106">
            <a:extLst xmlns:a="http://schemas.openxmlformats.org/drawingml/2006/main">
              <a:ext uri="{FF2B5EF4-FFF2-40B4-BE49-F238E27FC236}">
                <a16:creationId xmlns:a16="http://schemas.microsoft.com/office/drawing/2014/main" id="{795B9E89-455F-48BA-94F4-3C2945A0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622219" y="3783182"/>
            <a:ext cx="98572" cy="10818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8" name="Connector 107">
            <a:extLst xmlns:a="http://schemas.openxmlformats.org/drawingml/2006/main">
              <a:ext uri="{FF2B5EF4-FFF2-40B4-BE49-F238E27FC236}">
                <a16:creationId xmlns:a16="http://schemas.microsoft.com/office/drawing/2014/main" id="{E0F85DCB-48A3-4265-9E3E-A904B02B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720791" y="3673881"/>
            <a:ext cx="98572" cy="10930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9" name="Connector 108">
            <a:extLst xmlns:a="http://schemas.openxmlformats.org/drawingml/2006/main">
              <a:ext uri="{FF2B5EF4-FFF2-40B4-BE49-F238E27FC236}">
                <a16:creationId xmlns:a16="http://schemas.microsoft.com/office/drawing/2014/main" id="{CD2CD8EF-D494-431D-9205-3778E84A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819363" y="3565189"/>
            <a:ext cx="98573" cy="10869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0" name="Connector 109">
            <a:extLst xmlns:a="http://schemas.openxmlformats.org/drawingml/2006/main">
              <a:ext uri="{FF2B5EF4-FFF2-40B4-BE49-F238E27FC236}">
                <a16:creationId xmlns:a16="http://schemas.microsoft.com/office/drawing/2014/main" id="{C001C97E-DE61-4AD0-A64C-4EA89E56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2587752"/>
            <a:ext cx="0" cy="2286000"/>
          </a:xfrm>
          <a:prstGeom xmlns:a="http://schemas.openxmlformats.org/drawingml/2006/main" prst="line">
            <a:avLst/>
          </a:prstGeom>
          <a:ln xmlns:a="http://schemas.openxmlformats.org/drawingml/2006/main" w="40640">
            <a:solidFill>
              <a:srgbClr val="FF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1" name="TextBox 110">
            <a:extLst xmlns:a="http://schemas.openxmlformats.org/drawingml/2006/main">
              <a:ext uri="{FF2B5EF4-FFF2-40B4-BE49-F238E27FC236}">
                <a16:creationId xmlns:a16="http://schemas.microsoft.com/office/drawing/2014/main" id="{1C36E5B3-4CFB-4BD8-AEE0-BBE53707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0952"/>
            <a:ext cx="576072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23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▶ 由教室浏览器播放</a:t>
            </a:r>
          </a:p>
        </p:txBody>
      </p:sp>
      <p:sp>
        <p:nvSpPr>
          <p:cNvPr id="112" name="TextBox 111">
            <a:extLst xmlns:a="http://schemas.openxmlformats.org/drawingml/2006/main">
              <a:ext uri="{FF2B5EF4-FFF2-40B4-BE49-F238E27FC236}">
                <a16:creationId xmlns:a16="http://schemas.microsoft.com/office/drawing/2014/main" id="{AEC6ED9C-00A7-4230-A81E-EF0E561B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5330952"/>
            <a:ext cx="310896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时间继续向右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C680741-C0F7-43BC-9FD8-4DAEC343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093976"/>
            <a:ext cx="1143000" cy="259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1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振幅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B9B8B08-ECDD-4CDE-9896-8351D680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981575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1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</p:spTree>
    <p:extLst>
      <p:ext uri="{BB962C8B-B14F-4D97-AF65-F5344CB8AC3E}">
        <p14:creationId xmlns:p14="http://schemas.microsoft.com/office/powerpoint/2010/main" val="1933589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DF1158D4-DA83-4C6E-84E8-DDB62C51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1ED65DF-D8D0-4568-8A7B-D2984991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6BC40F0-4746-4AEC-B5FB-A95B217C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只能留下有限个数字，该在哪些时刻取样？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35D914D2-C480-4996-B332-7DEA014B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3864"/>
            <a:ext cx="100584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F16977D2-5D9C-4173-9176-0AC48D7C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56816"/>
            <a:ext cx="0" cy="3063239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6E198C7-DE33-487C-A988-CE636540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1645920"/>
            <a:ext cx="128016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振幅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B52822A-F415-4A08-93EF-F1D1DEF5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02736"/>
            <a:ext cx="82296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F7B4082F-87E9-450F-BE0E-838AEFDC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69848" y="3279400"/>
            <a:ext cx="93543" cy="12673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5E1C6C77-FFE4-464C-A291-63CC3C03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63391" y="3154370"/>
            <a:ext cx="93543" cy="125030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5BBC82A6-87E0-4AE3-925E-1E80D1C9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56934" y="3032739"/>
            <a:ext cx="93543" cy="121631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176BC19B-ECC1-44DE-893D-F231E6A4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50477" y="2916147"/>
            <a:ext cx="93543" cy="11659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75D0546F-4A07-4A74-A81D-4350E256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44020" y="2806168"/>
            <a:ext cx="93543" cy="10997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616033C2-1138-42DA-8D66-53C7673B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7563" y="2704286"/>
            <a:ext cx="93543" cy="10188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C373AECE-A2C0-4602-AB48-6E748D57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31106" y="2611877"/>
            <a:ext cx="93543" cy="9240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EB09CCD7-C2D1-4213-840B-37FB3C2F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24649" y="2530188"/>
            <a:ext cx="93543" cy="8168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A02C1D48-F6B5-49CE-B0E2-6FD66A33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18192" y="2460320"/>
            <a:ext cx="93544" cy="6986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63D8D5CF-4208-4BF2-8D32-ADC261D7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11736" y="2403218"/>
            <a:ext cx="93543" cy="5710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CAA64A62-B3AE-41F0-AD03-26B9ECDA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005279" y="2359651"/>
            <a:ext cx="93543" cy="43567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7FEB0F76-1FBF-4229-9BDD-B256F58D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098822" y="2330208"/>
            <a:ext cx="93543" cy="29443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E755BC19-3A8E-4FFA-A9B4-50F95E1C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92365" y="2315286"/>
            <a:ext cx="93543" cy="1492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73DC7B2F-1A1F-4F6E-8DB8-67C064BF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85908" y="2315087"/>
            <a:ext cx="93543" cy="19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3C501925-3568-4F12-BC6A-28F7A528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451" y="2315087"/>
            <a:ext cx="93543" cy="14526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95BA2B02-CC7D-46B7-AD6D-49674801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994" y="2329613"/>
            <a:ext cx="93543" cy="2905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41F183F9-2987-484E-B10A-48D98C5A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6537" y="2358667"/>
            <a:ext cx="93544" cy="4319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C50DE05F-DD25-4A57-A0FA-7A7F75CE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081" y="2401859"/>
            <a:ext cx="93543" cy="56746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E3A13AA4-F803-46F0-8CCC-05674DB8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624" y="2458605"/>
            <a:ext cx="93543" cy="6953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DD4FAD38-1089-432F-8C0F-05FF8B0B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167" y="2528139"/>
            <a:ext cx="93543" cy="8138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1A949255-4BC2-42F5-8B9B-6C0A98FB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710" y="2609523"/>
            <a:ext cx="93543" cy="9213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48DBBB23-1A71-4195-907F-7CA5FB4C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253" y="2701658"/>
            <a:ext cx="93543" cy="101643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F512CA77-F6F7-4463-8C01-82D1D143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796" y="2803301"/>
            <a:ext cx="93543" cy="10977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E649EA00-4F02-4A74-A50D-CD9F034E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39" y="2913080"/>
            <a:ext cx="93543" cy="11643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3" name="Connector 32">
            <a:extLst xmlns:a="http://schemas.openxmlformats.org/drawingml/2006/main">
              <a:ext uri="{FF2B5EF4-FFF2-40B4-BE49-F238E27FC236}">
                <a16:creationId xmlns:a16="http://schemas.microsoft.com/office/drawing/2014/main" id="{E38FD3A1-EE26-4029-8FF8-2DF3A315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882" y="3029514"/>
            <a:ext cx="93544" cy="121517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7DD02AC9-A1DB-4208-8629-9423BB4A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426" y="3151031"/>
            <a:ext cx="93543" cy="12495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74AD8F7A-4AC5-4BF1-A71C-6146F305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969" y="3275990"/>
            <a:ext cx="93543" cy="126716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BC6AEDA3-219D-4CE6-9E29-8DA8F7B3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512" y="3402706"/>
            <a:ext cx="93543" cy="126763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7" name="Connector 36">
            <a:extLst xmlns:a="http://schemas.openxmlformats.org/drawingml/2006/main">
              <a:ext uri="{FF2B5EF4-FFF2-40B4-BE49-F238E27FC236}">
                <a16:creationId xmlns:a16="http://schemas.microsoft.com/office/drawing/2014/main" id="{D108CDCB-FA26-4ED9-B6B3-CE22CD4F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055" y="3529469"/>
            <a:ext cx="93543" cy="12509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8" name="Connector 37">
            <a:extLst xmlns:a="http://schemas.openxmlformats.org/drawingml/2006/main">
              <a:ext uri="{FF2B5EF4-FFF2-40B4-BE49-F238E27FC236}">
                <a16:creationId xmlns:a16="http://schemas.microsoft.com/office/drawing/2014/main" id="{2BEF19CD-5E5E-46C6-86C5-2A0244DC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598" y="3654567"/>
            <a:ext cx="93543" cy="12174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9" name="Connector 38">
            <a:extLst xmlns:a="http://schemas.openxmlformats.org/drawingml/2006/main">
              <a:ext uri="{FF2B5EF4-FFF2-40B4-BE49-F238E27FC236}">
                <a16:creationId xmlns:a16="http://schemas.microsoft.com/office/drawing/2014/main" id="{FD95BA14-5936-4CB9-BB4F-983C67FA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141" y="3776312"/>
            <a:ext cx="93543" cy="11674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91F7AFD3-E4EC-472D-9B3D-DDFCCAD2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9684" y="3893061"/>
            <a:ext cx="93543" cy="11017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1" name="Connector 40">
            <a:extLst xmlns:a="http://schemas.openxmlformats.org/drawingml/2006/main">
              <a:ext uri="{FF2B5EF4-FFF2-40B4-BE49-F238E27FC236}">
                <a16:creationId xmlns:a16="http://schemas.microsoft.com/office/drawing/2014/main" id="{FAD9F7C0-54C8-47BF-A6A0-57CEAC45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227" y="4003239"/>
            <a:ext cx="93543" cy="10211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2" name="Connector 41">
            <a:extLst xmlns:a="http://schemas.openxmlformats.org/drawingml/2006/main">
              <a:ext uri="{FF2B5EF4-FFF2-40B4-BE49-F238E27FC236}">
                <a16:creationId xmlns:a16="http://schemas.microsoft.com/office/drawing/2014/main" id="{43FD2BC2-9FF2-45C3-B216-B624A066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70" y="4105358"/>
            <a:ext cx="93544" cy="9268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3" name="Connector 42">
            <a:extLst xmlns:a="http://schemas.openxmlformats.org/drawingml/2006/main">
              <a:ext uri="{FF2B5EF4-FFF2-40B4-BE49-F238E27FC236}">
                <a16:creationId xmlns:a16="http://schemas.microsoft.com/office/drawing/2014/main" id="{4CE31BD9-51CA-4F78-9019-3E85D85D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314" y="4198040"/>
            <a:ext cx="93543" cy="8199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4" name="Connector 43">
            <a:extLst xmlns:a="http://schemas.openxmlformats.org/drawingml/2006/main">
              <a:ext uri="{FF2B5EF4-FFF2-40B4-BE49-F238E27FC236}">
                <a16:creationId xmlns:a16="http://schemas.microsoft.com/office/drawing/2014/main" id="{C2B060BB-7681-4E43-97AC-D767D238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857" y="4280034"/>
            <a:ext cx="93543" cy="70201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5" name="Connector 44">
            <a:extLst xmlns:a="http://schemas.openxmlformats.org/drawingml/2006/main">
              <a:ext uri="{FF2B5EF4-FFF2-40B4-BE49-F238E27FC236}">
                <a16:creationId xmlns:a16="http://schemas.microsoft.com/office/drawing/2014/main" id="{A498F4E6-F0B5-4091-8118-CDCB4058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00" y="4350235"/>
            <a:ext cx="93543" cy="5745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BE818C61-D3EF-4CF9-AC13-05190F88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943" y="4407693"/>
            <a:ext cx="93543" cy="43941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7" name="Connector 46">
            <a:extLst xmlns:a="http://schemas.openxmlformats.org/drawingml/2006/main">
              <a:ext uri="{FF2B5EF4-FFF2-40B4-BE49-F238E27FC236}">
                <a16:creationId xmlns:a16="http://schemas.microsoft.com/office/drawing/2014/main" id="{06E0887B-6451-4E1D-8B3B-621630E0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486" y="4451634"/>
            <a:ext cx="93543" cy="29831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8" name="Connector 47">
            <a:extLst xmlns:a="http://schemas.openxmlformats.org/drawingml/2006/main">
              <a:ext uri="{FF2B5EF4-FFF2-40B4-BE49-F238E27FC236}">
                <a16:creationId xmlns:a16="http://schemas.microsoft.com/office/drawing/2014/main" id="{DDB50932-FDD0-4005-9540-F80E2FED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29" y="4481465"/>
            <a:ext cx="93543" cy="1531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9" name="Connector 48">
            <a:extLst xmlns:a="http://schemas.openxmlformats.org/drawingml/2006/main">
              <a:ext uri="{FF2B5EF4-FFF2-40B4-BE49-F238E27FC236}">
                <a16:creationId xmlns:a16="http://schemas.microsoft.com/office/drawing/2014/main" id="{9BCEE02F-1122-4403-A1AD-B844AD07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1572" y="4496783"/>
            <a:ext cx="93543" cy="59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0" name="Connector 49">
            <a:extLst xmlns:a="http://schemas.openxmlformats.org/drawingml/2006/main">
              <a:ext uri="{FF2B5EF4-FFF2-40B4-BE49-F238E27FC236}">
                <a16:creationId xmlns:a16="http://schemas.microsoft.com/office/drawing/2014/main" id="{037FA471-1E71-4E62-AA13-5404229C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05115" y="4483251"/>
            <a:ext cx="93544" cy="14130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1" name="Connector 50">
            <a:extLst xmlns:a="http://schemas.openxmlformats.org/drawingml/2006/main">
              <a:ext uri="{FF2B5EF4-FFF2-40B4-BE49-F238E27FC236}">
                <a16:creationId xmlns:a16="http://schemas.microsoft.com/office/drawing/2014/main" id="{9C861624-CFF5-4E98-A47A-DD754BC6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98659" y="4454585"/>
            <a:ext cx="93543" cy="28666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2" name="Connector 51">
            <a:extLst xmlns:a="http://schemas.openxmlformats.org/drawingml/2006/main">
              <a:ext uri="{FF2B5EF4-FFF2-40B4-BE49-F238E27FC236}">
                <a16:creationId xmlns:a16="http://schemas.microsoft.com/office/drawing/2014/main" id="{C85AAA03-2728-498D-A74A-F55135A5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92202" y="4411768"/>
            <a:ext cx="93543" cy="42817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3" name="Connector 52">
            <a:extLst xmlns:a="http://schemas.openxmlformats.org/drawingml/2006/main">
              <a:ext uri="{FF2B5EF4-FFF2-40B4-BE49-F238E27FC236}">
                <a16:creationId xmlns:a16="http://schemas.microsoft.com/office/drawing/2014/main" id="{741C63CB-3EED-4D69-8CC3-30C0D70C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85745" y="4355380"/>
            <a:ext cx="93543" cy="5638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4" name="Connector 53">
            <a:extLst xmlns:a="http://schemas.openxmlformats.org/drawingml/2006/main">
              <a:ext uri="{FF2B5EF4-FFF2-40B4-BE49-F238E27FC236}">
                <a16:creationId xmlns:a16="http://schemas.microsoft.com/office/drawing/2014/main" id="{757AED6F-56D0-41F3-88B5-239920E4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79288" y="4286180"/>
            <a:ext cx="93543" cy="69200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5" name="Connector 54">
            <a:extLst xmlns:a="http://schemas.openxmlformats.org/drawingml/2006/main">
              <a:ext uri="{FF2B5EF4-FFF2-40B4-BE49-F238E27FC236}">
                <a16:creationId xmlns:a16="http://schemas.microsoft.com/office/drawing/2014/main" id="{9AB4072C-8004-450B-9AD2-7EDCA33C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72831" y="4205102"/>
            <a:ext cx="93543" cy="8107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6" name="Connector 55">
            <a:extLst xmlns:a="http://schemas.openxmlformats.org/drawingml/2006/main">
              <a:ext uri="{FF2B5EF4-FFF2-40B4-BE49-F238E27FC236}">
                <a16:creationId xmlns:a16="http://schemas.microsoft.com/office/drawing/2014/main" id="{B6EB2482-8FCC-4B10-942F-0B8EA7C8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66374" y="4113242"/>
            <a:ext cx="93543" cy="91860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7" name="Connector 56">
            <a:extLst xmlns:a="http://schemas.openxmlformats.org/drawingml/2006/main">
              <a:ext uri="{FF2B5EF4-FFF2-40B4-BE49-F238E27FC236}">
                <a16:creationId xmlns:a16="http://schemas.microsoft.com/office/drawing/2014/main" id="{A961FED1-D9F9-4A88-97E0-35809378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59917" y="4011838"/>
            <a:ext cx="93543" cy="10140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8" name="Connector 57">
            <a:extLst xmlns:a="http://schemas.openxmlformats.org/drawingml/2006/main">
              <a:ext uri="{FF2B5EF4-FFF2-40B4-BE49-F238E27FC236}">
                <a16:creationId xmlns:a16="http://schemas.microsoft.com/office/drawing/2014/main" id="{8D08A537-F83E-4EB9-AD29-D72958CB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53460" y="3902260"/>
            <a:ext cx="93544" cy="10957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9" name="Connector 58">
            <a:extLst xmlns:a="http://schemas.openxmlformats.org/drawingml/2006/main">
              <a:ext uri="{FF2B5EF4-FFF2-40B4-BE49-F238E27FC236}">
                <a16:creationId xmlns:a16="http://schemas.microsoft.com/office/drawing/2014/main" id="{0A1017BC-861F-4E6C-80BA-8486060B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47004" y="3785986"/>
            <a:ext cx="93543" cy="11627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0" name="Connector 59">
            <a:extLst xmlns:a="http://schemas.openxmlformats.org/drawingml/2006/main">
              <a:ext uri="{FF2B5EF4-FFF2-40B4-BE49-F238E27FC236}">
                <a16:creationId xmlns:a16="http://schemas.microsoft.com/office/drawing/2014/main" id="{21F9F62F-C97A-4CE8-ACDB-D00F19F0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40547" y="3664585"/>
            <a:ext cx="93543" cy="121401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1" name="Connector 60">
            <a:extLst xmlns:a="http://schemas.openxmlformats.org/drawingml/2006/main">
              <a:ext uri="{FF2B5EF4-FFF2-40B4-BE49-F238E27FC236}">
                <a16:creationId xmlns:a16="http://schemas.microsoft.com/office/drawing/2014/main" id="{7E7BFAFD-4CA0-4928-AD77-A8D925E4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34090" y="3539697"/>
            <a:ext cx="93543" cy="12488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2" name="Connector 61">
            <a:extLst xmlns:a="http://schemas.openxmlformats.org/drawingml/2006/main">
              <a:ext uri="{FF2B5EF4-FFF2-40B4-BE49-F238E27FC236}">
                <a16:creationId xmlns:a16="http://schemas.microsoft.com/office/drawing/2014/main" id="{D7342961-24F6-4D6A-A9CB-562F8468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27633" y="3413006"/>
            <a:ext cx="93543" cy="126691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3" name="Connector 62">
            <a:extLst xmlns:a="http://schemas.openxmlformats.org/drawingml/2006/main">
              <a:ext uri="{FF2B5EF4-FFF2-40B4-BE49-F238E27FC236}">
                <a16:creationId xmlns:a16="http://schemas.microsoft.com/office/drawing/2014/main" id="{10B1D28E-8342-414A-8CB2-B431AFC7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21176" y="3286222"/>
            <a:ext cx="93543" cy="12678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4" name="Connector 63">
            <a:extLst xmlns:a="http://schemas.openxmlformats.org/drawingml/2006/main">
              <a:ext uri="{FF2B5EF4-FFF2-40B4-BE49-F238E27FC236}">
                <a16:creationId xmlns:a16="http://schemas.microsoft.com/office/drawing/2014/main" id="{CD095F79-DD1E-4472-B4AA-D9624F08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214719" y="3161057"/>
            <a:ext cx="93543" cy="12516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5" name="Connector 64">
            <a:extLst xmlns:a="http://schemas.openxmlformats.org/drawingml/2006/main">
              <a:ext uri="{FF2B5EF4-FFF2-40B4-BE49-F238E27FC236}">
                <a16:creationId xmlns:a16="http://schemas.microsoft.com/office/drawing/2014/main" id="{01C8A243-689C-4AA5-9380-F4352544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08262" y="3039199"/>
            <a:ext cx="93543" cy="12185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6" name="Connector 65">
            <a:extLst xmlns:a="http://schemas.openxmlformats.org/drawingml/2006/main">
              <a:ext uri="{FF2B5EF4-FFF2-40B4-BE49-F238E27FC236}">
                <a16:creationId xmlns:a16="http://schemas.microsoft.com/office/drawing/2014/main" id="{01930833-AC55-4FA9-90B5-0347DB66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01805" y="2922294"/>
            <a:ext cx="93543" cy="11690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7" name="Connector 66">
            <a:extLst xmlns:a="http://schemas.openxmlformats.org/drawingml/2006/main">
              <a:ext uri="{FF2B5EF4-FFF2-40B4-BE49-F238E27FC236}">
                <a16:creationId xmlns:a16="http://schemas.microsoft.com/office/drawing/2014/main" id="{006F6C62-EC57-44E0-8FB0-7BDEE078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95348" y="2811918"/>
            <a:ext cx="93544" cy="110376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8" name="Connector 67">
            <a:extLst xmlns:a="http://schemas.openxmlformats.org/drawingml/2006/main">
              <a:ext uri="{FF2B5EF4-FFF2-40B4-BE49-F238E27FC236}">
                <a16:creationId xmlns:a16="http://schemas.microsoft.com/office/drawing/2014/main" id="{4A03FFB5-9EEE-4FA3-BA63-13A03983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588892" y="2709563"/>
            <a:ext cx="93543" cy="10235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9" name="Connector 68">
            <a:extLst xmlns:a="http://schemas.openxmlformats.org/drawingml/2006/main">
              <a:ext uri="{FF2B5EF4-FFF2-40B4-BE49-F238E27FC236}">
                <a16:creationId xmlns:a16="http://schemas.microsoft.com/office/drawing/2014/main" id="{2C401028-3ECC-4A2F-93B4-E3ADC804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82435" y="2616609"/>
            <a:ext cx="93543" cy="9295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0" name="Connector 69">
            <a:extLst xmlns:a="http://schemas.openxmlformats.org/drawingml/2006/main">
              <a:ext uri="{FF2B5EF4-FFF2-40B4-BE49-F238E27FC236}">
                <a16:creationId xmlns:a16="http://schemas.microsoft.com/office/drawing/2014/main" id="{AE387218-CC1B-464B-ABF1-C57759C0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75978" y="2534310"/>
            <a:ext cx="93543" cy="8229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1" name="Connector 70">
            <a:extLst xmlns:a="http://schemas.openxmlformats.org/drawingml/2006/main">
              <a:ext uri="{FF2B5EF4-FFF2-40B4-BE49-F238E27FC236}">
                <a16:creationId xmlns:a16="http://schemas.microsoft.com/office/drawing/2014/main" id="{0B3F8DD2-EC7C-4D2F-BD2F-7E7B0A15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69521" y="2463778"/>
            <a:ext cx="93543" cy="7053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2" name="Connector 71">
            <a:extLst xmlns:a="http://schemas.openxmlformats.org/drawingml/2006/main">
              <a:ext uri="{FF2B5EF4-FFF2-40B4-BE49-F238E27FC236}">
                <a16:creationId xmlns:a16="http://schemas.microsoft.com/office/drawing/2014/main" id="{90B9E7F8-9A7A-4738-97D8-6C835D5F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63064" y="2405964"/>
            <a:ext cx="93543" cy="5781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3" name="Connector 72">
            <a:extLst xmlns:a="http://schemas.openxmlformats.org/drawingml/2006/main">
              <a:ext uri="{FF2B5EF4-FFF2-40B4-BE49-F238E27FC236}">
                <a16:creationId xmlns:a16="http://schemas.microsoft.com/office/drawing/2014/main" id="{4EFF7E65-9DB1-4750-A997-1DFC68DF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56607" y="2361649"/>
            <a:ext cx="93543" cy="4431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4" name="Connector 73">
            <a:extLst xmlns:a="http://schemas.openxmlformats.org/drawingml/2006/main">
              <a:ext uri="{FF2B5EF4-FFF2-40B4-BE49-F238E27FC236}">
                <a16:creationId xmlns:a16="http://schemas.microsoft.com/office/drawing/2014/main" id="{19430D91-0D43-4784-948F-9D399A9D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50150" y="2331431"/>
            <a:ext cx="93543" cy="3021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5" name="Connector 74">
            <a:extLst xmlns:a="http://schemas.openxmlformats.org/drawingml/2006/main">
              <a:ext uri="{FF2B5EF4-FFF2-40B4-BE49-F238E27FC236}">
                <a16:creationId xmlns:a16="http://schemas.microsoft.com/office/drawing/2014/main" id="{C4C74F91-0557-4027-A700-2C189FAE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43693" y="2315717"/>
            <a:ext cx="93544" cy="1571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6" name="Connector 75">
            <a:extLst xmlns:a="http://schemas.openxmlformats.org/drawingml/2006/main">
              <a:ext uri="{FF2B5EF4-FFF2-40B4-BE49-F238E27FC236}">
                <a16:creationId xmlns:a16="http://schemas.microsoft.com/office/drawing/2014/main" id="{E0D2E23F-5B97-490E-93C1-867E79E8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7237" y="2314720"/>
            <a:ext cx="93543" cy="997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7" name="Connector 76">
            <a:extLst xmlns:a="http://schemas.openxmlformats.org/drawingml/2006/main">
              <a:ext uri="{FF2B5EF4-FFF2-40B4-BE49-F238E27FC236}">
                <a16:creationId xmlns:a16="http://schemas.microsoft.com/office/drawing/2014/main" id="{85B7BCB6-2DE4-4891-B593-66E4159A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780" y="2314720"/>
            <a:ext cx="93543" cy="13733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8" name="Connector 77">
            <a:extLst xmlns:a="http://schemas.openxmlformats.org/drawingml/2006/main">
              <a:ext uri="{FF2B5EF4-FFF2-40B4-BE49-F238E27FC236}">
                <a16:creationId xmlns:a16="http://schemas.microsoft.com/office/drawing/2014/main" id="{2674A954-9383-40A0-AB66-128F3CE4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323" y="2328453"/>
            <a:ext cx="93543" cy="2827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9" name="Connector 78">
            <a:extLst xmlns:a="http://schemas.openxmlformats.org/drawingml/2006/main">
              <a:ext uri="{FF2B5EF4-FFF2-40B4-BE49-F238E27FC236}">
                <a16:creationId xmlns:a16="http://schemas.microsoft.com/office/drawing/2014/main" id="{A931F89D-C53A-4184-B899-894FAD86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866" y="2356731"/>
            <a:ext cx="93543" cy="42441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0" name="Connector 79">
            <a:extLst xmlns:a="http://schemas.openxmlformats.org/drawingml/2006/main">
              <a:ext uri="{FF2B5EF4-FFF2-40B4-BE49-F238E27FC236}">
                <a16:creationId xmlns:a16="http://schemas.microsoft.com/office/drawing/2014/main" id="{53CCF68D-C608-4B18-92AD-CED08879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1409" y="2399172"/>
            <a:ext cx="93543" cy="56031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1" name="Connector 80">
            <a:extLst xmlns:a="http://schemas.openxmlformats.org/drawingml/2006/main">
              <a:ext uri="{FF2B5EF4-FFF2-40B4-BE49-F238E27FC236}">
                <a16:creationId xmlns:a16="http://schemas.microsoft.com/office/drawing/2014/main" id="{93713B57-92AB-47FC-8519-EF336A8E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952" y="2455203"/>
            <a:ext cx="93543" cy="6886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2" name="Connector 81">
            <a:extLst xmlns:a="http://schemas.openxmlformats.org/drawingml/2006/main">
              <a:ext uri="{FF2B5EF4-FFF2-40B4-BE49-F238E27FC236}">
                <a16:creationId xmlns:a16="http://schemas.microsoft.com/office/drawing/2014/main" id="{CC4BD8E5-7BF0-44B7-83F2-CF756A5B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95" y="2524068"/>
            <a:ext cx="93543" cy="80770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3" name="Connector 82">
            <a:extLst xmlns:a="http://schemas.openxmlformats.org/drawingml/2006/main">
              <a:ext uri="{FF2B5EF4-FFF2-40B4-BE49-F238E27FC236}">
                <a16:creationId xmlns:a16="http://schemas.microsoft.com/office/drawing/2014/main" id="{EA1BC380-0F62-4B2C-9442-73B9C572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038" y="2604838"/>
            <a:ext cx="93544" cy="9158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4" name="Connector 83">
            <a:extLst xmlns:a="http://schemas.openxmlformats.org/drawingml/2006/main">
              <a:ext uri="{FF2B5EF4-FFF2-40B4-BE49-F238E27FC236}">
                <a16:creationId xmlns:a16="http://schemas.microsoft.com/office/drawing/2014/main" id="{28E3C05C-BA52-46BE-991B-0F22D5A8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5582" y="2696423"/>
            <a:ext cx="93543" cy="101163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5" name="Connector 84">
            <a:extLst xmlns:a="http://schemas.openxmlformats.org/drawingml/2006/main">
              <a:ext uri="{FF2B5EF4-FFF2-40B4-BE49-F238E27FC236}">
                <a16:creationId xmlns:a16="http://schemas.microsoft.com/office/drawing/2014/main" id="{A6FCEF39-51FA-4939-8F1C-CBC00842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125" y="2797586"/>
            <a:ext cx="93543" cy="109376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6" name="Connector 85">
            <a:extLst xmlns:a="http://schemas.openxmlformats.org/drawingml/2006/main">
              <a:ext uri="{FF2B5EF4-FFF2-40B4-BE49-F238E27FC236}">
                <a16:creationId xmlns:a16="http://schemas.microsoft.com/office/drawing/2014/main" id="{D3E7A8DC-F6AE-4B62-AB24-7BFB21C1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68" y="2906962"/>
            <a:ext cx="93543" cy="11611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7" name="Connector 86">
            <a:extLst xmlns:a="http://schemas.openxmlformats.org/drawingml/2006/main">
              <a:ext uri="{FF2B5EF4-FFF2-40B4-BE49-F238E27FC236}">
                <a16:creationId xmlns:a16="http://schemas.microsoft.com/office/drawing/2014/main" id="{AD9F580E-B12F-4890-B3DB-CD3D38BA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211" y="3023076"/>
            <a:ext cx="93543" cy="121283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8" name="Connector 87">
            <a:extLst xmlns:a="http://schemas.openxmlformats.org/drawingml/2006/main">
              <a:ext uri="{FF2B5EF4-FFF2-40B4-BE49-F238E27FC236}">
                <a16:creationId xmlns:a16="http://schemas.microsoft.com/office/drawing/2014/main" id="{E77E58BA-2142-4A76-8446-F75AFE25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9754" y="3144359"/>
            <a:ext cx="93543" cy="124816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9" name="Connector 88">
            <a:extLst xmlns:a="http://schemas.openxmlformats.org/drawingml/2006/main">
              <a:ext uri="{FF2B5EF4-FFF2-40B4-BE49-F238E27FC236}">
                <a16:creationId xmlns:a16="http://schemas.microsoft.com/office/drawing/2014/main" id="{795CEC70-678C-4FDC-97E9-1468928A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297" y="3269175"/>
            <a:ext cx="93543" cy="12666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0" name="Connector 89">
            <a:extLst xmlns:a="http://schemas.openxmlformats.org/drawingml/2006/main">
              <a:ext uri="{FF2B5EF4-FFF2-40B4-BE49-F238E27FC236}">
                <a16:creationId xmlns:a16="http://schemas.microsoft.com/office/drawing/2014/main" id="{54814E2A-DA64-4098-A24F-F0980BD7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6840" y="3395840"/>
            <a:ext cx="93543" cy="126804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1" name="Connector 90">
            <a:extLst xmlns:a="http://schemas.openxmlformats.org/drawingml/2006/main">
              <a:ext uri="{FF2B5EF4-FFF2-40B4-BE49-F238E27FC236}">
                <a16:creationId xmlns:a16="http://schemas.microsoft.com/office/drawing/2014/main" id="{B221D9D6-8197-4F7A-986B-342C18B3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383" y="3522644"/>
            <a:ext cx="93543" cy="12523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2" name="Connector 91">
            <a:extLst xmlns:a="http://schemas.openxmlformats.org/drawingml/2006/main">
              <a:ext uri="{FF2B5EF4-FFF2-40B4-BE49-F238E27FC236}">
                <a16:creationId xmlns:a16="http://schemas.microsoft.com/office/drawing/2014/main" id="{7C3723D6-46B0-4B74-80EE-004806F0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926" y="3647876"/>
            <a:ext cx="93544" cy="12196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3" name="Connector 92">
            <a:extLst xmlns:a="http://schemas.openxmlformats.org/drawingml/2006/main">
              <a:ext uri="{FF2B5EF4-FFF2-40B4-BE49-F238E27FC236}">
                <a16:creationId xmlns:a16="http://schemas.microsoft.com/office/drawing/2014/main" id="{35C7EDE2-BB4C-42C0-9798-C6B80752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7470" y="3769845"/>
            <a:ext cx="93543" cy="117060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4" name="Connector 93">
            <a:extLst xmlns:a="http://schemas.openxmlformats.org/drawingml/2006/main">
              <a:ext uri="{FF2B5EF4-FFF2-40B4-BE49-F238E27FC236}">
                <a16:creationId xmlns:a16="http://schemas.microsoft.com/office/drawing/2014/main" id="{C23BFB5D-C46E-4698-8911-E2127244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1013" y="3886905"/>
            <a:ext cx="93543" cy="11057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5" name="Connector 94">
            <a:extLst xmlns:a="http://schemas.openxmlformats.org/drawingml/2006/main">
              <a:ext uri="{FF2B5EF4-FFF2-40B4-BE49-F238E27FC236}">
                <a16:creationId xmlns:a16="http://schemas.microsoft.com/office/drawing/2014/main" id="{3EE3AA71-576E-4B7C-A629-20D8C3C7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556" y="3997477"/>
            <a:ext cx="93543" cy="102590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6" name="Connector 95">
            <a:extLst xmlns:a="http://schemas.openxmlformats.org/drawingml/2006/main">
              <a:ext uri="{FF2B5EF4-FFF2-40B4-BE49-F238E27FC236}">
                <a16:creationId xmlns:a16="http://schemas.microsoft.com/office/drawing/2014/main" id="{2492E6F1-2CC0-4A04-B084-F0CB221C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99" y="4100067"/>
            <a:ext cx="93543" cy="93226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7" name="Connector 96">
            <a:extLst xmlns:a="http://schemas.openxmlformats.org/drawingml/2006/main">
              <a:ext uri="{FF2B5EF4-FFF2-40B4-BE49-F238E27FC236}">
                <a16:creationId xmlns:a16="http://schemas.microsoft.com/office/drawing/2014/main" id="{87E66172-3B32-47D8-AD00-39EC518F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642" y="4193293"/>
            <a:ext cx="93543" cy="82602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8" name="Connector 97">
            <a:extLst xmlns:a="http://schemas.openxmlformats.org/drawingml/2006/main">
              <a:ext uri="{FF2B5EF4-FFF2-40B4-BE49-F238E27FC236}">
                <a16:creationId xmlns:a16="http://schemas.microsoft.com/office/drawing/2014/main" id="{603CF8FE-5ECF-451D-8E95-0AAB037E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185" y="4275895"/>
            <a:ext cx="93543" cy="70863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9" name="Connector 98">
            <a:extLst xmlns:a="http://schemas.openxmlformats.org/drawingml/2006/main">
              <a:ext uri="{FF2B5EF4-FFF2-40B4-BE49-F238E27FC236}">
                <a16:creationId xmlns:a16="http://schemas.microsoft.com/office/drawing/2014/main" id="{EF282F72-8D21-42E0-9CA6-3659465E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728" y="4346758"/>
            <a:ext cx="93543" cy="5816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0" name="Connector 99">
            <a:extLst xmlns:a="http://schemas.openxmlformats.org/drawingml/2006/main">
              <a:ext uri="{FF2B5EF4-FFF2-40B4-BE49-F238E27FC236}">
                <a16:creationId xmlns:a16="http://schemas.microsoft.com/office/drawing/2014/main" id="{4AD63853-F52A-4967-84A7-6FACC6B6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271" y="4404926"/>
            <a:ext cx="93544" cy="44689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1" name="Connector 100">
            <a:extLst xmlns:a="http://schemas.openxmlformats.org/drawingml/2006/main">
              <a:ext uri="{FF2B5EF4-FFF2-40B4-BE49-F238E27FC236}">
                <a16:creationId xmlns:a16="http://schemas.microsoft.com/office/drawing/2014/main" id="{0E777739-1654-42F4-BBBB-FF099DF4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815" y="4449615"/>
            <a:ext cx="93543" cy="3060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2" name="Connector 101">
            <a:extLst xmlns:a="http://schemas.openxmlformats.org/drawingml/2006/main">
              <a:ext uri="{FF2B5EF4-FFF2-40B4-BE49-F238E27FC236}">
                <a16:creationId xmlns:a16="http://schemas.microsoft.com/office/drawing/2014/main" id="{ABF9DBB7-06E4-417D-9A6D-5AA390EE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358" y="4480220"/>
            <a:ext cx="93543" cy="16110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3" name="Connector 102">
            <a:extLst xmlns:a="http://schemas.openxmlformats.org/drawingml/2006/main">
              <a:ext uri="{FF2B5EF4-FFF2-40B4-BE49-F238E27FC236}">
                <a16:creationId xmlns:a16="http://schemas.microsoft.com/office/drawing/2014/main" id="{53B1E1D3-C451-4BF2-A3D6-00D06E1C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901" y="4496330"/>
            <a:ext cx="93543" cy="1396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4" name="Connector 103">
            <a:extLst xmlns:a="http://schemas.openxmlformats.org/drawingml/2006/main">
              <a:ext uri="{FF2B5EF4-FFF2-40B4-BE49-F238E27FC236}">
                <a16:creationId xmlns:a16="http://schemas.microsoft.com/office/drawing/2014/main" id="{7F104B7C-EF04-4C1A-B2B4-A5D93EA3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956444" y="4484389"/>
            <a:ext cx="93543" cy="13337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5" name="Connector 104">
            <a:extLst xmlns:a="http://schemas.openxmlformats.org/drawingml/2006/main">
              <a:ext uri="{FF2B5EF4-FFF2-40B4-BE49-F238E27FC236}">
                <a16:creationId xmlns:a16="http://schemas.microsoft.com/office/drawing/2014/main" id="{18329DFF-4AE8-4B7B-9486-20C48031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49987" y="4456501"/>
            <a:ext cx="93543" cy="27888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6" name="Connector 105">
            <a:extLst xmlns:a="http://schemas.openxmlformats.org/drawingml/2006/main">
              <a:ext uri="{FF2B5EF4-FFF2-40B4-BE49-F238E27FC236}">
                <a16:creationId xmlns:a16="http://schemas.microsoft.com/office/drawing/2014/main" id="{5780313B-AFEE-49B6-BBB4-B41F55C8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143530" y="4414436"/>
            <a:ext cx="93543" cy="42065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7" name="Connector 106">
            <a:extLst xmlns:a="http://schemas.openxmlformats.org/drawingml/2006/main">
              <a:ext uri="{FF2B5EF4-FFF2-40B4-BE49-F238E27FC236}">
                <a16:creationId xmlns:a16="http://schemas.microsoft.com/office/drawing/2014/main" id="{AD80D719-7271-41D9-A391-50738DA4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37073" y="4358763"/>
            <a:ext cx="93543" cy="55673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8" name="Connector 107">
            <a:extLst xmlns:a="http://schemas.openxmlformats.org/drawingml/2006/main">
              <a:ext uri="{FF2B5EF4-FFF2-40B4-BE49-F238E27FC236}">
                <a16:creationId xmlns:a16="http://schemas.microsoft.com/office/drawing/2014/main" id="{B39DE307-5DAE-4B62-9DA6-18926DC0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330616" y="4290233"/>
            <a:ext cx="93544" cy="68530"/>
          </a:xfrm>
          <a:prstGeom xmlns:a="http://schemas.openxmlformats.org/drawingml/2006/main" prst="line">
            <a:avLst/>
          </a:prstGeom>
          <a:ln xmlns:a="http://schemas.openxmlformats.org/drawingml/2006/main" w="3302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9" name="TextBox 108">
            <a:extLst xmlns:a="http://schemas.openxmlformats.org/drawingml/2006/main">
              <a:ext uri="{FF2B5EF4-FFF2-40B4-BE49-F238E27FC236}">
                <a16:creationId xmlns:a16="http://schemas.microsoft.com/office/drawing/2014/main" id="{96AF5F13-857F-490A-B88E-76BA4761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请提出一个规则：怎样公平地选出一组采样时刻？</a:t>
            </a:r>
          </a:p>
        </p:txBody>
      </p:sp>
    </p:spTree>
    <p:extLst>
      <p:ext uri="{BB962C8B-B14F-4D97-AF65-F5344CB8AC3E}">
        <p14:creationId xmlns:p14="http://schemas.microsoft.com/office/powerpoint/2010/main" val="6785049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26A5BE5A-D3A5-40DE-B698-7897887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EF60D04-7B66-46A7-B2B7-990CCD95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1EFFB1B-124E-4E04-B768-3957724A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每隔相同时间，取一个幅度值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99E51E75-D3C7-4789-876C-CABBE58B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3864"/>
            <a:ext cx="100584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52691582-E6D8-459E-81E1-A2DDCEC3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56816"/>
            <a:ext cx="0" cy="3063239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CA88E7A-14BC-477D-A637-B6DBC466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1645920"/>
            <a:ext cx="128016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振幅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57A477B-118C-48E5-ADE8-B82BB835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02736"/>
            <a:ext cx="82296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7F8CF580-2133-49FF-9413-9EFB28E8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69848" y="3279400"/>
            <a:ext cx="93543" cy="12673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A1977854-26AE-48FD-B0B1-462E3C7D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63391" y="3154370"/>
            <a:ext cx="93543" cy="12503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588E8FBD-B192-4394-8247-75B91D66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56934" y="3032739"/>
            <a:ext cx="93543" cy="12163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0F850087-4D92-4F22-8CD3-6D9C106F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50477" y="2916147"/>
            <a:ext cx="93543" cy="11659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61F20829-E5EB-4A34-BD40-4B1089E4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44020" y="2806168"/>
            <a:ext cx="93543" cy="10997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88A6A632-8AB0-4567-93D5-A9854F23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7563" y="2704286"/>
            <a:ext cx="93543" cy="10188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1AD21E06-066C-467C-8D6C-AE97D050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31106" y="2611877"/>
            <a:ext cx="93543" cy="9240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AF605CF9-2763-4EEA-9DDF-7A83FECE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24649" y="2530188"/>
            <a:ext cx="93543" cy="8168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772CD8F9-6B2A-4820-A01E-31E2DF24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18192" y="2460320"/>
            <a:ext cx="93544" cy="6986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5E61E849-D853-4099-9B9F-F5A3D6BF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11736" y="2403218"/>
            <a:ext cx="93543" cy="5710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B4D4893A-94A2-462F-BA5D-3AE643FD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005279" y="2359651"/>
            <a:ext cx="93543" cy="43567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4C639608-965E-4C14-847B-F7FCCDE1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098822" y="2330208"/>
            <a:ext cx="93543" cy="2944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7200E2AD-A124-403E-B7BF-63167282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92365" y="2315286"/>
            <a:ext cx="93543" cy="1492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C00A7EFA-F56A-457D-9A02-2CA136D0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85908" y="2315087"/>
            <a:ext cx="93543" cy="19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4015E8A5-4086-4882-8CF2-76B1C6F8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451" y="2315087"/>
            <a:ext cx="93543" cy="1452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44E910DC-5B91-4657-B672-42ECD930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994" y="2329613"/>
            <a:ext cx="93543" cy="2905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B616DBDC-2B58-4CC8-BF08-CBDCA6CF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6537" y="2358667"/>
            <a:ext cx="93544" cy="4319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2E55F3CF-120B-4352-B152-09680954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081" y="2401859"/>
            <a:ext cx="93543" cy="5674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7332955C-F486-4F34-A267-7009627D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624" y="2458605"/>
            <a:ext cx="93543" cy="6953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78700895-DE65-455D-A504-6B7A6D8D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167" y="2528139"/>
            <a:ext cx="93543" cy="8138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C2CC5AF2-3C41-495F-9F83-82038296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710" y="2609523"/>
            <a:ext cx="93543" cy="92135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0B2BE139-74A8-4AE5-BEDB-B793CA71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253" y="2701658"/>
            <a:ext cx="93543" cy="10164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C0BA1412-4E2F-4028-8903-0600EEF9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796" y="2803301"/>
            <a:ext cx="93543" cy="10977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F6728393-82CE-406B-953A-0D51C2DD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39" y="2913080"/>
            <a:ext cx="93543" cy="11643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3" name="Connector 32">
            <a:extLst xmlns:a="http://schemas.openxmlformats.org/drawingml/2006/main">
              <a:ext uri="{FF2B5EF4-FFF2-40B4-BE49-F238E27FC236}">
                <a16:creationId xmlns:a16="http://schemas.microsoft.com/office/drawing/2014/main" id="{6C42266B-687A-4E3F-AE0E-6C2A197D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882" y="3029514"/>
            <a:ext cx="93544" cy="121517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AB2A7B43-12DB-4F56-B112-EEA935D2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426" y="3151031"/>
            <a:ext cx="93543" cy="12495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D6E77577-CCB2-40EE-ADB4-E01636AD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969" y="3275990"/>
            <a:ext cx="93543" cy="12671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981AB875-06FD-4D94-9846-0295C033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512" y="3402706"/>
            <a:ext cx="93543" cy="12676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7" name="Connector 36">
            <a:extLst xmlns:a="http://schemas.openxmlformats.org/drawingml/2006/main">
              <a:ext uri="{FF2B5EF4-FFF2-40B4-BE49-F238E27FC236}">
                <a16:creationId xmlns:a16="http://schemas.microsoft.com/office/drawing/2014/main" id="{B651E330-5B9F-4CB9-A5BF-D4088A2C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055" y="3529469"/>
            <a:ext cx="93543" cy="12509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8" name="Connector 37">
            <a:extLst xmlns:a="http://schemas.openxmlformats.org/drawingml/2006/main">
              <a:ext uri="{FF2B5EF4-FFF2-40B4-BE49-F238E27FC236}">
                <a16:creationId xmlns:a16="http://schemas.microsoft.com/office/drawing/2014/main" id="{0387D04F-126A-48D1-8050-25E60BE1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598" y="3654567"/>
            <a:ext cx="93543" cy="121745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9" name="Connector 38">
            <a:extLst xmlns:a="http://schemas.openxmlformats.org/drawingml/2006/main">
              <a:ext uri="{FF2B5EF4-FFF2-40B4-BE49-F238E27FC236}">
                <a16:creationId xmlns:a16="http://schemas.microsoft.com/office/drawing/2014/main" id="{4A3961B2-85E0-4428-86F5-05DAF446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141" y="3776312"/>
            <a:ext cx="93543" cy="11674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9B33061C-9B35-41E7-A3AB-EA32611F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9684" y="3893061"/>
            <a:ext cx="93543" cy="11017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1" name="Connector 40">
            <a:extLst xmlns:a="http://schemas.openxmlformats.org/drawingml/2006/main">
              <a:ext uri="{FF2B5EF4-FFF2-40B4-BE49-F238E27FC236}">
                <a16:creationId xmlns:a16="http://schemas.microsoft.com/office/drawing/2014/main" id="{AEC62957-0EF2-45F5-892A-3A11093C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227" y="4003239"/>
            <a:ext cx="93543" cy="10211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2" name="Connector 41">
            <a:extLst xmlns:a="http://schemas.openxmlformats.org/drawingml/2006/main">
              <a:ext uri="{FF2B5EF4-FFF2-40B4-BE49-F238E27FC236}">
                <a16:creationId xmlns:a16="http://schemas.microsoft.com/office/drawing/2014/main" id="{A4CF74AA-E359-4D54-AB2A-097CAEC2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70" y="4105358"/>
            <a:ext cx="93544" cy="9268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3" name="Connector 42">
            <a:extLst xmlns:a="http://schemas.openxmlformats.org/drawingml/2006/main">
              <a:ext uri="{FF2B5EF4-FFF2-40B4-BE49-F238E27FC236}">
                <a16:creationId xmlns:a16="http://schemas.microsoft.com/office/drawing/2014/main" id="{5D25EB30-B8E5-4254-A017-D3D03DA8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314" y="4198040"/>
            <a:ext cx="93543" cy="8199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4" name="Connector 43">
            <a:extLst xmlns:a="http://schemas.openxmlformats.org/drawingml/2006/main">
              <a:ext uri="{FF2B5EF4-FFF2-40B4-BE49-F238E27FC236}">
                <a16:creationId xmlns:a16="http://schemas.microsoft.com/office/drawing/2014/main" id="{001123FC-614A-4573-A0CC-76817BF7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857" y="4280034"/>
            <a:ext cx="93543" cy="7020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5" name="Connector 44">
            <a:extLst xmlns:a="http://schemas.openxmlformats.org/drawingml/2006/main">
              <a:ext uri="{FF2B5EF4-FFF2-40B4-BE49-F238E27FC236}">
                <a16:creationId xmlns:a16="http://schemas.microsoft.com/office/drawing/2014/main" id="{3C03A9B3-C5D4-4D1D-9364-D2E0DEAC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00" y="4350235"/>
            <a:ext cx="93543" cy="5745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7522A940-12D7-4E60-ACD6-F3498A8F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943" y="4407693"/>
            <a:ext cx="93543" cy="4394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7" name="Connector 46">
            <a:extLst xmlns:a="http://schemas.openxmlformats.org/drawingml/2006/main">
              <a:ext uri="{FF2B5EF4-FFF2-40B4-BE49-F238E27FC236}">
                <a16:creationId xmlns:a16="http://schemas.microsoft.com/office/drawing/2014/main" id="{DDDD8FB2-5085-4A62-9269-2B842879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486" y="4451634"/>
            <a:ext cx="93543" cy="2983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8" name="Connector 47">
            <a:extLst xmlns:a="http://schemas.openxmlformats.org/drawingml/2006/main">
              <a:ext uri="{FF2B5EF4-FFF2-40B4-BE49-F238E27FC236}">
                <a16:creationId xmlns:a16="http://schemas.microsoft.com/office/drawing/2014/main" id="{02A5D64B-D066-4FD7-BA52-1B15E1FF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29" y="4481465"/>
            <a:ext cx="93543" cy="1531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9" name="Connector 48">
            <a:extLst xmlns:a="http://schemas.openxmlformats.org/drawingml/2006/main">
              <a:ext uri="{FF2B5EF4-FFF2-40B4-BE49-F238E27FC236}">
                <a16:creationId xmlns:a16="http://schemas.microsoft.com/office/drawing/2014/main" id="{210F2EC0-332F-464D-828D-C7A5148F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1572" y="4496783"/>
            <a:ext cx="93543" cy="59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0" name="Connector 49">
            <a:extLst xmlns:a="http://schemas.openxmlformats.org/drawingml/2006/main">
              <a:ext uri="{FF2B5EF4-FFF2-40B4-BE49-F238E27FC236}">
                <a16:creationId xmlns:a16="http://schemas.microsoft.com/office/drawing/2014/main" id="{A6C98150-388E-450B-95A5-326F894A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05115" y="4483251"/>
            <a:ext cx="93544" cy="1413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1" name="Connector 50">
            <a:extLst xmlns:a="http://schemas.openxmlformats.org/drawingml/2006/main">
              <a:ext uri="{FF2B5EF4-FFF2-40B4-BE49-F238E27FC236}">
                <a16:creationId xmlns:a16="http://schemas.microsoft.com/office/drawing/2014/main" id="{AF0A8C55-76B2-4E70-8A58-6D4C4DEA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98659" y="4454585"/>
            <a:ext cx="93543" cy="2866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2" name="Connector 51">
            <a:extLst xmlns:a="http://schemas.openxmlformats.org/drawingml/2006/main">
              <a:ext uri="{FF2B5EF4-FFF2-40B4-BE49-F238E27FC236}">
                <a16:creationId xmlns:a16="http://schemas.microsoft.com/office/drawing/2014/main" id="{0D22B39D-C326-4B2B-AE10-9AE89C95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92202" y="4411768"/>
            <a:ext cx="93543" cy="42817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3" name="Connector 52">
            <a:extLst xmlns:a="http://schemas.openxmlformats.org/drawingml/2006/main">
              <a:ext uri="{FF2B5EF4-FFF2-40B4-BE49-F238E27FC236}">
                <a16:creationId xmlns:a16="http://schemas.microsoft.com/office/drawing/2014/main" id="{DF57E3B1-8C36-4C95-B019-641A1ADB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85745" y="4355380"/>
            <a:ext cx="93543" cy="5638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4" name="Connector 53">
            <a:extLst xmlns:a="http://schemas.openxmlformats.org/drawingml/2006/main">
              <a:ext uri="{FF2B5EF4-FFF2-40B4-BE49-F238E27FC236}">
                <a16:creationId xmlns:a16="http://schemas.microsoft.com/office/drawing/2014/main" id="{56175A01-D5D9-4388-BA10-14B6788C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79288" y="4286180"/>
            <a:ext cx="93543" cy="6920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5" name="Connector 54">
            <a:extLst xmlns:a="http://schemas.openxmlformats.org/drawingml/2006/main">
              <a:ext uri="{FF2B5EF4-FFF2-40B4-BE49-F238E27FC236}">
                <a16:creationId xmlns:a16="http://schemas.microsoft.com/office/drawing/2014/main" id="{612E3460-554F-427B-8DF5-C0FA58B3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72831" y="4205102"/>
            <a:ext cx="93543" cy="8107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6" name="Connector 55">
            <a:extLst xmlns:a="http://schemas.openxmlformats.org/drawingml/2006/main">
              <a:ext uri="{FF2B5EF4-FFF2-40B4-BE49-F238E27FC236}">
                <a16:creationId xmlns:a16="http://schemas.microsoft.com/office/drawing/2014/main" id="{B3597B4B-09F6-44C7-AAB3-E4780759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66374" y="4113242"/>
            <a:ext cx="93543" cy="9186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7" name="Connector 56">
            <a:extLst xmlns:a="http://schemas.openxmlformats.org/drawingml/2006/main">
              <a:ext uri="{FF2B5EF4-FFF2-40B4-BE49-F238E27FC236}">
                <a16:creationId xmlns:a16="http://schemas.microsoft.com/office/drawing/2014/main" id="{CD450CF1-8E3C-407A-8F15-57CE7A18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59917" y="4011838"/>
            <a:ext cx="93543" cy="10140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8" name="Connector 57">
            <a:extLst xmlns:a="http://schemas.openxmlformats.org/drawingml/2006/main">
              <a:ext uri="{FF2B5EF4-FFF2-40B4-BE49-F238E27FC236}">
                <a16:creationId xmlns:a16="http://schemas.microsoft.com/office/drawing/2014/main" id="{B7E52724-4ED9-47F2-8D95-966311BA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53460" y="3902260"/>
            <a:ext cx="93544" cy="10957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9" name="Connector 58">
            <a:extLst xmlns:a="http://schemas.openxmlformats.org/drawingml/2006/main">
              <a:ext uri="{FF2B5EF4-FFF2-40B4-BE49-F238E27FC236}">
                <a16:creationId xmlns:a16="http://schemas.microsoft.com/office/drawing/2014/main" id="{C57DDE6D-735D-438D-A188-A8D2B828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47004" y="3785986"/>
            <a:ext cx="93543" cy="11627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0" name="Connector 59">
            <a:extLst xmlns:a="http://schemas.openxmlformats.org/drawingml/2006/main">
              <a:ext uri="{FF2B5EF4-FFF2-40B4-BE49-F238E27FC236}">
                <a16:creationId xmlns:a16="http://schemas.microsoft.com/office/drawing/2014/main" id="{A06128C1-B7DA-4748-8A3F-1B5C25B0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40547" y="3664585"/>
            <a:ext cx="93543" cy="12140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1" name="Connector 60">
            <a:extLst xmlns:a="http://schemas.openxmlformats.org/drawingml/2006/main">
              <a:ext uri="{FF2B5EF4-FFF2-40B4-BE49-F238E27FC236}">
                <a16:creationId xmlns:a16="http://schemas.microsoft.com/office/drawing/2014/main" id="{75BD82ED-3FF9-4550-8F23-AAC0F240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34090" y="3539697"/>
            <a:ext cx="93543" cy="12488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2" name="Connector 61">
            <a:extLst xmlns:a="http://schemas.openxmlformats.org/drawingml/2006/main">
              <a:ext uri="{FF2B5EF4-FFF2-40B4-BE49-F238E27FC236}">
                <a16:creationId xmlns:a16="http://schemas.microsoft.com/office/drawing/2014/main" id="{54A40599-1C8A-46FB-BC63-9362815D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27633" y="3413006"/>
            <a:ext cx="93543" cy="12669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3" name="Connector 62">
            <a:extLst xmlns:a="http://schemas.openxmlformats.org/drawingml/2006/main">
              <a:ext uri="{FF2B5EF4-FFF2-40B4-BE49-F238E27FC236}">
                <a16:creationId xmlns:a16="http://schemas.microsoft.com/office/drawing/2014/main" id="{33549292-9318-4AFC-A1CA-9228FA0F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21176" y="3286222"/>
            <a:ext cx="93543" cy="12678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4" name="Connector 63">
            <a:extLst xmlns:a="http://schemas.openxmlformats.org/drawingml/2006/main">
              <a:ext uri="{FF2B5EF4-FFF2-40B4-BE49-F238E27FC236}">
                <a16:creationId xmlns:a16="http://schemas.microsoft.com/office/drawing/2014/main" id="{BFFFF4A4-EC16-4CF0-A2F9-DF1B2CFF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214719" y="3161057"/>
            <a:ext cx="93543" cy="125165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5" name="Connector 64">
            <a:extLst xmlns:a="http://schemas.openxmlformats.org/drawingml/2006/main">
              <a:ext uri="{FF2B5EF4-FFF2-40B4-BE49-F238E27FC236}">
                <a16:creationId xmlns:a16="http://schemas.microsoft.com/office/drawing/2014/main" id="{2EB792B6-55D8-4304-AC55-CB67E3F7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08262" y="3039199"/>
            <a:ext cx="93543" cy="12185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6" name="Connector 65">
            <a:extLst xmlns:a="http://schemas.openxmlformats.org/drawingml/2006/main">
              <a:ext uri="{FF2B5EF4-FFF2-40B4-BE49-F238E27FC236}">
                <a16:creationId xmlns:a16="http://schemas.microsoft.com/office/drawing/2014/main" id="{18EA3F9F-FFDD-4E55-B979-7BAB68E7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01805" y="2922294"/>
            <a:ext cx="93543" cy="116905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7" name="Connector 66">
            <a:extLst xmlns:a="http://schemas.openxmlformats.org/drawingml/2006/main">
              <a:ext uri="{FF2B5EF4-FFF2-40B4-BE49-F238E27FC236}">
                <a16:creationId xmlns:a16="http://schemas.microsoft.com/office/drawing/2014/main" id="{D24EAA99-B43C-4652-9A4A-D0B63958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95348" y="2811918"/>
            <a:ext cx="93544" cy="11037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8" name="Connector 67">
            <a:extLst xmlns:a="http://schemas.openxmlformats.org/drawingml/2006/main">
              <a:ext uri="{FF2B5EF4-FFF2-40B4-BE49-F238E27FC236}">
                <a16:creationId xmlns:a16="http://schemas.microsoft.com/office/drawing/2014/main" id="{C7B377AE-5224-41EF-93DF-5EEB0DFB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588892" y="2709563"/>
            <a:ext cx="93543" cy="102355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9" name="Connector 68">
            <a:extLst xmlns:a="http://schemas.openxmlformats.org/drawingml/2006/main">
              <a:ext uri="{FF2B5EF4-FFF2-40B4-BE49-F238E27FC236}">
                <a16:creationId xmlns:a16="http://schemas.microsoft.com/office/drawing/2014/main" id="{DB91F321-5F4E-4362-B28B-CADC0420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82435" y="2616609"/>
            <a:ext cx="93543" cy="9295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0" name="Connector 69">
            <a:extLst xmlns:a="http://schemas.openxmlformats.org/drawingml/2006/main">
              <a:ext uri="{FF2B5EF4-FFF2-40B4-BE49-F238E27FC236}">
                <a16:creationId xmlns:a16="http://schemas.microsoft.com/office/drawing/2014/main" id="{0E04DA00-E0D3-4C06-B721-4F774790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75978" y="2534310"/>
            <a:ext cx="93543" cy="8229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1" name="Connector 70">
            <a:extLst xmlns:a="http://schemas.openxmlformats.org/drawingml/2006/main">
              <a:ext uri="{FF2B5EF4-FFF2-40B4-BE49-F238E27FC236}">
                <a16:creationId xmlns:a16="http://schemas.microsoft.com/office/drawing/2014/main" id="{4288781A-3AC0-4B4A-9F0F-120A4A45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69521" y="2463778"/>
            <a:ext cx="93543" cy="7053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2" name="Connector 71">
            <a:extLst xmlns:a="http://schemas.openxmlformats.org/drawingml/2006/main">
              <a:ext uri="{FF2B5EF4-FFF2-40B4-BE49-F238E27FC236}">
                <a16:creationId xmlns:a16="http://schemas.microsoft.com/office/drawing/2014/main" id="{C9D71A47-8D3E-4285-B57E-201A7389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63064" y="2405964"/>
            <a:ext cx="93543" cy="5781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3" name="Connector 72">
            <a:extLst xmlns:a="http://schemas.openxmlformats.org/drawingml/2006/main">
              <a:ext uri="{FF2B5EF4-FFF2-40B4-BE49-F238E27FC236}">
                <a16:creationId xmlns:a16="http://schemas.microsoft.com/office/drawing/2014/main" id="{FC7D1668-90CE-4636-9B89-293EE552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56607" y="2361649"/>
            <a:ext cx="93543" cy="44315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4" name="Connector 73">
            <a:extLst xmlns:a="http://schemas.openxmlformats.org/drawingml/2006/main">
              <a:ext uri="{FF2B5EF4-FFF2-40B4-BE49-F238E27FC236}">
                <a16:creationId xmlns:a16="http://schemas.microsoft.com/office/drawing/2014/main" id="{8FB8B972-B8F8-4491-A91A-715C73C3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50150" y="2331431"/>
            <a:ext cx="93543" cy="3021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5" name="Connector 74">
            <a:extLst xmlns:a="http://schemas.openxmlformats.org/drawingml/2006/main">
              <a:ext uri="{FF2B5EF4-FFF2-40B4-BE49-F238E27FC236}">
                <a16:creationId xmlns:a16="http://schemas.microsoft.com/office/drawing/2014/main" id="{74B6B3AA-171B-4A44-8A07-362D8110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43693" y="2315717"/>
            <a:ext cx="93544" cy="1571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6" name="Connector 75">
            <a:extLst xmlns:a="http://schemas.openxmlformats.org/drawingml/2006/main">
              <a:ext uri="{FF2B5EF4-FFF2-40B4-BE49-F238E27FC236}">
                <a16:creationId xmlns:a16="http://schemas.microsoft.com/office/drawing/2014/main" id="{D9429AEF-3D21-4562-B6FE-3F7637CB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7237" y="2314720"/>
            <a:ext cx="93543" cy="997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7" name="Connector 76">
            <a:extLst xmlns:a="http://schemas.openxmlformats.org/drawingml/2006/main">
              <a:ext uri="{FF2B5EF4-FFF2-40B4-BE49-F238E27FC236}">
                <a16:creationId xmlns:a16="http://schemas.microsoft.com/office/drawing/2014/main" id="{5F61EF12-0F1F-48BE-8409-7F4857EF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780" y="2314720"/>
            <a:ext cx="93543" cy="1373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8" name="Connector 77">
            <a:extLst xmlns:a="http://schemas.openxmlformats.org/drawingml/2006/main">
              <a:ext uri="{FF2B5EF4-FFF2-40B4-BE49-F238E27FC236}">
                <a16:creationId xmlns:a16="http://schemas.microsoft.com/office/drawing/2014/main" id="{3470F1A4-2C4F-4A27-9257-5FBBBBD2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323" y="2328453"/>
            <a:ext cx="93543" cy="2827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9" name="Connector 78">
            <a:extLst xmlns:a="http://schemas.openxmlformats.org/drawingml/2006/main">
              <a:ext uri="{FF2B5EF4-FFF2-40B4-BE49-F238E27FC236}">
                <a16:creationId xmlns:a16="http://schemas.microsoft.com/office/drawing/2014/main" id="{53F8353C-072D-4364-AB31-244BD80C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866" y="2356731"/>
            <a:ext cx="93543" cy="4244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0" name="Connector 79">
            <a:extLst xmlns:a="http://schemas.openxmlformats.org/drawingml/2006/main">
              <a:ext uri="{FF2B5EF4-FFF2-40B4-BE49-F238E27FC236}">
                <a16:creationId xmlns:a16="http://schemas.microsoft.com/office/drawing/2014/main" id="{14AE902D-676C-4702-8AF8-21FBCB9B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1409" y="2399172"/>
            <a:ext cx="93543" cy="5603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1" name="Connector 80">
            <a:extLst xmlns:a="http://schemas.openxmlformats.org/drawingml/2006/main">
              <a:ext uri="{FF2B5EF4-FFF2-40B4-BE49-F238E27FC236}">
                <a16:creationId xmlns:a16="http://schemas.microsoft.com/office/drawing/2014/main" id="{19223A9A-6812-4960-A68F-3CB444A1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952" y="2455203"/>
            <a:ext cx="93543" cy="68865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2" name="Connector 81">
            <a:extLst xmlns:a="http://schemas.openxmlformats.org/drawingml/2006/main">
              <a:ext uri="{FF2B5EF4-FFF2-40B4-BE49-F238E27FC236}">
                <a16:creationId xmlns:a16="http://schemas.microsoft.com/office/drawing/2014/main" id="{00CC0324-D836-425E-973F-2844FBA7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95" y="2524068"/>
            <a:ext cx="93543" cy="8077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3" name="Connector 82">
            <a:extLst xmlns:a="http://schemas.openxmlformats.org/drawingml/2006/main">
              <a:ext uri="{FF2B5EF4-FFF2-40B4-BE49-F238E27FC236}">
                <a16:creationId xmlns:a16="http://schemas.microsoft.com/office/drawing/2014/main" id="{C2F4F1D9-A28A-40E2-A268-6F74C849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038" y="2604838"/>
            <a:ext cx="93544" cy="91585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4" name="Connector 83">
            <a:extLst xmlns:a="http://schemas.openxmlformats.org/drawingml/2006/main">
              <a:ext uri="{FF2B5EF4-FFF2-40B4-BE49-F238E27FC236}">
                <a16:creationId xmlns:a16="http://schemas.microsoft.com/office/drawing/2014/main" id="{D6A26FD6-1DFA-46F0-A414-B1CC68B8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5582" y="2696423"/>
            <a:ext cx="93543" cy="10116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5" name="Connector 84">
            <a:extLst xmlns:a="http://schemas.openxmlformats.org/drawingml/2006/main">
              <a:ext uri="{FF2B5EF4-FFF2-40B4-BE49-F238E27FC236}">
                <a16:creationId xmlns:a16="http://schemas.microsoft.com/office/drawing/2014/main" id="{9713FE0F-B23B-416D-AD2B-F4668B99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125" y="2797586"/>
            <a:ext cx="93543" cy="10937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6" name="Connector 85">
            <a:extLst xmlns:a="http://schemas.openxmlformats.org/drawingml/2006/main">
              <a:ext uri="{FF2B5EF4-FFF2-40B4-BE49-F238E27FC236}">
                <a16:creationId xmlns:a16="http://schemas.microsoft.com/office/drawing/2014/main" id="{FABB505A-69AB-411B-A68F-C28A2EE4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68" y="2906962"/>
            <a:ext cx="93543" cy="11611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7" name="Connector 86">
            <a:extLst xmlns:a="http://schemas.openxmlformats.org/drawingml/2006/main">
              <a:ext uri="{FF2B5EF4-FFF2-40B4-BE49-F238E27FC236}">
                <a16:creationId xmlns:a16="http://schemas.microsoft.com/office/drawing/2014/main" id="{EDA8D3EA-260D-46FB-B098-EADA8125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211" y="3023076"/>
            <a:ext cx="93543" cy="12128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8" name="Connector 87">
            <a:extLst xmlns:a="http://schemas.openxmlformats.org/drawingml/2006/main">
              <a:ext uri="{FF2B5EF4-FFF2-40B4-BE49-F238E27FC236}">
                <a16:creationId xmlns:a16="http://schemas.microsoft.com/office/drawing/2014/main" id="{EC036828-76E6-4022-8AE7-03489B95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9754" y="3144359"/>
            <a:ext cx="93543" cy="12481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9" name="Connector 88">
            <a:extLst xmlns:a="http://schemas.openxmlformats.org/drawingml/2006/main">
              <a:ext uri="{FF2B5EF4-FFF2-40B4-BE49-F238E27FC236}">
                <a16:creationId xmlns:a16="http://schemas.microsoft.com/office/drawing/2014/main" id="{61D82C3D-2BAB-4576-A6CB-1AEE285E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297" y="3269175"/>
            <a:ext cx="93543" cy="126665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0" name="Connector 89">
            <a:extLst xmlns:a="http://schemas.openxmlformats.org/drawingml/2006/main">
              <a:ext uri="{FF2B5EF4-FFF2-40B4-BE49-F238E27FC236}">
                <a16:creationId xmlns:a16="http://schemas.microsoft.com/office/drawing/2014/main" id="{DC6525B9-8BF3-42C7-8A48-04AABF61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6840" y="3395840"/>
            <a:ext cx="93543" cy="12680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1" name="Connector 90">
            <a:extLst xmlns:a="http://schemas.openxmlformats.org/drawingml/2006/main">
              <a:ext uri="{FF2B5EF4-FFF2-40B4-BE49-F238E27FC236}">
                <a16:creationId xmlns:a16="http://schemas.microsoft.com/office/drawing/2014/main" id="{A60BD5D5-54E8-4FC5-BA43-B69FAF89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383" y="3522644"/>
            <a:ext cx="93543" cy="12523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2" name="Connector 91">
            <a:extLst xmlns:a="http://schemas.openxmlformats.org/drawingml/2006/main">
              <a:ext uri="{FF2B5EF4-FFF2-40B4-BE49-F238E27FC236}">
                <a16:creationId xmlns:a16="http://schemas.microsoft.com/office/drawing/2014/main" id="{BC7F1389-E1B6-4530-82A3-E8FC7C72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926" y="3647876"/>
            <a:ext cx="93544" cy="12196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3" name="Connector 92">
            <a:extLst xmlns:a="http://schemas.openxmlformats.org/drawingml/2006/main">
              <a:ext uri="{FF2B5EF4-FFF2-40B4-BE49-F238E27FC236}">
                <a16:creationId xmlns:a16="http://schemas.microsoft.com/office/drawing/2014/main" id="{0378AC41-8F27-4A2E-94B8-86AE1584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7470" y="3769845"/>
            <a:ext cx="93543" cy="11706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4" name="Connector 93">
            <a:extLst xmlns:a="http://schemas.openxmlformats.org/drawingml/2006/main">
              <a:ext uri="{FF2B5EF4-FFF2-40B4-BE49-F238E27FC236}">
                <a16:creationId xmlns:a16="http://schemas.microsoft.com/office/drawing/2014/main" id="{8A24C044-770B-44C1-9687-003EF4F4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1013" y="3886905"/>
            <a:ext cx="93543" cy="11057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5" name="Connector 94">
            <a:extLst xmlns:a="http://schemas.openxmlformats.org/drawingml/2006/main">
              <a:ext uri="{FF2B5EF4-FFF2-40B4-BE49-F238E27FC236}">
                <a16:creationId xmlns:a16="http://schemas.microsoft.com/office/drawing/2014/main" id="{73C32349-AFED-4407-B54D-46A7937A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556" y="3997477"/>
            <a:ext cx="93543" cy="10259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6" name="Connector 95">
            <a:extLst xmlns:a="http://schemas.openxmlformats.org/drawingml/2006/main">
              <a:ext uri="{FF2B5EF4-FFF2-40B4-BE49-F238E27FC236}">
                <a16:creationId xmlns:a16="http://schemas.microsoft.com/office/drawing/2014/main" id="{3CE87D33-E7FF-4315-AAEA-8FD6946F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99" y="4100067"/>
            <a:ext cx="93543" cy="9322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7" name="Connector 96">
            <a:extLst xmlns:a="http://schemas.openxmlformats.org/drawingml/2006/main">
              <a:ext uri="{FF2B5EF4-FFF2-40B4-BE49-F238E27FC236}">
                <a16:creationId xmlns:a16="http://schemas.microsoft.com/office/drawing/2014/main" id="{65B9410C-8ACC-4C40-8116-AE8C0220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642" y="4193293"/>
            <a:ext cx="93543" cy="8260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8" name="Connector 97">
            <a:extLst xmlns:a="http://schemas.openxmlformats.org/drawingml/2006/main">
              <a:ext uri="{FF2B5EF4-FFF2-40B4-BE49-F238E27FC236}">
                <a16:creationId xmlns:a16="http://schemas.microsoft.com/office/drawing/2014/main" id="{A201A309-D782-4560-B66F-A8CADF4F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185" y="4275895"/>
            <a:ext cx="93543" cy="7086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9" name="Connector 98">
            <a:extLst xmlns:a="http://schemas.openxmlformats.org/drawingml/2006/main">
              <a:ext uri="{FF2B5EF4-FFF2-40B4-BE49-F238E27FC236}">
                <a16:creationId xmlns:a16="http://schemas.microsoft.com/office/drawing/2014/main" id="{29C14A15-21EF-4BF2-8EA9-2B0DDB88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728" y="4346758"/>
            <a:ext cx="93543" cy="5816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0" name="Connector 99">
            <a:extLst xmlns:a="http://schemas.openxmlformats.org/drawingml/2006/main">
              <a:ext uri="{FF2B5EF4-FFF2-40B4-BE49-F238E27FC236}">
                <a16:creationId xmlns:a16="http://schemas.microsoft.com/office/drawing/2014/main" id="{4706810A-2289-489F-B84C-9424CEB9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271" y="4404926"/>
            <a:ext cx="93544" cy="4468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1" name="Connector 100">
            <a:extLst xmlns:a="http://schemas.openxmlformats.org/drawingml/2006/main">
              <a:ext uri="{FF2B5EF4-FFF2-40B4-BE49-F238E27FC236}">
                <a16:creationId xmlns:a16="http://schemas.microsoft.com/office/drawing/2014/main" id="{AA6FB917-28F3-4312-8A3F-EBA5A1E0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815" y="4449615"/>
            <a:ext cx="93543" cy="30605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2" name="Connector 101">
            <a:extLst xmlns:a="http://schemas.openxmlformats.org/drawingml/2006/main">
              <a:ext uri="{FF2B5EF4-FFF2-40B4-BE49-F238E27FC236}">
                <a16:creationId xmlns:a16="http://schemas.microsoft.com/office/drawing/2014/main" id="{B38DD42F-A9C8-4696-96B5-96E089F5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358" y="4480220"/>
            <a:ext cx="93543" cy="1611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3" name="Connector 102">
            <a:extLst xmlns:a="http://schemas.openxmlformats.org/drawingml/2006/main">
              <a:ext uri="{FF2B5EF4-FFF2-40B4-BE49-F238E27FC236}">
                <a16:creationId xmlns:a16="http://schemas.microsoft.com/office/drawing/2014/main" id="{8FB1FE1E-6D72-4119-AE06-B77C809B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901" y="4496330"/>
            <a:ext cx="93543" cy="139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4" name="Connector 103">
            <a:extLst xmlns:a="http://schemas.openxmlformats.org/drawingml/2006/main">
              <a:ext uri="{FF2B5EF4-FFF2-40B4-BE49-F238E27FC236}">
                <a16:creationId xmlns:a16="http://schemas.microsoft.com/office/drawing/2014/main" id="{35A0B7AF-19E2-4AB8-A206-DF3CACF6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956444" y="4484389"/>
            <a:ext cx="93543" cy="13337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5" name="Connector 104">
            <a:extLst xmlns:a="http://schemas.openxmlformats.org/drawingml/2006/main">
              <a:ext uri="{FF2B5EF4-FFF2-40B4-BE49-F238E27FC236}">
                <a16:creationId xmlns:a16="http://schemas.microsoft.com/office/drawing/2014/main" id="{B630414A-33AF-40DB-B1C0-33726808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49987" y="4456501"/>
            <a:ext cx="93543" cy="2788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6" name="Connector 105">
            <a:extLst xmlns:a="http://schemas.openxmlformats.org/drawingml/2006/main">
              <a:ext uri="{FF2B5EF4-FFF2-40B4-BE49-F238E27FC236}">
                <a16:creationId xmlns:a16="http://schemas.microsoft.com/office/drawing/2014/main" id="{F0A545B8-FA76-463A-BE7E-2E50E632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143530" y="4414436"/>
            <a:ext cx="93543" cy="42065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7" name="Connector 106">
            <a:extLst xmlns:a="http://schemas.openxmlformats.org/drawingml/2006/main">
              <a:ext uri="{FF2B5EF4-FFF2-40B4-BE49-F238E27FC236}">
                <a16:creationId xmlns:a16="http://schemas.microsoft.com/office/drawing/2014/main" id="{789F6E15-0122-4A57-BB34-04313F1B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37073" y="4358763"/>
            <a:ext cx="93543" cy="5567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8" name="Connector 107">
            <a:extLst xmlns:a="http://schemas.openxmlformats.org/drawingml/2006/main">
              <a:ext uri="{FF2B5EF4-FFF2-40B4-BE49-F238E27FC236}">
                <a16:creationId xmlns:a16="http://schemas.microsoft.com/office/drawing/2014/main" id="{EE0BF661-A8DA-42EF-B9FB-3BA01F1C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330616" y="4290233"/>
            <a:ext cx="93544" cy="6853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9" name="Connector 108">
            <a:extLst xmlns:a="http://schemas.openxmlformats.org/drawingml/2006/main">
              <a:ext uri="{FF2B5EF4-FFF2-40B4-BE49-F238E27FC236}">
                <a16:creationId xmlns:a16="http://schemas.microsoft.com/office/drawing/2014/main" id="{86C33069-DBCD-4F17-A923-F1251475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956815"/>
            <a:ext cx="0" cy="291693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0" name="Oval 109">
            <a:extLst xmlns:a="http://schemas.openxmlformats.org/drawingml/2006/main">
              <a:ext uri="{FF2B5EF4-FFF2-40B4-BE49-F238E27FC236}">
                <a16:creationId xmlns:a16="http://schemas.microsoft.com/office/drawing/2014/main" id="{0C50F695-A36A-4D3E-AD01-15065B5F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" y="3344875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1" name="Connector 110">
            <a:extLst xmlns:a="http://schemas.openxmlformats.org/drawingml/2006/main">
              <a:ext uri="{FF2B5EF4-FFF2-40B4-BE49-F238E27FC236}">
                <a16:creationId xmlns:a16="http://schemas.microsoft.com/office/drawing/2014/main" id="{488B0890-E6AB-4D2B-8802-E4EEAEB4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374" y="1956815"/>
            <a:ext cx="0" cy="291693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2" name="Oval 111">
            <a:extLst xmlns:a="http://schemas.openxmlformats.org/drawingml/2006/main">
              <a:ext uri="{FF2B5EF4-FFF2-40B4-BE49-F238E27FC236}">
                <a16:creationId xmlns:a16="http://schemas.microsoft.com/office/drawing/2014/main" id="{B7AAB716-91CF-4ADA-A4E4-6DBD1C65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109" y="2444270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3" name="Connector 112">
            <a:extLst xmlns:a="http://schemas.openxmlformats.org/drawingml/2006/main">
              <a:ext uri="{FF2B5EF4-FFF2-40B4-BE49-F238E27FC236}">
                <a16:creationId xmlns:a16="http://schemas.microsoft.com/office/drawing/2014/main" id="{B3CF9AF4-EA0E-4BF6-87D2-70CC4A8E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56815"/>
            <a:ext cx="0" cy="291693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4" name="Oval 113">
            <a:extLst xmlns:a="http://schemas.openxmlformats.org/drawingml/2006/main">
              <a:ext uri="{FF2B5EF4-FFF2-40B4-BE49-F238E27FC236}">
                <a16:creationId xmlns:a16="http://schemas.microsoft.com/office/drawing/2014/main" id="{5E30C716-CF29-4E6C-A564-A2C713EC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635" y="2324659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5" name="Connector 114">
            <a:extLst xmlns:a="http://schemas.openxmlformats.org/drawingml/2006/main">
              <a:ext uri="{FF2B5EF4-FFF2-40B4-BE49-F238E27FC236}">
                <a16:creationId xmlns:a16="http://schemas.microsoft.com/office/drawing/2014/main" id="{00D0DA8D-3A3F-42E0-9AB7-9082A254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426" y="1956815"/>
            <a:ext cx="0" cy="291693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6" name="Oval 115">
            <a:extLst xmlns:a="http://schemas.openxmlformats.org/drawingml/2006/main">
              <a:ext uri="{FF2B5EF4-FFF2-40B4-BE49-F238E27FC236}">
                <a16:creationId xmlns:a16="http://schemas.microsoft.com/office/drawing/2014/main" id="{3ACBD89F-6433-44DC-BA27-FDB91260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161" y="3089766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7" name="Connector 116">
            <a:extLst xmlns:a="http://schemas.openxmlformats.org/drawingml/2006/main">
              <a:ext uri="{FF2B5EF4-FFF2-40B4-BE49-F238E27FC236}">
                <a16:creationId xmlns:a16="http://schemas.microsoft.com/office/drawing/2014/main" id="{FBEF84E7-7E1A-481A-839B-B6D7D720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952" y="1956815"/>
            <a:ext cx="0" cy="291693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8" name="Oval 117">
            <a:extLst xmlns:a="http://schemas.openxmlformats.org/drawingml/2006/main">
              <a:ext uri="{FF2B5EF4-FFF2-40B4-BE49-F238E27FC236}">
                <a16:creationId xmlns:a16="http://schemas.microsoft.com/office/drawing/2014/main" id="{5EBC1DB9-BE1C-4E93-BCED-B1DF6839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687" y="4076100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Connector 118">
            <a:extLst xmlns:a="http://schemas.openxmlformats.org/drawingml/2006/main">
              <a:ext uri="{FF2B5EF4-FFF2-40B4-BE49-F238E27FC236}">
                <a16:creationId xmlns:a16="http://schemas.microsoft.com/office/drawing/2014/main" id="{190DD52B-9A40-4765-B970-171CBFCA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478" y="1956815"/>
            <a:ext cx="0" cy="291693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0" name="Oval 119">
            <a:extLst xmlns:a="http://schemas.openxmlformats.org/drawingml/2006/main">
              <a:ext uri="{FF2B5EF4-FFF2-40B4-BE49-F238E27FC236}">
                <a16:creationId xmlns:a16="http://schemas.microsoft.com/office/drawing/2014/main" id="{7D378103-AC57-4101-A7A8-00AA3902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213" y="4428325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1" name="Connector 120">
            <a:extLst xmlns:a="http://schemas.openxmlformats.org/drawingml/2006/main">
              <a:ext uri="{FF2B5EF4-FFF2-40B4-BE49-F238E27FC236}">
                <a16:creationId xmlns:a16="http://schemas.microsoft.com/office/drawing/2014/main" id="{D1AC30C5-DBD5-45AA-A829-A9EC0768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004" y="1956815"/>
            <a:ext cx="0" cy="291693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2" name="Oval 121">
            <a:extLst xmlns:a="http://schemas.openxmlformats.org/drawingml/2006/main">
              <a:ext uri="{FF2B5EF4-FFF2-40B4-BE49-F238E27FC236}">
                <a16:creationId xmlns:a16="http://schemas.microsoft.com/office/drawing/2014/main" id="{9D57EAE5-226C-4AB1-B69A-6E004913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5739" y="3840995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3" name="Connector 122">
            <a:extLst xmlns:a="http://schemas.openxmlformats.org/drawingml/2006/main">
              <a:ext uri="{FF2B5EF4-FFF2-40B4-BE49-F238E27FC236}">
                <a16:creationId xmlns:a16="http://schemas.microsoft.com/office/drawing/2014/main" id="{1E5803B4-8769-452E-9480-CA84FEC0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530" y="1956815"/>
            <a:ext cx="0" cy="291693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4" name="Oval 123">
            <a:extLst xmlns:a="http://schemas.openxmlformats.org/drawingml/2006/main">
              <a:ext uri="{FF2B5EF4-FFF2-40B4-BE49-F238E27FC236}">
                <a16:creationId xmlns:a16="http://schemas.microsoft.com/office/drawing/2014/main" id="{8B98AC29-BC64-4517-851A-C208D4BC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265" y="2823436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5" name="Connector 124">
            <a:extLst xmlns:a="http://schemas.openxmlformats.org/drawingml/2006/main">
              <a:ext uri="{FF2B5EF4-FFF2-40B4-BE49-F238E27FC236}">
                <a16:creationId xmlns:a16="http://schemas.microsoft.com/office/drawing/2014/main" id="{7346AE70-5051-428B-8CF8-4E18DDBA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6" y="1956815"/>
            <a:ext cx="0" cy="291693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6" name="Oval 125">
            <a:extLst xmlns:a="http://schemas.openxmlformats.org/drawingml/2006/main">
              <a:ext uri="{FF2B5EF4-FFF2-40B4-BE49-F238E27FC236}">
                <a16:creationId xmlns:a16="http://schemas.microsoft.com/office/drawing/2014/main" id="{3B831310-8861-4C64-B508-92451AF9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791" y="2258062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7" name="Connector 126">
            <a:extLst xmlns:a="http://schemas.openxmlformats.org/drawingml/2006/main">
              <a:ext uri="{FF2B5EF4-FFF2-40B4-BE49-F238E27FC236}">
                <a16:creationId xmlns:a16="http://schemas.microsoft.com/office/drawing/2014/main" id="{9D259140-FDC5-419B-B863-7D48E3C0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5582" y="1956815"/>
            <a:ext cx="0" cy="291693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8" name="Oval 127">
            <a:extLst xmlns:a="http://schemas.openxmlformats.org/drawingml/2006/main">
              <a:ext uri="{FF2B5EF4-FFF2-40B4-BE49-F238E27FC236}">
                <a16:creationId xmlns:a16="http://schemas.microsoft.com/office/drawing/2014/main" id="{31F78A17-C0DC-4508-B4DA-62B4D98A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317" y="2635158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9" name="Connector 128">
            <a:extLst xmlns:a="http://schemas.openxmlformats.org/drawingml/2006/main">
              <a:ext uri="{FF2B5EF4-FFF2-40B4-BE49-F238E27FC236}">
                <a16:creationId xmlns:a16="http://schemas.microsoft.com/office/drawing/2014/main" id="{1377F064-DAC0-4C5A-9908-27BCC501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5108" y="1956815"/>
            <a:ext cx="0" cy="291693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0" name="Oval 129">
            <a:extLst xmlns:a="http://schemas.openxmlformats.org/drawingml/2006/main">
              <a:ext uri="{FF2B5EF4-FFF2-40B4-BE49-F238E27FC236}">
                <a16:creationId xmlns:a16="http://schemas.microsoft.com/office/drawing/2014/main" id="{4F73D9D3-397C-483B-9CEB-FBFAFB72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843" y="3627712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1" name="Connector 130">
            <a:extLst xmlns:a="http://schemas.openxmlformats.org/drawingml/2006/main">
              <a:ext uri="{FF2B5EF4-FFF2-40B4-BE49-F238E27FC236}">
                <a16:creationId xmlns:a16="http://schemas.microsoft.com/office/drawing/2014/main" id="{79DF922B-3114-431E-B596-A44C8A27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634" y="1956815"/>
            <a:ext cx="0" cy="291693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2" name="Oval 131">
            <a:extLst xmlns:a="http://schemas.openxmlformats.org/drawingml/2006/main">
              <a:ext uri="{FF2B5EF4-FFF2-40B4-BE49-F238E27FC236}">
                <a16:creationId xmlns:a16="http://schemas.microsoft.com/office/drawing/2014/main" id="{6E8E9EDA-930A-4BE3-ABB0-B046FB8A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3369" y="4374993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3" name="TextBox 132">
            <a:extLst xmlns:a="http://schemas.openxmlformats.org/drawingml/2006/main">
              <a:ext uri="{FF2B5EF4-FFF2-40B4-BE49-F238E27FC236}">
                <a16:creationId xmlns:a16="http://schemas.microsoft.com/office/drawing/2014/main" id="{3E5FEEB1-790A-411A-BB68-A889C3B9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采样：在固定时刻取样，让时间上的记录变得离散。</a:t>
            </a:r>
          </a:p>
        </p:txBody>
      </p:sp>
    </p:spTree>
    <p:extLst>
      <p:ext uri="{BB962C8B-B14F-4D97-AF65-F5344CB8AC3E}">
        <p14:creationId xmlns:p14="http://schemas.microsoft.com/office/powerpoint/2010/main" val="83392464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0F80D8BA-0DD6-42CF-917D-708750A9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BCEF498-6C37-4AEF-A80B-48B277BA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0334E70-4B50-4B47-A422-43D750F8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演示B：放大后，能看见采样点吗？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464418-4A40-486C-9115-4914109D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99616"/>
            <a:ext cx="10424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同一段录音：左边看整体，右边看极短的一段。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4A9446D-2BFC-4939-818D-3F0597CC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9456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整段波形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AC152A4-0156-435B-AD2B-583D0340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局部放大：真实样本点</a:t>
            </a: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8DB39EC5-E34F-45D0-B063-BB122708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794760"/>
            <a:ext cx="502920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7487D78D-C963-4A15-B97D-596BAC20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889504"/>
            <a:ext cx="0" cy="1856232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DD6B0AA4-A43D-4B02-A23A-8DABB18D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3544" y="3597279"/>
            <a:ext cx="46634" cy="8281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59341B68-647D-4A3F-A123-BE2EDA29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70178" y="3517577"/>
            <a:ext cx="46634" cy="7970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00949B14-8E93-4F17-9B99-11BD61E9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16812" y="3442247"/>
            <a:ext cx="46635" cy="7533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69BE5482-E7CA-491E-BE17-199A8114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63447" y="3372475"/>
            <a:ext cx="46634" cy="6977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301A3C77-BEF2-4C7B-B5D8-E92AE8A1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10081" y="3309364"/>
            <a:ext cx="46635" cy="6311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00BEDE64-05E0-418C-9BF3-E370C356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56716" y="3253907"/>
            <a:ext cx="46634" cy="5545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9B29C11A-89AD-46C1-92D5-5FFCA821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03350" y="3206980"/>
            <a:ext cx="46634" cy="4692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73281B87-8937-430F-8D34-D1F2C1EF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49984" y="3169323"/>
            <a:ext cx="46635" cy="3765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4474EB46-A81B-4036-A966-13009FBD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96619" y="3141529"/>
            <a:ext cx="46634" cy="2779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9DACF00B-C482-4CDE-B938-F53E2701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43253" y="3124037"/>
            <a:ext cx="46635" cy="1749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A2CDBEEB-E0AD-42FA-A36E-FE644D0E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89888" y="3117122"/>
            <a:ext cx="46634" cy="691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10607271-1E07-44EB-A26D-9D1C9EC7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522" y="3117122"/>
            <a:ext cx="46634" cy="377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ADCF9B9E-D98C-47CC-8F3C-D8258CF4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156" y="3120894"/>
            <a:ext cx="46635" cy="1440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FC342B41-DEB3-461A-AB7D-C2D3AD09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91" y="3135294"/>
            <a:ext cx="46634" cy="2480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69C94ADA-7070-4AEB-8F2B-2BE6DC52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425" y="3160094"/>
            <a:ext cx="46635" cy="3480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D849AEE8-BE68-4C5F-B2F9-BF33C881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60" y="3194903"/>
            <a:ext cx="46634" cy="4426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E1BAFEAE-E47F-438C-B51E-401C6F85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694" y="3239172"/>
            <a:ext cx="46634" cy="5303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8B8415F9-0DE7-4D53-AAD8-7E8A737D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328" y="3292203"/>
            <a:ext cx="46635" cy="60956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1CAEE8CF-C061-4CED-8E58-4C2AA6A0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963" y="3353159"/>
            <a:ext cx="46634" cy="6792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794269B7-4284-434A-AE00-EECF9B82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597" y="3421080"/>
            <a:ext cx="46635" cy="7381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C4AC3CD1-C77F-442B-8252-4E629928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32" y="3494894"/>
            <a:ext cx="46634" cy="7854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3" name="Connector 32">
            <a:extLst xmlns:a="http://schemas.openxmlformats.org/drawingml/2006/main">
              <a:ext uri="{FF2B5EF4-FFF2-40B4-BE49-F238E27FC236}">
                <a16:creationId xmlns:a16="http://schemas.microsoft.com/office/drawing/2014/main" id="{DA16D5D8-D16A-42F3-B6E8-916B4B23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866" y="3573437"/>
            <a:ext cx="46634" cy="8203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B629F633-3726-4689-B15D-16F25F08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500" y="3655470"/>
            <a:ext cx="46635" cy="8423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63907CA9-AA0D-4B87-8D30-BBA7B419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135" y="3739700"/>
            <a:ext cx="46634" cy="8509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8F8D314F-CB5E-47FA-9D22-593B5E6D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769" y="3824799"/>
            <a:ext cx="46635" cy="8462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7" name="Connector 36">
            <a:extLst xmlns:a="http://schemas.openxmlformats.org/drawingml/2006/main">
              <a:ext uri="{FF2B5EF4-FFF2-40B4-BE49-F238E27FC236}">
                <a16:creationId xmlns:a16="http://schemas.microsoft.com/office/drawing/2014/main" id="{C0F282CF-163D-4ED1-A604-9B908CEE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404" y="3909423"/>
            <a:ext cx="46634" cy="8281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8" name="Connector 37">
            <a:extLst xmlns:a="http://schemas.openxmlformats.org/drawingml/2006/main">
              <a:ext uri="{FF2B5EF4-FFF2-40B4-BE49-F238E27FC236}">
                <a16:creationId xmlns:a16="http://schemas.microsoft.com/office/drawing/2014/main" id="{2152CEBF-6755-460F-9859-0BC2FFA5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038" y="3992240"/>
            <a:ext cx="46634" cy="7970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9" name="Connector 38">
            <a:extLst xmlns:a="http://schemas.openxmlformats.org/drawingml/2006/main">
              <a:ext uri="{FF2B5EF4-FFF2-40B4-BE49-F238E27FC236}">
                <a16:creationId xmlns:a16="http://schemas.microsoft.com/office/drawing/2014/main" id="{5BA94150-2EDA-465D-A004-605976F8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672" y="4071942"/>
            <a:ext cx="46635" cy="7533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487C7FE9-E73C-447D-9B12-E140A9DF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307" y="4147272"/>
            <a:ext cx="46634" cy="6977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1" name="Connector 40">
            <a:extLst xmlns:a="http://schemas.openxmlformats.org/drawingml/2006/main">
              <a:ext uri="{FF2B5EF4-FFF2-40B4-BE49-F238E27FC236}">
                <a16:creationId xmlns:a16="http://schemas.microsoft.com/office/drawing/2014/main" id="{FE3096BB-7777-45DE-8E6D-36E3820B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941" y="4217044"/>
            <a:ext cx="46635" cy="6311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2" name="Connector 41">
            <a:extLst xmlns:a="http://schemas.openxmlformats.org/drawingml/2006/main">
              <a:ext uri="{FF2B5EF4-FFF2-40B4-BE49-F238E27FC236}">
                <a16:creationId xmlns:a16="http://schemas.microsoft.com/office/drawing/2014/main" id="{FFF953E4-7913-447E-8E88-A8A60A20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4280155"/>
            <a:ext cx="46634" cy="5545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3" name="Connector 42">
            <a:extLst xmlns:a="http://schemas.openxmlformats.org/drawingml/2006/main">
              <a:ext uri="{FF2B5EF4-FFF2-40B4-BE49-F238E27FC236}">
                <a16:creationId xmlns:a16="http://schemas.microsoft.com/office/drawing/2014/main" id="{C1EB02C4-8945-4BE1-82DD-8B4DF3CA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210" y="4335612"/>
            <a:ext cx="46634" cy="4692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4" name="Connector 43">
            <a:extLst xmlns:a="http://schemas.openxmlformats.org/drawingml/2006/main">
              <a:ext uri="{FF2B5EF4-FFF2-40B4-BE49-F238E27FC236}">
                <a16:creationId xmlns:a16="http://schemas.microsoft.com/office/drawing/2014/main" id="{30CB4663-2A44-4F58-B140-2D0AA2F5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844" y="4382539"/>
            <a:ext cx="46635" cy="3765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5" name="Connector 44">
            <a:extLst xmlns:a="http://schemas.openxmlformats.org/drawingml/2006/main">
              <a:ext uri="{FF2B5EF4-FFF2-40B4-BE49-F238E27FC236}">
                <a16:creationId xmlns:a16="http://schemas.microsoft.com/office/drawing/2014/main" id="{CA2C07D9-4302-4FE6-92D6-2C7968DF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479" y="4420196"/>
            <a:ext cx="46634" cy="2779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F542925C-93D1-4837-9756-0EC0AADF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113" y="4447990"/>
            <a:ext cx="46635" cy="1749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7" name="Connector 46">
            <a:extLst xmlns:a="http://schemas.openxmlformats.org/drawingml/2006/main">
              <a:ext uri="{FF2B5EF4-FFF2-40B4-BE49-F238E27FC236}">
                <a16:creationId xmlns:a16="http://schemas.microsoft.com/office/drawing/2014/main" id="{FF21C8D0-1BB2-4DFF-9D15-BA654CA2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748" y="4465482"/>
            <a:ext cx="46634" cy="691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8" name="Connector 47">
            <a:extLst xmlns:a="http://schemas.openxmlformats.org/drawingml/2006/main">
              <a:ext uri="{FF2B5EF4-FFF2-40B4-BE49-F238E27FC236}">
                <a16:creationId xmlns:a16="http://schemas.microsoft.com/office/drawing/2014/main" id="{DC7531AC-8AC2-40BC-9011-3129F7AE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02382" y="4468625"/>
            <a:ext cx="46634" cy="377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9" name="Connector 48">
            <a:extLst xmlns:a="http://schemas.openxmlformats.org/drawingml/2006/main">
              <a:ext uri="{FF2B5EF4-FFF2-40B4-BE49-F238E27FC236}">
                <a16:creationId xmlns:a16="http://schemas.microsoft.com/office/drawing/2014/main" id="{F62B4447-9FDB-4DA8-B059-3182E8A8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49016" y="4454225"/>
            <a:ext cx="46635" cy="1440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0" name="Connector 49">
            <a:extLst xmlns:a="http://schemas.openxmlformats.org/drawingml/2006/main">
              <a:ext uri="{FF2B5EF4-FFF2-40B4-BE49-F238E27FC236}">
                <a16:creationId xmlns:a16="http://schemas.microsoft.com/office/drawing/2014/main" id="{3D92A1FC-B67D-4A5B-A9C9-720DA477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95651" y="4429425"/>
            <a:ext cx="46634" cy="2480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1" name="Connector 50">
            <a:extLst xmlns:a="http://schemas.openxmlformats.org/drawingml/2006/main">
              <a:ext uri="{FF2B5EF4-FFF2-40B4-BE49-F238E27FC236}">
                <a16:creationId xmlns:a16="http://schemas.microsoft.com/office/drawing/2014/main" id="{988959F7-39D0-4ED8-A35B-19B6AEC5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2285" y="4394616"/>
            <a:ext cx="46635" cy="3480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2" name="Connector 51">
            <a:extLst xmlns:a="http://schemas.openxmlformats.org/drawingml/2006/main">
              <a:ext uri="{FF2B5EF4-FFF2-40B4-BE49-F238E27FC236}">
                <a16:creationId xmlns:a16="http://schemas.microsoft.com/office/drawing/2014/main" id="{48B14BE2-8E81-4DD7-B295-44314DE8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88920" y="4350347"/>
            <a:ext cx="46634" cy="4426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3" name="Connector 52">
            <a:extLst xmlns:a="http://schemas.openxmlformats.org/drawingml/2006/main">
              <a:ext uri="{FF2B5EF4-FFF2-40B4-BE49-F238E27FC236}">
                <a16:creationId xmlns:a16="http://schemas.microsoft.com/office/drawing/2014/main" id="{FA06E789-66C7-4DD6-8F48-B6E7A9A6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35554" y="4297316"/>
            <a:ext cx="46634" cy="5303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4" name="Connector 53">
            <a:extLst xmlns:a="http://schemas.openxmlformats.org/drawingml/2006/main">
              <a:ext uri="{FF2B5EF4-FFF2-40B4-BE49-F238E27FC236}">
                <a16:creationId xmlns:a16="http://schemas.microsoft.com/office/drawing/2014/main" id="{F73A8A53-F05D-4D1F-B82F-39FEE2B8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82188" y="4236360"/>
            <a:ext cx="46635" cy="60956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5" name="Connector 54">
            <a:extLst xmlns:a="http://schemas.openxmlformats.org/drawingml/2006/main">
              <a:ext uri="{FF2B5EF4-FFF2-40B4-BE49-F238E27FC236}">
                <a16:creationId xmlns:a16="http://schemas.microsoft.com/office/drawing/2014/main" id="{645AFF46-F0D0-4F6B-9DED-420E7702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28823" y="4168439"/>
            <a:ext cx="46634" cy="6792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6" name="Connector 55">
            <a:extLst xmlns:a="http://schemas.openxmlformats.org/drawingml/2006/main">
              <a:ext uri="{FF2B5EF4-FFF2-40B4-BE49-F238E27FC236}">
                <a16:creationId xmlns:a16="http://schemas.microsoft.com/office/drawing/2014/main" id="{8BC1DA55-2040-4B71-9558-F030BA27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75457" y="4094625"/>
            <a:ext cx="46634" cy="7381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7" name="Connector 56">
            <a:extLst xmlns:a="http://schemas.openxmlformats.org/drawingml/2006/main">
              <a:ext uri="{FF2B5EF4-FFF2-40B4-BE49-F238E27FC236}">
                <a16:creationId xmlns:a16="http://schemas.microsoft.com/office/drawing/2014/main" id="{11A5FD36-7CF5-4C95-A066-DD042E66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022091" y="4016082"/>
            <a:ext cx="46635" cy="7854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8" name="Connector 57">
            <a:extLst xmlns:a="http://schemas.openxmlformats.org/drawingml/2006/main">
              <a:ext uri="{FF2B5EF4-FFF2-40B4-BE49-F238E27FC236}">
                <a16:creationId xmlns:a16="http://schemas.microsoft.com/office/drawing/2014/main" id="{4323A357-8C28-45BD-9416-7DF02386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068726" y="3934049"/>
            <a:ext cx="46634" cy="8203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9" name="Connector 58">
            <a:extLst xmlns:a="http://schemas.openxmlformats.org/drawingml/2006/main">
              <a:ext uri="{FF2B5EF4-FFF2-40B4-BE49-F238E27FC236}">
                <a16:creationId xmlns:a16="http://schemas.microsoft.com/office/drawing/2014/main" id="{702B6599-17BA-47BF-A11E-846FCA7F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15360" y="3849819"/>
            <a:ext cx="46635" cy="8423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0" name="Connector 59">
            <a:extLst xmlns:a="http://schemas.openxmlformats.org/drawingml/2006/main">
              <a:ext uri="{FF2B5EF4-FFF2-40B4-BE49-F238E27FC236}">
                <a16:creationId xmlns:a16="http://schemas.microsoft.com/office/drawing/2014/main" id="{0E1CBD8D-BAD2-4BD1-8304-7EFDF262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61995" y="3764720"/>
            <a:ext cx="46634" cy="8509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1" name="Connector 60">
            <a:extLst xmlns:a="http://schemas.openxmlformats.org/drawingml/2006/main">
              <a:ext uri="{FF2B5EF4-FFF2-40B4-BE49-F238E27FC236}">
                <a16:creationId xmlns:a16="http://schemas.microsoft.com/office/drawing/2014/main" id="{4A990466-601E-40DF-A689-FE263BB3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08629" y="3680096"/>
            <a:ext cx="46634" cy="8462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2" name="Connector 61">
            <a:extLst xmlns:a="http://schemas.openxmlformats.org/drawingml/2006/main">
              <a:ext uri="{FF2B5EF4-FFF2-40B4-BE49-F238E27FC236}">
                <a16:creationId xmlns:a16="http://schemas.microsoft.com/office/drawing/2014/main" id="{D15EE446-6F2A-409C-A5F6-456C0FB9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55263" y="3597279"/>
            <a:ext cx="46635" cy="8281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3" name="Connector 62">
            <a:extLst xmlns:a="http://schemas.openxmlformats.org/drawingml/2006/main">
              <a:ext uri="{FF2B5EF4-FFF2-40B4-BE49-F238E27FC236}">
                <a16:creationId xmlns:a16="http://schemas.microsoft.com/office/drawing/2014/main" id="{2448B1B8-829E-460B-9644-2DD2A115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01898" y="3517577"/>
            <a:ext cx="46634" cy="7970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4" name="Connector 63">
            <a:extLst xmlns:a="http://schemas.openxmlformats.org/drawingml/2006/main">
              <a:ext uri="{FF2B5EF4-FFF2-40B4-BE49-F238E27FC236}">
                <a16:creationId xmlns:a16="http://schemas.microsoft.com/office/drawing/2014/main" id="{6303FFB5-732D-4E20-9B6E-34C836CE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48532" y="3442247"/>
            <a:ext cx="46635" cy="7533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5" name="Connector 64">
            <a:extLst xmlns:a="http://schemas.openxmlformats.org/drawingml/2006/main">
              <a:ext uri="{FF2B5EF4-FFF2-40B4-BE49-F238E27FC236}">
                <a16:creationId xmlns:a16="http://schemas.microsoft.com/office/drawing/2014/main" id="{2F8A813C-7537-4C6D-AF6A-0BBC1080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95167" y="3372475"/>
            <a:ext cx="46634" cy="6977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6" name="Connector 65">
            <a:extLst xmlns:a="http://schemas.openxmlformats.org/drawingml/2006/main">
              <a:ext uri="{FF2B5EF4-FFF2-40B4-BE49-F238E27FC236}">
                <a16:creationId xmlns:a16="http://schemas.microsoft.com/office/drawing/2014/main" id="{8A21F48E-11E6-4FB9-8EFC-40F2C702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41801" y="3309364"/>
            <a:ext cx="46635" cy="6311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7" name="Connector 66">
            <a:extLst xmlns:a="http://schemas.openxmlformats.org/drawingml/2006/main">
              <a:ext uri="{FF2B5EF4-FFF2-40B4-BE49-F238E27FC236}">
                <a16:creationId xmlns:a16="http://schemas.microsoft.com/office/drawing/2014/main" id="{CC0595C0-05B2-4241-BA6F-3A84844E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8436" y="3253907"/>
            <a:ext cx="46634" cy="5545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8" name="Connector 67">
            <a:extLst xmlns:a="http://schemas.openxmlformats.org/drawingml/2006/main">
              <a:ext uri="{FF2B5EF4-FFF2-40B4-BE49-F238E27FC236}">
                <a16:creationId xmlns:a16="http://schemas.microsoft.com/office/drawing/2014/main" id="{6D666CA6-2940-434D-9426-98E6EC7A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35070" y="3206980"/>
            <a:ext cx="46634" cy="4692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9" name="Connector 68">
            <a:extLst xmlns:a="http://schemas.openxmlformats.org/drawingml/2006/main">
              <a:ext uri="{FF2B5EF4-FFF2-40B4-BE49-F238E27FC236}">
                <a16:creationId xmlns:a16="http://schemas.microsoft.com/office/drawing/2014/main" id="{3D78AB4D-F258-4BB9-8E60-AEBA09BF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704" y="3169323"/>
            <a:ext cx="46635" cy="3765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0" name="Connector 69">
            <a:extLst xmlns:a="http://schemas.openxmlformats.org/drawingml/2006/main">
              <a:ext uri="{FF2B5EF4-FFF2-40B4-BE49-F238E27FC236}">
                <a16:creationId xmlns:a16="http://schemas.microsoft.com/office/drawing/2014/main" id="{2270E3E0-BDDD-4E54-8272-2B7BFF8D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28339" y="3141529"/>
            <a:ext cx="46634" cy="2779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1" name="Connector 70">
            <a:extLst xmlns:a="http://schemas.openxmlformats.org/drawingml/2006/main">
              <a:ext uri="{FF2B5EF4-FFF2-40B4-BE49-F238E27FC236}">
                <a16:creationId xmlns:a16="http://schemas.microsoft.com/office/drawing/2014/main" id="{E1FD99A0-4DA4-4FC6-9170-98A318F7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74973" y="3124037"/>
            <a:ext cx="46634" cy="1749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2" name="Connector 71">
            <a:extLst xmlns:a="http://schemas.openxmlformats.org/drawingml/2006/main">
              <a:ext uri="{FF2B5EF4-FFF2-40B4-BE49-F238E27FC236}">
                <a16:creationId xmlns:a16="http://schemas.microsoft.com/office/drawing/2014/main" id="{F83CB90B-7CEC-4C3C-BC83-144C71BD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721607" y="3117122"/>
            <a:ext cx="46635" cy="691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3" name="Connector 72">
            <a:extLst xmlns:a="http://schemas.openxmlformats.org/drawingml/2006/main">
              <a:ext uri="{FF2B5EF4-FFF2-40B4-BE49-F238E27FC236}">
                <a16:creationId xmlns:a16="http://schemas.microsoft.com/office/drawing/2014/main" id="{AC008529-D613-44FA-A508-1EA42D85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242" y="3117122"/>
            <a:ext cx="46634" cy="377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4" name="Connector 73">
            <a:extLst xmlns:a="http://schemas.openxmlformats.org/drawingml/2006/main">
              <a:ext uri="{FF2B5EF4-FFF2-40B4-BE49-F238E27FC236}">
                <a16:creationId xmlns:a16="http://schemas.microsoft.com/office/drawing/2014/main" id="{650B20F7-F148-4F2D-B9D6-E5E94F95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4876" y="3120894"/>
            <a:ext cx="46635" cy="1440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5" name="Connector 74">
            <a:extLst xmlns:a="http://schemas.openxmlformats.org/drawingml/2006/main">
              <a:ext uri="{FF2B5EF4-FFF2-40B4-BE49-F238E27FC236}">
                <a16:creationId xmlns:a16="http://schemas.microsoft.com/office/drawing/2014/main" id="{AABA3ACF-4E57-4A54-9C74-50CD4BCC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511" y="3135294"/>
            <a:ext cx="46634" cy="2480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6" name="Connector 75">
            <a:extLst xmlns:a="http://schemas.openxmlformats.org/drawingml/2006/main">
              <a:ext uri="{FF2B5EF4-FFF2-40B4-BE49-F238E27FC236}">
                <a16:creationId xmlns:a16="http://schemas.microsoft.com/office/drawing/2014/main" id="{60433845-212A-4D87-8621-902D30A6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145" y="3160094"/>
            <a:ext cx="46635" cy="3480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7" name="Connector 76">
            <a:extLst xmlns:a="http://schemas.openxmlformats.org/drawingml/2006/main">
              <a:ext uri="{FF2B5EF4-FFF2-40B4-BE49-F238E27FC236}">
                <a16:creationId xmlns:a16="http://schemas.microsoft.com/office/drawing/2014/main" id="{A4CB04EB-12AF-4214-8E32-FCB3F8CC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780" y="3194903"/>
            <a:ext cx="46634" cy="4426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8" name="Connector 77">
            <a:extLst xmlns:a="http://schemas.openxmlformats.org/drawingml/2006/main">
              <a:ext uri="{FF2B5EF4-FFF2-40B4-BE49-F238E27FC236}">
                <a16:creationId xmlns:a16="http://schemas.microsoft.com/office/drawing/2014/main" id="{DB8F5557-E62E-44CF-8EBA-E44B9255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414" y="3239172"/>
            <a:ext cx="46634" cy="5303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9" name="Connector 78">
            <a:extLst xmlns:a="http://schemas.openxmlformats.org/drawingml/2006/main">
              <a:ext uri="{FF2B5EF4-FFF2-40B4-BE49-F238E27FC236}">
                <a16:creationId xmlns:a16="http://schemas.microsoft.com/office/drawing/2014/main" id="{7B767E1D-1886-4A27-B708-F7D24727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048" y="3292203"/>
            <a:ext cx="46635" cy="60956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0" name="Connector 79">
            <a:extLst xmlns:a="http://schemas.openxmlformats.org/drawingml/2006/main">
              <a:ext uri="{FF2B5EF4-FFF2-40B4-BE49-F238E27FC236}">
                <a16:creationId xmlns:a16="http://schemas.microsoft.com/office/drawing/2014/main" id="{774D5008-13E1-4E51-9EC3-A13DE9B5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683" y="3353159"/>
            <a:ext cx="46634" cy="6792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1" name="Connector 80">
            <a:extLst xmlns:a="http://schemas.openxmlformats.org/drawingml/2006/main">
              <a:ext uri="{FF2B5EF4-FFF2-40B4-BE49-F238E27FC236}">
                <a16:creationId xmlns:a16="http://schemas.microsoft.com/office/drawing/2014/main" id="{48BAEAD5-68E5-45EF-8BF1-357F59CE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317" y="3421080"/>
            <a:ext cx="46634" cy="7381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2" name="Connector 81">
            <a:extLst xmlns:a="http://schemas.openxmlformats.org/drawingml/2006/main">
              <a:ext uri="{FF2B5EF4-FFF2-40B4-BE49-F238E27FC236}">
                <a16:creationId xmlns:a16="http://schemas.microsoft.com/office/drawing/2014/main" id="{40ED9C1B-EF5E-41A7-9792-77571E9F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951" y="3494894"/>
            <a:ext cx="46635" cy="7854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3" name="Connector 82">
            <a:extLst xmlns:a="http://schemas.openxmlformats.org/drawingml/2006/main">
              <a:ext uri="{FF2B5EF4-FFF2-40B4-BE49-F238E27FC236}">
                <a16:creationId xmlns:a16="http://schemas.microsoft.com/office/drawing/2014/main" id="{D4E6BBE2-E231-4512-BF0D-E8FBED4C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586" y="3573437"/>
            <a:ext cx="46634" cy="8203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4" name="Connector 83">
            <a:extLst xmlns:a="http://schemas.openxmlformats.org/drawingml/2006/main">
              <a:ext uri="{FF2B5EF4-FFF2-40B4-BE49-F238E27FC236}">
                <a16:creationId xmlns:a16="http://schemas.microsoft.com/office/drawing/2014/main" id="{CE978608-DF7B-45F4-86CF-A4E96034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220" y="3655470"/>
            <a:ext cx="46635" cy="8423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5" name="Connector 84">
            <a:extLst xmlns:a="http://schemas.openxmlformats.org/drawingml/2006/main">
              <a:ext uri="{FF2B5EF4-FFF2-40B4-BE49-F238E27FC236}">
                <a16:creationId xmlns:a16="http://schemas.microsoft.com/office/drawing/2014/main" id="{59AE975B-73ED-4420-B505-8968C4D9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855" y="3739700"/>
            <a:ext cx="46634" cy="8509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6" name="Connector 85">
            <a:extLst xmlns:a="http://schemas.openxmlformats.org/drawingml/2006/main">
              <a:ext uri="{FF2B5EF4-FFF2-40B4-BE49-F238E27FC236}">
                <a16:creationId xmlns:a16="http://schemas.microsoft.com/office/drawing/2014/main" id="{192FA127-F2E9-45EA-AEE1-3DF86AEB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489" y="3824799"/>
            <a:ext cx="46635" cy="8462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7" name="Connector 86">
            <a:extLst xmlns:a="http://schemas.openxmlformats.org/drawingml/2006/main">
              <a:ext uri="{FF2B5EF4-FFF2-40B4-BE49-F238E27FC236}">
                <a16:creationId xmlns:a16="http://schemas.microsoft.com/office/drawing/2014/main" id="{ADAA0FAF-7AE3-4D7B-8279-07D0A94B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124" y="3909423"/>
            <a:ext cx="46634" cy="8281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8" name="Connector 87">
            <a:extLst xmlns:a="http://schemas.openxmlformats.org/drawingml/2006/main">
              <a:ext uri="{FF2B5EF4-FFF2-40B4-BE49-F238E27FC236}">
                <a16:creationId xmlns:a16="http://schemas.microsoft.com/office/drawing/2014/main" id="{7FD16BAF-B880-4FD8-8555-FE2F50E9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758" y="3992240"/>
            <a:ext cx="46634" cy="7970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9" name="Connector 88">
            <a:extLst xmlns:a="http://schemas.openxmlformats.org/drawingml/2006/main">
              <a:ext uri="{FF2B5EF4-FFF2-40B4-BE49-F238E27FC236}">
                <a16:creationId xmlns:a16="http://schemas.microsoft.com/office/drawing/2014/main" id="{E696D058-26EB-422E-9AF9-545C445D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392" y="4071942"/>
            <a:ext cx="46635" cy="7533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0" name="Connector 89">
            <a:extLst xmlns:a="http://schemas.openxmlformats.org/drawingml/2006/main">
              <a:ext uri="{FF2B5EF4-FFF2-40B4-BE49-F238E27FC236}">
                <a16:creationId xmlns:a16="http://schemas.microsoft.com/office/drawing/2014/main" id="{B8985B43-9CA8-4A43-9A3F-73435E81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027" y="4147272"/>
            <a:ext cx="46634" cy="6977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1" name="Connector 90">
            <a:extLst xmlns:a="http://schemas.openxmlformats.org/drawingml/2006/main">
              <a:ext uri="{FF2B5EF4-FFF2-40B4-BE49-F238E27FC236}">
                <a16:creationId xmlns:a16="http://schemas.microsoft.com/office/drawing/2014/main" id="{CA5C618C-8D1E-4143-A0D3-0A2288E1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661" y="4217044"/>
            <a:ext cx="46635" cy="6311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2" name="Connector 91">
            <a:extLst xmlns:a="http://schemas.openxmlformats.org/drawingml/2006/main">
              <a:ext uri="{FF2B5EF4-FFF2-40B4-BE49-F238E27FC236}">
                <a16:creationId xmlns:a16="http://schemas.microsoft.com/office/drawing/2014/main" id="{DA96E2BB-A3CC-4EE7-AC01-66098B73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4280155"/>
            <a:ext cx="46634" cy="5545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3" name="Connector 92">
            <a:extLst xmlns:a="http://schemas.openxmlformats.org/drawingml/2006/main">
              <a:ext uri="{FF2B5EF4-FFF2-40B4-BE49-F238E27FC236}">
                <a16:creationId xmlns:a16="http://schemas.microsoft.com/office/drawing/2014/main" id="{51CFB502-053F-4EDC-A6D6-2F98031E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930" y="4335612"/>
            <a:ext cx="46634" cy="4692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4" name="Connector 93">
            <a:extLst xmlns:a="http://schemas.openxmlformats.org/drawingml/2006/main">
              <a:ext uri="{FF2B5EF4-FFF2-40B4-BE49-F238E27FC236}">
                <a16:creationId xmlns:a16="http://schemas.microsoft.com/office/drawing/2014/main" id="{E49F2BF0-FAE3-4D71-BA21-90F35A6D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564" y="4382539"/>
            <a:ext cx="46635" cy="3765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5" name="Connector 94">
            <a:extLst xmlns:a="http://schemas.openxmlformats.org/drawingml/2006/main">
              <a:ext uri="{FF2B5EF4-FFF2-40B4-BE49-F238E27FC236}">
                <a16:creationId xmlns:a16="http://schemas.microsoft.com/office/drawing/2014/main" id="{D54A9187-2FC8-47EA-B10C-654C989D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199" y="4420196"/>
            <a:ext cx="46634" cy="2779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6" name="Connector 95">
            <a:extLst xmlns:a="http://schemas.openxmlformats.org/drawingml/2006/main">
              <a:ext uri="{FF2B5EF4-FFF2-40B4-BE49-F238E27FC236}">
                <a16:creationId xmlns:a16="http://schemas.microsoft.com/office/drawing/2014/main" id="{BE628574-BCD9-4E2E-8CFC-0727FE46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833" y="4447990"/>
            <a:ext cx="46635" cy="1749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7" name="Connector 96">
            <a:extLst xmlns:a="http://schemas.openxmlformats.org/drawingml/2006/main">
              <a:ext uri="{FF2B5EF4-FFF2-40B4-BE49-F238E27FC236}">
                <a16:creationId xmlns:a16="http://schemas.microsoft.com/office/drawing/2014/main" id="{EBD57A38-7815-4F3B-877D-050E09E3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7468" y="4465482"/>
            <a:ext cx="46634" cy="691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8" name="Connector 97">
            <a:extLst xmlns:a="http://schemas.openxmlformats.org/drawingml/2006/main">
              <a:ext uri="{FF2B5EF4-FFF2-40B4-BE49-F238E27FC236}">
                <a16:creationId xmlns:a16="http://schemas.microsoft.com/office/drawing/2014/main" id="{05C10021-717C-4545-A72F-4FF8812A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34102" y="4468625"/>
            <a:ext cx="46634" cy="377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9" name="Connector 98">
            <a:extLst xmlns:a="http://schemas.openxmlformats.org/drawingml/2006/main">
              <a:ext uri="{FF2B5EF4-FFF2-40B4-BE49-F238E27FC236}">
                <a16:creationId xmlns:a16="http://schemas.microsoft.com/office/drawing/2014/main" id="{1FCEB968-45DF-4F33-A311-5C43244B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80736" y="4454225"/>
            <a:ext cx="46635" cy="1440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0" name="Connector 99">
            <a:extLst xmlns:a="http://schemas.openxmlformats.org/drawingml/2006/main">
              <a:ext uri="{FF2B5EF4-FFF2-40B4-BE49-F238E27FC236}">
                <a16:creationId xmlns:a16="http://schemas.microsoft.com/office/drawing/2014/main" id="{A463E01B-E984-4B01-8F2D-EAB39A43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27371" y="4429425"/>
            <a:ext cx="46634" cy="2480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1" name="Connector 100">
            <a:extLst xmlns:a="http://schemas.openxmlformats.org/drawingml/2006/main">
              <a:ext uri="{FF2B5EF4-FFF2-40B4-BE49-F238E27FC236}">
                <a16:creationId xmlns:a16="http://schemas.microsoft.com/office/drawing/2014/main" id="{A8289B99-1AD6-4487-9E54-A2322417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74005" y="4394616"/>
            <a:ext cx="46635" cy="3480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2" name="Connector 101">
            <a:extLst xmlns:a="http://schemas.openxmlformats.org/drawingml/2006/main">
              <a:ext uri="{FF2B5EF4-FFF2-40B4-BE49-F238E27FC236}">
                <a16:creationId xmlns:a16="http://schemas.microsoft.com/office/drawing/2014/main" id="{3BC740BE-5029-4607-AF32-B6913352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20640" y="4350347"/>
            <a:ext cx="46634" cy="4426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3" name="Connector 102">
            <a:extLst xmlns:a="http://schemas.openxmlformats.org/drawingml/2006/main">
              <a:ext uri="{FF2B5EF4-FFF2-40B4-BE49-F238E27FC236}">
                <a16:creationId xmlns:a16="http://schemas.microsoft.com/office/drawing/2014/main" id="{C73A5878-D29A-4F9B-8094-284E3E52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67274" y="4297316"/>
            <a:ext cx="46634" cy="5303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4" name="Connector 103">
            <a:extLst xmlns:a="http://schemas.openxmlformats.org/drawingml/2006/main">
              <a:ext uri="{FF2B5EF4-FFF2-40B4-BE49-F238E27FC236}">
                <a16:creationId xmlns:a16="http://schemas.microsoft.com/office/drawing/2014/main" id="{CC35F2DF-F20B-4EBF-AFF7-5938DBB0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13908" y="4236360"/>
            <a:ext cx="46635" cy="60956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5" name="Connector 104">
            <a:extLst xmlns:a="http://schemas.openxmlformats.org/drawingml/2006/main">
              <a:ext uri="{FF2B5EF4-FFF2-40B4-BE49-F238E27FC236}">
                <a16:creationId xmlns:a16="http://schemas.microsoft.com/office/drawing/2014/main" id="{A54625A1-DF1D-49B4-A093-6CBA77A8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60543" y="4168439"/>
            <a:ext cx="46634" cy="6792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6" name="Connector 105">
            <a:extLst xmlns:a="http://schemas.openxmlformats.org/drawingml/2006/main">
              <a:ext uri="{FF2B5EF4-FFF2-40B4-BE49-F238E27FC236}">
                <a16:creationId xmlns:a16="http://schemas.microsoft.com/office/drawing/2014/main" id="{9AB77B56-6FE8-492D-A3B6-82E029BD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07177" y="4094625"/>
            <a:ext cx="46635" cy="7381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7" name="Connector 106">
            <a:extLst xmlns:a="http://schemas.openxmlformats.org/drawingml/2006/main">
              <a:ext uri="{FF2B5EF4-FFF2-40B4-BE49-F238E27FC236}">
                <a16:creationId xmlns:a16="http://schemas.microsoft.com/office/drawing/2014/main" id="{3DEEE476-C7ED-4D8E-AEEE-FF0AB2F5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53812" y="4016082"/>
            <a:ext cx="46634" cy="7854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8" name="Connector 107">
            <a:extLst xmlns:a="http://schemas.openxmlformats.org/drawingml/2006/main">
              <a:ext uri="{FF2B5EF4-FFF2-40B4-BE49-F238E27FC236}">
                <a16:creationId xmlns:a16="http://schemas.microsoft.com/office/drawing/2014/main" id="{8ABBD39B-890D-49EC-BDA2-0E7020BB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00446" y="3934049"/>
            <a:ext cx="46634" cy="8203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9" name="Connector 108">
            <a:extLst xmlns:a="http://schemas.openxmlformats.org/drawingml/2006/main">
              <a:ext uri="{FF2B5EF4-FFF2-40B4-BE49-F238E27FC236}">
                <a16:creationId xmlns:a16="http://schemas.microsoft.com/office/drawing/2014/main" id="{EF308FDD-CF6E-4DEC-BE74-F8AAD613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47080" y="3849819"/>
            <a:ext cx="46635" cy="8423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0" name="Connector 109">
            <a:extLst xmlns:a="http://schemas.openxmlformats.org/drawingml/2006/main">
              <a:ext uri="{FF2B5EF4-FFF2-40B4-BE49-F238E27FC236}">
                <a16:creationId xmlns:a16="http://schemas.microsoft.com/office/drawing/2014/main" id="{F5CDA139-C478-4467-89EC-35000EAC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93715" y="3764720"/>
            <a:ext cx="46634" cy="8509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1" name="Connector 110">
            <a:extLst xmlns:a="http://schemas.openxmlformats.org/drawingml/2006/main">
              <a:ext uri="{FF2B5EF4-FFF2-40B4-BE49-F238E27FC236}">
                <a16:creationId xmlns:a16="http://schemas.microsoft.com/office/drawing/2014/main" id="{61660B30-42AE-4833-803B-531A817A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0349" y="3680096"/>
            <a:ext cx="46634" cy="8462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2" name="Connector 111">
            <a:extLst xmlns:a="http://schemas.openxmlformats.org/drawingml/2006/main">
              <a:ext uri="{FF2B5EF4-FFF2-40B4-BE49-F238E27FC236}">
                <a16:creationId xmlns:a16="http://schemas.microsoft.com/office/drawing/2014/main" id="{14D69227-E206-400A-A3D8-1A775280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794760"/>
            <a:ext cx="4892039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3" name="Connector 112">
            <a:extLst xmlns:a="http://schemas.openxmlformats.org/drawingml/2006/main">
              <a:ext uri="{FF2B5EF4-FFF2-40B4-BE49-F238E27FC236}">
                <a16:creationId xmlns:a16="http://schemas.microsoft.com/office/drawing/2014/main" id="{BC80EEAD-5B51-4977-8AE1-FF97EC12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889504"/>
            <a:ext cx="0" cy="1856232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6" name="Connector 115">
            <a:extLst xmlns:a="http://schemas.openxmlformats.org/drawingml/2006/main">
              <a:ext uri="{FF2B5EF4-FFF2-40B4-BE49-F238E27FC236}">
                <a16:creationId xmlns:a16="http://schemas.microsoft.com/office/drawing/2014/main" id="{65ECB0F6-2BEE-422F-9BEF-799ED548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565392" y="3621856"/>
            <a:ext cx="45262" cy="5824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7" name="Connector 116">
            <a:extLst xmlns:a="http://schemas.openxmlformats.org/drawingml/2006/main">
              <a:ext uri="{FF2B5EF4-FFF2-40B4-BE49-F238E27FC236}">
                <a16:creationId xmlns:a16="http://schemas.microsoft.com/office/drawing/2014/main" id="{E88664EE-0527-43D8-A0D5-4F88B83A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10654" y="3564953"/>
            <a:ext cx="45263" cy="5690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8" name="Connector 117">
            <a:extLst xmlns:a="http://schemas.openxmlformats.org/drawingml/2006/main">
              <a:ext uri="{FF2B5EF4-FFF2-40B4-BE49-F238E27FC236}">
                <a16:creationId xmlns:a16="http://schemas.microsoft.com/office/drawing/2014/main" id="{FCE9C519-9C11-4D19-8DD1-CE8B5BA5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55917" y="3509827"/>
            <a:ext cx="45263" cy="55126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9" name="Connector 118">
            <a:extLst xmlns:a="http://schemas.openxmlformats.org/drawingml/2006/main">
              <a:ext uri="{FF2B5EF4-FFF2-40B4-BE49-F238E27FC236}">
                <a16:creationId xmlns:a16="http://schemas.microsoft.com/office/drawing/2014/main" id="{F4258EEA-C3D9-4979-97B8-A37B303B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01180" y="3456905"/>
            <a:ext cx="45263" cy="5292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0" name="Connector 119">
            <a:extLst xmlns:a="http://schemas.openxmlformats.org/drawingml/2006/main">
              <a:ext uri="{FF2B5EF4-FFF2-40B4-BE49-F238E27FC236}">
                <a16:creationId xmlns:a16="http://schemas.microsoft.com/office/drawing/2014/main" id="{92888528-9F40-4388-9057-85EFC99B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46443" y="3406595"/>
            <a:ext cx="45262" cy="5031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1" name="Connector 120">
            <a:extLst xmlns:a="http://schemas.openxmlformats.org/drawingml/2006/main">
              <a:ext uri="{FF2B5EF4-FFF2-40B4-BE49-F238E27FC236}">
                <a16:creationId xmlns:a16="http://schemas.microsoft.com/office/drawing/2014/main" id="{098238D9-E8A1-4947-918A-1A22CCD5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91705" y="3359287"/>
            <a:ext cx="45263" cy="4730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2" name="Connector 121">
            <a:extLst xmlns:a="http://schemas.openxmlformats.org/drawingml/2006/main">
              <a:ext uri="{FF2B5EF4-FFF2-40B4-BE49-F238E27FC236}">
                <a16:creationId xmlns:a16="http://schemas.microsoft.com/office/drawing/2014/main" id="{EAF824B9-CA74-494A-BA94-0D28AB71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36968" y="3315346"/>
            <a:ext cx="45263" cy="4394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3" name="Connector 122">
            <a:extLst xmlns:a="http://schemas.openxmlformats.org/drawingml/2006/main">
              <a:ext uri="{FF2B5EF4-FFF2-40B4-BE49-F238E27FC236}">
                <a16:creationId xmlns:a16="http://schemas.microsoft.com/office/drawing/2014/main" id="{5B8ACDF1-11BE-445D-BDF2-36009A86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82231" y="3275112"/>
            <a:ext cx="45263" cy="4023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4" name="Connector 123">
            <a:extLst xmlns:a="http://schemas.openxmlformats.org/drawingml/2006/main">
              <a:ext uri="{FF2B5EF4-FFF2-40B4-BE49-F238E27FC236}">
                <a16:creationId xmlns:a16="http://schemas.microsoft.com/office/drawing/2014/main" id="{4C292FEE-A49D-4F0E-B648-448D57FD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27494" y="3238897"/>
            <a:ext cx="45263" cy="3621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5" name="Connector 124">
            <a:extLst xmlns:a="http://schemas.openxmlformats.org/drawingml/2006/main">
              <a:ext uri="{FF2B5EF4-FFF2-40B4-BE49-F238E27FC236}">
                <a16:creationId xmlns:a16="http://schemas.microsoft.com/office/drawing/2014/main" id="{FF404B16-D46F-47F9-847F-23575026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72757" y="3206980"/>
            <a:ext cx="45263" cy="3191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6" name="Connector 125">
            <a:extLst xmlns:a="http://schemas.openxmlformats.org/drawingml/2006/main">
              <a:ext uri="{FF2B5EF4-FFF2-40B4-BE49-F238E27FC236}">
                <a16:creationId xmlns:a16="http://schemas.microsoft.com/office/drawing/2014/main" id="{B9C7E7C1-5ADD-44C9-BCFA-9F1440B4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18020" y="3179608"/>
            <a:ext cx="45262" cy="2737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7" name="Connector 126">
            <a:extLst xmlns:a="http://schemas.openxmlformats.org/drawingml/2006/main">
              <a:ext uri="{FF2B5EF4-FFF2-40B4-BE49-F238E27FC236}">
                <a16:creationId xmlns:a16="http://schemas.microsoft.com/office/drawing/2014/main" id="{A051EBD5-1688-45B0-BF42-D71DAEB4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63282" y="3156993"/>
            <a:ext cx="45263" cy="2261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8" name="Connector 127">
            <a:extLst xmlns:a="http://schemas.openxmlformats.org/drawingml/2006/main">
              <a:ext uri="{FF2B5EF4-FFF2-40B4-BE49-F238E27FC236}">
                <a16:creationId xmlns:a16="http://schemas.microsoft.com/office/drawing/2014/main" id="{EE8B054D-2968-4C61-8CB6-A417AD61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08545" y="3139310"/>
            <a:ext cx="45263" cy="1768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9" name="Connector 128">
            <a:extLst xmlns:a="http://schemas.openxmlformats.org/drawingml/2006/main">
              <a:ext uri="{FF2B5EF4-FFF2-40B4-BE49-F238E27FC236}">
                <a16:creationId xmlns:a16="http://schemas.microsoft.com/office/drawing/2014/main" id="{50271C3B-9A82-4BE3-8602-BD93A105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53808" y="3126695"/>
            <a:ext cx="45263" cy="1261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0" name="Connector 129">
            <a:extLst xmlns:a="http://schemas.openxmlformats.org/drawingml/2006/main">
              <a:ext uri="{FF2B5EF4-FFF2-40B4-BE49-F238E27FC236}">
                <a16:creationId xmlns:a16="http://schemas.microsoft.com/office/drawing/2014/main" id="{087CCCED-8F10-42F1-8D36-B680E8EE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99071" y="3119246"/>
            <a:ext cx="45262" cy="744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1" name="Connector 130">
            <a:extLst xmlns:a="http://schemas.openxmlformats.org/drawingml/2006/main">
              <a:ext uri="{FF2B5EF4-FFF2-40B4-BE49-F238E27FC236}">
                <a16:creationId xmlns:a16="http://schemas.microsoft.com/office/drawing/2014/main" id="{B8130F93-54FF-4AA8-9D59-A2BA5CA8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44333" y="3117021"/>
            <a:ext cx="45263" cy="222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2" name="Connector 131">
            <a:extLst xmlns:a="http://schemas.openxmlformats.org/drawingml/2006/main">
              <a:ext uri="{FF2B5EF4-FFF2-40B4-BE49-F238E27FC236}">
                <a16:creationId xmlns:a16="http://schemas.microsoft.com/office/drawing/2014/main" id="{D4C23F65-1D44-43A8-A9EB-13C68945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596" y="3117021"/>
            <a:ext cx="45263" cy="3016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3" name="Connector 132">
            <a:extLst xmlns:a="http://schemas.openxmlformats.org/drawingml/2006/main">
              <a:ext uri="{FF2B5EF4-FFF2-40B4-BE49-F238E27FC236}">
                <a16:creationId xmlns:a16="http://schemas.microsoft.com/office/drawing/2014/main" id="{669F1B38-86C8-411D-BEAB-F33C23A3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859" y="3120037"/>
            <a:ext cx="45263" cy="823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4" name="Connector 133">
            <a:extLst xmlns:a="http://schemas.openxmlformats.org/drawingml/2006/main">
              <a:ext uri="{FF2B5EF4-FFF2-40B4-BE49-F238E27FC236}">
                <a16:creationId xmlns:a16="http://schemas.microsoft.com/office/drawing/2014/main" id="{A0CE826E-9A1F-40DA-A7C0-9F6D2F65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122" y="3128270"/>
            <a:ext cx="45263" cy="1338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5" name="Connector 134">
            <a:extLst xmlns:a="http://schemas.openxmlformats.org/drawingml/2006/main">
              <a:ext uri="{FF2B5EF4-FFF2-40B4-BE49-F238E27FC236}">
                <a16:creationId xmlns:a16="http://schemas.microsoft.com/office/drawing/2014/main" id="{F285477D-1BAE-4A88-9782-C1B4BA85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385" y="3141657"/>
            <a:ext cx="45263" cy="1843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6" name="Connector 135">
            <a:extLst xmlns:a="http://schemas.openxmlformats.org/drawingml/2006/main">
              <a:ext uri="{FF2B5EF4-FFF2-40B4-BE49-F238E27FC236}">
                <a16:creationId xmlns:a16="http://schemas.microsoft.com/office/drawing/2014/main" id="{8EC108CC-A4CB-484B-996A-8BA6B400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3160094"/>
            <a:ext cx="45262" cy="2334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7" name="Connector 136">
            <a:extLst xmlns:a="http://schemas.openxmlformats.org/drawingml/2006/main">
              <a:ext uri="{FF2B5EF4-FFF2-40B4-BE49-F238E27FC236}">
                <a16:creationId xmlns:a16="http://schemas.microsoft.com/office/drawing/2014/main" id="{8362E108-F998-4B67-8565-DC3A1E62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910" y="3183439"/>
            <a:ext cx="45263" cy="2807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8" name="Connector 137">
            <a:extLst xmlns:a="http://schemas.openxmlformats.org/drawingml/2006/main">
              <a:ext uri="{FF2B5EF4-FFF2-40B4-BE49-F238E27FC236}">
                <a16:creationId xmlns:a16="http://schemas.microsoft.com/office/drawing/2014/main" id="{F0073614-8019-421A-8DC5-7773D746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1173" y="3211511"/>
            <a:ext cx="45263" cy="3258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9" name="Connector 138">
            <a:extLst xmlns:a="http://schemas.openxmlformats.org/drawingml/2006/main">
              <a:ext uri="{FF2B5EF4-FFF2-40B4-BE49-F238E27FC236}">
                <a16:creationId xmlns:a16="http://schemas.microsoft.com/office/drawing/2014/main" id="{609928DE-96CE-487A-AD93-FF0BB6D4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6436" y="3244093"/>
            <a:ext cx="45263" cy="3684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0" name="Connector 139">
            <a:extLst xmlns:a="http://schemas.openxmlformats.org/drawingml/2006/main">
              <a:ext uri="{FF2B5EF4-FFF2-40B4-BE49-F238E27FC236}">
                <a16:creationId xmlns:a16="http://schemas.microsoft.com/office/drawing/2014/main" id="{389FBFB7-C5A1-484F-AE6E-DC5848A1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699" y="3280934"/>
            <a:ext cx="45263" cy="4081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1" name="Connector 140">
            <a:extLst xmlns:a="http://schemas.openxmlformats.org/drawingml/2006/main">
              <a:ext uri="{FF2B5EF4-FFF2-40B4-BE49-F238E27FC236}">
                <a16:creationId xmlns:a16="http://schemas.microsoft.com/office/drawing/2014/main" id="{56002F90-8485-467D-ACDE-DAAA05A4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62" y="3321747"/>
            <a:ext cx="45262" cy="4447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2" name="Connector 141">
            <a:extLst xmlns:a="http://schemas.openxmlformats.org/drawingml/2006/main">
              <a:ext uri="{FF2B5EF4-FFF2-40B4-BE49-F238E27FC236}">
                <a16:creationId xmlns:a16="http://schemas.microsoft.com/office/drawing/2014/main" id="{AD5931AB-9480-4434-9285-B7A41696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224" y="3366219"/>
            <a:ext cx="45263" cy="4778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3" name="Connector 142">
            <a:extLst xmlns:a="http://schemas.openxmlformats.org/drawingml/2006/main">
              <a:ext uri="{FF2B5EF4-FFF2-40B4-BE49-F238E27FC236}">
                <a16:creationId xmlns:a16="http://schemas.microsoft.com/office/drawing/2014/main" id="{5963FF52-27FC-4805-9E75-7F844EC8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487" y="3414004"/>
            <a:ext cx="45263" cy="5073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4" name="Connector 143">
            <a:extLst xmlns:a="http://schemas.openxmlformats.org/drawingml/2006/main">
              <a:ext uri="{FF2B5EF4-FFF2-40B4-BE49-F238E27FC236}">
                <a16:creationId xmlns:a16="http://schemas.microsoft.com/office/drawing/2014/main" id="{171F5910-0EBA-406D-AAEB-D984EEC8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750" y="3464734"/>
            <a:ext cx="45263" cy="5328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5" name="Connector 144">
            <a:extLst xmlns:a="http://schemas.openxmlformats.org/drawingml/2006/main">
              <a:ext uri="{FF2B5EF4-FFF2-40B4-BE49-F238E27FC236}">
                <a16:creationId xmlns:a16="http://schemas.microsoft.com/office/drawing/2014/main" id="{AA16AB96-0032-43F6-B013-8F34B1DC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013" y="3518015"/>
            <a:ext cx="45262" cy="5542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6" name="Connector 145">
            <a:extLst xmlns:a="http://schemas.openxmlformats.org/drawingml/2006/main">
              <a:ext uri="{FF2B5EF4-FFF2-40B4-BE49-F238E27FC236}">
                <a16:creationId xmlns:a16="http://schemas.microsoft.com/office/drawing/2014/main" id="{1686A49C-2401-45C1-9E55-0C1E7FD0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75" y="3573437"/>
            <a:ext cx="45263" cy="5713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7" name="Connector 146">
            <a:extLst xmlns:a="http://schemas.openxmlformats.org/drawingml/2006/main">
              <a:ext uri="{FF2B5EF4-FFF2-40B4-BE49-F238E27FC236}">
                <a16:creationId xmlns:a16="http://schemas.microsoft.com/office/drawing/2014/main" id="{598F5E2A-81B7-4700-B4B9-AF3BCBE3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538" y="3630570"/>
            <a:ext cx="45263" cy="5840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8" name="Connector 147">
            <a:extLst xmlns:a="http://schemas.openxmlformats.org/drawingml/2006/main">
              <a:ext uri="{FF2B5EF4-FFF2-40B4-BE49-F238E27FC236}">
                <a16:creationId xmlns:a16="http://schemas.microsoft.com/office/drawing/2014/main" id="{A4762550-867F-487D-99CD-8D90CEBA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801" y="3688973"/>
            <a:ext cx="45263" cy="5922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9" name="Connector 148">
            <a:extLst xmlns:a="http://schemas.openxmlformats.org/drawingml/2006/main">
              <a:ext uri="{FF2B5EF4-FFF2-40B4-BE49-F238E27FC236}">
                <a16:creationId xmlns:a16="http://schemas.microsoft.com/office/drawing/2014/main" id="{A2618DA4-890E-47E5-ABBC-D4DFBB99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9064" y="3748193"/>
            <a:ext cx="45263" cy="5958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0" name="Connector 149">
            <a:extLst xmlns:a="http://schemas.openxmlformats.org/drawingml/2006/main">
              <a:ext uri="{FF2B5EF4-FFF2-40B4-BE49-F238E27FC236}">
                <a16:creationId xmlns:a16="http://schemas.microsoft.com/office/drawing/2014/main" id="{9F4EB909-AB3C-43FA-8E34-EE2DEE16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4327" y="3807774"/>
            <a:ext cx="45263" cy="5948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1" name="Connector 150">
            <a:extLst xmlns:a="http://schemas.openxmlformats.org/drawingml/2006/main">
              <a:ext uri="{FF2B5EF4-FFF2-40B4-BE49-F238E27FC236}">
                <a16:creationId xmlns:a16="http://schemas.microsoft.com/office/drawing/2014/main" id="{620C4459-FB21-41ED-8CF7-0FDAE1BC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67254"/>
            <a:ext cx="45262" cy="5892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2" name="Connector 151">
            <a:extLst xmlns:a="http://schemas.openxmlformats.org/drawingml/2006/main">
              <a:ext uri="{FF2B5EF4-FFF2-40B4-BE49-F238E27FC236}">
                <a16:creationId xmlns:a16="http://schemas.microsoft.com/office/drawing/2014/main" id="{6604EA99-607D-4069-A4EE-CCE95673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2" y="3926174"/>
            <a:ext cx="45263" cy="5790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3" name="Connector 152">
            <a:extLst xmlns:a="http://schemas.openxmlformats.org/drawingml/2006/main">
              <a:ext uri="{FF2B5EF4-FFF2-40B4-BE49-F238E27FC236}">
                <a16:creationId xmlns:a16="http://schemas.microsoft.com/office/drawing/2014/main" id="{370B22CD-B90E-417C-8C71-33A79595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115" y="3984077"/>
            <a:ext cx="45263" cy="5643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4" name="Connector 153">
            <a:extLst xmlns:a="http://schemas.openxmlformats.org/drawingml/2006/main">
              <a:ext uri="{FF2B5EF4-FFF2-40B4-BE49-F238E27FC236}">
                <a16:creationId xmlns:a16="http://schemas.microsoft.com/office/drawing/2014/main" id="{6FE6E5EA-0E76-43D7-8705-06E43559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378" y="4040516"/>
            <a:ext cx="45263" cy="5453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5" name="Connector 154">
            <a:extLst xmlns:a="http://schemas.openxmlformats.org/drawingml/2006/main">
              <a:ext uri="{FF2B5EF4-FFF2-40B4-BE49-F238E27FC236}">
                <a16:creationId xmlns:a16="http://schemas.microsoft.com/office/drawing/2014/main" id="{FFCFAFD1-2A0E-41E8-ACAB-73137FEE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641" y="4095055"/>
            <a:ext cx="45263" cy="5221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6" name="Connector 155">
            <a:extLst xmlns:a="http://schemas.openxmlformats.org/drawingml/2006/main">
              <a:ext uri="{FF2B5EF4-FFF2-40B4-BE49-F238E27FC236}">
                <a16:creationId xmlns:a16="http://schemas.microsoft.com/office/drawing/2014/main" id="{637B5339-BCDC-4589-B600-7436E718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147272"/>
            <a:ext cx="45262" cy="4949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7" name="Connector 156">
            <a:extLst xmlns:a="http://schemas.openxmlformats.org/drawingml/2006/main">
              <a:ext uri="{FF2B5EF4-FFF2-40B4-BE49-F238E27FC236}">
                <a16:creationId xmlns:a16="http://schemas.microsoft.com/office/drawing/2014/main" id="{D19E7C7B-CAB6-46BB-A427-9E2CD408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166" y="4196763"/>
            <a:ext cx="45263" cy="4638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8" name="Connector 157">
            <a:extLst xmlns:a="http://schemas.openxmlformats.org/drawingml/2006/main">
              <a:ext uri="{FF2B5EF4-FFF2-40B4-BE49-F238E27FC236}">
                <a16:creationId xmlns:a16="http://schemas.microsoft.com/office/drawing/2014/main" id="{A4939C6A-319D-4534-8BDD-E5193DB2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429" y="4243146"/>
            <a:ext cx="45263" cy="4291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9" name="Connector 158">
            <a:extLst xmlns:a="http://schemas.openxmlformats.org/drawingml/2006/main">
              <a:ext uri="{FF2B5EF4-FFF2-40B4-BE49-F238E27FC236}">
                <a16:creationId xmlns:a16="http://schemas.microsoft.com/office/drawing/2014/main" id="{07D408B5-6190-44C5-A036-0C4A603F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1692" y="4286061"/>
            <a:ext cx="45263" cy="39116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0" name="Connector 159">
            <a:extLst xmlns:a="http://schemas.openxmlformats.org/drawingml/2006/main">
              <a:ext uri="{FF2B5EF4-FFF2-40B4-BE49-F238E27FC236}">
                <a16:creationId xmlns:a16="http://schemas.microsoft.com/office/drawing/2014/main" id="{E25E2A62-F151-411C-8978-3F7A149E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55" y="4325177"/>
            <a:ext cx="45262" cy="3501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1" name="Connector 160">
            <a:extLst xmlns:a="http://schemas.openxmlformats.org/drawingml/2006/main">
              <a:ext uri="{FF2B5EF4-FFF2-40B4-BE49-F238E27FC236}">
                <a16:creationId xmlns:a16="http://schemas.microsoft.com/office/drawing/2014/main" id="{D57837CE-9F41-4930-BDDF-8F46DC9E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217" y="4360191"/>
            <a:ext cx="45263" cy="3064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2" name="Connector 161">
            <a:extLst xmlns:a="http://schemas.openxmlformats.org/drawingml/2006/main">
              <a:ext uri="{FF2B5EF4-FFF2-40B4-BE49-F238E27FC236}">
                <a16:creationId xmlns:a16="http://schemas.microsoft.com/office/drawing/2014/main" id="{656F323C-BD36-4F6A-ADA0-3F345EE8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480" y="4390833"/>
            <a:ext cx="45263" cy="2603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3" name="Connector 162">
            <a:extLst xmlns:a="http://schemas.openxmlformats.org/drawingml/2006/main">
              <a:ext uri="{FF2B5EF4-FFF2-40B4-BE49-F238E27FC236}">
                <a16:creationId xmlns:a16="http://schemas.microsoft.com/office/drawing/2014/main" id="{FA033539-A030-42BA-9D31-3E8D72C7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743" y="4416866"/>
            <a:ext cx="45263" cy="2122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4" name="Connector 163">
            <a:extLst xmlns:a="http://schemas.openxmlformats.org/drawingml/2006/main">
              <a:ext uri="{FF2B5EF4-FFF2-40B4-BE49-F238E27FC236}">
                <a16:creationId xmlns:a16="http://schemas.microsoft.com/office/drawing/2014/main" id="{1FB2C844-320A-452C-A263-F1C1B701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8006" y="4438088"/>
            <a:ext cx="45263" cy="1624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5" name="Connector 164">
            <a:extLst xmlns:a="http://schemas.openxmlformats.org/drawingml/2006/main">
              <a:ext uri="{FF2B5EF4-FFF2-40B4-BE49-F238E27FC236}">
                <a16:creationId xmlns:a16="http://schemas.microsoft.com/office/drawing/2014/main" id="{428881A2-C0CF-4353-91EE-527FC59C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3269" y="4454335"/>
            <a:ext cx="45263" cy="1114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6" name="Connector 165">
            <a:extLst xmlns:a="http://schemas.openxmlformats.org/drawingml/2006/main">
              <a:ext uri="{FF2B5EF4-FFF2-40B4-BE49-F238E27FC236}">
                <a16:creationId xmlns:a16="http://schemas.microsoft.com/office/drawing/2014/main" id="{D7037814-6D9F-4054-A6CB-C7F85909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8532" y="4465482"/>
            <a:ext cx="45262" cy="596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7" name="Connector 166">
            <a:extLst xmlns:a="http://schemas.openxmlformats.org/drawingml/2006/main">
              <a:ext uri="{FF2B5EF4-FFF2-40B4-BE49-F238E27FC236}">
                <a16:creationId xmlns:a16="http://schemas.microsoft.com/office/drawing/2014/main" id="{4B1B9043-8AFF-47B5-8FEE-0B341D51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794" y="4471443"/>
            <a:ext cx="45263" cy="72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8" name="Connector 167">
            <a:extLst xmlns:a="http://schemas.openxmlformats.org/drawingml/2006/main">
              <a:ext uri="{FF2B5EF4-FFF2-40B4-BE49-F238E27FC236}">
                <a16:creationId xmlns:a16="http://schemas.microsoft.com/office/drawing/2014/main" id="{2E6D5FDE-42F1-4AA7-98DD-BD2DE91C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919057" y="4467660"/>
            <a:ext cx="45263" cy="451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9" name="Connector 168">
            <a:extLst xmlns:a="http://schemas.openxmlformats.org/drawingml/2006/main">
              <a:ext uri="{FF2B5EF4-FFF2-40B4-BE49-F238E27FC236}">
                <a16:creationId xmlns:a16="http://schemas.microsoft.com/office/drawing/2014/main" id="{8876C76A-4C99-4BCD-8A84-7920A7AE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964320" y="4457946"/>
            <a:ext cx="45263" cy="971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0" name="Connector 169">
            <a:extLst xmlns:a="http://schemas.openxmlformats.org/drawingml/2006/main">
              <a:ext uri="{FF2B5EF4-FFF2-40B4-BE49-F238E27FC236}">
                <a16:creationId xmlns:a16="http://schemas.microsoft.com/office/drawing/2014/main" id="{08FD7590-871D-426C-9D84-F70E11D8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09583" y="4443104"/>
            <a:ext cx="45263" cy="1484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1" name="Connector 170">
            <a:extLst xmlns:a="http://schemas.openxmlformats.org/drawingml/2006/main">
              <a:ext uri="{FF2B5EF4-FFF2-40B4-BE49-F238E27FC236}">
                <a16:creationId xmlns:a16="http://schemas.microsoft.com/office/drawing/2014/main" id="{62815470-64AB-44A1-9AA6-E22589EC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54846" y="4423249"/>
            <a:ext cx="45262" cy="1985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2" name="Connector 171">
            <a:extLst xmlns:a="http://schemas.openxmlformats.org/drawingml/2006/main">
              <a:ext uri="{FF2B5EF4-FFF2-40B4-BE49-F238E27FC236}">
                <a16:creationId xmlns:a16="http://schemas.microsoft.com/office/drawing/2014/main" id="{39DC9C9F-48F3-4AB4-8304-2BAEC1D5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00108" y="4398533"/>
            <a:ext cx="45263" cy="24716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3" name="Connector 172">
            <a:extLst xmlns:a="http://schemas.openxmlformats.org/drawingml/2006/main">
              <a:ext uri="{FF2B5EF4-FFF2-40B4-BE49-F238E27FC236}">
                <a16:creationId xmlns:a16="http://schemas.microsoft.com/office/drawing/2014/main" id="{A27E3146-5985-4201-958F-42FB93A8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45371" y="4369149"/>
            <a:ext cx="45263" cy="2938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4" name="Connector 173">
            <a:extLst xmlns:a="http://schemas.openxmlformats.org/drawingml/2006/main">
              <a:ext uri="{FF2B5EF4-FFF2-40B4-BE49-F238E27FC236}">
                <a16:creationId xmlns:a16="http://schemas.microsoft.com/office/drawing/2014/main" id="{3E48CC86-4957-4DFA-93E7-8F5D4F50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90634" y="4335323"/>
            <a:ext cx="45263" cy="33826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5" name="Connector 174">
            <a:extLst xmlns:a="http://schemas.openxmlformats.org/drawingml/2006/main">
              <a:ext uri="{FF2B5EF4-FFF2-40B4-BE49-F238E27FC236}">
                <a16:creationId xmlns:a16="http://schemas.microsoft.com/office/drawing/2014/main" id="{CEA4DEDB-9072-4330-AF8C-5635AE58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35897" y="4297316"/>
            <a:ext cx="45262" cy="3800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6" name="Connector 175">
            <a:extLst xmlns:a="http://schemas.openxmlformats.org/drawingml/2006/main">
              <a:ext uri="{FF2B5EF4-FFF2-40B4-BE49-F238E27FC236}">
                <a16:creationId xmlns:a16="http://schemas.microsoft.com/office/drawing/2014/main" id="{9E39A186-891D-489A-B706-10EEED3D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81159" y="4255424"/>
            <a:ext cx="45263" cy="4189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7" name="Connector 176">
            <a:extLst xmlns:a="http://schemas.openxmlformats.org/drawingml/2006/main">
              <a:ext uri="{FF2B5EF4-FFF2-40B4-BE49-F238E27FC236}">
                <a16:creationId xmlns:a16="http://schemas.microsoft.com/office/drawing/2014/main" id="{60E58932-4AE4-4BFE-B4E6-E54D8E0B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326422" y="4209970"/>
            <a:ext cx="45263" cy="4545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8" name="Connector 177">
            <a:extLst xmlns:a="http://schemas.openxmlformats.org/drawingml/2006/main">
              <a:ext uri="{FF2B5EF4-FFF2-40B4-BE49-F238E27FC236}">
                <a16:creationId xmlns:a16="http://schemas.microsoft.com/office/drawing/2014/main" id="{CAB3DF8B-9159-4FBB-AC55-5909275F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371685" y="4161304"/>
            <a:ext cx="45263" cy="48666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9" name="Connector 178">
            <a:extLst xmlns:a="http://schemas.openxmlformats.org/drawingml/2006/main">
              <a:ext uri="{FF2B5EF4-FFF2-40B4-BE49-F238E27FC236}">
                <a16:creationId xmlns:a16="http://schemas.microsoft.com/office/drawing/2014/main" id="{6D1A9600-38E7-4106-9DFD-5586D7C4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416948" y="4109805"/>
            <a:ext cx="45263" cy="5149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0" name="Connector 179">
            <a:extLst xmlns:a="http://schemas.openxmlformats.org/drawingml/2006/main">
              <a:ext uri="{FF2B5EF4-FFF2-40B4-BE49-F238E27FC236}">
                <a16:creationId xmlns:a16="http://schemas.microsoft.com/office/drawing/2014/main" id="{6AD29E7E-C420-470B-9468-2820C1F1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462211" y="4055869"/>
            <a:ext cx="45263" cy="53936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1" name="Connector 180">
            <a:extLst xmlns:a="http://schemas.openxmlformats.org/drawingml/2006/main">
              <a:ext uri="{FF2B5EF4-FFF2-40B4-BE49-F238E27FC236}">
                <a16:creationId xmlns:a16="http://schemas.microsoft.com/office/drawing/2014/main" id="{44776A5B-A2C9-4EE5-910D-0F6D8ADF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507474" y="3999914"/>
            <a:ext cx="45262" cy="5595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2" name="Connector 181">
            <a:extLst xmlns:a="http://schemas.openxmlformats.org/drawingml/2006/main">
              <a:ext uri="{FF2B5EF4-FFF2-40B4-BE49-F238E27FC236}">
                <a16:creationId xmlns:a16="http://schemas.microsoft.com/office/drawing/2014/main" id="{FD7BC6F0-2513-46B2-BEC5-42F2006A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552736" y="3942373"/>
            <a:ext cx="45263" cy="5754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3" name="Connector 182">
            <a:extLst xmlns:a="http://schemas.openxmlformats.org/drawingml/2006/main">
              <a:ext uri="{FF2B5EF4-FFF2-40B4-BE49-F238E27FC236}">
                <a16:creationId xmlns:a16="http://schemas.microsoft.com/office/drawing/2014/main" id="{45CA036C-0005-46CE-8A55-D59D7326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597999" y="3883690"/>
            <a:ext cx="45263" cy="5868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4" name="Connector 183">
            <a:extLst xmlns:a="http://schemas.openxmlformats.org/drawingml/2006/main">
              <a:ext uri="{FF2B5EF4-FFF2-40B4-BE49-F238E27FC236}">
                <a16:creationId xmlns:a16="http://schemas.microsoft.com/office/drawing/2014/main" id="{99056751-047F-4C4D-9372-6D6D22D3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643262" y="3824319"/>
            <a:ext cx="45263" cy="5937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5" name="Connector 184">
            <a:extLst xmlns:a="http://schemas.openxmlformats.org/drawingml/2006/main">
              <a:ext uri="{FF2B5EF4-FFF2-40B4-BE49-F238E27FC236}">
                <a16:creationId xmlns:a16="http://schemas.microsoft.com/office/drawing/2014/main" id="{BCDD852A-7533-47B9-8D1F-C7B35EF7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688525" y="3764720"/>
            <a:ext cx="45263" cy="5959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6" name="Connector 185">
            <a:extLst xmlns:a="http://schemas.openxmlformats.org/drawingml/2006/main">
              <a:ext uri="{FF2B5EF4-FFF2-40B4-BE49-F238E27FC236}">
                <a16:creationId xmlns:a16="http://schemas.microsoft.com/office/drawing/2014/main" id="{50441417-E79C-4348-AA9B-755071FE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733788" y="3705353"/>
            <a:ext cx="45262" cy="5936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7" name="Connector 186">
            <a:extLst xmlns:a="http://schemas.openxmlformats.org/drawingml/2006/main">
              <a:ext uri="{FF2B5EF4-FFF2-40B4-BE49-F238E27FC236}">
                <a16:creationId xmlns:a16="http://schemas.microsoft.com/office/drawing/2014/main" id="{C2DCCBFF-F8C0-4693-A421-4823B9E8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779050" y="3646678"/>
            <a:ext cx="45263" cy="5867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8" name="Connector 187">
            <a:extLst xmlns:a="http://schemas.openxmlformats.org/drawingml/2006/main">
              <a:ext uri="{FF2B5EF4-FFF2-40B4-BE49-F238E27FC236}">
                <a16:creationId xmlns:a16="http://schemas.microsoft.com/office/drawing/2014/main" id="{1728B860-8778-453D-8B4A-17C8CB8B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24313" y="3589148"/>
            <a:ext cx="45263" cy="5753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9" name="Connector 188">
            <a:extLst xmlns:a="http://schemas.openxmlformats.org/drawingml/2006/main">
              <a:ext uri="{FF2B5EF4-FFF2-40B4-BE49-F238E27FC236}">
                <a16:creationId xmlns:a16="http://schemas.microsoft.com/office/drawing/2014/main" id="{7B991150-AE45-402F-B5CE-92B7F6A4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69576" y="3533207"/>
            <a:ext cx="45263" cy="5594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0" name="Connector 189">
            <a:extLst xmlns:a="http://schemas.openxmlformats.org/drawingml/2006/main">
              <a:ext uri="{FF2B5EF4-FFF2-40B4-BE49-F238E27FC236}">
                <a16:creationId xmlns:a16="http://schemas.microsoft.com/office/drawing/2014/main" id="{D2596731-8AD3-4B83-9E31-1B865A50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914839" y="3479289"/>
            <a:ext cx="45262" cy="5391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1" name="Connector 190">
            <a:extLst xmlns:a="http://schemas.openxmlformats.org/drawingml/2006/main">
              <a:ext uri="{FF2B5EF4-FFF2-40B4-BE49-F238E27FC236}">
                <a16:creationId xmlns:a16="http://schemas.microsoft.com/office/drawing/2014/main" id="{1EDCE218-B8DC-4EB6-8200-8ABA34BE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960101" y="3427811"/>
            <a:ext cx="45263" cy="5147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2" name="Connector 191">
            <a:extLst xmlns:a="http://schemas.openxmlformats.org/drawingml/2006/main">
              <a:ext uri="{FF2B5EF4-FFF2-40B4-BE49-F238E27FC236}">
                <a16:creationId xmlns:a16="http://schemas.microsoft.com/office/drawing/2014/main" id="{E6204568-FAAD-4F32-BAE0-7F82A261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05364" y="3379170"/>
            <a:ext cx="45263" cy="4864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3" name="Connector 192">
            <a:extLst xmlns:a="http://schemas.openxmlformats.org/drawingml/2006/main">
              <a:ext uri="{FF2B5EF4-FFF2-40B4-BE49-F238E27FC236}">
                <a16:creationId xmlns:a16="http://schemas.microsoft.com/office/drawing/2014/main" id="{591E0088-C0F3-44BC-988B-197EA54E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50627" y="3333743"/>
            <a:ext cx="45263" cy="4542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4" name="Connector 193">
            <a:extLst xmlns:a="http://schemas.openxmlformats.org/drawingml/2006/main">
              <a:ext uri="{FF2B5EF4-FFF2-40B4-BE49-F238E27FC236}">
                <a16:creationId xmlns:a16="http://schemas.microsoft.com/office/drawing/2014/main" id="{5DCB98C8-3B2F-4806-A90D-6FD7DCE1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95890" y="3291881"/>
            <a:ext cx="45263" cy="4186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5" name="Connector 194">
            <a:extLst xmlns:a="http://schemas.openxmlformats.org/drawingml/2006/main">
              <a:ext uri="{FF2B5EF4-FFF2-40B4-BE49-F238E27FC236}">
                <a16:creationId xmlns:a16="http://schemas.microsoft.com/office/drawing/2014/main" id="{853AED91-CD94-41C3-9D8C-5D76E1E5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141153" y="3253907"/>
            <a:ext cx="45262" cy="3797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6" name="Connector 195">
            <a:extLst xmlns:a="http://schemas.openxmlformats.org/drawingml/2006/main">
              <a:ext uri="{FF2B5EF4-FFF2-40B4-BE49-F238E27FC236}">
                <a16:creationId xmlns:a16="http://schemas.microsoft.com/office/drawing/2014/main" id="{A26DB0F3-6498-46E9-BB04-33E05A14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186415" y="3220116"/>
            <a:ext cx="45263" cy="3379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7" name="Connector 196">
            <a:extLst xmlns:a="http://schemas.openxmlformats.org/drawingml/2006/main">
              <a:ext uri="{FF2B5EF4-FFF2-40B4-BE49-F238E27FC236}">
                <a16:creationId xmlns:a16="http://schemas.microsoft.com/office/drawing/2014/main" id="{D537FE5C-64C4-4E58-8955-AB5F2478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31678" y="3190768"/>
            <a:ext cx="45263" cy="2934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8" name="Connector 197">
            <a:extLst xmlns:a="http://schemas.openxmlformats.org/drawingml/2006/main">
              <a:ext uri="{FF2B5EF4-FFF2-40B4-BE49-F238E27FC236}">
                <a16:creationId xmlns:a16="http://schemas.microsoft.com/office/drawing/2014/main" id="{EC486E94-DC99-4DE6-9CB2-2AE10ABB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76941" y="3166091"/>
            <a:ext cx="45263" cy="2467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9" name="Connector 198">
            <a:extLst xmlns:a="http://schemas.openxmlformats.org/drawingml/2006/main">
              <a:ext uri="{FF2B5EF4-FFF2-40B4-BE49-F238E27FC236}">
                <a16:creationId xmlns:a16="http://schemas.microsoft.com/office/drawing/2014/main" id="{989879F8-E318-4A37-A15C-669F2EA0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322204" y="3146275"/>
            <a:ext cx="45263" cy="19816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0" name="Connector 199">
            <a:extLst xmlns:a="http://schemas.openxmlformats.org/drawingml/2006/main">
              <a:ext uri="{FF2B5EF4-FFF2-40B4-BE49-F238E27FC236}">
                <a16:creationId xmlns:a16="http://schemas.microsoft.com/office/drawing/2014/main" id="{1427E56C-7029-4217-81B5-8902F95F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367467" y="3131474"/>
            <a:ext cx="45263" cy="14801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1" name="Connector 200">
            <a:extLst xmlns:a="http://schemas.openxmlformats.org/drawingml/2006/main">
              <a:ext uri="{FF2B5EF4-FFF2-40B4-BE49-F238E27FC236}">
                <a16:creationId xmlns:a16="http://schemas.microsoft.com/office/drawing/2014/main" id="{7E705734-04DC-4404-BB5A-138EAEDF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412730" y="3121802"/>
            <a:ext cx="45262" cy="967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2" name="Connector 201">
            <a:extLst xmlns:a="http://schemas.openxmlformats.org/drawingml/2006/main">
              <a:ext uri="{FF2B5EF4-FFF2-40B4-BE49-F238E27FC236}">
                <a16:creationId xmlns:a16="http://schemas.microsoft.com/office/drawing/2014/main" id="{AF4FF33E-0CD6-4FFE-AF64-8CE92A77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457992" y="3117333"/>
            <a:ext cx="45263" cy="446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3" name="Connector 202">
            <a:extLst xmlns:a="http://schemas.openxmlformats.org/drawingml/2006/main">
              <a:ext uri="{FF2B5EF4-FFF2-40B4-BE49-F238E27FC236}">
                <a16:creationId xmlns:a16="http://schemas.microsoft.com/office/drawing/2014/main" id="{CBC58B54-BA98-4599-A9A4-899C437F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255" y="3117333"/>
            <a:ext cx="45263" cy="77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4" name="Connector 203">
            <a:extLst xmlns:a="http://schemas.openxmlformats.org/drawingml/2006/main">
              <a:ext uri="{FF2B5EF4-FFF2-40B4-BE49-F238E27FC236}">
                <a16:creationId xmlns:a16="http://schemas.microsoft.com/office/drawing/2014/main" id="{968F4203-5529-4091-834C-7DA81F4E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518" y="3118103"/>
            <a:ext cx="45263" cy="6003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5" name="Connector 204">
            <a:extLst xmlns:a="http://schemas.openxmlformats.org/drawingml/2006/main">
              <a:ext uri="{FF2B5EF4-FFF2-40B4-BE49-F238E27FC236}">
                <a16:creationId xmlns:a16="http://schemas.microsoft.com/office/drawing/2014/main" id="{C2C16865-C4C6-47EE-BFFA-B8453C8B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3781" y="3124106"/>
            <a:ext cx="45262" cy="1118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6" name="Connector 205">
            <a:extLst xmlns:a="http://schemas.openxmlformats.org/drawingml/2006/main">
              <a:ext uri="{FF2B5EF4-FFF2-40B4-BE49-F238E27FC236}">
                <a16:creationId xmlns:a16="http://schemas.microsoft.com/office/drawing/2014/main" id="{7BE6C9DD-BD32-426B-8ED9-ECE247D1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043" y="3135294"/>
            <a:ext cx="45263" cy="1628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7" name="Connector 206">
            <a:extLst xmlns:a="http://schemas.openxmlformats.org/drawingml/2006/main">
              <a:ext uri="{FF2B5EF4-FFF2-40B4-BE49-F238E27FC236}">
                <a16:creationId xmlns:a16="http://schemas.microsoft.com/office/drawing/2014/main" id="{DAEFCA79-6FC4-43BC-BA97-B9C951BE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4306" y="3151582"/>
            <a:ext cx="45263" cy="2126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8" name="Connector 207">
            <a:extLst xmlns:a="http://schemas.openxmlformats.org/drawingml/2006/main">
              <a:ext uri="{FF2B5EF4-FFF2-40B4-BE49-F238E27FC236}">
                <a16:creationId xmlns:a16="http://schemas.microsoft.com/office/drawing/2014/main" id="{3ACB3FA1-D434-493B-8006-8988C685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9569" y="3172844"/>
            <a:ext cx="45263" cy="2607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9" name="Connector 208">
            <a:extLst xmlns:a="http://schemas.openxmlformats.org/drawingml/2006/main">
              <a:ext uri="{FF2B5EF4-FFF2-40B4-BE49-F238E27FC236}">
                <a16:creationId xmlns:a16="http://schemas.microsoft.com/office/drawing/2014/main" id="{AD63BD0B-41BE-4A59-B803-64BD2938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832" y="3198914"/>
            <a:ext cx="45263" cy="3067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0" name="Connector 209">
            <a:extLst xmlns:a="http://schemas.openxmlformats.org/drawingml/2006/main">
              <a:ext uri="{FF2B5EF4-FFF2-40B4-BE49-F238E27FC236}">
                <a16:creationId xmlns:a16="http://schemas.microsoft.com/office/drawing/2014/main" id="{FB1E3548-99C8-449C-9BBB-36CF3556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095" y="3229592"/>
            <a:ext cx="45262" cy="3504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1" name="Connector 210">
            <a:extLst xmlns:a="http://schemas.openxmlformats.org/drawingml/2006/main">
              <a:ext uri="{FF2B5EF4-FFF2-40B4-BE49-F238E27FC236}">
                <a16:creationId xmlns:a16="http://schemas.microsoft.com/office/drawing/2014/main" id="{BA74FF26-9761-4D66-8984-D4EEF390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357" y="3264641"/>
            <a:ext cx="45263" cy="39148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2" name="Connector 211">
            <a:extLst xmlns:a="http://schemas.openxmlformats.org/drawingml/2006/main">
              <a:ext uri="{FF2B5EF4-FFF2-40B4-BE49-F238E27FC236}">
                <a16:creationId xmlns:a16="http://schemas.microsoft.com/office/drawing/2014/main" id="{0070E0D3-D911-4C9F-A150-5BBA6CAF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3303789"/>
            <a:ext cx="45263" cy="4294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3" name="Connector 212">
            <a:extLst xmlns:a="http://schemas.openxmlformats.org/drawingml/2006/main">
              <a:ext uri="{FF2B5EF4-FFF2-40B4-BE49-F238E27FC236}">
                <a16:creationId xmlns:a16="http://schemas.microsoft.com/office/drawing/2014/main" id="{3930D919-0991-4EE6-BEEF-A7F60E1B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883" y="3346733"/>
            <a:ext cx="45263" cy="4640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4" name="Connector 213">
            <a:extLst xmlns:a="http://schemas.openxmlformats.org/drawingml/2006/main">
              <a:ext uri="{FF2B5EF4-FFF2-40B4-BE49-F238E27FC236}">
                <a16:creationId xmlns:a16="http://schemas.microsoft.com/office/drawing/2014/main" id="{A9789D4C-09DF-4E4E-B6AE-08A967DD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146" y="3393142"/>
            <a:ext cx="45263" cy="4951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5" name="Connector 214">
            <a:extLst xmlns:a="http://schemas.openxmlformats.org/drawingml/2006/main">
              <a:ext uri="{FF2B5EF4-FFF2-40B4-BE49-F238E27FC236}">
                <a16:creationId xmlns:a16="http://schemas.microsoft.com/office/drawing/2014/main" id="{7071DB22-BC8D-4B8D-A17D-66A4F68C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6409" y="3442657"/>
            <a:ext cx="45263" cy="52237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6" name="Oval 215">
            <a:extLst xmlns:a="http://schemas.openxmlformats.org/drawingml/2006/main">
              <a:ext uri="{FF2B5EF4-FFF2-40B4-BE49-F238E27FC236}">
                <a16:creationId xmlns:a16="http://schemas.microsoft.com/office/drawing/2014/main" id="{C0ED6CDE-3A29-4BCE-B1D7-FF750D7B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784" y="3622488"/>
            <a:ext cx="115214" cy="115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7" name="Oval 216">
            <a:extLst xmlns:a="http://schemas.openxmlformats.org/drawingml/2006/main">
              <a:ext uri="{FF2B5EF4-FFF2-40B4-BE49-F238E27FC236}">
                <a16:creationId xmlns:a16="http://schemas.microsoft.com/office/drawing/2014/main" id="{712F4FCF-4890-4AA0-AB38-19EFF078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536" y="3271990"/>
            <a:ext cx="115214" cy="115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8" name="Oval 217">
            <a:extLst xmlns:a="http://schemas.openxmlformats.org/drawingml/2006/main">
              <a:ext uri="{FF2B5EF4-FFF2-40B4-BE49-F238E27FC236}">
                <a16:creationId xmlns:a16="http://schemas.microsoft.com/office/drawing/2014/main" id="{6F0A464A-4342-4BB3-A378-AD66842F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288" y="3076929"/>
            <a:ext cx="115214" cy="115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9" name="Oval 218">
            <a:extLst xmlns:a="http://schemas.openxmlformats.org/drawingml/2006/main">
              <a:ext uri="{FF2B5EF4-FFF2-40B4-BE49-F238E27FC236}">
                <a16:creationId xmlns:a16="http://schemas.microsoft.com/office/drawing/2014/main" id="{456438F0-C2E1-4944-AC53-C9780B6C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040" y="3102487"/>
            <a:ext cx="115214" cy="115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0" name="Oval 219">
            <a:extLst xmlns:a="http://schemas.openxmlformats.org/drawingml/2006/main">
              <a:ext uri="{FF2B5EF4-FFF2-40B4-BE49-F238E27FC236}">
                <a16:creationId xmlns:a16="http://schemas.microsoft.com/office/drawing/2014/main" id="{7DB7A9AF-BCA6-45FC-8DE5-10D2684B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4792" y="3340123"/>
            <a:ext cx="115214" cy="115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1" name="Oval 220">
            <a:extLst xmlns:a="http://schemas.openxmlformats.org/drawingml/2006/main">
              <a:ext uri="{FF2B5EF4-FFF2-40B4-BE49-F238E27FC236}">
                <a16:creationId xmlns:a16="http://schemas.microsoft.com/office/drawing/2014/main" id="{B422F66B-770B-439B-8A60-4F82EBEE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44" y="3710429"/>
            <a:ext cx="115214" cy="115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2" name="Oval 221">
            <a:extLst xmlns:a="http://schemas.openxmlformats.org/drawingml/2006/main">
              <a:ext uri="{FF2B5EF4-FFF2-40B4-BE49-F238E27FC236}">
                <a16:creationId xmlns:a16="http://schemas.microsoft.com/office/drawing/2014/main" id="{7410D913-4BAE-4CD0-AE99-4FD8CA6F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296" y="4089665"/>
            <a:ext cx="115214" cy="115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3" name="Oval 222">
            <a:extLst xmlns:a="http://schemas.openxmlformats.org/drawingml/2006/main">
              <a:ext uri="{FF2B5EF4-FFF2-40B4-BE49-F238E27FC236}">
                <a16:creationId xmlns:a16="http://schemas.microsoft.com/office/drawing/2014/main" id="{32B72B53-8BA8-40B9-95FE-A8D13ECF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048" y="4351107"/>
            <a:ext cx="115214" cy="115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4" name="Oval 223">
            <a:extLst xmlns:a="http://schemas.openxmlformats.org/drawingml/2006/main">
              <a:ext uri="{FF2B5EF4-FFF2-40B4-BE49-F238E27FC236}">
                <a16:creationId xmlns:a16="http://schemas.microsoft.com/office/drawing/2014/main" id="{EBCCBD9F-F180-44A7-9A41-87AC2601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1800" y="4407390"/>
            <a:ext cx="115214" cy="115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5" name="Oval 224">
            <a:extLst xmlns:a="http://schemas.openxmlformats.org/drawingml/2006/main">
              <a:ext uri="{FF2B5EF4-FFF2-40B4-BE49-F238E27FC236}">
                <a16:creationId xmlns:a16="http://schemas.microsoft.com/office/drawing/2014/main" id="{00CDCC79-1B94-4FE8-A503-222B135C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552" y="4239709"/>
            <a:ext cx="115214" cy="115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6" name="Oval 225">
            <a:extLst xmlns:a="http://schemas.openxmlformats.org/drawingml/2006/main">
              <a:ext uri="{FF2B5EF4-FFF2-40B4-BE49-F238E27FC236}">
                <a16:creationId xmlns:a16="http://schemas.microsoft.com/office/drawing/2014/main" id="{29BF9EE3-4B20-4144-A4D1-81ACBC0D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304" y="3904095"/>
            <a:ext cx="115214" cy="115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7" name="Oval 226">
            <a:extLst xmlns:a="http://schemas.openxmlformats.org/drawingml/2006/main">
              <a:ext uri="{FF2B5EF4-FFF2-40B4-BE49-F238E27FC236}">
                <a16:creationId xmlns:a16="http://schemas.microsoft.com/office/drawing/2014/main" id="{DA377E64-F00E-4C40-AED3-61055F8A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056" y="3512695"/>
            <a:ext cx="115214" cy="115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8" name="Oval 227">
            <a:extLst xmlns:a="http://schemas.openxmlformats.org/drawingml/2006/main">
              <a:ext uri="{FF2B5EF4-FFF2-40B4-BE49-F238E27FC236}">
                <a16:creationId xmlns:a16="http://schemas.microsoft.com/office/drawing/2014/main" id="{1CAFD8C7-F336-4B60-A130-DCB4AFDB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808" y="3196300"/>
            <a:ext cx="115214" cy="115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9" name="Oval 228">
            <a:extLst xmlns:a="http://schemas.openxmlformats.org/drawingml/2006/main">
              <a:ext uri="{FF2B5EF4-FFF2-40B4-BE49-F238E27FC236}">
                <a16:creationId xmlns:a16="http://schemas.microsoft.com/office/drawing/2014/main" id="{FEEB901E-1FA8-457D-ABFC-52ADE016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0560" y="3060634"/>
            <a:ext cx="115214" cy="115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0" name="Oval 229">
            <a:extLst xmlns:a="http://schemas.openxmlformats.org/drawingml/2006/main">
              <a:ext uri="{FF2B5EF4-FFF2-40B4-BE49-F238E27FC236}">
                <a16:creationId xmlns:a16="http://schemas.microsoft.com/office/drawing/2014/main" id="{5848FCFB-5F31-464B-B5B2-17F76AFE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2312" y="3151032"/>
            <a:ext cx="115214" cy="115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1" name="TextBox 230">
            <a:extLst xmlns:a="http://schemas.openxmlformats.org/drawingml/2006/main">
              <a:ext uri="{FF2B5EF4-FFF2-40B4-BE49-F238E27FC236}">
                <a16:creationId xmlns:a16="http://schemas.microsoft.com/office/drawing/2014/main" id="{352F6421-F558-451A-89BB-FF468D3A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458968"/>
            <a:ext cx="1051560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先预测：放大到足够短的时间，会出现什么？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97BE9DA-8112-4997-917E-CD27991F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241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1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振幅</a:t>
            </a:r>
          </a:p>
        </p:txBody>
      </p:sp>
      <p:sp>
        <p:nvSpPr>
          <p:cNvPr id="114" name="TextBox 113">
            <a:extLst xmlns:a="http://schemas.openxmlformats.org/drawingml/2006/main">
              <a:ext uri="{FF2B5EF4-FFF2-40B4-BE49-F238E27FC236}">
                <a16:creationId xmlns:a16="http://schemas.microsoft.com/office/drawing/2014/main" id="{00CA164B-5B22-4BA7-BBD4-3BC22B7E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1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振幅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AA9A1EA-1E57-4EA0-8296-C47679D4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57725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1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115" name="TextBox 114">
            <a:extLst xmlns:a="http://schemas.openxmlformats.org/drawingml/2006/main">
              <a:ext uri="{FF2B5EF4-FFF2-40B4-BE49-F238E27FC236}">
                <a16:creationId xmlns:a16="http://schemas.microsoft.com/office/drawing/2014/main" id="{EC805999-1700-4EE9-BD69-4CF45C99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657725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1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</p:spTree>
    <p:extLst>
      <p:ext uri="{BB962C8B-B14F-4D97-AF65-F5344CB8AC3E}">
        <p14:creationId xmlns:p14="http://schemas.microsoft.com/office/powerpoint/2010/main" val="187545034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0225F0BC-F0EE-476F-88E5-DBD5AE73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E72ECA5-9D70-4781-9164-F4756FA8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7BBC6B2-8660-4C27-9457-D58C25CC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 Hz和2 Hz，一秒内取几个样本？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36D2628-FD15-4207-86AC-12DBB86E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同一段信号；统计区间 [0,1)，不计右端点。</a:t>
            </a:r>
          </a:p>
        </p:txBody>
      </p:sp>
      <p:sp>
        <p:nvSpPr>
          <p:cNvPr id="6" name="rate-1">
            <a:extLst xmlns:a="http://schemas.openxmlformats.org/drawingml/2006/main">
              <a:ext uri="{FF2B5EF4-FFF2-40B4-BE49-F238E27FC236}">
                <a16:creationId xmlns:a16="http://schemas.microsoft.com/office/drawing/2014/main" id="{4C6CF6EF-58B5-4CBD-B856-CE3FAAB2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 Hz</a:t>
            </a:r>
          </a:p>
        </p:txBody>
      </p:sp>
      <p:sp>
        <p:nvSpPr>
          <p:cNvPr id="7" name="time-axis-1">
            <a:extLst xmlns:a="http://schemas.openxmlformats.org/drawingml/2006/main">
              <a:ext uri="{FF2B5EF4-FFF2-40B4-BE49-F238E27FC236}">
                <a16:creationId xmlns:a16="http://schemas.microsoft.com/office/drawing/2014/main" id="{AB75DA9B-F951-436E-99E4-77033A5E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43188"/>
            <a:ext cx="8001000" cy="9525"/>
          </a:xfrm>
          <a:custGeom xmlns:a="http://schemas.openxmlformats.org/drawingml/2006/main">
            <a:pathLst>
              <a:path w="8001000" h="9525">
                <a:moveTo>
                  <a:pt x="0" y="0"/>
                </a:moveTo>
                <a:lnTo>
                  <a:pt x="800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8" name="same-signal-1">
            <a:extLst xmlns:a="http://schemas.openxmlformats.org/drawingml/2006/main">
              <a:ext uri="{FF2B5EF4-FFF2-40B4-BE49-F238E27FC236}">
                <a16:creationId xmlns:a16="http://schemas.microsoft.com/office/drawing/2014/main" id="{0D8C7F99-B7A9-419B-921F-497B23A2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367916"/>
            <a:ext cx="8001000" cy="550544"/>
          </a:xfrm>
          <a:custGeom xmlns:a="http://schemas.openxmlformats.org/drawingml/2006/main">
            <a:pathLst>
              <a:path w="8001000" h="550544">
                <a:moveTo>
                  <a:pt x="0" y="168076"/>
                </a:moveTo>
                <a:lnTo>
                  <a:pt x="53340" y="157553"/>
                </a:lnTo>
                <a:lnTo>
                  <a:pt x="106680" y="147236"/>
                </a:lnTo>
                <a:lnTo>
                  <a:pt x="160020" y="137144"/>
                </a:lnTo>
                <a:lnTo>
                  <a:pt x="213360" y="127294"/>
                </a:lnTo>
                <a:lnTo>
                  <a:pt x="266700" y="117704"/>
                </a:lnTo>
                <a:lnTo>
                  <a:pt x="320040" y="108390"/>
                </a:lnTo>
                <a:lnTo>
                  <a:pt x="373380" y="99369"/>
                </a:lnTo>
                <a:lnTo>
                  <a:pt x="426720" y="90657"/>
                </a:lnTo>
                <a:lnTo>
                  <a:pt x="480060" y="82268"/>
                </a:lnTo>
                <a:lnTo>
                  <a:pt x="533400" y="74218"/>
                </a:lnTo>
                <a:lnTo>
                  <a:pt x="586740" y="66521"/>
                </a:lnTo>
                <a:lnTo>
                  <a:pt x="640080" y="59190"/>
                </a:lnTo>
                <a:lnTo>
                  <a:pt x="693420" y="52238"/>
                </a:lnTo>
                <a:lnTo>
                  <a:pt x="746760" y="45678"/>
                </a:lnTo>
                <a:lnTo>
                  <a:pt x="800100" y="39520"/>
                </a:lnTo>
                <a:lnTo>
                  <a:pt x="853440" y="33775"/>
                </a:lnTo>
                <a:lnTo>
                  <a:pt x="906780" y="28455"/>
                </a:lnTo>
                <a:lnTo>
                  <a:pt x="960120" y="23567"/>
                </a:lnTo>
                <a:lnTo>
                  <a:pt x="1013460" y="19121"/>
                </a:lnTo>
                <a:lnTo>
                  <a:pt x="1066800" y="15125"/>
                </a:lnTo>
                <a:lnTo>
                  <a:pt x="1120140" y="11584"/>
                </a:lnTo>
                <a:lnTo>
                  <a:pt x="1173480" y="8507"/>
                </a:lnTo>
                <a:lnTo>
                  <a:pt x="1226820" y="5897"/>
                </a:lnTo>
                <a:lnTo>
                  <a:pt x="1280160" y="3760"/>
                </a:lnTo>
                <a:lnTo>
                  <a:pt x="1333500" y="2099"/>
                </a:lnTo>
                <a:lnTo>
                  <a:pt x="1386840" y="918"/>
                </a:lnTo>
                <a:lnTo>
                  <a:pt x="1440180" y="218"/>
                </a:lnTo>
                <a:lnTo>
                  <a:pt x="1493520" y="0"/>
                </a:lnTo>
                <a:lnTo>
                  <a:pt x="1546860" y="265"/>
                </a:lnTo>
                <a:lnTo>
                  <a:pt x="1600200" y="1013"/>
                </a:lnTo>
                <a:lnTo>
                  <a:pt x="1653540" y="2242"/>
                </a:lnTo>
                <a:lnTo>
                  <a:pt x="1706880" y="3950"/>
                </a:lnTo>
                <a:lnTo>
                  <a:pt x="1760220" y="6134"/>
                </a:lnTo>
                <a:lnTo>
                  <a:pt x="1813560" y="8790"/>
                </a:lnTo>
                <a:lnTo>
                  <a:pt x="1866900" y="11913"/>
                </a:lnTo>
                <a:lnTo>
                  <a:pt x="1920240" y="15499"/>
                </a:lnTo>
                <a:lnTo>
                  <a:pt x="1973580" y="19540"/>
                </a:lnTo>
                <a:lnTo>
                  <a:pt x="2026920" y="24030"/>
                </a:lnTo>
                <a:lnTo>
                  <a:pt x="2080260" y="28960"/>
                </a:lnTo>
                <a:lnTo>
                  <a:pt x="2133600" y="34323"/>
                </a:lnTo>
                <a:lnTo>
                  <a:pt x="2186940" y="40109"/>
                </a:lnTo>
                <a:lnTo>
                  <a:pt x="2240280" y="46307"/>
                </a:lnTo>
                <a:lnTo>
                  <a:pt x="2293620" y="52906"/>
                </a:lnTo>
                <a:lnTo>
                  <a:pt x="2346960" y="59896"/>
                </a:lnTo>
                <a:lnTo>
                  <a:pt x="2400300" y="67264"/>
                </a:lnTo>
                <a:lnTo>
                  <a:pt x="2453640" y="74996"/>
                </a:lnTo>
                <a:lnTo>
                  <a:pt x="2506980" y="83080"/>
                </a:lnTo>
                <a:lnTo>
                  <a:pt x="2560320" y="91501"/>
                </a:lnTo>
                <a:lnTo>
                  <a:pt x="2613660" y="100245"/>
                </a:lnTo>
                <a:lnTo>
                  <a:pt x="2667000" y="109296"/>
                </a:lnTo>
                <a:lnTo>
                  <a:pt x="2720340" y="118637"/>
                </a:lnTo>
                <a:lnTo>
                  <a:pt x="2773680" y="128254"/>
                </a:lnTo>
                <a:lnTo>
                  <a:pt x="2827020" y="138128"/>
                </a:lnTo>
                <a:lnTo>
                  <a:pt x="2880360" y="148243"/>
                </a:lnTo>
                <a:lnTo>
                  <a:pt x="2933700" y="158581"/>
                </a:lnTo>
                <a:lnTo>
                  <a:pt x="2987040" y="169124"/>
                </a:lnTo>
                <a:lnTo>
                  <a:pt x="3040380" y="179853"/>
                </a:lnTo>
                <a:lnTo>
                  <a:pt x="3093720" y="190749"/>
                </a:lnTo>
                <a:lnTo>
                  <a:pt x="3147060" y="201793"/>
                </a:lnTo>
                <a:lnTo>
                  <a:pt x="3200400" y="212967"/>
                </a:lnTo>
                <a:lnTo>
                  <a:pt x="3253740" y="224249"/>
                </a:lnTo>
                <a:lnTo>
                  <a:pt x="3307080" y="235622"/>
                </a:lnTo>
                <a:lnTo>
                  <a:pt x="3360420" y="247063"/>
                </a:lnTo>
                <a:lnTo>
                  <a:pt x="3413760" y="258555"/>
                </a:lnTo>
                <a:lnTo>
                  <a:pt x="3467100" y="270075"/>
                </a:lnTo>
                <a:lnTo>
                  <a:pt x="3520440" y="281605"/>
                </a:lnTo>
                <a:lnTo>
                  <a:pt x="3573780" y="293124"/>
                </a:lnTo>
                <a:lnTo>
                  <a:pt x="3627120" y="304611"/>
                </a:lnTo>
                <a:lnTo>
                  <a:pt x="3680460" y="316047"/>
                </a:lnTo>
                <a:lnTo>
                  <a:pt x="3733800" y="327411"/>
                </a:lnTo>
                <a:lnTo>
                  <a:pt x="3787140" y="338684"/>
                </a:lnTo>
                <a:lnTo>
                  <a:pt x="3840480" y="349845"/>
                </a:lnTo>
                <a:lnTo>
                  <a:pt x="3893820" y="360876"/>
                </a:lnTo>
                <a:lnTo>
                  <a:pt x="3947160" y="371757"/>
                </a:lnTo>
                <a:lnTo>
                  <a:pt x="4000500" y="382468"/>
                </a:lnTo>
                <a:lnTo>
                  <a:pt x="4053840" y="392991"/>
                </a:lnTo>
                <a:lnTo>
                  <a:pt x="4107180" y="403308"/>
                </a:lnTo>
                <a:lnTo>
                  <a:pt x="4160520" y="413400"/>
                </a:lnTo>
                <a:lnTo>
                  <a:pt x="4213860" y="423250"/>
                </a:lnTo>
                <a:lnTo>
                  <a:pt x="4267200" y="432840"/>
                </a:lnTo>
                <a:lnTo>
                  <a:pt x="4320540" y="442154"/>
                </a:lnTo>
                <a:lnTo>
                  <a:pt x="4373880" y="451175"/>
                </a:lnTo>
                <a:lnTo>
                  <a:pt x="4427220" y="459887"/>
                </a:lnTo>
                <a:lnTo>
                  <a:pt x="4480560" y="468276"/>
                </a:lnTo>
                <a:lnTo>
                  <a:pt x="4533900" y="476326"/>
                </a:lnTo>
                <a:lnTo>
                  <a:pt x="4587240" y="484023"/>
                </a:lnTo>
                <a:lnTo>
                  <a:pt x="4640580" y="491354"/>
                </a:lnTo>
                <a:lnTo>
                  <a:pt x="4693920" y="498306"/>
                </a:lnTo>
                <a:lnTo>
                  <a:pt x="4747260" y="504866"/>
                </a:lnTo>
                <a:lnTo>
                  <a:pt x="4800600" y="511024"/>
                </a:lnTo>
                <a:lnTo>
                  <a:pt x="4853940" y="516768"/>
                </a:lnTo>
                <a:lnTo>
                  <a:pt x="4907280" y="522089"/>
                </a:lnTo>
                <a:lnTo>
                  <a:pt x="4960620" y="526977"/>
                </a:lnTo>
                <a:lnTo>
                  <a:pt x="5013960" y="531423"/>
                </a:lnTo>
                <a:lnTo>
                  <a:pt x="5067300" y="535419"/>
                </a:lnTo>
                <a:lnTo>
                  <a:pt x="5120640" y="538959"/>
                </a:lnTo>
                <a:lnTo>
                  <a:pt x="5173980" y="542037"/>
                </a:lnTo>
                <a:lnTo>
                  <a:pt x="5227320" y="544647"/>
                </a:lnTo>
                <a:lnTo>
                  <a:pt x="5280660" y="546784"/>
                </a:lnTo>
                <a:lnTo>
                  <a:pt x="5334000" y="548444"/>
                </a:lnTo>
                <a:lnTo>
                  <a:pt x="5387340" y="549626"/>
                </a:lnTo>
                <a:lnTo>
                  <a:pt x="5440680" y="550326"/>
                </a:lnTo>
                <a:lnTo>
                  <a:pt x="5494020" y="550544"/>
                </a:lnTo>
                <a:lnTo>
                  <a:pt x="5547360" y="550279"/>
                </a:lnTo>
                <a:lnTo>
                  <a:pt x="5600700" y="549531"/>
                </a:lnTo>
                <a:lnTo>
                  <a:pt x="5654040" y="548302"/>
                </a:lnTo>
                <a:lnTo>
                  <a:pt x="5707380" y="546594"/>
                </a:lnTo>
                <a:lnTo>
                  <a:pt x="5760720" y="544410"/>
                </a:lnTo>
                <a:lnTo>
                  <a:pt x="5814060" y="541754"/>
                </a:lnTo>
                <a:lnTo>
                  <a:pt x="5867400" y="538631"/>
                </a:lnTo>
                <a:lnTo>
                  <a:pt x="5920740" y="535045"/>
                </a:lnTo>
                <a:lnTo>
                  <a:pt x="5974080" y="531004"/>
                </a:lnTo>
                <a:lnTo>
                  <a:pt x="6027420" y="526514"/>
                </a:lnTo>
                <a:lnTo>
                  <a:pt x="6080760" y="521583"/>
                </a:lnTo>
                <a:lnTo>
                  <a:pt x="6134100" y="516221"/>
                </a:lnTo>
                <a:lnTo>
                  <a:pt x="6187440" y="510435"/>
                </a:lnTo>
                <a:lnTo>
                  <a:pt x="6240780" y="504237"/>
                </a:lnTo>
                <a:lnTo>
                  <a:pt x="6294120" y="497637"/>
                </a:lnTo>
                <a:lnTo>
                  <a:pt x="6347460" y="490648"/>
                </a:lnTo>
                <a:lnTo>
                  <a:pt x="6400800" y="483280"/>
                </a:lnTo>
                <a:lnTo>
                  <a:pt x="6454140" y="475547"/>
                </a:lnTo>
                <a:lnTo>
                  <a:pt x="6507480" y="467463"/>
                </a:lnTo>
                <a:lnTo>
                  <a:pt x="6560820" y="459042"/>
                </a:lnTo>
                <a:lnTo>
                  <a:pt x="6614160" y="450299"/>
                </a:lnTo>
                <a:lnTo>
                  <a:pt x="6667500" y="441248"/>
                </a:lnTo>
                <a:lnTo>
                  <a:pt x="6720840" y="431907"/>
                </a:lnTo>
                <a:lnTo>
                  <a:pt x="6774180" y="422290"/>
                </a:lnTo>
                <a:lnTo>
                  <a:pt x="6827520" y="412416"/>
                </a:lnTo>
                <a:lnTo>
                  <a:pt x="6880860" y="402301"/>
                </a:lnTo>
                <a:lnTo>
                  <a:pt x="6934200" y="391963"/>
                </a:lnTo>
                <a:lnTo>
                  <a:pt x="6987540" y="381420"/>
                </a:lnTo>
                <a:lnTo>
                  <a:pt x="7040880" y="370691"/>
                </a:lnTo>
                <a:lnTo>
                  <a:pt x="7094220" y="359795"/>
                </a:lnTo>
                <a:lnTo>
                  <a:pt x="7147560" y="348751"/>
                </a:lnTo>
                <a:lnTo>
                  <a:pt x="7200900" y="337577"/>
                </a:lnTo>
                <a:lnTo>
                  <a:pt x="7254240" y="326294"/>
                </a:lnTo>
                <a:lnTo>
                  <a:pt x="7307580" y="314922"/>
                </a:lnTo>
                <a:lnTo>
                  <a:pt x="7360920" y="303480"/>
                </a:lnTo>
                <a:lnTo>
                  <a:pt x="7414260" y="291989"/>
                </a:lnTo>
                <a:lnTo>
                  <a:pt x="7467600" y="280468"/>
                </a:lnTo>
                <a:lnTo>
                  <a:pt x="7520940" y="268939"/>
                </a:lnTo>
                <a:lnTo>
                  <a:pt x="7574280" y="257420"/>
                </a:lnTo>
                <a:lnTo>
                  <a:pt x="7627620" y="245933"/>
                </a:lnTo>
                <a:lnTo>
                  <a:pt x="7680960" y="234497"/>
                </a:lnTo>
                <a:lnTo>
                  <a:pt x="7734300" y="223133"/>
                </a:lnTo>
                <a:lnTo>
                  <a:pt x="7787640" y="211860"/>
                </a:lnTo>
                <a:lnTo>
                  <a:pt x="7840980" y="200698"/>
                </a:lnTo>
                <a:lnTo>
                  <a:pt x="7894320" y="189668"/>
                </a:lnTo>
                <a:lnTo>
                  <a:pt x="7947660" y="178787"/>
                </a:lnTo>
                <a:lnTo>
                  <a:pt x="8001000" y="168076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08080"/>
            </a:solidFill>
          </a:ln>
        </p:spPr>
      </p:sp>
      <p:sp>
        <p:nvSpPr>
          <p:cNvPr id="9" name="tick-1-0">
            <a:extLst xmlns:a="http://schemas.openxmlformats.org/drawingml/2006/main">
              <a:ext uri="{FF2B5EF4-FFF2-40B4-BE49-F238E27FC236}">
                <a16:creationId xmlns:a16="http://schemas.microsoft.com/office/drawing/2014/main" id="{1C51774D-3CF1-43E6-9E53-6B429CCD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0" name="time-1-0">
            <a:extLst xmlns:a="http://schemas.openxmlformats.org/drawingml/2006/main">
              <a:ext uri="{FF2B5EF4-FFF2-40B4-BE49-F238E27FC236}">
                <a16:creationId xmlns:a16="http://schemas.microsoft.com/office/drawing/2014/main" id="{6ED19411-6ED2-430F-876C-EC210615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099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1" name="tick-1-0.5">
            <a:extLst xmlns:a="http://schemas.openxmlformats.org/drawingml/2006/main">
              <a:ext uri="{FF2B5EF4-FFF2-40B4-BE49-F238E27FC236}">
                <a16:creationId xmlns:a16="http://schemas.microsoft.com/office/drawing/2014/main" id="{B85D8995-EFD2-4C45-BC0B-0675C6C2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8610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2" name="time-1-0.5">
            <a:extLst xmlns:a="http://schemas.openxmlformats.org/drawingml/2006/main">
              <a:ext uri="{FF2B5EF4-FFF2-40B4-BE49-F238E27FC236}">
                <a16:creationId xmlns:a16="http://schemas.microsoft.com/office/drawing/2014/main" id="{23E8F5FA-4C1F-4689-B456-44E7CA96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099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13" name="tick-1-1">
            <a:extLst xmlns:a="http://schemas.openxmlformats.org/drawingml/2006/main">
              <a:ext uri="{FF2B5EF4-FFF2-40B4-BE49-F238E27FC236}">
                <a16:creationId xmlns:a16="http://schemas.microsoft.com/office/drawing/2014/main" id="{A0E752F8-9CC1-4F89-897B-D9A3E404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8610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4" name="time-1-1">
            <a:extLst xmlns:a="http://schemas.openxmlformats.org/drawingml/2006/main">
              <a:ext uri="{FF2B5EF4-FFF2-40B4-BE49-F238E27FC236}">
                <a16:creationId xmlns:a16="http://schemas.microsoft.com/office/drawing/2014/main" id="{8797D475-E45A-4AB0-A853-6C3ED883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099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5" name="sample-stem-1-0">
            <a:extLst xmlns:a="http://schemas.openxmlformats.org/drawingml/2006/main">
              <a:ext uri="{FF2B5EF4-FFF2-40B4-BE49-F238E27FC236}">
                <a16:creationId xmlns:a16="http://schemas.microsoft.com/office/drawing/2014/main" id="{4E6C5515-910E-4B7A-8F09-9A91ACCE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35991"/>
            <a:ext cx="9525" cy="107196"/>
          </a:xfrm>
          <a:custGeom xmlns:a="http://schemas.openxmlformats.org/drawingml/2006/main">
            <a:pathLst>
              <a:path w="9525" h="107196">
                <a:moveTo>
                  <a:pt x="0" y="1071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D7D7DE"/>
            </a:solidFill>
          </a:ln>
        </p:spPr>
      </p:sp>
      <p:sp>
        <p:nvSpPr>
          <p:cNvPr id="16" name="sample-1-0">
            <a:extLst xmlns:a="http://schemas.openxmlformats.org/drawingml/2006/main">
              <a:ext uri="{FF2B5EF4-FFF2-40B4-BE49-F238E27FC236}">
                <a16:creationId xmlns:a16="http://schemas.microsoft.com/office/drawing/2014/main" id="{E4EBB32D-59BA-4833-9641-B38F2173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6931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7" name="time-unit-1">
            <a:extLst xmlns:a="http://schemas.openxmlformats.org/drawingml/2006/main">
              <a:ext uri="{FF2B5EF4-FFF2-40B4-BE49-F238E27FC236}">
                <a16:creationId xmlns:a16="http://schemas.microsoft.com/office/drawing/2014/main" id="{34E93936-A4B8-403C-825E-066344FD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718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8" name="rate-2">
            <a:extLst xmlns:a="http://schemas.openxmlformats.org/drawingml/2006/main">
              <a:ext uri="{FF2B5EF4-FFF2-40B4-BE49-F238E27FC236}">
                <a16:creationId xmlns:a16="http://schemas.microsoft.com/office/drawing/2014/main" id="{C1A0DADE-F426-4D1A-9E6F-37158377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2 Hz</a:t>
            </a:r>
          </a:p>
        </p:txBody>
      </p:sp>
      <p:sp>
        <p:nvSpPr>
          <p:cNvPr id="19" name="time-axis-2">
            <a:extLst xmlns:a="http://schemas.openxmlformats.org/drawingml/2006/main">
              <a:ext uri="{FF2B5EF4-FFF2-40B4-BE49-F238E27FC236}">
                <a16:creationId xmlns:a16="http://schemas.microsoft.com/office/drawing/2014/main" id="{CE6F2F3A-5C06-48B6-819E-1EC5177D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57688"/>
            <a:ext cx="8001000" cy="9525"/>
          </a:xfrm>
          <a:custGeom xmlns:a="http://schemas.openxmlformats.org/drawingml/2006/main">
            <a:pathLst>
              <a:path w="8001000" h="9525">
                <a:moveTo>
                  <a:pt x="0" y="0"/>
                </a:moveTo>
                <a:lnTo>
                  <a:pt x="800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0" name="same-signal-2">
            <a:extLst xmlns:a="http://schemas.openxmlformats.org/drawingml/2006/main">
              <a:ext uri="{FF2B5EF4-FFF2-40B4-BE49-F238E27FC236}">
                <a16:creationId xmlns:a16="http://schemas.microsoft.com/office/drawing/2014/main" id="{67B2C67A-FCE9-4F69-A199-2F3041A2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82416"/>
            <a:ext cx="8001000" cy="550544"/>
          </a:xfrm>
          <a:custGeom xmlns:a="http://schemas.openxmlformats.org/drawingml/2006/main">
            <a:pathLst>
              <a:path w="8001000" h="550544">
                <a:moveTo>
                  <a:pt x="0" y="168076"/>
                </a:moveTo>
                <a:lnTo>
                  <a:pt x="53340" y="157553"/>
                </a:lnTo>
                <a:lnTo>
                  <a:pt x="106680" y="147236"/>
                </a:lnTo>
                <a:lnTo>
                  <a:pt x="160020" y="137144"/>
                </a:lnTo>
                <a:lnTo>
                  <a:pt x="213360" y="127294"/>
                </a:lnTo>
                <a:lnTo>
                  <a:pt x="266700" y="117704"/>
                </a:lnTo>
                <a:lnTo>
                  <a:pt x="320040" y="108390"/>
                </a:lnTo>
                <a:lnTo>
                  <a:pt x="373380" y="99369"/>
                </a:lnTo>
                <a:lnTo>
                  <a:pt x="426720" y="90657"/>
                </a:lnTo>
                <a:lnTo>
                  <a:pt x="480060" y="82268"/>
                </a:lnTo>
                <a:lnTo>
                  <a:pt x="533400" y="74218"/>
                </a:lnTo>
                <a:lnTo>
                  <a:pt x="586740" y="66521"/>
                </a:lnTo>
                <a:lnTo>
                  <a:pt x="640080" y="59190"/>
                </a:lnTo>
                <a:lnTo>
                  <a:pt x="693420" y="52238"/>
                </a:lnTo>
                <a:lnTo>
                  <a:pt x="746760" y="45678"/>
                </a:lnTo>
                <a:lnTo>
                  <a:pt x="800100" y="39520"/>
                </a:lnTo>
                <a:lnTo>
                  <a:pt x="853440" y="33775"/>
                </a:lnTo>
                <a:lnTo>
                  <a:pt x="906780" y="28455"/>
                </a:lnTo>
                <a:lnTo>
                  <a:pt x="960120" y="23567"/>
                </a:lnTo>
                <a:lnTo>
                  <a:pt x="1013460" y="19121"/>
                </a:lnTo>
                <a:lnTo>
                  <a:pt x="1066800" y="15125"/>
                </a:lnTo>
                <a:lnTo>
                  <a:pt x="1120140" y="11584"/>
                </a:lnTo>
                <a:lnTo>
                  <a:pt x="1173480" y="8507"/>
                </a:lnTo>
                <a:lnTo>
                  <a:pt x="1226820" y="5897"/>
                </a:lnTo>
                <a:lnTo>
                  <a:pt x="1280160" y="3760"/>
                </a:lnTo>
                <a:lnTo>
                  <a:pt x="1333500" y="2099"/>
                </a:lnTo>
                <a:lnTo>
                  <a:pt x="1386840" y="918"/>
                </a:lnTo>
                <a:lnTo>
                  <a:pt x="1440180" y="218"/>
                </a:lnTo>
                <a:lnTo>
                  <a:pt x="1493520" y="0"/>
                </a:lnTo>
                <a:lnTo>
                  <a:pt x="1546860" y="265"/>
                </a:lnTo>
                <a:lnTo>
                  <a:pt x="1600200" y="1013"/>
                </a:lnTo>
                <a:lnTo>
                  <a:pt x="1653540" y="2242"/>
                </a:lnTo>
                <a:lnTo>
                  <a:pt x="1706880" y="3950"/>
                </a:lnTo>
                <a:lnTo>
                  <a:pt x="1760220" y="6134"/>
                </a:lnTo>
                <a:lnTo>
                  <a:pt x="1813560" y="8790"/>
                </a:lnTo>
                <a:lnTo>
                  <a:pt x="1866900" y="11913"/>
                </a:lnTo>
                <a:lnTo>
                  <a:pt x="1920240" y="15499"/>
                </a:lnTo>
                <a:lnTo>
                  <a:pt x="1973580" y="19540"/>
                </a:lnTo>
                <a:lnTo>
                  <a:pt x="2026920" y="24030"/>
                </a:lnTo>
                <a:lnTo>
                  <a:pt x="2080260" y="28960"/>
                </a:lnTo>
                <a:lnTo>
                  <a:pt x="2133600" y="34323"/>
                </a:lnTo>
                <a:lnTo>
                  <a:pt x="2186940" y="40109"/>
                </a:lnTo>
                <a:lnTo>
                  <a:pt x="2240280" y="46307"/>
                </a:lnTo>
                <a:lnTo>
                  <a:pt x="2293620" y="52906"/>
                </a:lnTo>
                <a:lnTo>
                  <a:pt x="2346960" y="59896"/>
                </a:lnTo>
                <a:lnTo>
                  <a:pt x="2400300" y="67264"/>
                </a:lnTo>
                <a:lnTo>
                  <a:pt x="2453640" y="74996"/>
                </a:lnTo>
                <a:lnTo>
                  <a:pt x="2506980" y="83080"/>
                </a:lnTo>
                <a:lnTo>
                  <a:pt x="2560320" y="91501"/>
                </a:lnTo>
                <a:lnTo>
                  <a:pt x="2613660" y="100245"/>
                </a:lnTo>
                <a:lnTo>
                  <a:pt x="2667000" y="109296"/>
                </a:lnTo>
                <a:lnTo>
                  <a:pt x="2720340" y="118637"/>
                </a:lnTo>
                <a:lnTo>
                  <a:pt x="2773680" y="128254"/>
                </a:lnTo>
                <a:lnTo>
                  <a:pt x="2827020" y="138128"/>
                </a:lnTo>
                <a:lnTo>
                  <a:pt x="2880360" y="148243"/>
                </a:lnTo>
                <a:lnTo>
                  <a:pt x="2933700" y="158581"/>
                </a:lnTo>
                <a:lnTo>
                  <a:pt x="2987040" y="169124"/>
                </a:lnTo>
                <a:lnTo>
                  <a:pt x="3040380" y="179853"/>
                </a:lnTo>
                <a:lnTo>
                  <a:pt x="3093720" y="190749"/>
                </a:lnTo>
                <a:lnTo>
                  <a:pt x="3147060" y="201793"/>
                </a:lnTo>
                <a:lnTo>
                  <a:pt x="3200400" y="212967"/>
                </a:lnTo>
                <a:lnTo>
                  <a:pt x="3253740" y="224249"/>
                </a:lnTo>
                <a:lnTo>
                  <a:pt x="3307080" y="235622"/>
                </a:lnTo>
                <a:lnTo>
                  <a:pt x="3360420" y="247063"/>
                </a:lnTo>
                <a:lnTo>
                  <a:pt x="3413760" y="258555"/>
                </a:lnTo>
                <a:lnTo>
                  <a:pt x="3467100" y="270075"/>
                </a:lnTo>
                <a:lnTo>
                  <a:pt x="3520440" y="281605"/>
                </a:lnTo>
                <a:lnTo>
                  <a:pt x="3573780" y="293124"/>
                </a:lnTo>
                <a:lnTo>
                  <a:pt x="3627120" y="304611"/>
                </a:lnTo>
                <a:lnTo>
                  <a:pt x="3680460" y="316047"/>
                </a:lnTo>
                <a:lnTo>
                  <a:pt x="3733800" y="327411"/>
                </a:lnTo>
                <a:lnTo>
                  <a:pt x="3787140" y="338684"/>
                </a:lnTo>
                <a:lnTo>
                  <a:pt x="3840480" y="349845"/>
                </a:lnTo>
                <a:lnTo>
                  <a:pt x="3893820" y="360876"/>
                </a:lnTo>
                <a:lnTo>
                  <a:pt x="3947160" y="371757"/>
                </a:lnTo>
                <a:lnTo>
                  <a:pt x="4000500" y="382468"/>
                </a:lnTo>
                <a:lnTo>
                  <a:pt x="4053840" y="392991"/>
                </a:lnTo>
                <a:lnTo>
                  <a:pt x="4107180" y="403308"/>
                </a:lnTo>
                <a:lnTo>
                  <a:pt x="4160520" y="413400"/>
                </a:lnTo>
                <a:lnTo>
                  <a:pt x="4213860" y="423250"/>
                </a:lnTo>
                <a:lnTo>
                  <a:pt x="4267200" y="432840"/>
                </a:lnTo>
                <a:lnTo>
                  <a:pt x="4320540" y="442154"/>
                </a:lnTo>
                <a:lnTo>
                  <a:pt x="4373880" y="451175"/>
                </a:lnTo>
                <a:lnTo>
                  <a:pt x="4427220" y="459887"/>
                </a:lnTo>
                <a:lnTo>
                  <a:pt x="4480560" y="468276"/>
                </a:lnTo>
                <a:lnTo>
                  <a:pt x="4533900" y="476326"/>
                </a:lnTo>
                <a:lnTo>
                  <a:pt x="4587240" y="484023"/>
                </a:lnTo>
                <a:lnTo>
                  <a:pt x="4640580" y="491354"/>
                </a:lnTo>
                <a:lnTo>
                  <a:pt x="4693920" y="498306"/>
                </a:lnTo>
                <a:lnTo>
                  <a:pt x="4747260" y="504866"/>
                </a:lnTo>
                <a:lnTo>
                  <a:pt x="4800600" y="511024"/>
                </a:lnTo>
                <a:lnTo>
                  <a:pt x="4853940" y="516768"/>
                </a:lnTo>
                <a:lnTo>
                  <a:pt x="4907280" y="522089"/>
                </a:lnTo>
                <a:lnTo>
                  <a:pt x="4960620" y="526977"/>
                </a:lnTo>
                <a:lnTo>
                  <a:pt x="5013960" y="531423"/>
                </a:lnTo>
                <a:lnTo>
                  <a:pt x="5067300" y="535419"/>
                </a:lnTo>
                <a:lnTo>
                  <a:pt x="5120640" y="538959"/>
                </a:lnTo>
                <a:lnTo>
                  <a:pt x="5173980" y="542037"/>
                </a:lnTo>
                <a:lnTo>
                  <a:pt x="5227320" y="544647"/>
                </a:lnTo>
                <a:lnTo>
                  <a:pt x="5280660" y="546784"/>
                </a:lnTo>
                <a:lnTo>
                  <a:pt x="5334000" y="548444"/>
                </a:lnTo>
                <a:lnTo>
                  <a:pt x="5387340" y="549626"/>
                </a:lnTo>
                <a:lnTo>
                  <a:pt x="5440680" y="550326"/>
                </a:lnTo>
                <a:lnTo>
                  <a:pt x="5494020" y="550544"/>
                </a:lnTo>
                <a:lnTo>
                  <a:pt x="5547360" y="550279"/>
                </a:lnTo>
                <a:lnTo>
                  <a:pt x="5600700" y="549531"/>
                </a:lnTo>
                <a:lnTo>
                  <a:pt x="5654040" y="548302"/>
                </a:lnTo>
                <a:lnTo>
                  <a:pt x="5707380" y="546594"/>
                </a:lnTo>
                <a:lnTo>
                  <a:pt x="5760720" y="544410"/>
                </a:lnTo>
                <a:lnTo>
                  <a:pt x="5814060" y="541754"/>
                </a:lnTo>
                <a:lnTo>
                  <a:pt x="5867400" y="538631"/>
                </a:lnTo>
                <a:lnTo>
                  <a:pt x="5920740" y="535045"/>
                </a:lnTo>
                <a:lnTo>
                  <a:pt x="5974080" y="531004"/>
                </a:lnTo>
                <a:lnTo>
                  <a:pt x="6027420" y="526514"/>
                </a:lnTo>
                <a:lnTo>
                  <a:pt x="6080760" y="521583"/>
                </a:lnTo>
                <a:lnTo>
                  <a:pt x="6134100" y="516221"/>
                </a:lnTo>
                <a:lnTo>
                  <a:pt x="6187440" y="510435"/>
                </a:lnTo>
                <a:lnTo>
                  <a:pt x="6240780" y="504237"/>
                </a:lnTo>
                <a:lnTo>
                  <a:pt x="6294120" y="497637"/>
                </a:lnTo>
                <a:lnTo>
                  <a:pt x="6347460" y="490648"/>
                </a:lnTo>
                <a:lnTo>
                  <a:pt x="6400800" y="483280"/>
                </a:lnTo>
                <a:lnTo>
                  <a:pt x="6454140" y="475547"/>
                </a:lnTo>
                <a:lnTo>
                  <a:pt x="6507480" y="467463"/>
                </a:lnTo>
                <a:lnTo>
                  <a:pt x="6560820" y="459042"/>
                </a:lnTo>
                <a:lnTo>
                  <a:pt x="6614160" y="450299"/>
                </a:lnTo>
                <a:lnTo>
                  <a:pt x="6667500" y="441248"/>
                </a:lnTo>
                <a:lnTo>
                  <a:pt x="6720840" y="431907"/>
                </a:lnTo>
                <a:lnTo>
                  <a:pt x="6774180" y="422290"/>
                </a:lnTo>
                <a:lnTo>
                  <a:pt x="6827520" y="412416"/>
                </a:lnTo>
                <a:lnTo>
                  <a:pt x="6880860" y="402301"/>
                </a:lnTo>
                <a:lnTo>
                  <a:pt x="6934200" y="391963"/>
                </a:lnTo>
                <a:lnTo>
                  <a:pt x="6987540" y="381420"/>
                </a:lnTo>
                <a:lnTo>
                  <a:pt x="7040880" y="370691"/>
                </a:lnTo>
                <a:lnTo>
                  <a:pt x="7094220" y="359795"/>
                </a:lnTo>
                <a:lnTo>
                  <a:pt x="7147560" y="348751"/>
                </a:lnTo>
                <a:lnTo>
                  <a:pt x="7200900" y="337577"/>
                </a:lnTo>
                <a:lnTo>
                  <a:pt x="7254240" y="326294"/>
                </a:lnTo>
                <a:lnTo>
                  <a:pt x="7307580" y="314922"/>
                </a:lnTo>
                <a:lnTo>
                  <a:pt x="7360920" y="303480"/>
                </a:lnTo>
                <a:lnTo>
                  <a:pt x="7414260" y="291989"/>
                </a:lnTo>
                <a:lnTo>
                  <a:pt x="7467600" y="280468"/>
                </a:lnTo>
                <a:lnTo>
                  <a:pt x="7520940" y="268939"/>
                </a:lnTo>
                <a:lnTo>
                  <a:pt x="7574280" y="257420"/>
                </a:lnTo>
                <a:lnTo>
                  <a:pt x="7627620" y="245933"/>
                </a:lnTo>
                <a:lnTo>
                  <a:pt x="7680960" y="234497"/>
                </a:lnTo>
                <a:lnTo>
                  <a:pt x="7734300" y="223133"/>
                </a:lnTo>
                <a:lnTo>
                  <a:pt x="7787640" y="211860"/>
                </a:lnTo>
                <a:lnTo>
                  <a:pt x="7840980" y="200698"/>
                </a:lnTo>
                <a:lnTo>
                  <a:pt x="7894320" y="189668"/>
                </a:lnTo>
                <a:lnTo>
                  <a:pt x="7947660" y="178787"/>
                </a:lnTo>
                <a:lnTo>
                  <a:pt x="8001000" y="168076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08080"/>
            </a:solidFill>
          </a:ln>
        </p:spPr>
      </p:sp>
      <p:sp>
        <p:nvSpPr>
          <p:cNvPr id="21" name="tick-2-0">
            <a:extLst xmlns:a="http://schemas.openxmlformats.org/drawingml/2006/main">
              <a:ext uri="{FF2B5EF4-FFF2-40B4-BE49-F238E27FC236}">
                <a16:creationId xmlns:a16="http://schemas.microsoft.com/office/drawing/2014/main" id="{FE59064E-1CAF-4EDA-9051-5C0FE01B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0060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2" name="time-2-0">
            <a:extLst xmlns:a="http://schemas.openxmlformats.org/drawingml/2006/main">
              <a:ext uri="{FF2B5EF4-FFF2-40B4-BE49-F238E27FC236}">
                <a16:creationId xmlns:a16="http://schemas.microsoft.com/office/drawing/2014/main" id="{ECB94107-7CD2-4582-BC1D-09693C4B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24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3" name="tick-2-0.5">
            <a:extLst xmlns:a="http://schemas.openxmlformats.org/drawingml/2006/main">
              <a:ext uri="{FF2B5EF4-FFF2-40B4-BE49-F238E27FC236}">
                <a16:creationId xmlns:a16="http://schemas.microsoft.com/office/drawing/2014/main" id="{159938E2-19D9-489F-94BD-67425B9E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0060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4" name="time-2-0.5">
            <a:extLst xmlns:a="http://schemas.openxmlformats.org/drawingml/2006/main">
              <a:ext uri="{FF2B5EF4-FFF2-40B4-BE49-F238E27FC236}">
                <a16:creationId xmlns:a16="http://schemas.microsoft.com/office/drawing/2014/main" id="{DCC03D0A-A896-40D8-A585-F46CF2F4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924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25" name="tick-2-1">
            <a:extLst xmlns:a="http://schemas.openxmlformats.org/drawingml/2006/main">
              <a:ext uri="{FF2B5EF4-FFF2-40B4-BE49-F238E27FC236}">
                <a16:creationId xmlns:a16="http://schemas.microsoft.com/office/drawing/2014/main" id="{39676BC0-8406-49EE-B2D0-91BBFE18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80060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6" name="time-2-1">
            <a:extLst xmlns:a="http://schemas.openxmlformats.org/drawingml/2006/main">
              <a:ext uri="{FF2B5EF4-FFF2-40B4-BE49-F238E27FC236}">
                <a16:creationId xmlns:a16="http://schemas.microsoft.com/office/drawing/2014/main" id="{EEE68F54-B075-4A5D-A2D0-46BF6C2D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924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7" name="sample-stem-2-0">
            <a:extLst xmlns:a="http://schemas.openxmlformats.org/drawingml/2006/main">
              <a:ext uri="{FF2B5EF4-FFF2-40B4-BE49-F238E27FC236}">
                <a16:creationId xmlns:a16="http://schemas.microsoft.com/office/drawing/2014/main" id="{7E7AD7CA-DF1A-43E9-95C5-3E9F47F5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50491"/>
            <a:ext cx="9525" cy="107196"/>
          </a:xfrm>
          <a:custGeom xmlns:a="http://schemas.openxmlformats.org/drawingml/2006/main">
            <a:pathLst>
              <a:path w="9525" h="107196">
                <a:moveTo>
                  <a:pt x="0" y="1071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D7D7DE"/>
            </a:solidFill>
          </a:ln>
        </p:spPr>
      </p:sp>
      <p:sp>
        <p:nvSpPr>
          <p:cNvPr id="28" name="sample-2-0">
            <a:extLst xmlns:a="http://schemas.openxmlformats.org/drawingml/2006/main">
              <a:ext uri="{FF2B5EF4-FFF2-40B4-BE49-F238E27FC236}">
                <a16:creationId xmlns:a16="http://schemas.microsoft.com/office/drawing/2014/main" id="{7D4BB745-BD8B-4511-A0AC-6A74CAD6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8381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solidFill>
              <a:srgbClr val="00B0F0"/>
            </a:solidFill>
          </a:ln>
        </p:spPr>
      </p:sp>
      <p:sp>
        <p:nvSpPr>
          <p:cNvPr id="29" name="sample-stem-2-1">
            <a:extLst xmlns:a="http://schemas.openxmlformats.org/drawingml/2006/main">
              <a:ext uri="{FF2B5EF4-FFF2-40B4-BE49-F238E27FC236}">
                <a16:creationId xmlns:a16="http://schemas.microsoft.com/office/drawing/2014/main" id="{BD8DEAC5-A398-427D-8CF9-92108978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57688"/>
            <a:ext cx="9525" cy="107196"/>
          </a:xfrm>
          <a:custGeom xmlns:a="http://schemas.openxmlformats.org/drawingml/2006/main">
            <a:pathLst>
              <a:path w="9525" h="107196">
                <a:moveTo>
                  <a:pt x="0" y="0"/>
                </a:moveTo>
                <a:lnTo>
                  <a:pt x="0" y="107196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D7D7DE"/>
            </a:solidFill>
          </a:ln>
        </p:spPr>
      </p:sp>
      <p:sp>
        <p:nvSpPr>
          <p:cNvPr id="30" name="sample-2-1">
            <a:extLst xmlns:a="http://schemas.openxmlformats.org/drawingml/2006/main">
              <a:ext uri="{FF2B5EF4-FFF2-40B4-BE49-F238E27FC236}">
                <a16:creationId xmlns:a16="http://schemas.microsoft.com/office/drawing/2014/main" id="{FD027F53-9D1B-4583-A144-9DCB6A6B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98209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solidFill>
              <a:srgbClr val="00B0F0"/>
            </a:solidFill>
          </a:ln>
        </p:spPr>
      </p:sp>
      <p:sp>
        <p:nvSpPr>
          <p:cNvPr id="31" name="time-unit-2">
            <a:extLst xmlns:a="http://schemas.openxmlformats.org/drawingml/2006/main">
              <a:ext uri="{FF2B5EF4-FFF2-40B4-BE49-F238E27FC236}">
                <a16:creationId xmlns:a16="http://schemas.microsoft.com/office/drawing/2014/main" id="{D7A01BA1-6B17-4F52-BA51-02529B09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863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C770F37B-B2D5-4CF9-97B4-19C33B6B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采样率：每秒、每声道采集的样本数。</a:t>
            </a:r>
          </a:p>
        </p:txBody>
      </p:sp>
    </p:spTree>
    <p:extLst>
      <p:ext uri="{BB962C8B-B14F-4D97-AF65-F5344CB8AC3E}">
        <p14:creationId xmlns:p14="http://schemas.microsoft.com/office/powerpoint/2010/main" val="160191488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E58250CB-1004-4122-BC2C-0ECD2E44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CE6D193-3F9B-491E-9D8E-81955023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DE413A3-F364-4A33-9DDF-26057D1C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提高采样率，时间轴上的什么变了？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EF2326E8-2BEB-41DE-A6E1-6E5CF1A5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32304"/>
            <a:ext cx="9747504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03BFAE81-862B-4625-98B6-7189CE73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737360"/>
            <a:ext cx="0" cy="139903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7C9AC72-931A-4657-BBB3-257690B3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197864"/>
            <a:ext cx="9747504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采样点较少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02E739F7-A272-485B-8878-C3D00FDF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24712" y="2358641"/>
            <a:ext cx="91074" cy="5994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599BEED9-A7C7-4770-9823-3F66C077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15786" y="2299460"/>
            <a:ext cx="91074" cy="5918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66FA9914-ECBF-421F-872D-52D9538B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06860" y="2241802"/>
            <a:ext cx="91074" cy="5765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5FF0B4DB-DD5A-4230-8EAD-A42EA0D7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97934" y="2186403"/>
            <a:ext cx="91074" cy="5539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0BA00C5F-2E70-4C32-906A-44C18BEB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89008" y="2133970"/>
            <a:ext cx="91075" cy="5243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1AA2D80A-9144-430E-BABF-73785DD1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80083" y="2085174"/>
            <a:ext cx="91074" cy="4879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B6C6BA23-6ED5-470D-8AC8-D90D4297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71157" y="2040638"/>
            <a:ext cx="91074" cy="4453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F47A2244-0263-4B1F-B69F-6A968BAA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62231" y="2000931"/>
            <a:ext cx="91074" cy="3970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1957D594-BC2A-4462-8F1C-F605D368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53305" y="1966561"/>
            <a:ext cx="91075" cy="3437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35FAA943-CCAC-4CB7-9A6A-ABE426D3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44380" y="1937966"/>
            <a:ext cx="91074" cy="2859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761C2E4A-9F2E-4A23-BC8F-766082F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035454" y="1915513"/>
            <a:ext cx="91074" cy="2245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171410FF-BDBB-443D-8E9A-47FD80FF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26528" y="1899487"/>
            <a:ext cx="91074" cy="1602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27BF9EFA-E85A-49FC-95C9-51293B39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17602" y="1890094"/>
            <a:ext cx="91075" cy="939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3669555B-4EC5-4AAA-B702-903E97E9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08677" y="1887454"/>
            <a:ext cx="91074" cy="264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8101D742-56F7-4D60-9D61-2B0F82FF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751" y="1887454"/>
            <a:ext cx="91074" cy="414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BCCEBA3D-2C42-4476-9454-AFB7FBFB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825" y="1891601"/>
            <a:ext cx="91074" cy="1088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6AC9C40D-666A-495D-BC81-8DF7C1B5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899" y="1902481"/>
            <a:ext cx="91075" cy="1747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9E3849F7-D153-4C9A-A0F1-9F850715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974" y="1919956"/>
            <a:ext cx="91074" cy="2384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65E0C095-90CA-43CA-BC79-6971A82D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048" y="1943801"/>
            <a:ext cx="91074" cy="2991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09687552-112D-456A-959E-BE5735DC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122" y="1973714"/>
            <a:ext cx="91074" cy="3559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7B9D745F-41C3-4E35-9907-8033DE0B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196" y="2009310"/>
            <a:ext cx="91075" cy="4082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C99839F3-BB95-400D-A5B3-E34FEE55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271" y="2050136"/>
            <a:ext cx="91074" cy="45534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236486BB-9568-4C84-B8DD-E9B3C147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345" y="2095670"/>
            <a:ext cx="91074" cy="4966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3" name="Connector 32">
            <a:extLst xmlns:a="http://schemas.openxmlformats.org/drawingml/2006/main">
              <a:ext uri="{FF2B5EF4-FFF2-40B4-BE49-F238E27FC236}">
                <a16:creationId xmlns:a16="http://schemas.microsoft.com/office/drawing/2014/main" id="{F4A777F8-E85E-4374-99BD-3D58822C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19" y="2145330"/>
            <a:ext cx="91074" cy="5315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43C82847-3020-4417-B571-6B1C5EB6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493" y="2198482"/>
            <a:ext cx="91075" cy="5596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3E81DC30-7513-4B58-B633-2A5BC3DD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254445"/>
            <a:ext cx="91074" cy="5806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0196623C-BB90-4492-A9B3-E8659DC8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642" y="2312507"/>
            <a:ext cx="91074" cy="5941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7" name="Connector 36">
            <a:extLst xmlns:a="http://schemas.openxmlformats.org/drawingml/2006/main">
              <a:ext uri="{FF2B5EF4-FFF2-40B4-BE49-F238E27FC236}">
                <a16:creationId xmlns:a16="http://schemas.microsoft.com/office/drawing/2014/main" id="{1141BEFD-415C-4D0E-B365-7BAE5E36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716" y="2371923"/>
            <a:ext cx="91074" cy="6001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8" name="Connector 37">
            <a:extLst xmlns:a="http://schemas.openxmlformats.org/drawingml/2006/main">
              <a:ext uri="{FF2B5EF4-FFF2-40B4-BE49-F238E27FC236}">
                <a16:creationId xmlns:a16="http://schemas.microsoft.com/office/drawing/2014/main" id="{502DE280-54A2-4D22-A93D-60E7A2A9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790" y="2431936"/>
            <a:ext cx="91074" cy="5984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9" name="Connector 38">
            <a:extLst xmlns:a="http://schemas.openxmlformats.org/drawingml/2006/main">
              <a:ext uri="{FF2B5EF4-FFF2-40B4-BE49-F238E27FC236}">
                <a16:creationId xmlns:a16="http://schemas.microsoft.com/office/drawing/2014/main" id="{F452033F-4514-4BC1-945A-4D5AEC4F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864" y="2491778"/>
            <a:ext cx="91075" cy="5890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61A143E9-7ECC-4845-94CE-C24A41DF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939" y="2550685"/>
            <a:ext cx="91074" cy="5722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1" name="Connector 40">
            <a:extLst xmlns:a="http://schemas.openxmlformats.org/drawingml/2006/main">
              <a:ext uri="{FF2B5EF4-FFF2-40B4-BE49-F238E27FC236}">
                <a16:creationId xmlns:a16="http://schemas.microsoft.com/office/drawing/2014/main" id="{A8471B56-946B-4F67-AFBC-DF1F9B76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013" y="2607905"/>
            <a:ext cx="91074" cy="5480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2" name="Connector 41">
            <a:extLst xmlns:a="http://schemas.openxmlformats.org/drawingml/2006/main">
              <a:ext uri="{FF2B5EF4-FFF2-40B4-BE49-F238E27FC236}">
                <a16:creationId xmlns:a16="http://schemas.microsoft.com/office/drawing/2014/main" id="{27EA1B38-3DDE-4DA1-AA71-2A79F63D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087" y="2662705"/>
            <a:ext cx="91074" cy="5168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3" name="Connector 42">
            <a:extLst xmlns:a="http://schemas.openxmlformats.org/drawingml/2006/main">
              <a:ext uri="{FF2B5EF4-FFF2-40B4-BE49-F238E27FC236}">
                <a16:creationId xmlns:a16="http://schemas.microsoft.com/office/drawing/2014/main" id="{054B1F51-7B0D-41E1-9781-08D3B4BF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161" y="2714386"/>
            <a:ext cx="91075" cy="4790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4" name="Connector 43">
            <a:extLst xmlns:a="http://schemas.openxmlformats.org/drawingml/2006/main">
              <a:ext uri="{FF2B5EF4-FFF2-40B4-BE49-F238E27FC236}">
                <a16:creationId xmlns:a16="http://schemas.microsoft.com/office/drawing/2014/main" id="{FED018FE-EFB6-4082-A5F9-3CBBA6F5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236" y="2762287"/>
            <a:ext cx="91074" cy="4351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5" name="Connector 44">
            <a:extLst xmlns:a="http://schemas.openxmlformats.org/drawingml/2006/main">
              <a:ext uri="{FF2B5EF4-FFF2-40B4-BE49-F238E27FC236}">
                <a16:creationId xmlns:a16="http://schemas.microsoft.com/office/drawing/2014/main" id="{881EBBD8-A7F8-4808-B815-3B3CD0E0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310" y="2805797"/>
            <a:ext cx="91074" cy="3856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08BC0582-CB56-4464-B639-7EA7C14D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384" y="2844360"/>
            <a:ext cx="91074" cy="3312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7" name="Connector 46">
            <a:extLst xmlns:a="http://schemas.openxmlformats.org/drawingml/2006/main">
              <a:ext uri="{FF2B5EF4-FFF2-40B4-BE49-F238E27FC236}">
                <a16:creationId xmlns:a16="http://schemas.microsoft.com/office/drawing/2014/main" id="{37AC2495-A20F-4A56-8B88-52A70C3F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458" y="2877482"/>
            <a:ext cx="91075" cy="2725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8" name="Connector 47">
            <a:extLst xmlns:a="http://schemas.openxmlformats.org/drawingml/2006/main">
              <a:ext uri="{FF2B5EF4-FFF2-40B4-BE49-F238E27FC236}">
                <a16:creationId xmlns:a16="http://schemas.microsoft.com/office/drawing/2014/main" id="{336CF7D4-E2B2-411A-9220-45855953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533" y="2904741"/>
            <a:ext cx="91074" cy="2104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9" name="Connector 48">
            <a:extLst xmlns:a="http://schemas.openxmlformats.org/drawingml/2006/main">
              <a:ext uri="{FF2B5EF4-FFF2-40B4-BE49-F238E27FC236}">
                <a16:creationId xmlns:a16="http://schemas.microsoft.com/office/drawing/2014/main" id="{785FE859-EB83-481D-AA55-5B50495D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607" y="2925788"/>
            <a:ext cx="91074" cy="1456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0" name="Connector 49">
            <a:extLst xmlns:a="http://schemas.openxmlformats.org/drawingml/2006/main">
              <a:ext uri="{FF2B5EF4-FFF2-40B4-BE49-F238E27FC236}">
                <a16:creationId xmlns:a16="http://schemas.microsoft.com/office/drawing/2014/main" id="{BB6FB0C9-B43A-411F-8073-D5688761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681" y="2940354"/>
            <a:ext cx="91074" cy="789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1" name="Connector 50">
            <a:extLst xmlns:a="http://schemas.openxmlformats.org/drawingml/2006/main">
              <a:ext uri="{FF2B5EF4-FFF2-40B4-BE49-F238E27FC236}">
                <a16:creationId xmlns:a16="http://schemas.microsoft.com/office/drawing/2014/main" id="{71AA9378-6367-4B15-9B33-6108B37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755" y="2948253"/>
            <a:ext cx="91075" cy="113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2" name="Connector 51">
            <a:extLst xmlns:a="http://schemas.openxmlformats.org/drawingml/2006/main">
              <a:ext uri="{FF2B5EF4-FFF2-40B4-BE49-F238E27FC236}">
                <a16:creationId xmlns:a16="http://schemas.microsoft.com/office/drawing/2014/main" id="{82E76992-FA7C-4E65-9043-7FA9F730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49830" y="2943735"/>
            <a:ext cx="91074" cy="565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3" name="Connector 52">
            <a:extLst xmlns:a="http://schemas.openxmlformats.org/drawingml/2006/main">
              <a:ext uri="{FF2B5EF4-FFF2-40B4-BE49-F238E27FC236}">
                <a16:creationId xmlns:a16="http://schemas.microsoft.com/office/drawing/2014/main" id="{00177CBC-4943-47D8-92F2-09BBEB6A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04" y="2931374"/>
            <a:ext cx="91074" cy="1236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4" name="Connector 53">
            <a:extLst xmlns:a="http://schemas.openxmlformats.org/drawingml/2006/main">
              <a:ext uri="{FF2B5EF4-FFF2-40B4-BE49-F238E27FC236}">
                <a16:creationId xmlns:a16="http://schemas.microsoft.com/office/drawing/2014/main" id="{253FA73A-A31D-441F-AC91-0CDBA70E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31978" y="2912461"/>
            <a:ext cx="91074" cy="1891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5" name="Connector 54">
            <a:extLst xmlns:a="http://schemas.openxmlformats.org/drawingml/2006/main">
              <a:ext uri="{FF2B5EF4-FFF2-40B4-BE49-F238E27FC236}">
                <a16:creationId xmlns:a16="http://schemas.microsoft.com/office/drawing/2014/main" id="{681658D9-0B53-4E4A-931B-F32C5D36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23052" y="2887239"/>
            <a:ext cx="91075" cy="2522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6" name="Connector 55">
            <a:extLst xmlns:a="http://schemas.openxmlformats.org/drawingml/2006/main">
              <a:ext uri="{FF2B5EF4-FFF2-40B4-BE49-F238E27FC236}">
                <a16:creationId xmlns:a16="http://schemas.microsoft.com/office/drawing/2014/main" id="{83E53E91-BEE0-49D6-89C5-58287829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14127" y="2856027"/>
            <a:ext cx="91074" cy="3121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7" name="Connector 56">
            <a:extLst xmlns:a="http://schemas.openxmlformats.org/drawingml/2006/main">
              <a:ext uri="{FF2B5EF4-FFF2-40B4-BE49-F238E27FC236}">
                <a16:creationId xmlns:a16="http://schemas.microsoft.com/office/drawing/2014/main" id="{E7FEF5BB-DDAF-46D2-9DF8-D07AAD75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05201" y="2819227"/>
            <a:ext cx="91074" cy="3680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8" name="Connector 57">
            <a:extLst xmlns:a="http://schemas.openxmlformats.org/drawingml/2006/main">
              <a:ext uri="{FF2B5EF4-FFF2-40B4-BE49-F238E27FC236}">
                <a16:creationId xmlns:a16="http://schemas.microsoft.com/office/drawing/2014/main" id="{8F69D7E0-551A-4CE6-B5C6-7F793B35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96275" y="2777307"/>
            <a:ext cx="91074" cy="4192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9" name="Connector 58">
            <a:extLst xmlns:a="http://schemas.openxmlformats.org/drawingml/2006/main">
              <a:ext uri="{FF2B5EF4-FFF2-40B4-BE49-F238E27FC236}">
                <a16:creationId xmlns:a16="http://schemas.microsoft.com/office/drawing/2014/main" id="{E0273D75-95DD-4758-B3A9-3E295961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87349" y="2730804"/>
            <a:ext cx="91075" cy="4650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0" name="Connector 59">
            <a:extLst xmlns:a="http://schemas.openxmlformats.org/drawingml/2006/main">
              <a:ext uri="{FF2B5EF4-FFF2-40B4-BE49-F238E27FC236}">
                <a16:creationId xmlns:a16="http://schemas.microsoft.com/office/drawing/2014/main" id="{BB51AFE1-3471-461C-881E-06506888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78424" y="2680312"/>
            <a:ext cx="91074" cy="5049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1" name="Connector 60">
            <a:extLst xmlns:a="http://schemas.openxmlformats.org/drawingml/2006/main">
              <a:ext uri="{FF2B5EF4-FFF2-40B4-BE49-F238E27FC236}">
                <a16:creationId xmlns:a16="http://schemas.microsoft.com/office/drawing/2014/main" id="{D94A1D8D-B82E-42A0-A42A-2C713EA1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69498" y="2626475"/>
            <a:ext cx="91074" cy="5383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2" name="Connector 61">
            <a:extLst xmlns:a="http://schemas.openxmlformats.org/drawingml/2006/main">
              <a:ext uri="{FF2B5EF4-FFF2-40B4-BE49-F238E27FC236}">
                <a16:creationId xmlns:a16="http://schemas.microsoft.com/office/drawing/2014/main" id="{7124A9E1-7B1C-444B-AD09-385C3A79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60572" y="2569983"/>
            <a:ext cx="91074" cy="5649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3" name="Connector 62">
            <a:extLst xmlns:a="http://schemas.openxmlformats.org/drawingml/2006/main">
              <a:ext uri="{FF2B5EF4-FFF2-40B4-BE49-F238E27FC236}">
                <a16:creationId xmlns:a16="http://schemas.microsoft.com/office/drawing/2014/main" id="{E00A3AE5-92DB-475B-A239-5E642A5E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51646" y="2511555"/>
            <a:ext cx="91074" cy="5842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4" name="Connector 63">
            <a:extLst xmlns:a="http://schemas.openxmlformats.org/drawingml/2006/main">
              <a:ext uri="{FF2B5EF4-FFF2-40B4-BE49-F238E27FC236}">
                <a16:creationId xmlns:a16="http://schemas.microsoft.com/office/drawing/2014/main" id="{7560D178-9525-4C9A-A452-FDF6D396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42720" y="2451940"/>
            <a:ext cx="91075" cy="5961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5" name="Connector 64">
            <a:extLst xmlns:a="http://schemas.openxmlformats.org/drawingml/2006/main">
              <a:ext uri="{FF2B5EF4-FFF2-40B4-BE49-F238E27FC236}">
                <a16:creationId xmlns:a16="http://schemas.microsoft.com/office/drawing/2014/main" id="{9B73AD60-1F8E-4872-8E48-17AC9319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33795" y="2391899"/>
            <a:ext cx="91074" cy="6004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6" name="Connector 65">
            <a:extLst xmlns:a="http://schemas.openxmlformats.org/drawingml/2006/main">
              <a:ext uri="{FF2B5EF4-FFF2-40B4-BE49-F238E27FC236}">
                <a16:creationId xmlns:a16="http://schemas.microsoft.com/office/drawing/2014/main" id="{B2EC409C-189C-49C2-8237-04606F7B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224869" y="2332199"/>
            <a:ext cx="91074" cy="5970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7" name="Connector 66">
            <a:extLst xmlns:a="http://schemas.openxmlformats.org/drawingml/2006/main">
              <a:ext uri="{FF2B5EF4-FFF2-40B4-BE49-F238E27FC236}">
                <a16:creationId xmlns:a16="http://schemas.microsoft.com/office/drawing/2014/main" id="{74593734-9E70-4142-A736-10DAA8FB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15943" y="2273602"/>
            <a:ext cx="91074" cy="5859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8" name="Connector 67">
            <a:extLst xmlns:a="http://schemas.openxmlformats.org/drawingml/2006/main">
              <a:ext uri="{FF2B5EF4-FFF2-40B4-BE49-F238E27FC236}">
                <a16:creationId xmlns:a16="http://schemas.microsoft.com/office/drawing/2014/main" id="{AE3D9E15-4066-4D79-9C33-28066DB9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07017" y="2216858"/>
            <a:ext cx="91075" cy="56744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9" name="Connector 68">
            <a:extLst xmlns:a="http://schemas.openxmlformats.org/drawingml/2006/main">
              <a:ext uri="{FF2B5EF4-FFF2-40B4-BE49-F238E27FC236}">
                <a16:creationId xmlns:a16="http://schemas.microsoft.com/office/drawing/2014/main" id="{73BAEEA3-589A-48E4-9643-D8B7FE4E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98092" y="2162692"/>
            <a:ext cx="91074" cy="5416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0" name="Connector 69">
            <a:extLst xmlns:a="http://schemas.openxmlformats.org/drawingml/2006/main">
              <a:ext uri="{FF2B5EF4-FFF2-40B4-BE49-F238E27FC236}">
                <a16:creationId xmlns:a16="http://schemas.microsoft.com/office/drawing/2014/main" id="{5020BCCC-137B-4776-B2AF-F42035D6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589166" y="2111795"/>
            <a:ext cx="91074" cy="5089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1" name="Connector 70">
            <a:extLst xmlns:a="http://schemas.openxmlformats.org/drawingml/2006/main">
              <a:ext uri="{FF2B5EF4-FFF2-40B4-BE49-F238E27FC236}">
                <a16:creationId xmlns:a16="http://schemas.microsoft.com/office/drawing/2014/main" id="{D2BDA57D-4054-4B64-AE81-B90982E8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80240" y="2064819"/>
            <a:ext cx="91074" cy="4697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2" name="Connector 71">
            <a:extLst xmlns:a="http://schemas.openxmlformats.org/drawingml/2006/main">
              <a:ext uri="{FF2B5EF4-FFF2-40B4-BE49-F238E27FC236}">
                <a16:creationId xmlns:a16="http://schemas.microsoft.com/office/drawing/2014/main" id="{4364E74B-FED0-447A-8652-53BD4AB3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71314" y="2022362"/>
            <a:ext cx="91075" cy="4245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3" name="Connector 72">
            <a:extLst xmlns:a="http://schemas.openxmlformats.org/drawingml/2006/main">
              <a:ext uri="{FF2B5EF4-FFF2-40B4-BE49-F238E27FC236}">
                <a16:creationId xmlns:a16="http://schemas.microsoft.com/office/drawing/2014/main" id="{76E5E6CF-9D75-44BD-83AA-E462E700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62389" y="1984969"/>
            <a:ext cx="91074" cy="3739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4" name="Connector 73">
            <a:extLst xmlns:a="http://schemas.openxmlformats.org/drawingml/2006/main">
              <a:ext uri="{FF2B5EF4-FFF2-40B4-BE49-F238E27FC236}">
                <a16:creationId xmlns:a16="http://schemas.microsoft.com/office/drawing/2014/main" id="{F0956485-12C6-4FD2-B30B-1F8E17AA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53463" y="1953115"/>
            <a:ext cx="91074" cy="31854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5" name="Connector 74">
            <a:extLst xmlns:a="http://schemas.openxmlformats.org/drawingml/2006/main">
              <a:ext uri="{FF2B5EF4-FFF2-40B4-BE49-F238E27FC236}">
                <a16:creationId xmlns:a16="http://schemas.microsoft.com/office/drawing/2014/main" id="{C001D2DF-8000-4252-8C45-1C1AFBDD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4537" y="1927210"/>
            <a:ext cx="91074" cy="2590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6" name="Connector 75">
            <a:extLst xmlns:a="http://schemas.openxmlformats.org/drawingml/2006/main">
              <a:ext uri="{FF2B5EF4-FFF2-40B4-BE49-F238E27FC236}">
                <a16:creationId xmlns:a16="http://schemas.microsoft.com/office/drawing/2014/main" id="{4BB40497-F084-4A44-971B-64B55ED5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35611" y="1907582"/>
            <a:ext cx="91075" cy="1962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7" name="Connector 76">
            <a:extLst xmlns:a="http://schemas.openxmlformats.org/drawingml/2006/main">
              <a:ext uri="{FF2B5EF4-FFF2-40B4-BE49-F238E27FC236}">
                <a16:creationId xmlns:a16="http://schemas.microsoft.com/office/drawing/2014/main" id="{B38C147D-BCA3-4081-B4D6-CB93FF3A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26686" y="1894485"/>
            <a:ext cx="91074" cy="1309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8" name="Connector 77">
            <a:extLst xmlns:a="http://schemas.openxmlformats.org/drawingml/2006/main">
              <a:ext uri="{FF2B5EF4-FFF2-40B4-BE49-F238E27FC236}">
                <a16:creationId xmlns:a16="http://schemas.microsoft.com/office/drawing/2014/main" id="{6D54D4C9-1DC0-47AC-AF37-67318955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17760" y="1888083"/>
            <a:ext cx="91074" cy="640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9" name="Connector 78">
            <a:extLst xmlns:a="http://schemas.openxmlformats.org/drawingml/2006/main">
              <a:ext uri="{FF2B5EF4-FFF2-40B4-BE49-F238E27FC236}">
                <a16:creationId xmlns:a16="http://schemas.microsoft.com/office/drawing/2014/main" id="{D7A3174C-E325-4263-A30A-BAA9053D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8834" y="1888083"/>
            <a:ext cx="91074" cy="37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0" name="Connector 79">
            <a:extLst xmlns:a="http://schemas.openxmlformats.org/drawingml/2006/main">
              <a:ext uri="{FF2B5EF4-FFF2-40B4-BE49-F238E27FC236}">
                <a16:creationId xmlns:a16="http://schemas.microsoft.com/office/drawing/2014/main" id="{7835FF7F-A2CA-4B22-9775-F5FD5A5A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908" y="1888461"/>
            <a:ext cx="91075" cy="715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1" name="Connector 80">
            <a:extLst xmlns:a="http://schemas.openxmlformats.org/drawingml/2006/main">
              <a:ext uri="{FF2B5EF4-FFF2-40B4-BE49-F238E27FC236}">
                <a16:creationId xmlns:a16="http://schemas.microsoft.com/office/drawing/2014/main" id="{60BCBAB0-D928-4D49-A723-A43508DF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983" y="1895612"/>
            <a:ext cx="91074" cy="1383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2" name="Connector 81">
            <a:extLst xmlns:a="http://schemas.openxmlformats.org/drawingml/2006/main">
              <a:ext uri="{FF2B5EF4-FFF2-40B4-BE49-F238E27FC236}">
                <a16:creationId xmlns:a16="http://schemas.microsoft.com/office/drawing/2014/main" id="{F2B9AEDB-1C22-4D8C-A0AC-F5508473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2057" y="1909445"/>
            <a:ext cx="91074" cy="2033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3" name="Connector 82">
            <a:extLst xmlns:a="http://schemas.openxmlformats.org/drawingml/2006/main">
              <a:ext uri="{FF2B5EF4-FFF2-40B4-BE49-F238E27FC236}">
                <a16:creationId xmlns:a16="http://schemas.microsoft.com/office/drawing/2014/main" id="{2EEEEF00-E7F1-4CF5-98C3-BF47CDD4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131" y="1929783"/>
            <a:ext cx="91074" cy="2658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4" name="Connector 83">
            <a:extLst xmlns:a="http://schemas.openxmlformats.org/drawingml/2006/main">
              <a:ext uri="{FF2B5EF4-FFF2-40B4-BE49-F238E27FC236}">
                <a16:creationId xmlns:a16="http://schemas.microsoft.com/office/drawing/2014/main" id="{F04AE13E-75B5-437C-AB7C-616AC278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205" y="1956368"/>
            <a:ext cx="91075" cy="3249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5" name="Connector 84">
            <a:extLst xmlns:a="http://schemas.openxmlformats.org/drawingml/2006/main">
              <a:ext uri="{FF2B5EF4-FFF2-40B4-BE49-F238E27FC236}">
                <a16:creationId xmlns:a16="http://schemas.microsoft.com/office/drawing/2014/main" id="{BECE14F1-0459-4899-B477-2D131A35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988858"/>
            <a:ext cx="91074" cy="3798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6" name="Connector 85">
            <a:extLst xmlns:a="http://schemas.openxmlformats.org/drawingml/2006/main">
              <a:ext uri="{FF2B5EF4-FFF2-40B4-BE49-F238E27FC236}">
                <a16:creationId xmlns:a16="http://schemas.microsoft.com/office/drawing/2014/main" id="{0647D5AD-772A-48B5-AFF4-A9AFC0AE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354" y="2026839"/>
            <a:ext cx="91074" cy="4298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7" name="Connector 86">
            <a:extLst xmlns:a="http://schemas.openxmlformats.org/drawingml/2006/main">
              <a:ext uri="{FF2B5EF4-FFF2-40B4-BE49-F238E27FC236}">
                <a16:creationId xmlns:a16="http://schemas.microsoft.com/office/drawing/2014/main" id="{E81B79F8-765B-4E08-9406-F9CF5BF4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428" y="2069826"/>
            <a:ext cx="91074" cy="4744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8" name="Connector 87">
            <a:extLst xmlns:a="http://schemas.openxmlformats.org/drawingml/2006/main">
              <a:ext uri="{FF2B5EF4-FFF2-40B4-BE49-F238E27FC236}">
                <a16:creationId xmlns:a16="http://schemas.microsoft.com/office/drawing/2014/main" id="{9AE0221C-2E4B-425A-99B8-0F2312A7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502" y="2117268"/>
            <a:ext cx="91074" cy="5129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9" name="Connector 88">
            <a:extLst xmlns:a="http://schemas.openxmlformats.org/drawingml/2006/main">
              <a:ext uri="{FF2B5EF4-FFF2-40B4-BE49-F238E27FC236}">
                <a16:creationId xmlns:a16="http://schemas.microsoft.com/office/drawing/2014/main" id="{3ABB8F7A-F1AE-4C55-9551-81038470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576" y="2168561"/>
            <a:ext cx="91075" cy="5448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0" name="Connector 89">
            <a:extLst xmlns:a="http://schemas.openxmlformats.org/drawingml/2006/main">
              <a:ext uri="{FF2B5EF4-FFF2-40B4-BE49-F238E27FC236}">
                <a16:creationId xmlns:a16="http://schemas.microsoft.com/office/drawing/2014/main" id="{EAD05DAF-6F2C-41F3-A5B7-16D8D5C3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651" y="2223049"/>
            <a:ext cx="91074" cy="5698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1" name="Connector 90">
            <a:extLst xmlns:a="http://schemas.openxmlformats.org/drawingml/2006/main">
              <a:ext uri="{FF2B5EF4-FFF2-40B4-BE49-F238E27FC236}">
                <a16:creationId xmlns:a16="http://schemas.microsoft.com/office/drawing/2014/main" id="{0DC54539-2299-42C1-8CFB-EC6B523B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725" y="2280035"/>
            <a:ext cx="91074" cy="5875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2" name="Connector 91">
            <a:extLst xmlns:a="http://schemas.openxmlformats.org/drawingml/2006/main">
              <a:ext uri="{FF2B5EF4-FFF2-40B4-BE49-F238E27FC236}">
                <a16:creationId xmlns:a16="http://schemas.microsoft.com/office/drawing/2014/main" id="{4261171B-27A2-48E1-9D7D-23CCACB4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799" y="2338791"/>
            <a:ext cx="91074" cy="5977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3" name="Connector 92">
            <a:extLst xmlns:a="http://schemas.openxmlformats.org/drawingml/2006/main">
              <a:ext uri="{FF2B5EF4-FFF2-40B4-BE49-F238E27FC236}">
                <a16:creationId xmlns:a16="http://schemas.microsoft.com/office/drawing/2014/main" id="{DFAC4DFF-B07C-47A3-8B8F-AE4B3B15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3873" y="2398567"/>
            <a:ext cx="91075" cy="6003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4" name="Connector 93">
            <a:extLst xmlns:a="http://schemas.openxmlformats.org/drawingml/2006/main">
              <a:ext uri="{FF2B5EF4-FFF2-40B4-BE49-F238E27FC236}">
                <a16:creationId xmlns:a16="http://schemas.microsoft.com/office/drawing/2014/main" id="{F9A62979-82F2-4942-8938-9416666E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4948" y="2458599"/>
            <a:ext cx="91074" cy="5952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5" name="Connector 94">
            <a:extLst xmlns:a="http://schemas.openxmlformats.org/drawingml/2006/main">
              <a:ext uri="{FF2B5EF4-FFF2-40B4-BE49-F238E27FC236}">
                <a16:creationId xmlns:a16="http://schemas.microsoft.com/office/drawing/2014/main" id="{04E7102E-455C-47C7-9A97-0A244DA6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022" y="2518120"/>
            <a:ext cx="91074" cy="5824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6" name="Connector 95">
            <a:extLst xmlns:a="http://schemas.openxmlformats.org/drawingml/2006/main">
              <a:ext uri="{FF2B5EF4-FFF2-40B4-BE49-F238E27FC236}">
                <a16:creationId xmlns:a16="http://schemas.microsoft.com/office/drawing/2014/main" id="{FFAF5897-25E6-4BE2-BB16-A5D22C38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7096" y="2576369"/>
            <a:ext cx="91074" cy="5623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7" name="Connector 96">
            <a:extLst xmlns:a="http://schemas.openxmlformats.org/drawingml/2006/main">
              <a:ext uri="{FF2B5EF4-FFF2-40B4-BE49-F238E27FC236}">
                <a16:creationId xmlns:a16="http://schemas.microsoft.com/office/drawing/2014/main" id="{FDBA3176-49AC-4215-8F43-0F55F3F5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170" y="2632601"/>
            <a:ext cx="91075" cy="5349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8" name="Connector 97">
            <a:extLst xmlns:a="http://schemas.openxmlformats.org/drawingml/2006/main">
              <a:ext uri="{FF2B5EF4-FFF2-40B4-BE49-F238E27FC236}">
                <a16:creationId xmlns:a16="http://schemas.microsoft.com/office/drawing/2014/main" id="{9759EDAA-17C6-47A2-9421-EA9C848B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45" y="2686100"/>
            <a:ext cx="91074" cy="5008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9" name="Connector 98">
            <a:extLst xmlns:a="http://schemas.openxmlformats.org/drawingml/2006/main">
              <a:ext uri="{FF2B5EF4-FFF2-40B4-BE49-F238E27FC236}">
                <a16:creationId xmlns:a16="http://schemas.microsoft.com/office/drawing/2014/main" id="{E922D8C3-6789-4C7A-902A-3F8329B2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319" y="2736180"/>
            <a:ext cx="91074" cy="4602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0" name="Connector 99">
            <a:extLst xmlns:a="http://schemas.openxmlformats.org/drawingml/2006/main">
              <a:ext uri="{FF2B5EF4-FFF2-40B4-BE49-F238E27FC236}">
                <a16:creationId xmlns:a16="http://schemas.microsoft.com/office/drawing/2014/main" id="{372FF0AF-88D7-4990-8CF6-2E31D189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393" y="2782202"/>
            <a:ext cx="91074" cy="4137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1" name="Connector 100">
            <a:extLst xmlns:a="http://schemas.openxmlformats.org/drawingml/2006/main">
              <a:ext uri="{FF2B5EF4-FFF2-40B4-BE49-F238E27FC236}">
                <a16:creationId xmlns:a16="http://schemas.microsoft.com/office/drawing/2014/main" id="{85CE3B43-88FC-448A-9F22-1213149E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467" y="2823578"/>
            <a:ext cx="91075" cy="3620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2" name="Connector 101">
            <a:extLst xmlns:a="http://schemas.openxmlformats.org/drawingml/2006/main">
              <a:ext uri="{FF2B5EF4-FFF2-40B4-BE49-F238E27FC236}">
                <a16:creationId xmlns:a16="http://schemas.microsoft.com/office/drawing/2014/main" id="{FFA14AAA-4ED4-4F3E-8E17-D3D25D64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542" y="2859779"/>
            <a:ext cx="91074" cy="30564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3" name="Connector 102">
            <a:extLst xmlns:a="http://schemas.openxmlformats.org/drawingml/2006/main">
              <a:ext uri="{FF2B5EF4-FFF2-40B4-BE49-F238E27FC236}">
                <a16:creationId xmlns:a16="http://schemas.microsoft.com/office/drawing/2014/main" id="{B0937D90-627F-4355-96D9-6DBD5480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616" y="2890343"/>
            <a:ext cx="91074" cy="2453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4" name="Connector 103">
            <a:extLst xmlns:a="http://schemas.openxmlformats.org/drawingml/2006/main">
              <a:ext uri="{FF2B5EF4-FFF2-40B4-BE49-F238E27FC236}">
                <a16:creationId xmlns:a16="http://schemas.microsoft.com/office/drawing/2014/main" id="{9D3606CD-9904-4932-A650-7D5C8AFC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690" y="2914880"/>
            <a:ext cx="91074" cy="1819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5" name="Connector 104">
            <a:extLst xmlns:a="http://schemas.openxmlformats.org/drawingml/2006/main">
              <a:ext uri="{FF2B5EF4-FFF2-40B4-BE49-F238E27FC236}">
                <a16:creationId xmlns:a16="http://schemas.microsoft.com/office/drawing/2014/main" id="{E0230A5D-BE0D-4D80-9649-6612E55C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764" y="2933075"/>
            <a:ext cx="91075" cy="1162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6" name="Connector 105">
            <a:extLst xmlns:a="http://schemas.openxmlformats.org/drawingml/2006/main">
              <a:ext uri="{FF2B5EF4-FFF2-40B4-BE49-F238E27FC236}">
                <a16:creationId xmlns:a16="http://schemas.microsoft.com/office/drawing/2014/main" id="{D47A0186-7B5A-444B-8FA2-69C9197A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839" y="2944696"/>
            <a:ext cx="91074" cy="489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7" name="Connector 106">
            <a:extLst xmlns:a="http://schemas.openxmlformats.org/drawingml/2006/main">
              <a:ext uri="{FF2B5EF4-FFF2-40B4-BE49-F238E27FC236}">
                <a16:creationId xmlns:a16="http://schemas.microsoft.com/office/drawing/2014/main" id="{4B62C114-A233-45F7-A844-A4C0201A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958913" y="2947709"/>
            <a:ext cx="91074" cy="188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8" name="Connector 107">
            <a:extLst xmlns:a="http://schemas.openxmlformats.org/drawingml/2006/main">
              <a:ext uri="{FF2B5EF4-FFF2-40B4-BE49-F238E27FC236}">
                <a16:creationId xmlns:a16="http://schemas.microsoft.com/office/drawing/2014/main" id="{212B1BBD-BD89-48C8-A42E-9C6AD25E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49987" y="2939062"/>
            <a:ext cx="91074" cy="864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9" name="Connector 108">
            <a:extLst xmlns:a="http://schemas.openxmlformats.org/drawingml/2006/main">
              <a:ext uri="{FF2B5EF4-FFF2-40B4-BE49-F238E27FC236}">
                <a16:creationId xmlns:a16="http://schemas.microsoft.com/office/drawing/2014/main" id="{256AC3EB-3969-41DF-8B7E-D2FD20E1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141061" y="2923765"/>
            <a:ext cx="91075" cy="1529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0" name="Oval 109">
            <a:extLst xmlns:a="http://schemas.openxmlformats.org/drawingml/2006/main">
              <a:ext uri="{FF2B5EF4-FFF2-40B4-BE49-F238E27FC236}">
                <a16:creationId xmlns:a16="http://schemas.microsoft.com/office/drawing/2014/main" id="{3A94C319-E690-4FAA-AD72-55370AC8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" y="2357323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1" name="Oval 110">
            <a:extLst xmlns:a="http://schemas.openxmlformats.org/drawingml/2006/main">
              <a:ext uri="{FF2B5EF4-FFF2-40B4-BE49-F238E27FC236}">
                <a16:creationId xmlns:a16="http://schemas.microsoft.com/office/drawing/2014/main" id="{3D509EA6-9233-4816-8B96-AE79D800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875" y="1832687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2" name="Oval 111">
            <a:extLst xmlns:a="http://schemas.openxmlformats.org/drawingml/2006/main">
              <a:ext uri="{FF2B5EF4-FFF2-40B4-BE49-F238E27FC236}">
                <a16:creationId xmlns:a16="http://schemas.microsoft.com/office/drawing/2014/main" id="{D42FFB1E-4293-4A47-98E4-956A3A3E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303" y="2193181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3" name="Oval 112">
            <a:extLst xmlns:a="http://schemas.openxmlformats.org/drawingml/2006/main">
              <a:ext uri="{FF2B5EF4-FFF2-40B4-BE49-F238E27FC236}">
                <a16:creationId xmlns:a16="http://schemas.microsoft.com/office/drawing/2014/main" id="{8D0AB11C-0D35-42A9-A973-05166457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731" y="2830603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Oval 113">
            <a:extLst xmlns:a="http://schemas.openxmlformats.org/drawingml/2006/main">
              <a:ext uri="{FF2B5EF4-FFF2-40B4-BE49-F238E27FC236}">
                <a16:creationId xmlns:a16="http://schemas.microsoft.com/office/drawing/2014/main" id="{99153E9E-B220-490A-AB7F-2A662398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159" y="2669540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5" name="Oval 114">
            <a:extLst xmlns:a="http://schemas.openxmlformats.org/drawingml/2006/main">
              <a:ext uri="{FF2B5EF4-FFF2-40B4-BE49-F238E27FC236}">
                <a16:creationId xmlns:a16="http://schemas.microsoft.com/office/drawing/2014/main" id="{D9CEFFB3-01F7-4EB8-B039-A17C7BD5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587" y="1981725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6" name="Oval 115">
            <a:extLst xmlns:a="http://schemas.openxmlformats.org/drawingml/2006/main">
              <a:ext uri="{FF2B5EF4-FFF2-40B4-BE49-F238E27FC236}">
                <a16:creationId xmlns:a16="http://schemas.microsoft.com/office/drawing/2014/main" id="{BB611500-F63A-416F-87BB-CDBC97F2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015" y="1927593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7" name="Oval 116">
            <a:extLst xmlns:a="http://schemas.openxmlformats.org/drawingml/2006/main">
              <a:ext uri="{FF2B5EF4-FFF2-40B4-BE49-F238E27FC236}">
                <a16:creationId xmlns:a16="http://schemas.microsoft.com/office/drawing/2014/main" id="{EB567980-6705-4C18-BD6B-02D94E4F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443" y="2598471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8" name="Connector 117">
            <a:extLst xmlns:a="http://schemas.openxmlformats.org/drawingml/2006/main">
              <a:ext uri="{FF2B5EF4-FFF2-40B4-BE49-F238E27FC236}">
                <a16:creationId xmlns:a16="http://schemas.microsoft.com/office/drawing/2014/main" id="{97258DF3-5B43-4E8D-886B-3EA2BFC0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35424"/>
            <a:ext cx="9747504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9" name="Connector 118">
            <a:extLst xmlns:a="http://schemas.openxmlformats.org/drawingml/2006/main">
              <a:ext uri="{FF2B5EF4-FFF2-40B4-BE49-F238E27FC236}">
                <a16:creationId xmlns:a16="http://schemas.microsoft.com/office/drawing/2014/main" id="{BC16BDE8-DA45-4EAF-B01E-3363C333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0480"/>
            <a:ext cx="0" cy="139903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2" name="TextBox 121">
            <a:extLst xmlns:a="http://schemas.openxmlformats.org/drawingml/2006/main">
              <a:ext uri="{FF2B5EF4-FFF2-40B4-BE49-F238E27FC236}">
                <a16:creationId xmlns:a16="http://schemas.microsoft.com/office/drawing/2014/main" id="{2DA9EB04-6FF5-48C6-B39E-C202151B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00984"/>
            <a:ext cx="9747504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采样点较多</a:t>
            </a:r>
          </a:p>
        </p:txBody>
      </p:sp>
      <p:sp>
        <p:nvSpPr>
          <p:cNvPr id="123" name="Connector 122">
            <a:extLst xmlns:a="http://schemas.openxmlformats.org/drawingml/2006/main">
              <a:ext uri="{FF2B5EF4-FFF2-40B4-BE49-F238E27FC236}">
                <a16:creationId xmlns:a16="http://schemas.microsoft.com/office/drawing/2014/main" id="{DF590BD4-AEE7-47ED-A4BF-34A14BA8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24712" y="4461761"/>
            <a:ext cx="91074" cy="5994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4" name="Connector 123">
            <a:extLst xmlns:a="http://schemas.openxmlformats.org/drawingml/2006/main">
              <a:ext uri="{FF2B5EF4-FFF2-40B4-BE49-F238E27FC236}">
                <a16:creationId xmlns:a16="http://schemas.microsoft.com/office/drawing/2014/main" id="{BD5E8178-0843-4905-89D6-D21C9283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15786" y="4402580"/>
            <a:ext cx="91074" cy="5918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5" name="Connector 124">
            <a:extLst xmlns:a="http://schemas.openxmlformats.org/drawingml/2006/main">
              <a:ext uri="{FF2B5EF4-FFF2-40B4-BE49-F238E27FC236}">
                <a16:creationId xmlns:a16="http://schemas.microsoft.com/office/drawing/2014/main" id="{A2A04DC8-3E9F-4B97-BB44-F77CD664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06860" y="4344922"/>
            <a:ext cx="91074" cy="5765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6" name="Connector 125">
            <a:extLst xmlns:a="http://schemas.openxmlformats.org/drawingml/2006/main">
              <a:ext uri="{FF2B5EF4-FFF2-40B4-BE49-F238E27FC236}">
                <a16:creationId xmlns:a16="http://schemas.microsoft.com/office/drawing/2014/main" id="{43D811B3-2E05-4BF1-A166-C3C5B084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97934" y="4289523"/>
            <a:ext cx="91074" cy="5539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7" name="Connector 126">
            <a:extLst xmlns:a="http://schemas.openxmlformats.org/drawingml/2006/main">
              <a:ext uri="{FF2B5EF4-FFF2-40B4-BE49-F238E27FC236}">
                <a16:creationId xmlns:a16="http://schemas.microsoft.com/office/drawing/2014/main" id="{C2FA1D60-F003-4C9C-A93C-3129A663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89008" y="4237090"/>
            <a:ext cx="91075" cy="5243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8" name="Connector 127">
            <a:extLst xmlns:a="http://schemas.openxmlformats.org/drawingml/2006/main">
              <a:ext uri="{FF2B5EF4-FFF2-40B4-BE49-F238E27FC236}">
                <a16:creationId xmlns:a16="http://schemas.microsoft.com/office/drawing/2014/main" id="{09CD2EEE-5661-4A0D-BE8C-0CF10BAF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80083" y="4188294"/>
            <a:ext cx="91074" cy="4879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9" name="Connector 128">
            <a:extLst xmlns:a="http://schemas.openxmlformats.org/drawingml/2006/main">
              <a:ext uri="{FF2B5EF4-FFF2-40B4-BE49-F238E27FC236}">
                <a16:creationId xmlns:a16="http://schemas.microsoft.com/office/drawing/2014/main" id="{3FC1ED89-B790-474B-9656-3C82BF8E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71157" y="4143758"/>
            <a:ext cx="91074" cy="4453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0" name="Connector 129">
            <a:extLst xmlns:a="http://schemas.openxmlformats.org/drawingml/2006/main">
              <a:ext uri="{FF2B5EF4-FFF2-40B4-BE49-F238E27FC236}">
                <a16:creationId xmlns:a16="http://schemas.microsoft.com/office/drawing/2014/main" id="{5B8D8BAC-7391-47F0-AD9F-2140B16B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62231" y="4104051"/>
            <a:ext cx="91074" cy="3970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1" name="Connector 130">
            <a:extLst xmlns:a="http://schemas.openxmlformats.org/drawingml/2006/main">
              <a:ext uri="{FF2B5EF4-FFF2-40B4-BE49-F238E27FC236}">
                <a16:creationId xmlns:a16="http://schemas.microsoft.com/office/drawing/2014/main" id="{3099DA80-C5ED-4420-866D-34B5233D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53305" y="4069681"/>
            <a:ext cx="91075" cy="3437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2" name="Connector 131">
            <a:extLst xmlns:a="http://schemas.openxmlformats.org/drawingml/2006/main">
              <a:ext uri="{FF2B5EF4-FFF2-40B4-BE49-F238E27FC236}">
                <a16:creationId xmlns:a16="http://schemas.microsoft.com/office/drawing/2014/main" id="{FF6A0F58-53D3-47A5-89CA-07CB048C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44380" y="4041086"/>
            <a:ext cx="91074" cy="2859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3" name="Connector 132">
            <a:extLst xmlns:a="http://schemas.openxmlformats.org/drawingml/2006/main">
              <a:ext uri="{FF2B5EF4-FFF2-40B4-BE49-F238E27FC236}">
                <a16:creationId xmlns:a16="http://schemas.microsoft.com/office/drawing/2014/main" id="{D2E697BE-2FFD-4392-839D-339BD0C6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035454" y="4018633"/>
            <a:ext cx="91074" cy="2245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4" name="Connector 133">
            <a:extLst xmlns:a="http://schemas.openxmlformats.org/drawingml/2006/main">
              <a:ext uri="{FF2B5EF4-FFF2-40B4-BE49-F238E27FC236}">
                <a16:creationId xmlns:a16="http://schemas.microsoft.com/office/drawing/2014/main" id="{9D6C6BFE-E1AE-4D80-BFDC-6D719E1B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26528" y="4002607"/>
            <a:ext cx="91074" cy="1602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5" name="Connector 134">
            <a:extLst xmlns:a="http://schemas.openxmlformats.org/drawingml/2006/main">
              <a:ext uri="{FF2B5EF4-FFF2-40B4-BE49-F238E27FC236}">
                <a16:creationId xmlns:a16="http://schemas.microsoft.com/office/drawing/2014/main" id="{FD835DDA-BC0F-4831-B900-DA92D0C1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17602" y="3993214"/>
            <a:ext cx="91075" cy="939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6" name="Connector 135">
            <a:extLst xmlns:a="http://schemas.openxmlformats.org/drawingml/2006/main">
              <a:ext uri="{FF2B5EF4-FFF2-40B4-BE49-F238E27FC236}">
                <a16:creationId xmlns:a16="http://schemas.microsoft.com/office/drawing/2014/main" id="{DA04B3BC-B0AA-4E03-9082-325621DE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08677" y="3990574"/>
            <a:ext cx="91074" cy="264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7" name="Connector 136">
            <a:extLst xmlns:a="http://schemas.openxmlformats.org/drawingml/2006/main">
              <a:ext uri="{FF2B5EF4-FFF2-40B4-BE49-F238E27FC236}">
                <a16:creationId xmlns:a16="http://schemas.microsoft.com/office/drawing/2014/main" id="{33F1AD69-470D-496D-A6D4-9EADF994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751" y="3990574"/>
            <a:ext cx="91074" cy="414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8" name="Connector 137">
            <a:extLst xmlns:a="http://schemas.openxmlformats.org/drawingml/2006/main">
              <a:ext uri="{FF2B5EF4-FFF2-40B4-BE49-F238E27FC236}">
                <a16:creationId xmlns:a16="http://schemas.microsoft.com/office/drawing/2014/main" id="{185B7C6C-24D5-4E14-BCE1-F8B1BF73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825" y="3994721"/>
            <a:ext cx="91074" cy="1088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9" name="Connector 138">
            <a:extLst xmlns:a="http://schemas.openxmlformats.org/drawingml/2006/main">
              <a:ext uri="{FF2B5EF4-FFF2-40B4-BE49-F238E27FC236}">
                <a16:creationId xmlns:a16="http://schemas.microsoft.com/office/drawing/2014/main" id="{313397F8-B885-4BA3-934D-04FFDC42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899" y="4005601"/>
            <a:ext cx="91075" cy="1747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0" name="Connector 139">
            <a:extLst xmlns:a="http://schemas.openxmlformats.org/drawingml/2006/main">
              <a:ext uri="{FF2B5EF4-FFF2-40B4-BE49-F238E27FC236}">
                <a16:creationId xmlns:a16="http://schemas.microsoft.com/office/drawing/2014/main" id="{A7446E32-38A8-4478-84FF-373A3144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974" y="4023076"/>
            <a:ext cx="91074" cy="2384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1" name="Connector 140">
            <a:extLst xmlns:a="http://schemas.openxmlformats.org/drawingml/2006/main">
              <a:ext uri="{FF2B5EF4-FFF2-40B4-BE49-F238E27FC236}">
                <a16:creationId xmlns:a16="http://schemas.microsoft.com/office/drawing/2014/main" id="{07A08062-C26F-43C7-AB13-D3C67CA4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048" y="4046921"/>
            <a:ext cx="91074" cy="2991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2" name="Connector 141">
            <a:extLst xmlns:a="http://schemas.openxmlformats.org/drawingml/2006/main">
              <a:ext uri="{FF2B5EF4-FFF2-40B4-BE49-F238E27FC236}">
                <a16:creationId xmlns:a16="http://schemas.microsoft.com/office/drawing/2014/main" id="{09D2CFA8-413D-41EC-96D5-4B15B7DB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122" y="4076834"/>
            <a:ext cx="91074" cy="3559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3" name="Connector 142">
            <a:extLst xmlns:a="http://schemas.openxmlformats.org/drawingml/2006/main">
              <a:ext uri="{FF2B5EF4-FFF2-40B4-BE49-F238E27FC236}">
                <a16:creationId xmlns:a16="http://schemas.microsoft.com/office/drawing/2014/main" id="{B87C4835-6990-4FDA-8F56-41672E09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196" y="4112430"/>
            <a:ext cx="91075" cy="4082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4" name="Connector 143">
            <a:extLst xmlns:a="http://schemas.openxmlformats.org/drawingml/2006/main">
              <a:ext uri="{FF2B5EF4-FFF2-40B4-BE49-F238E27FC236}">
                <a16:creationId xmlns:a16="http://schemas.microsoft.com/office/drawing/2014/main" id="{44D0D874-D42F-4EA6-9782-76C98DC9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271" y="4153256"/>
            <a:ext cx="91074" cy="45534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5" name="Connector 144">
            <a:extLst xmlns:a="http://schemas.openxmlformats.org/drawingml/2006/main">
              <a:ext uri="{FF2B5EF4-FFF2-40B4-BE49-F238E27FC236}">
                <a16:creationId xmlns:a16="http://schemas.microsoft.com/office/drawing/2014/main" id="{EE064B41-E15D-4214-AAA8-8BD6D005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345" y="4198790"/>
            <a:ext cx="91074" cy="4966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6" name="Connector 145">
            <a:extLst xmlns:a="http://schemas.openxmlformats.org/drawingml/2006/main">
              <a:ext uri="{FF2B5EF4-FFF2-40B4-BE49-F238E27FC236}">
                <a16:creationId xmlns:a16="http://schemas.microsoft.com/office/drawing/2014/main" id="{BC5F9EBE-F0DF-4092-A27B-0588638A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19" y="4248450"/>
            <a:ext cx="91074" cy="5315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7" name="Connector 146">
            <a:extLst xmlns:a="http://schemas.openxmlformats.org/drawingml/2006/main">
              <a:ext uri="{FF2B5EF4-FFF2-40B4-BE49-F238E27FC236}">
                <a16:creationId xmlns:a16="http://schemas.microsoft.com/office/drawing/2014/main" id="{6C38AECA-197F-45A9-A1EA-D589CFAB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493" y="4301602"/>
            <a:ext cx="91075" cy="5596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8" name="Connector 147">
            <a:extLst xmlns:a="http://schemas.openxmlformats.org/drawingml/2006/main">
              <a:ext uri="{FF2B5EF4-FFF2-40B4-BE49-F238E27FC236}">
                <a16:creationId xmlns:a16="http://schemas.microsoft.com/office/drawing/2014/main" id="{8906722A-DCD2-4E85-9A17-DC04D935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357565"/>
            <a:ext cx="91074" cy="5806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9" name="Connector 148">
            <a:extLst xmlns:a="http://schemas.openxmlformats.org/drawingml/2006/main">
              <a:ext uri="{FF2B5EF4-FFF2-40B4-BE49-F238E27FC236}">
                <a16:creationId xmlns:a16="http://schemas.microsoft.com/office/drawing/2014/main" id="{0352CF8B-76E9-4064-BC39-0A1EE2EB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642" y="4415627"/>
            <a:ext cx="91074" cy="5941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0" name="Connector 149">
            <a:extLst xmlns:a="http://schemas.openxmlformats.org/drawingml/2006/main">
              <a:ext uri="{FF2B5EF4-FFF2-40B4-BE49-F238E27FC236}">
                <a16:creationId xmlns:a16="http://schemas.microsoft.com/office/drawing/2014/main" id="{AEF3304B-2EA2-4D70-971E-BEC650FF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716" y="4475043"/>
            <a:ext cx="91074" cy="6001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1" name="Connector 150">
            <a:extLst xmlns:a="http://schemas.openxmlformats.org/drawingml/2006/main">
              <a:ext uri="{FF2B5EF4-FFF2-40B4-BE49-F238E27FC236}">
                <a16:creationId xmlns:a16="http://schemas.microsoft.com/office/drawing/2014/main" id="{A7EE6329-483E-4311-9707-E7EA0DA8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790" y="4535056"/>
            <a:ext cx="91074" cy="5984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2" name="Connector 151">
            <a:extLst xmlns:a="http://schemas.openxmlformats.org/drawingml/2006/main">
              <a:ext uri="{FF2B5EF4-FFF2-40B4-BE49-F238E27FC236}">
                <a16:creationId xmlns:a16="http://schemas.microsoft.com/office/drawing/2014/main" id="{6D4B8E5A-75DC-403D-9214-C044FFBB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864" y="4594898"/>
            <a:ext cx="91075" cy="5890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3" name="Connector 152">
            <a:extLst xmlns:a="http://schemas.openxmlformats.org/drawingml/2006/main">
              <a:ext uri="{FF2B5EF4-FFF2-40B4-BE49-F238E27FC236}">
                <a16:creationId xmlns:a16="http://schemas.microsoft.com/office/drawing/2014/main" id="{2B3A8D53-5A45-40B6-971A-C7175059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939" y="4653805"/>
            <a:ext cx="91074" cy="5722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4" name="Connector 153">
            <a:extLst xmlns:a="http://schemas.openxmlformats.org/drawingml/2006/main">
              <a:ext uri="{FF2B5EF4-FFF2-40B4-BE49-F238E27FC236}">
                <a16:creationId xmlns:a16="http://schemas.microsoft.com/office/drawing/2014/main" id="{92FCDDBE-CF15-4C59-A4F9-2468EE00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013" y="4711025"/>
            <a:ext cx="91074" cy="5480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5" name="Connector 154">
            <a:extLst xmlns:a="http://schemas.openxmlformats.org/drawingml/2006/main">
              <a:ext uri="{FF2B5EF4-FFF2-40B4-BE49-F238E27FC236}">
                <a16:creationId xmlns:a16="http://schemas.microsoft.com/office/drawing/2014/main" id="{D2CC078F-575D-4E25-AB6C-35DEC562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087" y="4765825"/>
            <a:ext cx="91074" cy="5168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6" name="Connector 155">
            <a:extLst xmlns:a="http://schemas.openxmlformats.org/drawingml/2006/main">
              <a:ext uri="{FF2B5EF4-FFF2-40B4-BE49-F238E27FC236}">
                <a16:creationId xmlns:a16="http://schemas.microsoft.com/office/drawing/2014/main" id="{B0AF2068-14D5-45D8-B0C7-7EA425E9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161" y="4817506"/>
            <a:ext cx="91075" cy="4790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7" name="Connector 156">
            <a:extLst xmlns:a="http://schemas.openxmlformats.org/drawingml/2006/main">
              <a:ext uri="{FF2B5EF4-FFF2-40B4-BE49-F238E27FC236}">
                <a16:creationId xmlns:a16="http://schemas.microsoft.com/office/drawing/2014/main" id="{FE70EE12-1F4B-475B-B53A-9509D5BA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236" y="4865407"/>
            <a:ext cx="91074" cy="4351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8" name="Connector 157">
            <a:extLst xmlns:a="http://schemas.openxmlformats.org/drawingml/2006/main">
              <a:ext uri="{FF2B5EF4-FFF2-40B4-BE49-F238E27FC236}">
                <a16:creationId xmlns:a16="http://schemas.microsoft.com/office/drawing/2014/main" id="{F27A939B-8923-42EE-A608-311B9848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310" y="4908917"/>
            <a:ext cx="91074" cy="3856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9" name="Connector 158">
            <a:extLst xmlns:a="http://schemas.openxmlformats.org/drawingml/2006/main">
              <a:ext uri="{FF2B5EF4-FFF2-40B4-BE49-F238E27FC236}">
                <a16:creationId xmlns:a16="http://schemas.microsoft.com/office/drawing/2014/main" id="{A423A746-2A1F-4ABA-BD4B-6DEE3DF7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384" y="4947480"/>
            <a:ext cx="91074" cy="3312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0" name="Connector 159">
            <a:extLst xmlns:a="http://schemas.openxmlformats.org/drawingml/2006/main">
              <a:ext uri="{FF2B5EF4-FFF2-40B4-BE49-F238E27FC236}">
                <a16:creationId xmlns:a16="http://schemas.microsoft.com/office/drawing/2014/main" id="{56B26291-EB8A-48D1-804C-137652F9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458" y="4980602"/>
            <a:ext cx="91075" cy="2725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1" name="Connector 160">
            <a:extLst xmlns:a="http://schemas.openxmlformats.org/drawingml/2006/main">
              <a:ext uri="{FF2B5EF4-FFF2-40B4-BE49-F238E27FC236}">
                <a16:creationId xmlns:a16="http://schemas.microsoft.com/office/drawing/2014/main" id="{35817D32-16A2-48F0-A277-445B9B7F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533" y="5007861"/>
            <a:ext cx="91074" cy="2104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2" name="Connector 161">
            <a:extLst xmlns:a="http://schemas.openxmlformats.org/drawingml/2006/main">
              <a:ext uri="{FF2B5EF4-FFF2-40B4-BE49-F238E27FC236}">
                <a16:creationId xmlns:a16="http://schemas.microsoft.com/office/drawing/2014/main" id="{A8B296D8-897E-40D5-8C46-D5DD604D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607" y="5028908"/>
            <a:ext cx="91074" cy="1456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3" name="Connector 162">
            <a:extLst xmlns:a="http://schemas.openxmlformats.org/drawingml/2006/main">
              <a:ext uri="{FF2B5EF4-FFF2-40B4-BE49-F238E27FC236}">
                <a16:creationId xmlns:a16="http://schemas.microsoft.com/office/drawing/2014/main" id="{55F482DA-5BD8-484D-BC1B-30D5A00A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681" y="5043474"/>
            <a:ext cx="91074" cy="789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4" name="Connector 163">
            <a:extLst xmlns:a="http://schemas.openxmlformats.org/drawingml/2006/main">
              <a:ext uri="{FF2B5EF4-FFF2-40B4-BE49-F238E27FC236}">
                <a16:creationId xmlns:a16="http://schemas.microsoft.com/office/drawing/2014/main" id="{92F8828F-849C-43CC-858A-1F586D23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755" y="5051373"/>
            <a:ext cx="91075" cy="113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5" name="Connector 164">
            <a:extLst xmlns:a="http://schemas.openxmlformats.org/drawingml/2006/main">
              <a:ext uri="{FF2B5EF4-FFF2-40B4-BE49-F238E27FC236}">
                <a16:creationId xmlns:a16="http://schemas.microsoft.com/office/drawing/2014/main" id="{E4C57C35-F455-4FDC-A5EB-64570628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49830" y="5046855"/>
            <a:ext cx="91074" cy="565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6" name="Connector 165">
            <a:extLst xmlns:a="http://schemas.openxmlformats.org/drawingml/2006/main">
              <a:ext uri="{FF2B5EF4-FFF2-40B4-BE49-F238E27FC236}">
                <a16:creationId xmlns:a16="http://schemas.microsoft.com/office/drawing/2014/main" id="{609FC5C1-CCD5-4D6A-A0B4-531619AA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04" y="5034494"/>
            <a:ext cx="91074" cy="1236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7" name="Connector 166">
            <a:extLst xmlns:a="http://schemas.openxmlformats.org/drawingml/2006/main">
              <a:ext uri="{FF2B5EF4-FFF2-40B4-BE49-F238E27FC236}">
                <a16:creationId xmlns:a16="http://schemas.microsoft.com/office/drawing/2014/main" id="{9581B53D-8663-458A-B2DA-3CCEAFB6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31978" y="5015581"/>
            <a:ext cx="91074" cy="1891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8" name="Connector 167">
            <a:extLst xmlns:a="http://schemas.openxmlformats.org/drawingml/2006/main">
              <a:ext uri="{FF2B5EF4-FFF2-40B4-BE49-F238E27FC236}">
                <a16:creationId xmlns:a16="http://schemas.microsoft.com/office/drawing/2014/main" id="{68361496-65AE-486F-9700-5C2525A1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23052" y="4990359"/>
            <a:ext cx="91075" cy="2522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9" name="Connector 168">
            <a:extLst xmlns:a="http://schemas.openxmlformats.org/drawingml/2006/main">
              <a:ext uri="{FF2B5EF4-FFF2-40B4-BE49-F238E27FC236}">
                <a16:creationId xmlns:a16="http://schemas.microsoft.com/office/drawing/2014/main" id="{E4396CD6-FF5F-4527-BBFE-09A08EED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14127" y="4959147"/>
            <a:ext cx="91074" cy="3121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0" name="Connector 169">
            <a:extLst xmlns:a="http://schemas.openxmlformats.org/drawingml/2006/main">
              <a:ext uri="{FF2B5EF4-FFF2-40B4-BE49-F238E27FC236}">
                <a16:creationId xmlns:a16="http://schemas.microsoft.com/office/drawing/2014/main" id="{AB052A2C-F5B3-45EF-87AE-F23AC0C5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05201" y="4922347"/>
            <a:ext cx="91074" cy="3680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1" name="Connector 170">
            <a:extLst xmlns:a="http://schemas.openxmlformats.org/drawingml/2006/main">
              <a:ext uri="{FF2B5EF4-FFF2-40B4-BE49-F238E27FC236}">
                <a16:creationId xmlns:a16="http://schemas.microsoft.com/office/drawing/2014/main" id="{20125C34-D373-4873-B5B8-11FD228D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96275" y="4880427"/>
            <a:ext cx="91074" cy="4192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2" name="Connector 171">
            <a:extLst xmlns:a="http://schemas.openxmlformats.org/drawingml/2006/main">
              <a:ext uri="{FF2B5EF4-FFF2-40B4-BE49-F238E27FC236}">
                <a16:creationId xmlns:a16="http://schemas.microsoft.com/office/drawing/2014/main" id="{8A3347DA-8957-48BF-BE43-3594C418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87349" y="4833924"/>
            <a:ext cx="91075" cy="4650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3" name="Connector 172">
            <a:extLst xmlns:a="http://schemas.openxmlformats.org/drawingml/2006/main">
              <a:ext uri="{FF2B5EF4-FFF2-40B4-BE49-F238E27FC236}">
                <a16:creationId xmlns:a16="http://schemas.microsoft.com/office/drawing/2014/main" id="{C0585909-A797-44AA-8A22-C6FB2979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78424" y="4783432"/>
            <a:ext cx="91074" cy="5049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4" name="Connector 173">
            <a:extLst xmlns:a="http://schemas.openxmlformats.org/drawingml/2006/main">
              <a:ext uri="{FF2B5EF4-FFF2-40B4-BE49-F238E27FC236}">
                <a16:creationId xmlns:a16="http://schemas.microsoft.com/office/drawing/2014/main" id="{6A1ACDF8-BC9D-4218-972E-D050CB4B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69498" y="4729595"/>
            <a:ext cx="91074" cy="5383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5" name="Connector 174">
            <a:extLst xmlns:a="http://schemas.openxmlformats.org/drawingml/2006/main">
              <a:ext uri="{FF2B5EF4-FFF2-40B4-BE49-F238E27FC236}">
                <a16:creationId xmlns:a16="http://schemas.microsoft.com/office/drawing/2014/main" id="{7E90886E-B496-4F86-9E69-2A683F6B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60572" y="4673103"/>
            <a:ext cx="91074" cy="5649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6" name="Connector 175">
            <a:extLst xmlns:a="http://schemas.openxmlformats.org/drawingml/2006/main">
              <a:ext uri="{FF2B5EF4-FFF2-40B4-BE49-F238E27FC236}">
                <a16:creationId xmlns:a16="http://schemas.microsoft.com/office/drawing/2014/main" id="{15FECFBA-4F30-4665-9932-1ED060EC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51646" y="4614675"/>
            <a:ext cx="91074" cy="5842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7" name="Connector 176">
            <a:extLst xmlns:a="http://schemas.openxmlformats.org/drawingml/2006/main">
              <a:ext uri="{FF2B5EF4-FFF2-40B4-BE49-F238E27FC236}">
                <a16:creationId xmlns:a16="http://schemas.microsoft.com/office/drawing/2014/main" id="{B18AD9A7-B1AD-4C16-98E1-0177BC3F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42720" y="4555060"/>
            <a:ext cx="91075" cy="5961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8" name="Connector 177">
            <a:extLst xmlns:a="http://schemas.openxmlformats.org/drawingml/2006/main">
              <a:ext uri="{FF2B5EF4-FFF2-40B4-BE49-F238E27FC236}">
                <a16:creationId xmlns:a16="http://schemas.microsoft.com/office/drawing/2014/main" id="{BF0FF2F4-E564-4D66-8F10-5EAA0365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33795" y="4495019"/>
            <a:ext cx="91074" cy="6004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9" name="Connector 178">
            <a:extLst xmlns:a="http://schemas.openxmlformats.org/drawingml/2006/main">
              <a:ext uri="{FF2B5EF4-FFF2-40B4-BE49-F238E27FC236}">
                <a16:creationId xmlns:a16="http://schemas.microsoft.com/office/drawing/2014/main" id="{27B1F1F6-980C-4315-821B-45AF9B4E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224869" y="4435319"/>
            <a:ext cx="91074" cy="5970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0" name="Connector 179">
            <a:extLst xmlns:a="http://schemas.openxmlformats.org/drawingml/2006/main">
              <a:ext uri="{FF2B5EF4-FFF2-40B4-BE49-F238E27FC236}">
                <a16:creationId xmlns:a16="http://schemas.microsoft.com/office/drawing/2014/main" id="{A6D62849-9008-463F-AE4A-0BC16FB5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15943" y="4376722"/>
            <a:ext cx="91074" cy="5859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1" name="Connector 180">
            <a:extLst xmlns:a="http://schemas.openxmlformats.org/drawingml/2006/main">
              <a:ext uri="{FF2B5EF4-FFF2-40B4-BE49-F238E27FC236}">
                <a16:creationId xmlns:a16="http://schemas.microsoft.com/office/drawing/2014/main" id="{CBA0643C-6C17-4337-BBD5-C608294C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07017" y="4319978"/>
            <a:ext cx="91075" cy="56744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2" name="Connector 181">
            <a:extLst xmlns:a="http://schemas.openxmlformats.org/drawingml/2006/main">
              <a:ext uri="{FF2B5EF4-FFF2-40B4-BE49-F238E27FC236}">
                <a16:creationId xmlns:a16="http://schemas.microsoft.com/office/drawing/2014/main" id="{62E1B54D-B79D-4AB4-91A0-F9C6FD89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98092" y="4265812"/>
            <a:ext cx="91074" cy="5416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3" name="Connector 182">
            <a:extLst xmlns:a="http://schemas.openxmlformats.org/drawingml/2006/main">
              <a:ext uri="{FF2B5EF4-FFF2-40B4-BE49-F238E27FC236}">
                <a16:creationId xmlns:a16="http://schemas.microsoft.com/office/drawing/2014/main" id="{E55D0B99-13A9-46E1-825F-89772606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589166" y="4214915"/>
            <a:ext cx="91074" cy="5089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4" name="Connector 183">
            <a:extLst xmlns:a="http://schemas.openxmlformats.org/drawingml/2006/main">
              <a:ext uri="{FF2B5EF4-FFF2-40B4-BE49-F238E27FC236}">
                <a16:creationId xmlns:a16="http://schemas.microsoft.com/office/drawing/2014/main" id="{24E02D9B-46C4-4960-BB5A-F1C6D417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80240" y="4167939"/>
            <a:ext cx="91074" cy="4697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5" name="Connector 184">
            <a:extLst xmlns:a="http://schemas.openxmlformats.org/drawingml/2006/main">
              <a:ext uri="{FF2B5EF4-FFF2-40B4-BE49-F238E27FC236}">
                <a16:creationId xmlns:a16="http://schemas.microsoft.com/office/drawing/2014/main" id="{B1F2013A-5D06-4630-9804-54EE1612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71314" y="4125482"/>
            <a:ext cx="91075" cy="4245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6" name="Connector 185">
            <a:extLst xmlns:a="http://schemas.openxmlformats.org/drawingml/2006/main">
              <a:ext uri="{FF2B5EF4-FFF2-40B4-BE49-F238E27FC236}">
                <a16:creationId xmlns:a16="http://schemas.microsoft.com/office/drawing/2014/main" id="{CEF60C9D-05D9-4E21-947A-0BCD3D3C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62389" y="4088089"/>
            <a:ext cx="91074" cy="3739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7" name="Connector 186">
            <a:extLst xmlns:a="http://schemas.openxmlformats.org/drawingml/2006/main">
              <a:ext uri="{FF2B5EF4-FFF2-40B4-BE49-F238E27FC236}">
                <a16:creationId xmlns:a16="http://schemas.microsoft.com/office/drawing/2014/main" id="{0AE38D2D-1DA3-45F8-B127-AE21670B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53463" y="4056235"/>
            <a:ext cx="91074" cy="31854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8" name="Connector 187">
            <a:extLst xmlns:a="http://schemas.openxmlformats.org/drawingml/2006/main">
              <a:ext uri="{FF2B5EF4-FFF2-40B4-BE49-F238E27FC236}">
                <a16:creationId xmlns:a16="http://schemas.microsoft.com/office/drawing/2014/main" id="{68A79DD3-D6EB-4C87-A110-6AF0358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4537" y="4030330"/>
            <a:ext cx="91074" cy="2590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9" name="Connector 188">
            <a:extLst xmlns:a="http://schemas.openxmlformats.org/drawingml/2006/main">
              <a:ext uri="{FF2B5EF4-FFF2-40B4-BE49-F238E27FC236}">
                <a16:creationId xmlns:a16="http://schemas.microsoft.com/office/drawing/2014/main" id="{79900B9D-7108-4B65-8535-E74BDC76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35611" y="4010702"/>
            <a:ext cx="91075" cy="1962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0" name="Connector 189">
            <a:extLst xmlns:a="http://schemas.openxmlformats.org/drawingml/2006/main">
              <a:ext uri="{FF2B5EF4-FFF2-40B4-BE49-F238E27FC236}">
                <a16:creationId xmlns:a16="http://schemas.microsoft.com/office/drawing/2014/main" id="{1BE06644-F13E-414D-A850-68ADBAE3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26686" y="3997605"/>
            <a:ext cx="91074" cy="1309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1" name="Connector 190">
            <a:extLst xmlns:a="http://schemas.openxmlformats.org/drawingml/2006/main">
              <a:ext uri="{FF2B5EF4-FFF2-40B4-BE49-F238E27FC236}">
                <a16:creationId xmlns:a16="http://schemas.microsoft.com/office/drawing/2014/main" id="{F0481D9D-7CFF-45F8-B9DD-E4912230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17760" y="3991203"/>
            <a:ext cx="91074" cy="640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2" name="Connector 191">
            <a:extLst xmlns:a="http://schemas.openxmlformats.org/drawingml/2006/main">
              <a:ext uri="{FF2B5EF4-FFF2-40B4-BE49-F238E27FC236}">
                <a16:creationId xmlns:a16="http://schemas.microsoft.com/office/drawing/2014/main" id="{8FA1021D-418A-4F46-890E-9B4FD299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8834" y="3991203"/>
            <a:ext cx="91074" cy="37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3" name="Connector 192">
            <a:extLst xmlns:a="http://schemas.openxmlformats.org/drawingml/2006/main">
              <a:ext uri="{FF2B5EF4-FFF2-40B4-BE49-F238E27FC236}">
                <a16:creationId xmlns:a16="http://schemas.microsoft.com/office/drawing/2014/main" id="{9478F2FB-281E-4AB1-87C1-99C584B8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908" y="3991581"/>
            <a:ext cx="91075" cy="715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4" name="Connector 193">
            <a:extLst xmlns:a="http://schemas.openxmlformats.org/drawingml/2006/main">
              <a:ext uri="{FF2B5EF4-FFF2-40B4-BE49-F238E27FC236}">
                <a16:creationId xmlns:a16="http://schemas.microsoft.com/office/drawing/2014/main" id="{60CEE7E4-1185-4E0E-B40B-3ADC7BFA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983" y="3998732"/>
            <a:ext cx="91074" cy="1383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5" name="Connector 194">
            <a:extLst xmlns:a="http://schemas.openxmlformats.org/drawingml/2006/main">
              <a:ext uri="{FF2B5EF4-FFF2-40B4-BE49-F238E27FC236}">
                <a16:creationId xmlns:a16="http://schemas.microsoft.com/office/drawing/2014/main" id="{8D8CE621-DD03-4939-A2E6-8A5B2A70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2057" y="4012565"/>
            <a:ext cx="91074" cy="2033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6" name="Connector 195">
            <a:extLst xmlns:a="http://schemas.openxmlformats.org/drawingml/2006/main">
              <a:ext uri="{FF2B5EF4-FFF2-40B4-BE49-F238E27FC236}">
                <a16:creationId xmlns:a16="http://schemas.microsoft.com/office/drawing/2014/main" id="{41E4DE84-6B4A-48A2-990E-DCEAFE18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131" y="4032903"/>
            <a:ext cx="91074" cy="2658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7" name="Connector 196">
            <a:extLst xmlns:a="http://schemas.openxmlformats.org/drawingml/2006/main">
              <a:ext uri="{FF2B5EF4-FFF2-40B4-BE49-F238E27FC236}">
                <a16:creationId xmlns:a16="http://schemas.microsoft.com/office/drawing/2014/main" id="{41A7F6C5-6518-48F2-98A4-177FC759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205" y="4059488"/>
            <a:ext cx="91075" cy="3249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8" name="Connector 197">
            <a:extLst xmlns:a="http://schemas.openxmlformats.org/drawingml/2006/main">
              <a:ext uri="{FF2B5EF4-FFF2-40B4-BE49-F238E27FC236}">
                <a16:creationId xmlns:a16="http://schemas.microsoft.com/office/drawing/2014/main" id="{7A27B602-7ACC-4998-81B4-BA7C902A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091978"/>
            <a:ext cx="91074" cy="3798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9" name="Connector 198">
            <a:extLst xmlns:a="http://schemas.openxmlformats.org/drawingml/2006/main">
              <a:ext uri="{FF2B5EF4-FFF2-40B4-BE49-F238E27FC236}">
                <a16:creationId xmlns:a16="http://schemas.microsoft.com/office/drawing/2014/main" id="{884C6DD4-7976-4E6A-9511-9513980D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354" y="4129959"/>
            <a:ext cx="91074" cy="4298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0" name="Connector 199">
            <a:extLst xmlns:a="http://schemas.openxmlformats.org/drawingml/2006/main">
              <a:ext uri="{FF2B5EF4-FFF2-40B4-BE49-F238E27FC236}">
                <a16:creationId xmlns:a16="http://schemas.microsoft.com/office/drawing/2014/main" id="{D5F4A544-D97B-47BF-BE71-C28683D2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428" y="4172946"/>
            <a:ext cx="91074" cy="4744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1" name="Connector 200">
            <a:extLst xmlns:a="http://schemas.openxmlformats.org/drawingml/2006/main">
              <a:ext uri="{FF2B5EF4-FFF2-40B4-BE49-F238E27FC236}">
                <a16:creationId xmlns:a16="http://schemas.microsoft.com/office/drawing/2014/main" id="{9E29B9AB-6155-4546-859D-86A841BE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502" y="4220388"/>
            <a:ext cx="91074" cy="5129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2" name="Connector 201">
            <a:extLst xmlns:a="http://schemas.openxmlformats.org/drawingml/2006/main">
              <a:ext uri="{FF2B5EF4-FFF2-40B4-BE49-F238E27FC236}">
                <a16:creationId xmlns:a16="http://schemas.microsoft.com/office/drawing/2014/main" id="{6DBB1F1C-4C46-4F10-93ED-C286195D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576" y="4271681"/>
            <a:ext cx="91075" cy="5448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3" name="Connector 202">
            <a:extLst xmlns:a="http://schemas.openxmlformats.org/drawingml/2006/main">
              <a:ext uri="{FF2B5EF4-FFF2-40B4-BE49-F238E27FC236}">
                <a16:creationId xmlns:a16="http://schemas.microsoft.com/office/drawing/2014/main" id="{EB78DA64-D826-4B4D-93CC-94318859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651" y="4326169"/>
            <a:ext cx="91074" cy="5698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4" name="Connector 203">
            <a:extLst xmlns:a="http://schemas.openxmlformats.org/drawingml/2006/main">
              <a:ext uri="{FF2B5EF4-FFF2-40B4-BE49-F238E27FC236}">
                <a16:creationId xmlns:a16="http://schemas.microsoft.com/office/drawing/2014/main" id="{3EBB6F78-5A4A-4E16-BCBA-9AFEE33B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725" y="4383155"/>
            <a:ext cx="91074" cy="5875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5" name="Connector 204">
            <a:extLst xmlns:a="http://schemas.openxmlformats.org/drawingml/2006/main">
              <a:ext uri="{FF2B5EF4-FFF2-40B4-BE49-F238E27FC236}">
                <a16:creationId xmlns:a16="http://schemas.microsoft.com/office/drawing/2014/main" id="{ECDD7F5D-B900-4126-932C-D56EF9FF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799" y="4441911"/>
            <a:ext cx="91074" cy="5977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6" name="Connector 205">
            <a:extLst xmlns:a="http://schemas.openxmlformats.org/drawingml/2006/main">
              <a:ext uri="{FF2B5EF4-FFF2-40B4-BE49-F238E27FC236}">
                <a16:creationId xmlns:a16="http://schemas.microsoft.com/office/drawing/2014/main" id="{6FF80B8A-F29A-44A4-B056-228E7951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3873" y="4501687"/>
            <a:ext cx="91075" cy="6003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7" name="Connector 206">
            <a:extLst xmlns:a="http://schemas.openxmlformats.org/drawingml/2006/main">
              <a:ext uri="{FF2B5EF4-FFF2-40B4-BE49-F238E27FC236}">
                <a16:creationId xmlns:a16="http://schemas.microsoft.com/office/drawing/2014/main" id="{3CF0EE21-2573-4487-B0E9-B5898B4E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4948" y="4561719"/>
            <a:ext cx="91074" cy="5952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8" name="Connector 207">
            <a:extLst xmlns:a="http://schemas.openxmlformats.org/drawingml/2006/main">
              <a:ext uri="{FF2B5EF4-FFF2-40B4-BE49-F238E27FC236}">
                <a16:creationId xmlns:a16="http://schemas.microsoft.com/office/drawing/2014/main" id="{7567858D-41A4-43CB-B56F-697080AD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022" y="4621240"/>
            <a:ext cx="91074" cy="5824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9" name="Connector 208">
            <a:extLst xmlns:a="http://schemas.openxmlformats.org/drawingml/2006/main">
              <a:ext uri="{FF2B5EF4-FFF2-40B4-BE49-F238E27FC236}">
                <a16:creationId xmlns:a16="http://schemas.microsoft.com/office/drawing/2014/main" id="{46BF4DBD-AC16-4747-8C88-C875B03F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7096" y="4679489"/>
            <a:ext cx="91074" cy="5623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0" name="Connector 209">
            <a:extLst xmlns:a="http://schemas.openxmlformats.org/drawingml/2006/main">
              <a:ext uri="{FF2B5EF4-FFF2-40B4-BE49-F238E27FC236}">
                <a16:creationId xmlns:a16="http://schemas.microsoft.com/office/drawing/2014/main" id="{EFE33DDD-0F08-43B4-964C-9132DA3E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170" y="4735721"/>
            <a:ext cx="91075" cy="5349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1" name="Connector 210">
            <a:extLst xmlns:a="http://schemas.openxmlformats.org/drawingml/2006/main">
              <a:ext uri="{FF2B5EF4-FFF2-40B4-BE49-F238E27FC236}">
                <a16:creationId xmlns:a16="http://schemas.microsoft.com/office/drawing/2014/main" id="{1618F059-FBE2-433F-BC34-B24286C7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45" y="4789220"/>
            <a:ext cx="91074" cy="5008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2" name="Connector 211">
            <a:extLst xmlns:a="http://schemas.openxmlformats.org/drawingml/2006/main">
              <a:ext uri="{FF2B5EF4-FFF2-40B4-BE49-F238E27FC236}">
                <a16:creationId xmlns:a16="http://schemas.microsoft.com/office/drawing/2014/main" id="{04E30B93-0B2B-485E-A772-5AF78716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319" y="4839300"/>
            <a:ext cx="91074" cy="4602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3" name="Connector 212">
            <a:extLst xmlns:a="http://schemas.openxmlformats.org/drawingml/2006/main">
              <a:ext uri="{FF2B5EF4-FFF2-40B4-BE49-F238E27FC236}">
                <a16:creationId xmlns:a16="http://schemas.microsoft.com/office/drawing/2014/main" id="{E1B4A3F4-9CD3-4771-920C-D67B731D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393" y="4885322"/>
            <a:ext cx="91074" cy="4137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4" name="Connector 213">
            <a:extLst xmlns:a="http://schemas.openxmlformats.org/drawingml/2006/main">
              <a:ext uri="{FF2B5EF4-FFF2-40B4-BE49-F238E27FC236}">
                <a16:creationId xmlns:a16="http://schemas.microsoft.com/office/drawing/2014/main" id="{8D9F2FB8-747C-44CD-AFB6-513433CA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467" y="4926698"/>
            <a:ext cx="91075" cy="3620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5" name="Connector 214">
            <a:extLst xmlns:a="http://schemas.openxmlformats.org/drawingml/2006/main">
              <a:ext uri="{FF2B5EF4-FFF2-40B4-BE49-F238E27FC236}">
                <a16:creationId xmlns:a16="http://schemas.microsoft.com/office/drawing/2014/main" id="{58BC1589-80DC-438B-BCA6-57A01365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542" y="4962899"/>
            <a:ext cx="91074" cy="30564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6" name="Connector 215">
            <a:extLst xmlns:a="http://schemas.openxmlformats.org/drawingml/2006/main">
              <a:ext uri="{FF2B5EF4-FFF2-40B4-BE49-F238E27FC236}">
                <a16:creationId xmlns:a16="http://schemas.microsoft.com/office/drawing/2014/main" id="{4EA21280-A28A-4E09-9697-2B698AD9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616" y="4993463"/>
            <a:ext cx="91074" cy="2453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7" name="Connector 216">
            <a:extLst xmlns:a="http://schemas.openxmlformats.org/drawingml/2006/main">
              <a:ext uri="{FF2B5EF4-FFF2-40B4-BE49-F238E27FC236}">
                <a16:creationId xmlns:a16="http://schemas.microsoft.com/office/drawing/2014/main" id="{7B557CB3-9AC7-439F-A5EA-30BD947D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690" y="5018000"/>
            <a:ext cx="91074" cy="1819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8" name="Connector 217">
            <a:extLst xmlns:a="http://schemas.openxmlformats.org/drawingml/2006/main">
              <a:ext uri="{FF2B5EF4-FFF2-40B4-BE49-F238E27FC236}">
                <a16:creationId xmlns:a16="http://schemas.microsoft.com/office/drawing/2014/main" id="{2CF3C36B-3DCE-4931-9E9F-460E5AAA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764" y="5036195"/>
            <a:ext cx="91075" cy="1162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9" name="Connector 218">
            <a:extLst xmlns:a="http://schemas.openxmlformats.org/drawingml/2006/main">
              <a:ext uri="{FF2B5EF4-FFF2-40B4-BE49-F238E27FC236}">
                <a16:creationId xmlns:a16="http://schemas.microsoft.com/office/drawing/2014/main" id="{9534A12E-542B-4C99-AFCB-44F5FCF3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839" y="5047816"/>
            <a:ext cx="91074" cy="489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20" name="Connector 219">
            <a:extLst xmlns:a="http://schemas.openxmlformats.org/drawingml/2006/main">
              <a:ext uri="{FF2B5EF4-FFF2-40B4-BE49-F238E27FC236}">
                <a16:creationId xmlns:a16="http://schemas.microsoft.com/office/drawing/2014/main" id="{471CD4C3-BEAA-43D4-9BA2-A389613C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958913" y="5050829"/>
            <a:ext cx="91074" cy="188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21" name="Connector 220">
            <a:extLst xmlns:a="http://schemas.openxmlformats.org/drawingml/2006/main">
              <a:ext uri="{FF2B5EF4-FFF2-40B4-BE49-F238E27FC236}">
                <a16:creationId xmlns:a16="http://schemas.microsoft.com/office/drawing/2014/main" id="{E38005BD-3EE5-4BC2-8975-21C1A0E8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49987" y="5042182"/>
            <a:ext cx="91074" cy="864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22" name="Connector 221">
            <a:extLst xmlns:a="http://schemas.openxmlformats.org/drawingml/2006/main">
              <a:ext uri="{FF2B5EF4-FFF2-40B4-BE49-F238E27FC236}">
                <a16:creationId xmlns:a16="http://schemas.microsoft.com/office/drawing/2014/main" id="{6A17CC2E-428C-40A5-8958-61C4ADAE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141061" y="5026885"/>
            <a:ext cx="91075" cy="1529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23" name="Oval 222">
            <a:extLst xmlns:a="http://schemas.openxmlformats.org/drawingml/2006/main">
              <a:ext uri="{FF2B5EF4-FFF2-40B4-BE49-F238E27FC236}">
                <a16:creationId xmlns:a16="http://schemas.microsoft.com/office/drawing/2014/main" id="{4DCE115D-D0C6-4110-8D97-FCAC52A7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" y="4460443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4" name="Oval 223">
            <a:extLst xmlns:a="http://schemas.openxmlformats.org/drawingml/2006/main">
              <a:ext uri="{FF2B5EF4-FFF2-40B4-BE49-F238E27FC236}">
                <a16:creationId xmlns:a16="http://schemas.microsoft.com/office/drawing/2014/main" id="{FA1AA6C6-AA47-4FFB-9DD5-FF628826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18" y="4175825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5" name="Oval 224">
            <a:extLst xmlns:a="http://schemas.openxmlformats.org/drawingml/2006/main">
              <a:ext uri="{FF2B5EF4-FFF2-40B4-BE49-F238E27FC236}">
                <a16:creationId xmlns:a16="http://schemas.microsoft.com/office/drawing/2014/main" id="{F7851286-E9C7-4E94-9E0A-BE6BB3F6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189" y="3979821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6" name="Oval 225">
            <a:extLst xmlns:a="http://schemas.openxmlformats.org/drawingml/2006/main">
              <a:ext uri="{FF2B5EF4-FFF2-40B4-BE49-F238E27FC236}">
                <a16:creationId xmlns:a16="http://schemas.microsoft.com/office/drawing/2014/main" id="{0553F322-429F-439D-A4C8-59833231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560" y="3933456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7" name="Oval 226">
            <a:extLst xmlns:a="http://schemas.openxmlformats.org/drawingml/2006/main">
              <a:ext uri="{FF2B5EF4-FFF2-40B4-BE49-F238E27FC236}">
                <a16:creationId xmlns:a16="http://schemas.microsoft.com/office/drawing/2014/main" id="{CD6C4140-F89E-459C-96AD-FF2E2E1B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932" y="4051165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8" name="Oval 227">
            <a:extLst xmlns:a="http://schemas.openxmlformats.org/drawingml/2006/main">
              <a:ext uri="{FF2B5EF4-FFF2-40B4-BE49-F238E27FC236}">
                <a16:creationId xmlns:a16="http://schemas.microsoft.com/office/drawing/2014/main" id="{E43CBAF9-4FFE-4EBB-BFB8-12F1F1A2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303" y="4296301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9" name="Oval 228">
            <a:extLst xmlns:a="http://schemas.openxmlformats.org/drawingml/2006/main">
              <a:ext uri="{FF2B5EF4-FFF2-40B4-BE49-F238E27FC236}">
                <a16:creationId xmlns:a16="http://schemas.microsoft.com/office/drawing/2014/main" id="{C9B2EF51-DE78-4E5D-A4AA-3B67E5FB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674" y="4592541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0" name="Oval 229">
            <a:extLst xmlns:a="http://schemas.openxmlformats.org/drawingml/2006/main">
              <a:ext uri="{FF2B5EF4-FFF2-40B4-BE49-F238E27FC236}">
                <a16:creationId xmlns:a16="http://schemas.microsoft.com/office/drawing/2014/main" id="{45301C2A-01A7-428D-A8E7-D88A765D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045" y="4847653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1" name="Oval 230">
            <a:extLst xmlns:a="http://schemas.openxmlformats.org/drawingml/2006/main">
              <a:ext uri="{FF2B5EF4-FFF2-40B4-BE49-F238E27FC236}">
                <a16:creationId xmlns:a16="http://schemas.microsoft.com/office/drawing/2014/main" id="{8D6F9C4E-7077-4046-877A-C0E70E4C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416" y="4982209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2" name="Oval 231">
            <a:extLst xmlns:a="http://schemas.openxmlformats.org/drawingml/2006/main">
              <a:ext uri="{FF2B5EF4-FFF2-40B4-BE49-F238E27FC236}">
                <a16:creationId xmlns:a16="http://schemas.microsoft.com/office/drawing/2014/main" id="{A3A2C0FE-24D0-4921-9536-75E2F58D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788" y="4954317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3" name="Oval 232">
            <a:extLst xmlns:a="http://schemas.openxmlformats.org/drawingml/2006/main">
              <a:ext uri="{FF2B5EF4-FFF2-40B4-BE49-F238E27FC236}">
                <a16:creationId xmlns:a16="http://schemas.microsoft.com/office/drawing/2014/main" id="{E0AF1BA4-61A9-4E70-B2E4-2880634F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159" y="4772660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4" name="Oval 233">
            <a:extLst xmlns:a="http://schemas.openxmlformats.org/drawingml/2006/main">
              <a:ext uri="{FF2B5EF4-FFF2-40B4-BE49-F238E27FC236}">
                <a16:creationId xmlns:a16="http://schemas.microsoft.com/office/drawing/2014/main" id="{025BCBCF-79C6-401B-A316-1FBD66B4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530" y="4493795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5" name="Oval 234">
            <a:extLst xmlns:a="http://schemas.openxmlformats.org/drawingml/2006/main">
              <a:ext uri="{FF2B5EF4-FFF2-40B4-BE49-F238E27FC236}">
                <a16:creationId xmlns:a16="http://schemas.microsoft.com/office/drawing/2014/main" id="{3E5D6A30-6FEB-43FC-99C6-23E0D87E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7901" y="4204547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6" name="Oval 235">
            <a:extLst xmlns:a="http://schemas.openxmlformats.org/drawingml/2006/main">
              <a:ext uri="{FF2B5EF4-FFF2-40B4-BE49-F238E27FC236}">
                <a16:creationId xmlns:a16="http://schemas.microsoft.com/office/drawing/2014/main" id="{45B054C9-457D-41B1-81B6-941865EF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272" y="3994971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7" name="Oval 236">
            <a:extLst xmlns:a="http://schemas.openxmlformats.org/drawingml/2006/main">
              <a:ext uri="{FF2B5EF4-FFF2-40B4-BE49-F238E27FC236}">
                <a16:creationId xmlns:a16="http://schemas.microsoft.com/office/drawing/2014/main" id="{F23DD85E-AB76-40CB-95B9-78D69C42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644" y="3930316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8" name="Oval 237">
            <a:extLst xmlns:a="http://schemas.openxmlformats.org/drawingml/2006/main">
              <a:ext uri="{FF2B5EF4-FFF2-40B4-BE49-F238E27FC236}">
                <a16:creationId xmlns:a16="http://schemas.microsoft.com/office/drawing/2014/main" id="{FFD257DB-14B7-4D17-BBF3-A3D5C7F8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015" y="4030713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9" name="Oval 238">
            <a:extLst xmlns:a="http://schemas.openxmlformats.org/drawingml/2006/main">
              <a:ext uri="{FF2B5EF4-FFF2-40B4-BE49-F238E27FC236}">
                <a16:creationId xmlns:a16="http://schemas.microsoft.com/office/drawing/2014/main" id="{2CB47585-8EEC-49D3-B2EA-ECC3DEFF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9386" y="4264904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0" name="Oval 239">
            <a:extLst xmlns:a="http://schemas.openxmlformats.org/drawingml/2006/main">
              <a:ext uri="{FF2B5EF4-FFF2-40B4-BE49-F238E27FC236}">
                <a16:creationId xmlns:a16="http://schemas.microsoft.com/office/drawing/2014/main" id="{20810265-C965-4389-A209-0CB8EF81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757" y="4559975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1" name="Oval 240">
            <a:extLst xmlns:a="http://schemas.openxmlformats.org/drawingml/2006/main">
              <a:ext uri="{FF2B5EF4-FFF2-40B4-BE49-F238E27FC236}">
                <a16:creationId xmlns:a16="http://schemas.microsoft.com/office/drawing/2014/main" id="{430DB11A-0B8D-4CF6-9B7D-95A46019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128" y="4824057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2" name="Oval 241">
            <a:extLst xmlns:a="http://schemas.openxmlformats.org/drawingml/2006/main">
              <a:ext uri="{FF2B5EF4-FFF2-40B4-BE49-F238E27FC236}">
                <a16:creationId xmlns:a16="http://schemas.microsoft.com/office/drawing/2014/main" id="{12D65835-5927-4360-996D-7DF82B3B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74930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3" name="TextBox 242">
            <a:extLst xmlns:a="http://schemas.openxmlformats.org/drawingml/2006/main">
              <a:ext uri="{FF2B5EF4-FFF2-40B4-BE49-F238E27FC236}">
                <a16:creationId xmlns:a16="http://schemas.microsoft.com/office/drawing/2014/main" id="{7B8300C9-95BF-41FC-BFBB-428B586D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61888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每秒记录的次数变多；数据量也会随之增加。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771F6E9-7B71-4E2B-8AAA-8002B72C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振幅</a:t>
            </a:r>
          </a:p>
        </p:txBody>
      </p:sp>
      <p:sp>
        <p:nvSpPr>
          <p:cNvPr id="120" name="TextBox 119">
            <a:extLst xmlns:a="http://schemas.openxmlformats.org/drawingml/2006/main">
              <a:ext uri="{FF2B5EF4-FFF2-40B4-BE49-F238E27FC236}">
                <a16:creationId xmlns:a16="http://schemas.microsoft.com/office/drawing/2014/main" id="{6D8C05CB-C70F-40A6-9732-CD82DC1C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振幅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DA5E3B5-1AD6-45C0-9362-CF61C8CE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944" y="2551176"/>
            <a:ext cx="82296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121" name="TextBox 120">
            <a:extLst xmlns:a="http://schemas.openxmlformats.org/drawingml/2006/main">
              <a:ext uri="{FF2B5EF4-FFF2-40B4-BE49-F238E27FC236}">
                <a16:creationId xmlns:a16="http://schemas.microsoft.com/office/drawing/2014/main" id="{532EEF87-F505-4AEF-A595-9916F31C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944" y="4654296"/>
            <a:ext cx="82296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</p:spTree>
    <p:extLst>
      <p:ext uri="{BB962C8B-B14F-4D97-AF65-F5344CB8AC3E}">
        <p14:creationId xmlns:p14="http://schemas.microsoft.com/office/powerpoint/2010/main" val="18438795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8F63B3CB-DFFF-4DDF-8228-33888C93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250B9D5-9D43-4695-9B56-E9409B72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7CB0D36-B455-4655-8169-EB1F0B38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采样值可能是3.71，怎样记录？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916D2BBF-DFAD-48DE-BB13-363727F9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46704"/>
            <a:ext cx="10149839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311957CE-D536-4BC8-A530-0BD3F834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56816"/>
            <a:ext cx="0" cy="278892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D337330-9B47-4DAD-977A-48EF2C82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645920"/>
            <a:ext cx="128016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振幅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D2DE6A-CA98-4B8A-9A73-BF10E16C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19" y="3465576"/>
            <a:ext cx="82296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2D19FB13-5991-4647-AFD4-7D597EFD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5840" y="3235877"/>
            <a:ext cx="93451" cy="9711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8B1BC75A-D579-4FC2-9304-9B9C89EF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99291" y="3139629"/>
            <a:ext cx="93452" cy="9624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711A6D78-2BEA-45F0-B804-DF7BDE2F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92743" y="3045096"/>
            <a:ext cx="93452" cy="9453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AE5E96BD-36EB-48E4-BD59-BFCB517C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86195" y="2953120"/>
            <a:ext cx="93451" cy="9197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60F38B87-C214-47CE-A3C6-80012D95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79646" y="2864515"/>
            <a:ext cx="93452" cy="8860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76EC08F9-1686-4ECC-A440-4E2502BB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73098" y="2780068"/>
            <a:ext cx="93452" cy="8444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454E6EE6-1447-4BFC-B212-D880E059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66550" y="2700528"/>
            <a:ext cx="93451" cy="7954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9C135980-464D-44C4-9B92-B1B942F6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60001" y="2626603"/>
            <a:ext cx="93452" cy="7392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3752876A-E36D-4851-AB67-66EFD520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53453" y="2558948"/>
            <a:ext cx="93452" cy="6765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4C0104AC-7888-4E47-877F-628EE86A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46905" y="2498163"/>
            <a:ext cx="93451" cy="6078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F35A74A7-7521-4297-A874-1B5A61F9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40356" y="2444787"/>
            <a:ext cx="93452" cy="5337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13883AD0-F3C0-4081-B74C-F9230D75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033808" y="2399296"/>
            <a:ext cx="93452" cy="4549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DCF46EC5-A979-459B-A477-6B566268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27260" y="2362092"/>
            <a:ext cx="93451" cy="37204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223F8C8D-64AA-47E2-A3B1-6FDA3CA6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20711" y="2333506"/>
            <a:ext cx="93452" cy="2858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9834F3A5-5373-47DC-9DB9-7597A84C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14163" y="2313792"/>
            <a:ext cx="93452" cy="19714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085A0C69-0AE8-4A48-AA08-B09B8850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407615" y="2303123"/>
            <a:ext cx="93451" cy="1066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873D8AA9-7E8D-4EE8-9A92-7338F020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01066" y="2301596"/>
            <a:ext cx="93452" cy="152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01E7B7F6-78AC-4CF9-A854-A93AB770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518" y="2301596"/>
            <a:ext cx="93452" cy="762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8806E368-289F-4EB6-B5B2-825AB357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970" y="2309224"/>
            <a:ext cx="93451" cy="1671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18C88E08-0B45-4515-81BE-996D6400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421" y="2325939"/>
            <a:ext cx="93452" cy="2565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634DFA69-8A6E-4DF7-B2BE-841DA53C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873" y="2351592"/>
            <a:ext cx="93452" cy="34364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0AF093DC-1EC3-4617-82EE-9C24462C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325" y="2385956"/>
            <a:ext cx="93451" cy="4277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99EF7571-047D-4262-AE99-67660566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776" y="2428726"/>
            <a:ext cx="93452" cy="5079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73158CB4-02A6-498E-A1BA-7B15EB24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228" y="2479523"/>
            <a:ext cx="93452" cy="5837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3" name="Connector 32">
            <a:extLst xmlns:a="http://schemas.openxmlformats.org/drawingml/2006/main">
              <a:ext uri="{FF2B5EF4-FFF2-40B4-BE49-F238E27FC236}">
                <a16:creationId xmlns:a16="http://schemas.microsoft.com/office/drawing/2014/main" id="{060FFA68-D05F-4DA4-9122-988EEB34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680" y="2537895"/>
            <a:ext cx="93452" cy="6542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8C6D75D3-433F-429F-90FB-0E577CB5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2132" y="2603324"/>
            <a:ext cx="93451" cy="7190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89E30619-FD20-42F1-B804-467382A2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583" y="2675229"/>
            <a:ext cx="93452" cy="77744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0CB3F36F-8B70-4E10-B1C1-2054F7EE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35" y="2752973"/>
            <a:ext cx="93452" cy="8289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7" name="Connector 36">
            <a:extLst xmlns:a="http://schemas.openxmlformats.org/drawingml/2006/main">
              <a:ext uri="{FF2B5EF4-FFF2-40B4-BE49-F238E27FC236}">
                <a16:creationId xmlns:a16="http://schemas.microsoft.com/office/drawing/2014/main" id="{7DDFDC78-B1F0-42CA-9F11-EFBCE43A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487" y="2835866"/>
            <a:ext cx="93451" cy="87304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8" name="Connector 37">
            <a:extLst xmlns:a="http://schemas.openxmlformats.org/drawingml/2006/main">
              <a:ext uri="{FF2B5EF4-FFF2-40B4-BE49-F238E27FC236}">
                <a16:creationId xmlns:a16="http://schemas.microsoft.com/office/drawing/2014/main" id="{5FD34E45-F7AC-409D-8319-329DC984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938" y="2923170"/>
            <a:ext cx="93452" cy="9094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9" name="Connector 38">
            <a:extLst xmlns:a="http://schemas.openxmlformats.org/drawingml/2006/main">
              <a:ext uri="{FF2B5EF4-FFF2-40B4-BE49-F238E27FC236}">
                <a16:creationId xmlns:a16="http://schemas.microsoft.com/office/drawing/2014/main" id="{490156CF-E1AE-494E-B14D-6872EF36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390" y="3014113"/>
            <a:ext cx="93452" cy="9377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25E06554-CCC8-47C2-A37B-EE76FA9A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842" y="3107885"/>
            <a:ext cx="93451" cy="9577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1" name="Connector 40">
            <a:extLst xmlns:a="http://schemas.openxmlformats.org/drawingml/2006/main">
              <a:ext uri="{FF2B5EF4-FFF2-40B4-BE49-F238E27FC236}">
                <a16:creationId xmlns:a16="http://schemas.microsoft.com/office/drawing/2014/main" id="{7A15D774-F5AD-4EDB-8F90-DC865CE8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293" y="3203656"/>
            <a:ext cx="93452" cy="9691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2" name="Connector 41">
            <a:extLst xmlns:a="http://schemas.openxmlformats.org/drawingml/2006/main">
              <a:ext uri="{FF2B5EF4-FFF2-40B4-BE49-F238E27FC236}">
                <a16:creationId xmlns:a16="http://schemas.microsoft.com/office/drawing/2014/main" id="{80BF939D-67C6-44CE-A5C5-12BCB472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745" y="3300575"/>
            <a:ext cx="93452" cy="9720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3" name="Connector 42">
            <a:extLst xmlns:a="http://schemas.openxmlformats.org/drawingml/2006/main">
              <a:ext uri="{FF2B5EF4-FFF2-40B4-BE49-F238E27FC236}">
                <a16:creationId xmlns:a16="http://schemas.microsoft.com/office/drawing/2014/main" id="{588D2224-C98F-46FF-BD7F-0DBEA8B1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197" y="3397781"/>
            <a:ext cx="93451" cy="9663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4" name="Connector 43">
            <a:extLst xmlns:a="http://schemas.openxmlformats.org/drawingml/2006/main">
              <a:ext uri="{FF2B5EF4-FFF2-40B4-BE49-F238E27FC236}">
                <a16:creationId xmlns:a16="http://schemas.microsoft.com/office/drawing/2014/main" id="{898BBC94-4801-4CE7-85AE-CB864D3A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648" y="3494412"/>
            <a:ext cx="93452" cy="9519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5" name="Connector 44">
            <a:extLst xmlns:a="http://schemas.openxmlformats.org/drawingml/2006/main">
              <a:ext uri="{FF2B5EF4-FFF2-40B4-BE49-F238E27FC236}">
                <a16:creationId xmlns:a16="http://schemas.microsoft.com/office/drawing/2014/main" id="{549484E4-27E8-4A82-AE19-60BBB8BB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100" y="3589611"/>
            <a:ext cx="93452" cy="9292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2C55ACA4-5B96-4B08-BFEF-24DA7ACB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552" y="3682531"/>
            <a:ext cx="93451" cy="8981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7" name="Connector 46">
            <a:extLst xmlns:a="http://schemas.openxmlformats.org/drawingml/2006/main">
              <a:ext uri="{FF2B5EF4-FFF2-40B4-BE49-F238E27FC236}">
                <a16:creationId xmlns:a16="http://schemas.microsoft.com/office/drawing/2014/main" id="{2AFEAAF8-0AB8-4032-AFF6-C8EA5793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003" y="3772349"/>
            <a:ext cx="93452" cy="8591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8" name="Connector 47">
            <a:extLst xmlns:a="http://schemas.openxmlformats.org/drawingml/2006/main">
              <a:ext uri="{FF2B5EF4-FFF2-40B4-BE49-F238E27FC236}">
                <a16:creationId xmlns:a16="http://schemas.microsoft.com/office/drawing/2014/main" id="{6CC1A466-76BF-4D93-8F78-14B9BF47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455" y="3858268"/>
            <a:ext cx="93452" cy="8125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9" name="Connector 48">
            <a:extLst xmlns:a="http://schemas.openxmlformats.org/drawingml/2006/main">
              <a:ext uri="{FF2B5EF4-FFF2-40B4-BE49-F238E27FC236}">
                <a16:creationId xmlns:a16="http://schemas.microsoft.com/office/drawing/2014/main" id="{84EEDC7D-56E3-48E7-8C02-1DF4B9FC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907" y="3939523"/>
            <a:ext cx="93451" cy="7587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0" name="Connector 49">
            <a:extLst xmlns:a="http://schemas.openxmlformats.org/drawingml/2006/main">
              <a:ext uri="{FF2B5EF4-FFF2-40B4-BE49-F238E27FC236}">
                <a16:creationId xmlns:a16="http://schemas.microsoft.com/office/drawing/2014/main" id="{90BB1D4B-3E22-45EA-8277-79A3095C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358" y="4015395"/>
            <a:ext cx="93452" cy="6981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1" name="Connector 50">
            <a:extLst xmlns:a="http://schemas.openxmlformats.org/drawingml/2006/main">
              <a:ext uri="{FF2B5EF4-FFF2-40B4-BE49-F238E27FC236}">
                <a16:creationId xmlns:a16="http://schemas.microsoft.com/office/drawing/2014/main" id="{EAC78239-787A-44FB-8B73-438995BC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810" y="4085211"/>
            <a:ext cx="93452" cy="6313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2" name="Connector 51">
            <a:extLst xmlns:a="http://schemas.openxmlformats.org/drawingml/2006/main">
              <a:ext uri="{FF2B5EF4-FFF2-40B4-BE49-F238E27FC236}">
                <a16:creationId xmlns:a16="http://schemas.microsoft.com/office/drawing/2014/main" id="{DB8BC81D-44AD-4E81-BA2A-6643BAE8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262" y="4148349"/>
            <a:ext cx="93451" cy="5590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3" name="Connector 52">
            <a:extLst xmlns:a="http://schemas.openxmlformats.org/drawingml/2006/main">
              <a:ext uri="{FF2B5EF4-FFF2-40B4-BE49-F238E27FC236}">
                <a16:creationId xmlns:a16="http://schemas.microsoft.com/office/drawing/2014/main" id="{EECFE533-3731-4538-9BB1-A2FFA0B9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713" y="4204250"/>
            <a:ext cx="93452" cy="4816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4" name="Connector 53">
            <a:extLst xmlns:a="http://schemas.openxmlformats.org/drawingml/2006/main">
              <a:ext uri="{FF2B5EF4-FFF2-40B4-BE49-F238E27FC236}">
                <a16:creationId xmlns:a16="http://schemas.microsoft.com/office/drawing/2014/main" id="{FFFB7EEE-4A0A-43E5-9BE6-85775E85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165" y="4252417"/>
            <a:ext cx="93452" cy="4000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5" name="Connector 54">
            <a:extLst xmlns:a="http://schemas.openxmlformats.org/drawingml/2006/main">
              <a:ext uri="{FF2B5EF4-FFF2-40B4-BE49-F238E27FC236}">
                <a16:creationId xmlns:a16="http://schemas.microsoft.com/office/drawing/2014/main" id="{FFFE7BB8-755E-4A9B-88C8-E4F422B1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617" y="4292424"/>
            <a:ext cx="93451" cy="3149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6" name="Connector 55">
            <a:extLst xmlns:a="http://schemas.openxmlformats.org/drawingml/2006/main">
              <a:ext uri="{FF2B5EF4-FFF2-40B4-BE49-F238E27FC236}">
                <a16:creationId xmlns:a16="http://schemas.microsoft.com/office/drawing/2014/main" id="{C8CF62C5-833F-44C4-89CC-5238445C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068" y="4323915"/>
            <a:ext cx="93452" cy="2269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7" name="Connector 56">
            <a:extLst xmlns:a="http://schemas.openxmlformats.org/drawingml/2006/main">
              <a:ext uri="{FF2B5EF4-FFF2-40B4-BE49-F238E27FC236}">
                <a16:creationId xmlns:a16="http://schemas.microsoft.com/office/drawing/2014/main" id="{4E19778F-C4D2-4B14-819F-03A362E0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520" y="4346610"/>
            <a:ext cx="93452" cy="1369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8" name="Connector 57">
            <a:extLst xmlns:a="http://schemas.openxmlformats.org/drawingml/2006/main">
              <a:ext uri="{FF2B5EF4-FFF2-40B4-BE49-F238E27FC236}">
                <a16:creationId xmlns:a16="http://schemas.microsoft.com/office/drawing/2014/main" id="{2698175D-F66E-4923-AE37-D8C1B2CD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972" y="4360308"/>
            <a:ext cx="93452" cy="458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9" name="Connector 58">
            <a:extLst xmlns:a="http://schemas.openxmlformats.org/drawingml/2006/main">
              <a:ext uri="{FF2B5EF4-FFF2-40B4-BE49-F238E27FC236}">
                <a16:creationId xmlns:a16="http://schemas.microsoft.com/office/drawing/2014/main" id="{518A2122-05E1-459C-B8D9-BCD9ECE3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78424" y="4360308"/>
            <a:ext cx="93451" cy="458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0" name="Connector 59">
            <a:extLst xmlns:a="http://schemas.openxmlformats.org/drawingml/2006/main">
              <a:ext uri="{FF2B5EF4-FFF2-40B4-BE49-F238E27FC236}">
                <a16:creationId xmlns:a16="http://schemas.microsoft.com/office/drawing/2014/main" id="{DF0C072C-893A-4D12-9397-E68013FD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71875" y="4346610"/>
            <a:ext cx="93452" cy="1369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1" name="Connector 60">
            <a:extLst xmlns:a="http://schemas.openxmlformats.org/drawingml/2006/main">
              <a:ext uri="{FF2B5EF4-FFF2-40B4-BE49-F238E27FC236}">
                <a16:creationId xmlns:a16="http://schemas.microsoft.com/office/drawing/2014/main" id="{CEC103A2-111D-466F-8372-2E104A8B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65327" y="4323915"/>
            <a:ext cx="93452" cy="2269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2" name="Connector 61">
            <a:extLst xmlns:a="http://schemas.openxmlformats.org/drawingml/2006/main">
              <a:ext uri="{FF2B5EF4-FFF2-40B4-BE49-F238E27FC236}">
                <a16:creationId xmlns:a16="http://schemas.microsoft.com/office/drawing/2014/main" id="{866F1047-FEE0-40C3-92F0-9DC958E2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58779" y="4292424"/>
            <a:ext cx="93451" cy="3149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3" name="Connector 62">
            <a:extLst xmlns:a="http://schemas.openxmlformats.org/drawingml/2006/main">
              <a:ext uri="{FF2B5EF4-FFF2-40B4-BE49-F238E27FC236}">
                <a16:creationId xmlns:a16="http://schemas.microsoft.com/office/drawing/2014/main" id="{596438DB-54C3-4CFD-A1E1-C097DE72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52230" y="4252417"/>
            <a:ext cx="93452" cy="4000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4" name="Connector 63">
            <a:extLst xmlns:a="http://schemas.openxmlformats.org/drawingml/2006/main">
              <a:ext uri="{FF2B5EF4-FFF2-40B4-BE49-F238E27FC236}">
                <a16:creationId xmlns:a16="http://schemas.microsoft.com/office/drawing/2014/main" id="{BD21E20F-C70B-4783-80C2-2BFB49C0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45682" y="4204250"/>
            <a:ext cx="93452" cy="4816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5" name="Connector 64">
            <a:extLst xmlns:a="http://schemas.openxmlformats.org/drawingml/2006/main">
              <a:ext uri="{FF2B5EF4-FFF2-40B4-BE49-F238E27FC236}">
                <a16:creationId xmlns:a16="http://schemas.microsoft.com/office/drawing/2014/main" id="{ED83F01F-C7A1-4501-8B8A-D0523484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239134" y="4148349"/>
            <a:ext cx="93451" cy="5590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6" name="Connector 65">
            <a:extLst xmlns:a="http://schemas.openxmlformats.org/drawingml/2006/main">
              <a:ext uri="{FF2B5EF4-FFF2-40B4-BE49-F238E27FC236}">
                <a16:creationId xmlns:a16="http://schemas.microsoft.com/office/drawing/2014/main" id="{9E7143FF-919E-48BD-9D9E-C9A57BE9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32585" y="4085211"/>
            <a:ext cx="93452" cy="6313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7" name="Connector 66">
            <a:extLst xmlns:a="http://schemas.openxmlformats.org/drawingml/2006/main">
              <a:ext uri="{FF2B5EF4-FFF2-40B4-BE49-F238E27FC236}">
                <a16:creationId xmlns:a16="http://schemas.microsoft.com/office/drawing/2014/main" id="{52569EB2-AA90-4F40-ABF7-8F27527E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26037" y="4015395"/>
            <a:ext cx="93452" cy="6981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8" name="Connector 67">
            <a:extLst xmlns:a="http://schemas.openxmlformats.org/drawingml/2006/main">
              <a:ext uri="{FF2B5EF4-FFF2-40B4-BE49-F238E27FC236}">
                <a16:creationId xmlns:a16="http://schemas.microsoft.com/office/drawing/2014/main" id="{FC5BA45F-7DE8-47BF-AF54-B9BBA874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519489" y="3939523"/>
            <a:ext cx="93451" cy="7587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9" name="Connector 68">
            <a:extLst xmlns:a="http://schemas.openxmlformats.org/drawingml/2006/main">
              <a:ext uri="{FF2B5EF4-FFF2-40B4-BE49-F238E27FC236}">
                <a16:creationId xmlns:a16="http://schemas.microsoft.com/office/drawing/2014/main" id="{D5D16AF8-0613-431E-B86F-C8C2286E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12940" y="3858268"/>
            <a:ext cx="93452" cy="8125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0" name="Connector 69">
            <a:extLst xmlns:a="http://schemas.openxmlformats.org/drawingml/2006/main">
              <a:ext uri="{FF2B5EF4-FFF2-40B4-BE49-F238E27FC236}">
                <a16:creationId xmlns:a16="http://schemas.microsoft.com/office/drawing/2014/main" id="{B50AC59B-F48E-480D-A64C-2B546844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06392" y="3772349"/>
            <a:ext cx="93452" cy="8591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1" name="Connector 70">
            <a:extLst xmlns:a="http://schemas.openxmlformats.org/drawingml/2006/main">
              <a:ext uri="{FF2B5EF4-FFF2-40B4-BE49-F238E27FC236}">
                <a16:creationId xmlns:a16="http://schemas.microsoft.com/office/drawing/2014/main" id="{E5CD5E11-9F25-4BCA-91AC-141CB2B5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99844" y="3682531"/>
            <a:ext cx="93451" cy="8981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2" name="Connector 71">
            <a:extLst xmlns:a="http://schemas.openxmlformats.org/drawingml/2006/main">
              <a:ext uri="{FF2B5EF4-FFF2-40B4-BE49-F238E27FC236}">
                <a16:creationId xmlns:a16="http://schemas.microsoft.com/office/drawing/2014/main" id="{664550E4-1A09-46CB-922F-B12D66A4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93295" y="3589611"/>
            <a:ext cx="93452" cy="9292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3" name="Connector 72">
            <a:extLst xmlns:a="http://schemas.openxmlformats.org/drawingml/2006/main">
              <a:ext uri="{FF2B5EF4-FFF2-40B4-BE49-F238E27FC236}">
                <a16:creationId xmlns:a16="http://schemas.microsoft.com/office/drawing/2014/main" id="{24AB281F-0E9B-43A5-9592-1AD78C9A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86747" y="3494412"/>
            <a:ext cx="93452" cy="9519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4" name="Connector 73">
            <a:extLst xmlns:a="http://schemas.openxmlformats.org/drawingml/2006/main">
              <a:ext uri="{FF2B5EF4-FFF2-40B4-BE49-F238E27FC236}">
                <a16:creationId xmlns:a16="http://schemas.microsoft.com/office/drawing/2014/main" id="{6F4F9A19-4220-44BE-B290-9CC63390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80199" y="3397781"/>
            <a:ext cx="93451" cy="9663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5" name="Connector 74">
            <a:extLst xmlns:a="http://schemas.openxmlformats.org/drawingml/2006/main">
              <a:ext uri="{FF2B5EF4-FFF2-40B4-BE49-F238E27FC236}">
                <a16:creationId xmlns:a16="http://schemas.microsoft.com/office/drawing/2014/main" id="{2DFB97D3-E2F3-4419-9FA1-7C1CC771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73650" y="3300575"/>
            <a:ext cx="93452" cy="9720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6" name="Connector 75">
            <a:extLst xmlns:a="http://schemas.openxmlformats.org/drawingml/2006/main">
              <a:ext uri="{FF2B5EF4-FFF2-40B4-BE49-F238E27FC236}">
                <a16:creationId xmlns:a16="http://schemas.microsoft.com/office/drawing/2014/main" id="{0051D925-59F7-47E8-994B-BF4EA382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67102" y="3203656"/>
            <a:ext cx="93452" cy="9691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7" name="Connector 76">
            <a:extLst xmlns:a="http://schemas.openxmlformats.org/drawingml/2006/main">
              <a:ext uri="{FF2B5EF4-FFF2-40B4-BE49-F238E27FC236}">
                <a16:creationId xmlns:a16="http://schemas.microsoft.com/office/drawing/2014/main" id="{3F8C9E73-FA1F-4A7C-BCAF-52D526E4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60554" y="3107885"/>
            <a:ext cx="93451" cy="9577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8" name="Connector 77">
            <a:extLst xmlns:a="http://schemas.openxmlformats.org/drawingml/2006/main">
              <a:ext uri="{FF2B5EF4-FFF2-40B4-BE49-F238E27FC236}">
                <a16:creationId xmlns:a16="http://schemas.microsoft.com/office/drawing/2014/main" id="{1C7E8E6C-60C4-44DB-9743-2CD4032F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454005" y="3014113"/>
            <a:ext cx="93452" cy="9377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9" name="Connector 78">
            <a:extLst xmlns:a="http://schemas.openxmlformats.org/drawingml/2006/main">
              <a:ext uri="{FF2B5EF4-FFF2-40B4-BE49-F238E27FC236}">
                <a16:creationId xmlns:a16="http://schemas.microsoft.com/office/drawing/2014/main" id="{76902830-BBCC-441B-B293-69C6A264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47457" y="2923170"/>
            <a:ext cx="93452" cy="9094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0" name="Connector 79">
            <a:extLst xmlns:a="http://schemas.openxmlformats.org/drawingml/2006/main">
              <a:ext uri="{FF2B5EF4-FFF2-40B4-BE49-F238E27FC236}">
                <a16:creationId xmlns:a16="http://schemas.microsoft.com/office/drawing/2014/main" id="{FFE37DC8-A7A3-4B3C-A921-198CEF57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640909" y="2835866"/>
            <a:ext cx="93451" cy="87304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1" name="Connector 80">
            <a:extLst xmlns:a="http://schemas.openxmlformats.org/drawingml/2006/main">
              <a:ext uri="{FF2B5EF4-FFF2-40B4-BE49-F238E27FC236}">
                <a16:creationId xmlns:a16="http://schemas.microsoft.com/office/drawing/2014/main" id="{7DC499A5-B037-4E5D-B335-0A77FD14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734360" y="2752973"/>
            <a:ext cx="93452" cy="8289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2" name="Connector 81">
            <a:extLst xmlns:a="http://schemas.openxmlformats.org/drawingml/2006/main">
              <a:ext uri="{FF2B5EF4-FFF2-40B4-BE49-F238E27FC236}">
                <a16:creationId xmlns:a16="http://schemas.microsoft.com/office/drawing/2014/main" id="{925948AA-F0DD-475E-AB7A-EFE409A8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827812" y="2675229"/>
            <a:ext cx="93452" cy="77744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3" name="Connector 82">
            <a:extLst xmlns:a="http://schemas.openxmlformats.org/drawingml/2006/main">
              <a:ext uri="{FF2B5EF4-FFF2-40B4-BE49-F238E27FC236}">
                <a16:creationId xmlns:a16="http://schemas.microsoft.com/office/drawing/2014/main" id="{CA93BE39-3BA0-4E74-8FC0-DF9B455D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921264" y="2603324"/>
            <a:ext cx="93452" cy="7190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4" name="Connector 83">
            <a:extLst xmlns:a="http://schemas.openxmlformats.org/drawingml/2006/main">
              <a:ext uri="{FF2B5EF4-FFF2-40B4-BE49-F238E27FC236}">
                <a16:creationId xmlns:a16="http://schemas.microsoft.com/office/drawing/2014/main" id="{7927B851-086E-41B4-81AA-15214A78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014716" y="2537895"/>
            <a:ext cx="93451" cy="6542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5" name="Connector 84">
            <a:extLst xmlns:a="http://schemas.openxmlformats.org/drawingml/2006/main">
              <a:ext uri="{FF2B5EF4-FFF2-40B4-BE49-F238E27FC236}">
                <a16:creationId xmlns:a16="http://schemas.microsoft.com/office/drawing/2014/main" id="{A6412961-44EE-4B1E-BBB0-78AA3241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108167" y="2479523"/>
            <a:ext cx="93452" cy="58372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6" name="Connector 85">
            <a:extLst xmlns:a="http://schemas.openxmlformats.org/drawingml/2006/main">
              <a:ext uri="{FF2B5EF4-FFF2-40B4-BE49-F238E27FC236}">
                <a16:creationId xmlns:a16="http://schemas.microsoft.com/office/drawing/2014/main" id="{77D835CB-9711-4EC7-AD2F-ABA107CF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1619" y="2428726"/>
            <a:ext cx="93452" cy="5079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7" name="Connector 86">
            <a:extLst xmlns:a="http://schemas.openxmlformats.org/drawingml/2006/main">
              <a:ext uri="{FF2B5EF4-FFF2-40B4-BE49-F238E27FC236}">
                <a16:creationId xmlns:a16="http://schemas.microsoft.com/office/drawing/2014/main" id="{AAFE276A-17CD-4BAE-81E7-326F5671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95071" y="2385956"/>
            <a:ext cx="93451" cy="4277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8" name="Connector 87">
            <a:extLst xmlns:a="http://schemas.openxmlformats.org/drawingml/2006/main">
              <a:ext uri="{FF2B5EF4-FFF2-40B4-BE49-F238E27FC236}">
                <a16:creationId xmlns:a16="http://schemas.microsoft.com/office/drawing/2014/main" id="{128486F0-B8CA-40D8-B83C-70B5A5D9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388522" y="2351592"/>
            <a:ext cx="93452" cy="34364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9" name="Connector 88">
            <a:extLst xmlns:a="http://schemas.openxmlformats.org/drawingml/2006/main">
              <a:ext uri="{FF2B5EF4-FFF2-40B4-BE49-F238E27FC236}">
                <a16:creationId xmlns:a16="http://schemas.microsoft.com/office/drawing/2014/main" id="{95983E88-234D-4453-83CC-CB65DC12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81974" y="2325939"/>
            <a:ext cx="93452" cy="2565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0" name="Connector 89">
            <a:extLst xmlns:a="http://schemas.openxmlformats.org/drawingml/2006/main">
              <a:ext uri="{FF2B5EF4-FFF2-40B4-BE49-F238E27FC236}">
                <a16:creationId xmlns:a16="http://schemas.microsoft.com/office/drawing/2014/main" id="{A05D897D-6267-41DC-AE8A-941ACEE7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75426" y="2309224"/>
            <a:ext cx="93451" cy="1671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1" name="Connector 90">
            <a:extLst xmlns:a="http://schemas.openxmlformats.org/drawingml/2006/main">
              <a:ext uri="{FF2B5EF4-FFF2-40B4-BE49-F238E27FC236}">
                <a16:creationId xmlns:a16="http://schemas.microsoft.com/office/drawing/2014/main" id="{39C4487E-E17B-4B9C-B998-EBB8DB94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668877" y="2301596"/>
            <a:ext cx="93452" cy="762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2" name="Connector 91">
            <a:extLst xmlns:a="http://schemas.openxmlformats.org/drawingml/2006/main">
              <a:ext uri="{FF2B5EF4-FFF2-40B4-BE49-F238E27FC236}">
                <a16:creationId xmlns:a16="http://schemas.microsoft.com/office/drawing/2014/main" id="{D3F90578-C400-470E-89B7-A23968BB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329" y="2301596"/>
            <a:ext cx="93452" cy="152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3" name="Connector 92">
            <a:extLst xmlns:a="http://schemas.openxmlformats.org/drawingml/2006/main">
              <a:ext uri="{FF2B5EF4-FFF2-40B4-BE49-F238E27FC236}">
                <a16:creationId xmlns:a16="http://schemas.microsoft.com/office/drawing/2014/main" id="{6E66116C-9E7B-490A-AEE5-072300F2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781" y="2303123"/>
            <a:ext cx="93451" cy="10669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4" name="Connector 93">
            <a:extLst xmlns:a="http://schemas.openxmlformats.org/drawingml/2006/main">
              <a:ext uri="{FF2B5EF4-FFF2-40B4-BE49-F238E27FC236}">
                <a16:creationId xmlns:a16="http://schemas.microsoft.com/office/drawing/2014/main" id="{E845F5FE-FD3D-40C7-B9FD-6EB1DD71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9232" y="2313792"/>
            <a:ext cx="93452" cy="19714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5" name="Connector 94">
            <a:extLst xmlns:a="http://schemas.openxmlformats.org/drawingml/2006/main">
              <a:ext uri="{FF2B5EF4-FFF2-40B4-BE49-F238E27FC236}">
                <a16:creationId xmlns:a16="http://schemas.microsoft.com/office/drawing/2014/main" id="{5A59398D-E90A-405B-A3A5-EFE0C22B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684" y="2333506"/>
            <a:ext cx="93452" cy="2858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6" name="Connector 95">
            <a:extLst xmlns:a="http://schemas.openxmlformats.org/drawingml/2006/main">
              <a:ext uri="{FF2B5EF4-FFF2-40B4-BE49-F238E27FC236}">
                <a16:creationId xmlns:a16="http://schemas.microsoft.com/office/drawing/2014/main" id="{4B53C68E-466E-4670-A28D-D4806669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136" y="2362092"/>
            <a:ext cx="93451" cy="37204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7" name="Connector 96">
            <a:extLst xmlns:a="http://schemas.openxmlformats.org/drawingml/2006/main">
              <a:ext uri="{FF2B5EF4-FFF2-40B4-BE49-F238E27FC236}">
                <a16:creationId xmlns:a16="http://schemas.microsoft.com/office/drawing/2014/main" id="{8BF1E08F-90F7-47C5-AFF9-8C55BC69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587" y="2399296"/>
            <a:ext cx="93452" cy="45491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8" name="Connector 97">
            <a:extLst xmlns:a="http://schemas.openxmlformats.org/drawingml/2006/main">
              <a:ext uri="{FF2B5EF4-FFF2-40B4-BE49-F238E27FC236}">
                <a16:creationId xmlns:a16="http://schemas.microsoft.com/office/drawing/2014/main" id="{403E72CE-C590-48A1-BA7F-4ED61EEA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039" y="2444787"/>
            <a:ext cx="93452" cy="5337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9" name="Connector 98">
            <a:extLst xmlns:a="http://schemas.openxmlformats.org/drawingml/2006/main">
              <a:ext uri="{FF2B5EF4-FFF2-40B4-BE49-F238E27FC236}">
                <a16:creationId xmlns:a16="http://schemas.microsoft.com/office/drawing/2014/main" id="{481F8CB2-D268-424E-9573-26C09EE8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91" y="2498163"/>
            <a:ext cx="93451" cy="6078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0" name="Connector 99">
            <a:extLst xmlns:a="http://schemas.openxmlformats.org/drawingml/2006/main">
              <a:ext uri="{FF2B5EF4-FFF2-40B4-BE49-F238E27FC236}">
                <a16:creationId xmlns:a16="http://schemas.microsoft.com/office/drawing/2014/main" id="{31563754-2764-46A0-B63B-53240492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942" y="2558948"/>
            <a:ext cx="93452" cy="6765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1" name="Connector 100">
            <a:extLst xmlns:a="http://schemas.openxmlformats.org/drawingml/2006/main">
              <a:ext uri="{FF2B5EF4-FFF2-40B4-BE49-F238E27FC236}">
                <a16:creationId xmlns:a16="http://schemas.microsoft.com/office/drawing/2014/main" id="{F3FE5542-DE8C-4531-8BED-BBB72193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394" y="2626603"/>
            <a:ext cx="93452" cy="7392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2" name="Connector 101">
            <a:extLst xmlns:a="http://schemas.openxmlformats.org/drawingml/2006/main">
              <a:ext uri="{FF2B5EF4-FFF2-40B4-BE49-F238E27FC236}">
                <a16:creationId xmlns:a16="http://schemas.microsoft.com/office/drawing/2014/main" id="{AB47A69E-1AD2-4722-BD0B-F07FAD91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846" y="2700528"/>
            <a:ext cx="93451" cy="7954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3" name="Connector 102">
            <a:extLst xmlns:a="http://schemas.openxmlformats.org/drawingml/2006/main">
              <a:ext uri="{FF2B5EF4-FFF2-40B4-BE49-F238E27FC236}">
                <a16:creationId xmlns:a16="http://schemas.microsoft.com/office/drawing/2014/main" id="{FE2C3AAD-C64D-49B8-B3C7-07497B94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297" y="2780068"/>
            <a:ext cx="93452" cy="8444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4" name="Connector 103">
            <a:extLst xmlns:a="http://schemas.openxmlformats.org/drawingml/2006/main">
              <a:ext uri="{FF2B5EF4-FFF2-40B4-BE49-F238E27FC236}">
                <a16:creationId xmlns:a16="http://schemas.microsoft.com/office/drawing/2014/main" id="{2598D05E-CFAD-4793-B48E-C8AB0058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3749" y="2864515"/>
            <a:ext cx="93452" cy="8860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5" name="Connector 104">
            <a:extLst xmlns:a="http://schemas.openxmlformats.org/drawingml/2006/main">
              <a:ext uri="{FF2B5EF4-FFF2-40B4-BE49-F238E27FC236}">
                <a16:creationId xmlns:a16="http://schemas.microsoft.com/office/drawing/2014/main" id="{06744FBA-5522-47C9-B77C-E5EDD6C2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201" y="2953120"/>
            <a:ext cx="93451" cy="9197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6" name="Connector 105">
            <a:extLst xmlns:a="http://schemas.openxmlformats.org/drawingml/2006/main">
              <a:ext uri="{FF2B5EF4-FFF2-40B4-BE49-F238E27FC236}">
                <a16:creationId xmlns:a16="http://schemas.microsoft.com/office/drawing/2014/main" id="{95339104-E7F6-4AE3-8915-F99F9BCE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0652" y="3045096"/>
            <a:ext cx="93452" cy="94533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7" name="Connector 106">
            <a:extLst xmlns:a="http://schemas.openxmlformats.org/drawingml/2006/main">
              <a:ext uri="{FF2B5EF4-FFF2-40B4-BE49-F238E27FC236}">
                <a16:creationId xmlns:a16="http://schemas.microsoft.com/office/drawing/2014/main" id="{7B0E329A-DF0A-462A-B03C-F922D7B3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104" y="3139629"/>
            <a:ext cx="93452" cy="96248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8" name="Connector 107">
            <a:extLst xmlns:a="http://schemas.openxmlformats.org/drawingml/2006/main">
              <a:ext uri="{FF2B5EF4-FFF2-40B4-BE49-F238E27FC236}">
                <a16:creationId xmlns:a16="http://schemas.microsoft.com/office/drawing/2014/main" id="{CB3533F9-4ECC-4C45-A7C5-DBBCC375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556" y="3235877"/>
            <a:ext cx="93452" cy="9711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9" name="Oval 108">
            <a:extLst xmlns:a="http://schemas.openxmlformats.org/drawingml/2006/main">
              <a:ext uri="{FF2B5EF4-FFF2-40B4-BE49-F238E27FC236}">
                <a16:creationId xmlns:a16="http://schemas.microsoft.com/office/drawing/2014/main" id="{285953E1-C0DC-4359-9161-A9EA6DB8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" y="3271723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0" name="Oval 109">
            <a:extLst xmlns:a="http://schemas.openxmlformats.org/drawingml/2006/main">
              <a:ext uri="{FF2B5EF4-FFF2-40B4-BE49-F238E27FC236}">
                <a16:creationId xmlns:a16="http://schemas.microsoft.com/office/drawing/2014/main" id="{66939170-15D9-4A0D-A73D-03AFF266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091" y="2436898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1" name="Oval 110">
            <a:extLst xmlns:a="http://schemas.openxmlformats.org/drawingml/2006/main">
              <a:ext uri="{FF2B5EF4-FFF2-40B4-BE49-F238E27FC236}">
                <a16:creationId xmlns:a16="http://schemas.microsoft.com/office/drawing/2014/main" id="{C0AD0A84-9EF9-4C84-AA74-29550FCE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608" y="2290327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2" name="Oval 111">
            <a:extLst xmlns:a="http://schemas.openxmlformats.org/drawingml/2006/main">
              <a:ext uri="{FF2B5EF4-FFF2-40B4-BE49-F238E27FC236}">
                <a16:creationId xmlns:a16="http://schemas.microsoft.com/office/drawing/2014/main" id="{A71DAED3-B2CA-4961-A41C-53B49061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125" y="2952848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3" name="Oval 112">
            <a:extLst xmlns:a="http://schemas.openxmlformats.org/drawingml/2006/main">
              <a:ext uri="{FF2B5EF4-FFF2-40B4-BE49-F238E27FC236}">
                <a16:creationId xmlns:a16="http://schemas.microsoft.com/office/drawing/2014/main" id="{4FD1E485-25D3-4761-8419-46E89690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642" y="3878259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Oval 113">
            <a:extLst xmlns:a="http://schemas.openxmlformats.org/drawingml/2006/main">
              <a:ext uri="{FF2B5EF4-FFF2-40B4-BE49-F238E27FC236}">
                <a16:creationId xmlns:a16="http://schemas.microsoft.com/office/drawing/2014/main" id="{DCA4BD4B-9895-4650-81B6-76D8104B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159" y="4303623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5" name="Oval 114">
            <a:extLst xmlns:a="http://schemas.openxmlformats.org/drawingml/2006/main">
              <a:ext uri="{FF2B5EF4-FFF2-40B4-BE49-F238E27FC236}">
                <a16:creationId xmlns:a16="http://schemas.microsoft.com/office/drawing/2014/main" id="{199CB5F3-5FA8-469A-B773-B10A5408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676" y="3878259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6" name="Oval 115">
            <a:extLst xmlns:a="http://schemas.openxmlformats.org/drawingml/2006/main">
              <a:ext uri="{FF2B5EF4-FFF2-40B4-BE49-F238E27FC236}">
                <a16:creationId xmlns:a16="http://schemas.microsoft.com/office/drawing/2014/main" id="{B6CEFB21-5B97-43BE-B97D-DEA92AF2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192" y="2952848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7" name="Oval 116">
            <a:extLst xmlns:a="http://schemas.openxmlformats.org/drawingml/2006/main">
              <a:ext uri="{FF2B5EF4-FFF2-40B4-BE49-F238E27FC236}">
                <a16:creationId xmlns:a16="http://schemas.microsoft.com/office/drawing/2014/main" id="{843590FA-FC56-4D94-B7F2-2D1AFD7A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709" y="2290327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8" name="Oval 117">
            <a:extLst xmlns:a="http://schemas.openxmlformats.org/drawingml/2006/main">
              <a:ext uri="{FF2B5EF4-FFF2-40B4-BE49-F238E27FC236}">
                <a16:creationId xmlns:a16="http://schemas.microsoft.com/office/drawing/2014/main" id="{45156F10-B920-414A-93F2-18A9A80E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5226" y="2436898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Oval 118">
            <a:extLst xmlns:a="http://schemas.openxmlformats.org/drawingml/2006/main">
              <a:ext uri="{FF2B5EF4-FFF2-40B4-BE49-F238E27FC236}">
                <a16:creationId xmlns:a16="http://schemas.microsoft.com/office/drawing/2014/main" id="{01BC1F96-D87F-411B-92CC-56AEB812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518" y="2895241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F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TextBox 119">
            <a:extLst xmlns:a="http://schemas.openxmlformats.org/drawingml/2006/main">
              <a:ext uri="{FF2B5EF4-FFF2-40B4-BE49-F238E27FC236}">
                <a16:creationId xmlns:a16="http://schemas.microsoft.com/office/drawing/2014/main" id="{E865C035-2452-45CE-B435-F9A198D3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3982" y="2611777"/>
            <a:ext cx="28803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某个样本：3.71</a:t>
            </a:r>
          </a:p>
        </p:txBody>
      </p:sp>
      <p:sp>
        <p:nvSpPr>
          <p:cNvPr id="121" name="TextBox 120">
            <a:extLst xmlns:a="http://schemas.openxmlformats.org/drawingml/2006/main">
              <a:ext uri="{FF2B5EF4-FFF2-40B4-BE49-F238E27FC236}">
                <a16:creationId xmlns:a16="http://schemas.microsoft.com/office/drawing/2014/main" id="{D4F43D32-B596-42DC-9C61-E853AD7C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新问题：如果只允许8个振幅等级，怎么记录这些值？</a:t>
            </a:r>
          </a:p>
        </p:txBody>
      </p:sp>
    </p:spTree>
    <p:extLst>
      <p:ext uri="{BB962C8B-B14F-4D97-AF65-F5344CB8AC3E}">
        <p14:creationId xmlns:p14="http://schemas.microsoft.com/office/powerpoint/2010/main" val="187264395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D905ED6C-4771-4517-B860-BBABC22E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50C718D-9001-4717-9264-8B49D518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372F20C-5A41-4EFB-ABBB-21586E4E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把振幅划分成0～7，共几个等级？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7308A4C6-5C9F-4048-B7EC-2FA2D8AB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94960"/>
            <a:ext cx="800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F773CD3-E2E5-42F6-B33D-9C7B3D44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230368"/>
            <a:ext cx="59436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C06F269D-488C-4719-987E-D1189195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10328"/>
            <a:ext cx="800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403BB82-8302-4F79-A009-EE10F89C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745736"/>
            <a:ext cx="59436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F5B8323C-05B0-4281-80A6-7DFB9EF0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25696"/>
            <a:ext cx="800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87350A6-0579-4497-9460-DD64059D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261104"/>
            <a:ext cx="59436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1FB19D07-FF1B-4E9D-B008-79B7E931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41064"/>
            <a:ext cx="800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6FAEA57-E3CF-475F-9552-D6733C47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776472"/>
            <a:ext cx="59436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3AF95A32-32B3-4694-935E-52A54C9C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56432"/>
            <a:ext cx="800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36B8B17-F7C9-4255-B3A1-5CF1F7E8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291840"/>
            <a:ext cx="59436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4573FF73-7DFC-4867-85D7-A832F34C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71800"/>
            <a:ext cx="800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43CF1DF-4358-4B2D-939D-376EC30A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807208"/>
            <a:ext cx="59436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13FDDF8D-81CC-4365-B90F-969B17A9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87168"/>
            <a:ext cx="800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EBEB4EB-895F-4B2F-AE82-5C4F9008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322576"/>
            <a:ext cx="59436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9EDE924A-27FC-4AE0-9243-2B28E5FD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02536"/>
            <a:ext cx="800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C95705D-90F2-4144-B8C4-D2D80523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837944"/>
            <a:ext cx="59436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CD38D55-40ED-431C-A0DF-6FD326EF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0也是一个等级，所以一共有8个等级。</a:t>
            </a:r>
          </a:p>
        </p:txBody>
      </p:sp>
    </p:spTree>
    <p:extLst>
      <p:ext uri="{BB962C8B-B14F-4D97-AF65-F5344CB8AC3E}">
        <p14:creationId xmlns:p14="http://schemas.microsoft.com/office/powerpoint/2010/main" val="83609963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CB0F54F5-B77A-40F7-A237-923EB39E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6BA8FBF-4015-4630-9C2A-914651AF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94990D2-496D-4EC4-8B4E-20732949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3.71 应记为等级3，还是等级4？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B528359-246E-4286-B635-9661CEFA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00784"/>
            <a:ext cx="1078992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buNone/>
              <a:defRPr sz="25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幅度范围 [0,8) 划成8段，等级编号为 0～7。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A74D0B9-F6FA-4D6B-83E1-F745968D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80360"/>
            <a:ext cx="10972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409CDBB-8647-478C-9D82-89204357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26664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000" b="1">
                <a:solidFill>
                  <a:srgbClr val="828282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828282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28282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4C0115D-8822-4D36-A62B-BBBDA6C7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880360"/>
            <a:ext cx="10972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B6CAE22-8E57-417E-BB77-4717F965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026664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000" b="1">
                <a:solidFill>
                  <a:srgbClr val="828282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828282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28282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174739A-152F-4F94-85A1-79571792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880360"/>
            <a:ext cx="10972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87D66B1-316D-4C41-8C71-589C5853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026664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000" b="1">
                <a:solidFill>
                  <a:srgbClr val="828282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828282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28282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B68A1BD-8348-4923-A563-AC57EE49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880360"/>
            <a:ext cx="10972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D6F52AE-2F8F-493A-AC72-1A545409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026664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15ECCA4-0BDB-4CB1-A031-8F770A8A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80360"/>
            <a:ext cx="10972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181EBE2-8CE5-4069-ABD7-D82B615D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026664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97C7F43-5FB8-410D-9D22-305D8FA9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2880360"/>
            <a:ext cx="10972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48E5808-FED0-4CD9-A43C-6E0751A3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3026664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000" b="1">
                <a:solidFill>
                  <a:srgbClr val="828282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828282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28282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D428098-6743-4CEE-BDA0-E84447FC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880360"/>
            <a:ext cx="10972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D9AF4E-3C0D-43DC-B335-7D8AD670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026664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000" b="1">
                <a:solidFill>
                  <a:srgbClr val="828282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828282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28282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F5B3073-FC68-4F2E-BACE-A6BDB003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2880360"/>
            <a:ext cx="10972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3E14CA9-39F4-414C-ADF9-44289EA6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3026664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000" b="1">
                <a:solidFill>
                  <a:srgbClr val="828282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828282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28282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41501F2-04A3-4029-913F-5AE1E91A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42816"/>
            <a:ext cx="484632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buNone/>
              <a:defRPr sz="29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9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采样值：3.71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56BE813-7F56-4811-BD4C-1F2248DB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29784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你预测：进入3号等级，还是4号等级？</a:t>
            </a:r>
          </a:p>
        </p:txBody>
      </p:sp>
    </p:spTree>
    <p:extLst>
      <p:ext uri="{BB962C8B-B14F-4D97-AF65-F5344CB8AC3E}">
        <p14:creationId xmlns:p14="http://schemas.microsoft.com/office/powerpoint/2010/main" val="18826109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2FED0F8C-9CCE-4876-B4F9-A4BBF278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44D8768-DA2E-4099-903E-44870C2C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753E4B4-651E-4AED-8644-3D458D36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量化：用有限代表值近似样本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BED98FD-FCEB-4681-BF63-2F0D6EE0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 [0,8)；按 [n,n+1) 分档。</a:t>
            </a:r>
          </a:p>
        </p:txBody>
      </p:sp>
      <p:sp>
        <p:nvSpPr>
          <p:cNvPr id="6" name="quant-bin-0">
            <a:extLst xmlns:a="http://schemas.openxmlformats.org/drawingml/2006/main">
              <a:ext uri="{FF2B5EF4-FFF2-40B4-BE49-F238E27FC236}">
                <a16:creationId xmlns:a16="http://schemas.microsoft.com/office/drawing/2014/main" id="{11BF3656-051C-427F-A4EB-9F786852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4625"/>
            <a:ext cx="114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" name="quant-grade-0">
            <a:extLst xmlns:a="http://schemas.openxmlformats.org/drawingml/2006/main">
              <a:ext uri="{FF2B5EF4-FFF2-40B4-BE49-F238E27FC236}">
                <a16:creationId xmlns:a16="http://schemas.microsoft.com/office/drawing/2014/main" id="{239E6CA8-47C0-4F20-B745-8EA4A51D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766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L0</a:t>
            </a:r>
          </a:p>
        </p:txBody>
      </p:sp>
      <p:sp>
        <p:nvSpPr>
          <p:cNvPr id="8" name="quant-bin-1">
            <a:extLst xmlns:a="http://schemas.openxmlformats.org/drawingml/2006/main">
              <a:ext uri="{FF2B5EF4-FFF2-40B4-BE49-F238E27FC236}">
                <a16:creationId xmlns:a16="http://schemas.microsoft.com/office/drawing/2014/main" id="{0CF99069-03C2-4EE8-91B4-A9D872AB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14625"/>
            <a:ext cx="114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9" name="quant-grade-1">
            <a:extLst xmlns:a="http://schemas.openxmlformats.org/drawingml/2006/main">
              <a:ext uri="{FF2B5EF4-FFF2-40B4-BE49-F238E27FC236}">
                <a16:creationId xmlns:a16="http://schemas.microsoft.com/office/drawing/2014/main" id="{FA111489-C863-4CEF-BC14-1B054D94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766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L1</a:t>
            </a:r>
          </a:p>
        </p:txBody>
      </p:sp>
      <p:sp>
        <p:nvSpPr>
          <p:cNvPr id="10" name="quant-bin-2">
            <a:extLst xmlns:a="http://schemas.openxmlformats.org/drawingml/2006/main">
              <a:ext uri="{FF2B5EF4-FFF2-40B4-BE49-F238E27FC236}">
                <a16:creationId xmlns:a16="http://schemas.microsoft.com/office/drawing/2014/main" id="{4369CAD9-51A9-459A-9320-ADD32948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14625"/>
            <a:ext cx="114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" name="quant-grade-2">
            <a:extLst xmlns:a="http://schemas.openxmlformats.org/drawingml/2006/main">
              <a:ext uri="{FF2B5EF4-FFF2-40B4-BE49-F238E27FC236}">
                <a16:creationId xmlns:a16="http://schemas.microsoft.com/office/drawing/2014/main" id="{60082282-7ADC-4A8B-80CE-548F1B3F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766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L2</a:t>
            </a:r>
          </a:p>
        </p:txBody>
      </p:sp>
      <p:sp>
        <p:nvSpPr>
          <p:cNvPr id="12" name="quant-bin-3">
            <a:extLst xmlns:a="http://schemas.openxmlformats.org/drawingml/2006/main">
              <a:ext uri="{FF2B5EF4-FFF2-40B4-BE49-F238E27FC236}">
                <a16:creationId xmlns:a16="http://schemas.microsoft.com/office/drawing/2014/main" id="{FC09C72F-D017-4A06-9405-FD6782C1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14625"/>
            <a:ext cx="114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3" name="quant-grade-3">
            <a:extLst xmlns:a="http://schemas.openxmlformats.org/drawingml/2006/main">
              <a:ext uri="{FF2B5EF4-FFF2-40B4-BE49-F238E27FC236}">
                <a16:creationId xmlns:a16="http://schemas.microsoft.com/office/drawing/2014/main" id="{5BDDCC92-7472-4CD9-9735-4D2C1733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766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1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L3</a:t>
            </a:r>
          </a:p>
        </p:txBody>
      </p:sp>
      <p:sp>
        <p:nvSpPr>
          <p:cNvPr id="14" name="quant-bin-4">
            <a:extLst xmlns:a="http://schemas.openxmlformats.org/drawingml/2006/main">
              <a:ext uri="{FF2B5EF4-FFF2-40B4-BE49-F238E27FC236}">
                <a16:creationId xmlns:a16="http://schemas.microsoft.com/office/drawing/2014/main" id="{38F0D89A-3BF4-40DC-876F-2380E8E9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114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5" name="quant-grade-4">
            <a:extLst xmlns:a="http://schemas.openxmlformats.org/drawingml/2006/main">
              <a:ext uri="{FF2B5EF4-FFF2-40B4-BE49-F238E27FC236}">
                <a16:creationId xmlns:a16="http://schemas.microsoft.com/office/drawing/2014/main" id="{A59870AF-AA8E-43BB-8884-8A493801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766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L4</a:t>
            </a:r>
          </a:p>
        </p:txBody>
      </p:sp>
      <p:sp>
        <p:nvSpPr>
          <p:cNvPr id="16" name="quant-bin-5">
            <a:extLst xmlns:a="http://schemas.openxmlformats.org/drawingml/2006/main">
              <a:ext uri="{FF2B5EF4-FFF2-40B4-BE49-F238E27FC236}">
                <a16:creationId xmlns:a16="http://schemas.microsoft.com/office/drawing/2014/main" id="{31CDFFBC-5D07-42B3-B0B8-01209C3F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4625"/>
            <a:ext cx="114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7" name="quant-grade-5">
            <a:extLst xmlns:a="http://schemas.openxmlformats.org/drawingml/2006/main">
              <a:ext uri="{FF2B5EF4-FFF2-40B4-BE49-F238E27FC236}">
                <a16:creationId xmlns:a16="http://schemas.microsoft.com/office/drawing/2014/main" id="{D59B42AC-7FA9-452B-89E1-36C6C332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766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L5</a:t>
            </a:r>
          </a:p>
        </p:txBody>
      </p:sp>
      <p:sp>
        <p:nvSpPr>
          <p:cNvPr id="18" name="quant-bin-6">
            <a:extLst xmlns:a="http://schemas.openxmlformats.org/drawingml/2006/main">
              <a:ext uri="{FF2B5EF4-FFF2-40B4-BE49-F238E27FC236}">
                <a16:creationId xmlns:a16="http://schemas.microsoft.com/office/drawing/2014/main" id="{7AA1483F-11AB-490E-BB64-9B26E939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114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9" name="quant-grade-6">
            <a:extLst xmlns:a="http://schemas.openxmlformats.org/drawingml/2006/main">
              <a:ext uri="{FF2B5EF4-FFF2-40B4-BE49-F238E27FC236}">
                <a16:creationId xmlns:a16="http://schemas.microsoft.com/office/drawing/2014/main" id="{C92E4780-E14A-4396-B472-3383F493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766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L6</a:t>
            </a:r>
          </a:p>
        </p:txBody>
      </p:sp>
      <p:sp>
        <p:nvSpPr>
          <p:cNvPr id="20" name="quant-bin-7">
            <a:extLst xmlns:a="http://schemas.openxmlformats.org/drawingml/2006/main">
              <a:ext uri="{FF2B5EF4-FFF2-40B4-BE49-F238E27FC236}">
                <a16:creationId xmlns:a16="http://schemas.microsoft.com/office/drawing/2014/main" id="{682ADB64-280D-4C7E-BC80-6EC423D2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14625"/>
            <a:ext cx="114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21" name="quant-grade-7">
            <a:extLst xmlns:a="http://schemas.openxmlformats.org/drawingml/2006/main">
              <a:ext uri="{FF2B5EF4-FFF2-40B4-BE49-F238E27FC236}">
                <a16:creationId xmlns:a16="http://schemas.microsoft.com/office/drawing/2014/main" id="{D4EF72BB-CBE7-452F-8E1D-0A225386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766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L7</a:t>
            </a:r>
          </a:p>
        </p:txBody>
      </p:sp>
      <p:sp>
        <p:nvSpPr>
          <p:cNvPr id="22" name="quant-boundary-0">
            <a:extLst xmlns:a="http://schemas.openxmlformats.org/drawingml/2006/main">
              <a:ext uri="{FF2B5EF4-FFF2-40B4-BE49-F238E27FC236}">
                <a16:creationId xmlns:a16="http://schemas.microsoft.com/office/drawing/2014/main" id="{08565BB8-F41D-4A7F-B202-0180BDF0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336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3" name="quant-boundary-1">
            <a:extLst xmlns:a="http://schemas.openxmlformats.org/drawingml/2006/main">
              <a:ext uri="{FF2B5EF4-FFF2-40B4-BE49-F238E27FC236}">
                <a16:creationId xmlns:a16="http://schemas.microsoft.com/office/drawing/2014/main" id="{58755750-3ED4-4017-95AF-27395917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336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4" name="quant-boundary-2">
            <a:extLst xmlns:a="http://schemas.openxmlformats.org/drawingml/2006/main">
              <a:ext uri="{FF2B5EF4-FFF2-40B4-BE49-F238E27FC236}">
                <a16:creationId xmlns:a16="http://schemas.microsoft.com/office/drawing/2014/main" id="{06321FD8-7841-4064-B022-3C977390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25" name="quant-boundary-3">
            <a:extLst xmlns:a="http://schemas.openxmlformats.org/drawingml/2006/main">
              <a:ext uri="{FF2B5EF4-FFF2-40B4-BE49-F238E27FC236}">
                <a16:creationId xmlns:a16="http://schemas.microsoft.com/office/drawing/2014/main" id="{F2E95FFC-3EF5-447B-8083-4751198E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336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26" name="quant-boundary-4">
            <a:extLst xmlns:a="http://schemas.openxmlformats.org/drawingml/2006/main">
              <a:ext uri="{FF2B5EF4-FFF2-40B4-BE49-F238E27FC236}">
                <a16:creationId xmlns:a16="http://schemas.microsoft.com/office/drawing/2014/main" id="{11168005-4675-4A85-8F5E-083F1E95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7" name="quant-boundary-5">
            <a:extLst xmlns:a="http://schemas.openxmlformats.org/drawingml/2006/main">
              <a:ext uri="{FF2B5EF4-FFF2-40B4-BE49-F238E27FC236}">
                <a16:creationId xmlns:a16="http://schemas.microsoft.com/office/drawing/2014/main" id="{7AE21D50-D29D-42B4-8286-F143D319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8" name="quant-boundary-6">
            <a:extLst xmlns:a="http://schemas.openxmlformats.org/drawingml/2006/main">
              <a:ext uri="{FF2B5EF4-FFF2-40B4-BE49-F238E27FC236}">
                <a16:creationId xmlns:a16="http://schemas.microsoft.com/office/drawing/2014/main" id="{2A9513CA-B7E1-4AB2-8A2A-13627981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6</a:t>
            </a:r>
          </a:p>
        </p:txBody>
      </p:sp>
      <p:sp>
        <p:nvSpPr>
          <p:cNvPr id="29" name="quant-boundary-7">
            <a:extLst xmlns:a="http://schemas.openxmlformats.org/drawingml/2006/main">
              <a:ext uri="{FF2B5EF4-FFF2-40B4-BE49-F238E27FC236}">
                <a16:creationId xmlns:a16="http://schemas.microsoft.com/office/drawing/2014/main" id="{79071AA7-9571-4312-8BAE-5B049DB5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336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7</a:t>
            </a:r>
          </a:p>
        </p:txBody>
      </p:sp>
      <p:sp>
        <p:nvSpPr>
          <p:cNvPr id="30" name="quant-boundary-8">
            <a:extLst xmlns:a="http://schemas.openxmlformats.org/drawingml/2006/main">
              <a:ext uri="{FF2B5EF4-FFF2-40B4-BE49-F238E27FC236}">
                <a16:creationId xmlns:a16="http://schemas.microsoft.com/office/drawing/2014/main" id="{CF78D9F1-EB16-40DE-BCE9-65DD4C12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336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8</a:t>
            </a:r>
          </a:p>
        </p:txBody>
      </p:sp>
      <p:sp>
        <p:nvSpPr>
          <p:cNvPr id="31" name="raw-3.71">
            <a:extLst xmlns:a="http://schemas.openxmlformats.org/drawingml/2006/main">
              <a:ext uri="{FF2B5EF4-FFF2-40B4-BE49-F238E27FC236}">
                <a16:creationId xmlns:a16="http://schemas.microsoft.com/office/drawing/2014/main" id="{0F2BA2EE-2A0D-4B51-9CDD-4E1188FF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3093" y="298608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32" name="raw-label-guide">
            <a:extLst xmlns:a="http://schemas.openxmlformats.org/drawingml/2006/main">
              <a:ext uri="{FF2B5EF4-FFF2-40B4-BE49-F238E27FC236}">
                <a16:creationId xmlns:a16="http://schemas.microsoft.com/office/drawing/2014/main" id="{D7465545-4D79-4570-AD47-964FA250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530" y="2190750"/>
            <a:ext cx="9525" cy="838200"/>
          </a:xfrm>
          <a:custGeom xmlns:a="http://schemas.openxmlformats.org/drawingml/2006/main">
            <a:pathLst>
              <a:path w="9525" h="838200">
                <a:moveTo>
                  <a:pt x="0" y="838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FF0000"/>
            </a:solidFill>
          </a:ln>
        </p:spPr>
      </p:sp>
      <p:sp>
        <p:nvSpPr>
          <p:cNvPr id="33" name="raw-value-label">
            <a:extLst xmlns:a="http://schemas.openxmlformats.org/drawingml/2006/main">
              <a:ext uri="{FF2B5EF4-FFF2-40B4-BE49-F238E27FC236}">
                <a16:creationId xmlns:a16="http://schemas.microsoft.com/office/drawing/2014/main" id="{BB6E6C7B-5E77-4D89-8F54-80D7890E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405" y="19907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原值 3.71</a:t>
            </a:r>
          </a:p>
        </p:txBody>
      </p:sp>
      <p:sp>
        <p:nvSpPr>
          <p:cNvPr id="34" name="representative-3.5">
            <a:extLst xmlns:a="http://schemas.openxmlformats.org/drawingml/2006/main">
              <a:ext uri="{FF2B5EF4-FFF2-40B4-BE49-F238E27FC236}">
                <a16:creationId xmlns:a16="http://schemas.microsoft.com/office/drawing/2014/main" id="{56D82E47-0316-4B0F-A60F-85974947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063" y="340518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solidFill>
              <a:srgbClr val="00B0F0"/>
            </a:solidFill>
          </a:ln>
        </p:spPr>
      </p:sp>
      <p:sp>
        <p:nvSpPr>
          <p:cNvPr id="35" name="representative-guide">
            <a:extLst xmlns:a="http://schemas.openxmlformats.org/drawingml/2006/main">
              <a:ext uri="{FF2B5EF4-FFF2-40B4-BE49-F238E27FC236}">
                <a16:creationId xmlns:a16="http://schemas.microsoft.com/office/drawing/2014/main" id="{5A41A2E6-6103-40E2-BECA-48FE9BB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24250"/>
            <a:ext cx="9525" cy="171450"/>
          </a:xfrm>
          <a:custGeom xmlns:a="http://schemas.openxmlformats.org/drawingml/2006/main"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7C9B"/>
            </a:solidFill>
          </a:ln>
        </p:spPr>
      </p:sp>
      <p:sp>
        <p:nvSpPr>
          <p:cNvPr id="36" name="quant-mapping">
            <a:extLst xmlns:a="http://schemas.openxmlformats.org/drawingml/2006/main">
              <a:ext uri="{FF2B5EF4-FFF2-40B4-BE49-F238E27FC236}">
                <a16:creationId xmlns:a16="http://schemas.microsoft.com/office/drawing/2014/main" id="{ACCEB812-F2E6-4F09-A208-E43F292C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244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等级编号 L3；对应代表值 3.5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D90E01A9-F279-48CE-8673-1206599F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编号表示哪一档；代表值用于近似原幅度。</a:t>
            </a:r>
          </a:p>
        </p:txBody>
      </p:sp>
    </p:spTree>
    <p:extLst>
      <p:ext uri="{BB962C8B-B14F-4D97-AF65-F5344CB8AC3E}">
        <p14:creationId xmlns:p14="http://schemas.microsoft.com/office/powerpoint/2010/main" val="76211255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D97A01A3-57AB-4816-BA2B-32FE40C4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2E266EA-2CA2-48D1-9610-F186BC0B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75A5FED-D748-47FA-A181-3FD65115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10个样本，怎样依次编码？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A2ECE19-69DE-41D5-9FD4-B2A3E70B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47088"/>
            <a:ext cx="18288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采样顺序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66EB03F-1582-4F47-9FC0-F22B5A05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16352"/>
            <a:ext cx="18288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量化等级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441492D-BA89-4AC0-B631-61C9F035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76472"/>
            <a:ext cx="18288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 bit码字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AD01868-7CD8-41E2-A49F-E22BFE53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336" y="1856231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9F9D479-BD82-4403-87C9-96564BF7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336" y="2807208"/>
            <a:ext cx="73152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177F453-711E-4E55-8515-2AEB0DC8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336" y="3776472"/>
            <a:ext cx="7315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011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F06CF8EC-559F-44CE-A742-E902BD86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2249424"/>
            <a:ext cx="0" cy="4663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2C5DFDE1-85E6-4206-A41A-1DA64EAD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3191256"/>
            <a:ext cx="0" cy="493776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A050BF2-FD55-4683-8F07-1DC9A4B5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856231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7C3EA80-3BAF-43D4-A383-612B00F6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807208"/>
            <a:ext cx="73152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FC0545E-FD5A-498C-AB87-3DF4015B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776472"/>
            <a:ext cx="7315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101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3F845908-817D-4FEF-939D-FEAC2044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7" y="2249424"/>
            <a:ext cx="0" cy="4663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056AC343-FF70-4CA0-96DA-71622ED4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7" y="3191256"/>
            <a:ext cx="0" cy="493776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92CCD3F-98D9-439C-A7E8-CFCE29FA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856231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9D3C3F7-30A8-4F96-8ACF-98582007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2807208"/>
            <a:ext cx="73152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A309B0D-6045-46B1-81F0-D5A87ABA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3776472"/>
            <a:ext cx="7315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111</a:t>
            </a:r>
          </a:p>
        </p:txBody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1F86F0B0-4E98-438D-8B70-43875728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024" y="2249424"/>
            <a:ext cx="0" cy="4663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C004B8A0-0E40-4EE4-ADC1-C8B6B8EB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024" y="3191256"/>
            <a:ext cx="0" cy="493776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A742956-08C3-4EE1-98B8-D925E8AB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1856231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486A997-184F-46A3-950F-4AF911F8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2807208"/>
            <a:ext cx="73152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F5EDC05-A739-4509-8CD9-A1710D3C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3776472"/>
            <a:ext cx="7315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110</a:t>
            </a:r>
          </a:p>
        </p:txBody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45DBD30E-730D-402B-9674-75E1B867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59" y="2249424"/>
            <a:ext cx="0" cy="4663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687B655B-B01C-4AC4-B592-B19A2554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59" y="3191256"/>
            <a:ext cx="0" cy="493776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CD72118-B58A-4F89-87D0-16F2B071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79" y="1856231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14C56D7-0767-49BE-B400-80B20EE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79" y="2807208"/>
            <a:ext cx="73152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9F4FC64-CAA3-4755-8671-CBE748E8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79" y="3776472"/>
            <a:ext cx="7315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100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0AD72C24-197F-4B6A-86F1-76F6356D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5" y="2249424"/>
            <a:ext cx="0" cy="4663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E7ACF2C4-ED96-4D10-A0CB-9A83F896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5" y="3191256"/>
            <a:ext cx="0" cy="493776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D2A3BAD-E4FC-4C66-B4A6-11F48F41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1856231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6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5DE91B9-4228-4624-BC77-80B5B174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2807208"/>
            <a:ext cx="73152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29F8D345-ECA6-40F4-8A00-DF0CF682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3776472"/>
            <a:ext cx="7315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010</a:t>
            </a:r>
          </a:p>
        </p:txBody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36B147D0-AEB5-4FCF-8136-AB5A33F8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249424"/>
            <a:ext cx="0" cy="4663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7" name="Connector 36">
            <a:extLst xmlns:a="http://schemas.openxmlformats.org/drawingml/2006/main">
              <a:ext uri="{FF2B5EF4-FFF2-40B4-BE49-F238E27FC236}">
                <a16:creationId xmlns:a16="http://schemas.microsoft.com/office/drawing/2014/main" id="{7042E456-B295-41FD-B430-A68E149B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3191256"/>
            <a:ext cx="0" cy="493776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0367D094-5EDA-42EB-9586-6D89730E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1856231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7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06B0E22A-7508-4F9F-9FBF-5BAF3376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2807208"/>
            <a:ext cx="73152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A2B7266F-2924-4B5C-9BCC-D13778AB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776472"/>
            <a:ext cx="7315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000</a:t>
            </a:r>
          </a:p>
        </p:txBody>
      </p:sp>
      <p:sp>
        <p:nvSpPr>
          <p:cNvPr id="41" name="Connector 40">
            <a:extLst xmlns:a="http://schemas.openxmlformats.org/drawingml/2006/main">
              <a:ext uri="{FF2B5EF4-FFF2-40B4-BE49-F238E27FC236}">
                <a16:creationId xmlns:a16="http://schemas.microsoft.com/office/drawing/2014/main" id="{0DF08073-27B8-4205-9DB7-706BC78E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2249424"/>
            <a:ext cx="0" cy="4663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2" name="Connector 41">
            <a:extLst xmlns:a="http://schemas.openxmlformats.org/drawingml/2006/main">
              <a:ext uri="{FF2B5EF4-FFF2-40B4-BE49-F238E27FC236}">
                <a16:creationId xmlns:a16="http://schemas.microsoft.com/office/drawing/2014/main" id="{AA3A3905-E9D2-4C9D-A573-A404D38B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191256"/>
            <a:ext cx="0" cy="493776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E4CD5710-596C-45FE-B39F-5E22F5ED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1856231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8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FE9823A9-693D-4EA8-90ED-B84A8B3A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2807208"/>
            <a:ext cx="73152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B06699E4-0254-4D9F-8FC8-F2A4EC3E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3776472"/>
            <a:ext cx="7315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001</a:t>
            </a:r>
          </a:p>
        </p:txBody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76586CE8-0527-4C87-9C1F-9129FDDC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2249424"/>
            <a:ext cx="0" cy="4663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7" name="Connector 46">
            <a:extLst xmlns:a="http://schemas.openxmlformats.org/drawingml/2006/main">
              <a:ext uri="{FF2B5EF4-FFF2-40B4-BE49-F238E27FC236}">
                <a16:creationId xmlns:a16="http://schemas.microsoft.com/office/drawing/2014/main" id="{8953ECD3-D7CB-469E-A74F-9DB67284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3191256"/>
            <a:ext cx="0" cy="493776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9FF66FCE-4F38-407A-B23E-499B5CE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1856231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9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E59B8CE9-D129-4643-B482-64FE088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2807208"/>
            <a:ext cx="73152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37BC56E6-7085-4DE7-A01A-50AD1A55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3776472"/>
            <a:ext cx="7315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011</a:t>
            </a:r>
          </a:p>
        </p:txBody>
      </p:sp>
      <p:sp>
        <p:nvSpPr>
          <p:cNvPr id="51" name="Connector 50">
            <a:extLst xmlns:a="http://schemas.openxmlformats.org/drawingml/2006/main">
              <a:ext uri="{FF2B5EF4-FFF2-40B4-BE49-F238E27FC236}">
                <a16:creationId xmlns:a16="http://schemas.microsoft.com/office/drawing/2014/main" id="{B625FF5F-DF8C-4912-92CF-4F7687AF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249424"/>
            <a:ext cx="0" cy="4663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2" name="Connector 51">
            <a:extLst xmlns:a="http://schemas.openxmlformats.org/drawingml/2006/main">
              <a:ext uri="{FF2B5EF4-FFF2-40B4-BE49-F238E27FC236}">
                <a16:creationId xmlns:a16="http://schemas.microsoft.com/office/drawing/2014/main" id="{C11BA316-78BC-469F-959D-A0958BDF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191256"/>
            <a:ext cx="0" cy="493776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A1C45407-0B92-4238-BA02-788036F0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59" y="1856231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1B51B2EB-FC86-43F0-99A3-2CBC5C75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59" y="2807208"/>
            <a:ext cx="73152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6819845B-BF00-4BD5-A4DF-773CACC5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59" y="3776472"/>
            <a:ext cx="7315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9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100</a:t>
            </a:r>
          </a:p>
        </p:txBody>
      </p:sp>
      <p:sp>
        <p:nvSpPr>
          <p:cNvPr id="56" name="Connector 55">
            <a:extLst xmlns:a="http://schemas.openxmlformats.org/drawingml/2006/main">
              <a:ext uri="{FF2B5EF4-FFF2-40B4-BE49-F238E27FC236}">
                <a16:creationId xmlns:a16="http://schemas.microsoft.com/office/drawing/2014/main" id="{25616811-D924-41A6-AD2A-8B07272D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776" y="2249424"/>
            <a:ext cx="0" cy="4663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7" name="Connector 56">
            <a:extLst xmlns:a="http://schemas.openxmlformats.org/drawingml/2006/main">
              <a:ext uri="{FF2B5EF4-FFF2-40B4-BE49-F238E27FC236}">
                <a16:creationId xmlns:a16="http://schemas.microsoft.com/office/drawing/2014/main" id="{3A19C82D-4FF0-4C13-A976-D6435444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776" y="3191256"/>
            <a:ext cx="0" cy="493776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57ED53B8-6B7C-4075-AC55-4CBC84F6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采样决定“什么时候记录”，量化决定“记录哪个等级”，编码决定“用哪些bit表示”。</a:t>
            </a:r>
          </a:p>
        </p:txBody>
      </p:sp>
    </p:spTree>
    <p:extLst>
      <p:ext uri="{BB962C8B-B14F-4D97-AF65-F5344CB8AC3E}">
        <p14:creationId xmlns:p14="http://schemas.microsoft.com/office/powerpoint/2010/main" val="192480093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076AC8C6-B56A-411D-9B8C-EC74722C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620E940-3310-472D-9571-C1BE42AC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467F605-D83E-4B4D-9C2F-57EDB8A2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3.71为什么写成011，而不是100？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AC37992-27C5-45DE-820C-FE96C30F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49424"/>
            <a:ext cx="2432304" cy="1636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75D73B1-BD74-4B1D-81E7-06300866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441448"/>
            <a:ext cx="226771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buNone/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采样原值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B368C24-2D23-4F5B-BA58-7541C001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980944"/>
            <a:ext cx="2267712" cy="472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1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buNone/>
              <a:defRPr sz="31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3.71</a:t>
            </a: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2FBDFA76-F47A-41CA-BB6C-E4DD862F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976" y="3063240"/>
            <a:ext cx="329184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E6293D4-6330-42F7-9CC9-352D81E5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2249424"/>
            <a:ext cx="2432304" cy="1636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7A3DA80-5B97-414C-AC6C-5FDD8EF6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7" y="2441448"/>
            <a:ext cx="226771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buNone/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输入范围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BAA9A86-1693-471B-B541-5E8724A0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7" y="2980944"/>
            <a:ext cx="2267712" cy="472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1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buNone/>
              <a:defRPr sz="31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[3,4)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152364CA-0353-4ED6-A71F-1B89222D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3063240"/>
            <a:ext cx="329184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9CF90E8-B8C6-4185-917F-5A1FB331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249424"/>
            <a:ext cx="2432304" cy="1636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A2CF55E-ACC0-4C8A-BEF0-49EDF760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441448"/>
            <a:ext cx="226771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buNone/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量化等级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228F3CA-EBA4-44E3-821A-D95F9520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980944"/>
            <a:ext cx="2267712" cy="472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1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buNone/>
              <a:defRPr sz="31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L3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A8E1AF68-25DB-4076-8DC7-AC201581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3063240"/>
            <a:ext cx="329184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DDE7A65-0D92-4107-A808-765A1F9B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888" y="2249424"/>
            <a:ext cx="2432304" cy="1636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F"/>
          </a:solidFill>
          <a:ln xmlns:a="http://schemas.openxmlformats.org/drawingml/2006/main" w="1905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8A87FCE-E5EB-49C5-ABE7-10A5712F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2441448"/>
            <a:ext cx="226771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buNone/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3 bit码字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46C493F-3696-4E0F-AE5D-14AF942D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2980944"/>
            <a:ext cx="2267712" cy="472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1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buNone/>
              <a:defRPr sz="31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011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B096DE4-28B1-42A7-9B5B-3D88CE10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663440"/>
            <a:ext cx="10652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规则：按输入范围确定等级，再用固定长度的0和1记录等级编号。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47AD78E-A6A7-4F08-8C9A-7FF5E485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824728"/>
            <a:ext cx="103327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验证：输入值4.15对应的码字是什么？</a:t>
            </a:r>
          </a:p>
        </p:txBody>
      </p:sp>
    </p:spTree>
    <p:extLst>
      <p:ext uri="{BB962C8B-B14F-4D97-AF65-F5344CB8AC3E}">
        <p14:creationId xmlns:p14="http://schemas.microsoft.com/office/powerpoint/2010/main" val="97763681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2603668E-86F4-4E4D-82DA-44CB5466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5E9EDC2-64D0-436A-B69E-595600EF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A075A64-B3D6-484E-AE65-47FFBE72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一个样本需要几个二进制位？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88FADF3-25EB-431B-84EA-154558DA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682496"/>
            <a:ext cx="6583680" cy="472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1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 = 2³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D8ABF68-0173-4037-A346-DD6C985D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912"/>
            <a:ext cx="2267712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9E6486A-C0F9-40E6-BE5A-91744355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843784"/>
            <a:ext cx="212140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 → 000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9CA3101-39FF-4823-946E-1B84940B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724912"/>
            <a:ext cx="2267712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90CB6CD-A1D7-4CA3-AB8D-8C2B1D73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2843784"/>
            <a:ext cx="212140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 → 001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649D66F-C561-4FA0-94E0-32B30688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724912"/>
            <a:ext cx="2267712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C7E7ACC-EBED-452E-94B1-D2A8793F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843784"/>
            <a:ext cx="212140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 → 010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214256D-57F4-49AF-811D-7E264FDD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59" y="2724912"/>
            <a:ext cx="2267712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D303CCC-5EB6-424A-A79D-0C3214F0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1" y="2843784"/>
            <a:ext cx="212140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 → 011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8F1B847-12BE-4FC0-9695-D4A5CF57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3632"/>
            <a:ext cx="2267712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084A61C-1548-48E7-8711-D966C1E8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032504"/>
            <a:ext cx="212140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4 → 100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ED943F2-653C-415F-A395-06F33830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913632"/>
            <a:ext cx="2267712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8B420D4-B363-4972-9DF8-DB83B919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4032504"/>
            <a:ext cx="212140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5 → 101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513207F-2687-4482-829D-4A3E5882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13632"/>
            <a:ext cx="2267712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309550D-2EF6-43B7-8A27-9C063963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032504"/>
            <a:ext cx="212140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6 → 110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F6F0226-35C8-4779-BE79-46446B00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59" y="3913632"/>
            <a:ext cx="2267712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E7D6977-CC25-49AB-A97C-53D5B927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1" y="4032504"/>
            <a:ext cx="212140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7 → 111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BF4ACA3-3599-4AE2-8109-5C1E8A04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 bit可以写出8种不同的编码：000～111。</a:t>
            </a:r>
          </a:p>
        </p:txBody>
      </p:sp>
    </p:spTree>
    <p:extLst>
      <p:ext uri="{BB962C8B-B14F-4D97-AF65-F5344CB8AC3E}">
        <p14:creationId xmlns:p14="http://schemas.microsoft.com/office/powerpoint/2010/main" val="39739769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4FAC4BE1-67B4-4125-ADE7-59E0B50C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908546B-2341-46DC-90A3-1B804ACD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DAB7765-CDF1-4DA8-9D35-0BDF2CE6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把量化等级分得更细，会发生什么？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2D2C732-628C-4F81-8315-7FA333AD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55648"/>
            <a:ext cx="4343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 bit → 8级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312088E4-1AAF-426A-8209-6995DEC4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0368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BD283056-FB2D-414B-B6F3-68774B1E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28031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94471116-9957-40A1-AB63-C78C8D11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5696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BF50F5DC-B51A-4B67-921C-173664FE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23359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1D262263-8FAA-4778-A511-06FBB5CA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21024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E8785199-AF91-4CC6-9690-E0FC83D8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18687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F6EA9CA1-B63A-461D-92F7-577EF3B0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16351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C7724CD4-CAD5-4AEC-8AF4-959DD209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4015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3D08B11-ABB3-410A-8F91-EAB313DE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86400"/>
            <a:ext cx="41148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可选代表值更密集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CB694C3-759E-43A7-80B6-B40F9ABE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55648"/>
            <a:ext cx="4343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6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4 bit → 16级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E0210601-1692-46ED-9C79-07393B57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30368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6B9AC6F5-9497-41F6-91DF-74E83682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42611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18062AE7-BC18-453B-B2BD-6C53EA69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4854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F9231755-730D-420F-8EC8-79FA4073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097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4F087512-2A06-4FC5-B5AD-910050ED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9340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6068DE10-58B9-48AC-9417-FAB9DA61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91584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97F5B569-EC90-4654-AB6A-C8EC43EA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03827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E3DBBF9D-FA48-418A-A185-EE831E23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16070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33207B38-2D56-481A-9EFB-B8C6EC7C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28313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40ED1DE2-CAEC-427C-B24F-261B0C88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40556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D386BB5B-2D6D-45D1-9CD0-D82098B9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6F442263-04A3-4A1B-9437-76F4CC9F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5043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8CB001DF-F11F-4843-91BF-E44FC9E8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7286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29C03EB4-C563-48E8-BF06-48D1D72F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9529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0F6BB355-352A-4871-93CD-26D8FA48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1772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4C176F12-77A4-4DB5-B021-2B65399A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14015"/>
            <a:ext cx="40690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F2F37217-BF9B-4D5B-BA6F-59F5484B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86400"/>
            <a:ext cx="41148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可选代表值更密集</a:t>
            </a:r>
          </a:p>
        </p:txBody>
      </p:sp>
    </p:spTree>
    <p:extLst>
      <p:ext uri="{BB962C8B-B14F-4D97-AF65-F5344CB8AC3E}">
        <p14:creationId xmlns:p14="http://schemas.microsoft.com/office/powerpoint/2010/main" val="66867253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BFD492E0-1614-4C88-A479-CD0F1ABA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888EC00-0445-4E3A-AA06-1167CDDE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548184F-EF6C-49F6-8564-F5EDA12E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采样率与量化位数，分别控制什么？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6CBC8CD5-0F58-48F7-B5CF-6761C12D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291840"/>
            <a:ext cx="978408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6D94508E-B1F0-44CA-AEB6-39331850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1956816"/>
            <a:ext cx="0" cy="2679191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D1D9D89B-05B7-4877-9F55-77FF82FD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06424" y="3153678"/>
            <a:ext cx="91440" cy="11073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ACF32E1E-9D58-48DA-BB3B-2A4DA3A5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97864" y="3044364"/>
            <a:ext cx="91440" cy="10931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12881943-FF7C-4314-A884-789F9267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89304" y="2937861"/>
            <a:ext cx="91440" cy="10650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D710B3E5-A11D-4103-ACBF-E8B01960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80744" y="2835531"/>
            <a:ext cx="91440" cy="10233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4EB7DA19-1B3C-474A-933B-E46E9FF2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72184" y="2738680"/>
            <a:ext cx="91440" cy="9685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B671A508-EB2D-44C4-B1BA-9CE31DDB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63624" y="2648547"/>
            <a:ext cx="91440" cy="9013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B426F7D2-2154-4938-98D7-E7AD8B0B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55064" y="2566283"/>
            <a:ext cx="91440" cy="8226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C076E0EA-A2B1-49B9-885A-E5F40C89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46504" y="2492940"/>
            <a:ext cx="91439" cy="7334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F0269687-2784-4876-A4C9-D6B4B458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37943" y="2429453"/>
            <a:ext cx="91441" cy="63487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02730AB0-4091-4107-A7A6-5C9E2F72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29384" y="2376635"/>
            <a:ext cx="91440" cy="5281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7E9E2065-252C-45CF-8DBB-D1C10C72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020824" y="2335161"/>
            <a:ext cx="91440" cy="4147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72AA36A3-28AE-453C-8790-39DD9280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12264" y="2305560"/>
            <a:ext cx="91440" cy="2960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41476DC9-524A-4B9D-BF8C-4FD50537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03704" y="2288210"/>
            <a:ext cx="91440" cy="1735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0E582C9E-5DDF-41E2-9016-858AD414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95144" y="2283334"/>
            <a:ext cx="91440" cy="487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66073F06-5BB5-4232-98AA-AF442F54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584" y="2283334"/>
            <a:ext cx="91440" cy="765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34320AC9-9E98-415F-B51C-E5964E8B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024" y="2290993"/>
            <a:ext cx="91440" cy="20097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82EEBC0E-02BB-4236-BDCF-3E73FD0D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464" y="2311090"/>
            <a:ext cx="91440" cy="3227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44E670CA-55CF-4A85-9D47-87D06C9E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2343368"/>
            <a:ext cx="91440" cy="4404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16F73232-10E1-4398-BE17-A5327408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387414"/>
            <a:ext cx="91440" cy="5525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0C6F4AED-2389-431E-8CA0-33F03BF0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442666"/>
            <a:ext cx="91440" cy="6575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DA2BBCFF-700B-4D53-948A-CCD56A72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2508418"/>
            <a:ext cx="91440" cy="7541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E05D58F2-E923-4C07-9251-CCDA0E06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2583829"/>
            <a:ext cx="91440" cy="84107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AA1952D8-9305-465F-8094-0CAF66E6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2667936"/>
            <a:ext cx="91440" cy="9172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DED3B25D-559B-48B6-9765-F2A103B4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2759665"/>
            <a:ext cx="91440" cy="98177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3" name="Connector 32">
            <a:extLst xmlns:a="http://schemas.openxmlformats.org/drawingml/2006/main">
              <a:ext uri="{FF2B5EF4-FFF2-40B4-BE49-F238E27FC236}">
                <a16:creationId xmlns:a16="http://schemas.microsoft.com/office/drawing/2014/main" id="{A43B3112-782B-4720-97AE-8F7DD72D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2857842"/>
            <a:ext cx="91440" cy="10337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7B278BBE-F1CC-4DDD-8881-BC8B9BFE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961215"/>
            <a:ext cx="91440" cy="107247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21A29A8E-6482-4708-9A9F-374B36F1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3068462"/>
            <a:ext cx="91440" cy="10975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8453F613-E6CB-4F77-A964-E4391AE7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178212"/>
            <a:ext cx="91440" cy="11085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7" name="Connector 36">
            <a:extLst xmlns:a="http://schemas.openxmlformats.org/drawingml/2006/main">
              <a:ext uri="{FF2B5EF4-FFF2-40B4-BE49-F238E27FC236}">
                <a16:creationId xmlns:a16="http://schemas.microsoft.com/office/drawing/2014/main" id="{B2BD2320-BF50-4F93-B6DB-DF55C599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3289064"/>
            <a:ext cx="91439" cy="110537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8" name="Connector 37">
            <a:extLst xmlns:a="http://schemas.openxmlformats.org/drawingml/2006/main">
              <a:ext uri="{FF2B5EF4-FFF2-40B4-BE49-F238E27FC236}">
                <a16:creationId xmlns:a16="http://schemas.microsoft.com/office/drawing/2014/main" id="{50C38154-4ECB-405C-B0F6-2EBF5D50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183" y="3399601"/>
            <a:ext cx="91441" cy="10880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9" name="Connector 38">
            <a:extLst xmlns:a="http://schemas.openxmlformats.org/drawingml/2006/main">
              <a:ext uri="{FF2B5EF4-FFF2-40B4-BE49-F238E27FC236}">
                <a16:creationId xmlns:a16="http://schemas.microsoft.com/office/drawing/2014/main" id="{6E9F01E2-CB81-4B98-84FB-8602EAF3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24" y="3508410"/>
            <a:ext cx="91440" cy="10569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0182E8BD-F3B3-40FE-844D-67839BEF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064" y="3614101"/>
            <a:ext cx="91440" cy="10122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1" name="Connector 40">
            <a:extLst xmlns:a="http://schemas.openxmlformats.org/drawingml/2006/main">
              <a:ext uri="{FF2B5EF4-FFF2-40B4-BE49-F238E27FC236}">
                <a16:creationId xmlns:a16="http://schemas.microsoft.com/office/drawing/2014/main" id="{ED1BCBF5-B8D4-4CDF-9FA1-ABC2CA5A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04" y="3715325"/>
            <a:ext cx="91440" cy="9546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2" name="Connector 41">
            <a:extLst xmlns:a="http://schemas.openxmlformats.org/drawingml/2006/main">
              <a:ext uri="{FF2B5EF4-FFF2-40B4-BE49-F238E27FC236}">
                <a16:creationId xmlns:a16="http://schemas.microsoft.com/office/drawing/2014/main" id="{F87B50FB-AA5E-4E1A-BD78-37A000F1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944" y="3810787"/>
            <a:ext cx="91440" cy="8848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3" name="Connector 42">
            <a:extLst xmlns:a="http://schemas.openxmlformats.org/drawingml/2006/main">
              <a:ext uri="{FF2B5EF4-FFF2-40B4-BE49-F238E27FC236}">
                <a16:creationId xmlns:a16="http://schemas.microsoft.com/office/drawing/2014/main" id="{EEBCD018-D166-41CA-BC70-3B5F67AF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4" y="3899267"/>
            <a:ext cx="91440" cy="8036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4" name="Connector 43">
            <a:extLst xmlns:a="http://schemas.openxmlformats.org/drawingml/2006/main">
              <a:ext uri="{FF2B5EF4-FFF2-40B4-BE49-F238E27FC236}">
                <a16:creationId xmlns:a16="http://schemas.microsoft.com/office/drawing/2014/main" id="{33757F5B-35BE-496E-844E-4F640E5D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3979636"/>
            <a:ext cx="91440" cy="7123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5" name="Connector 44">
            <a:extLst xmlns:a="http://schemas.openxmlformats.org/drawingml/2006/main">
              <a:ext uri="{FF2B5EF4-FFF2-40B4-BE49-F238E27FC236}">
                <a16:creationId xmlns:a16="http://schemas.microsoft.com/office/drawing/2014/main" id="{492134D0-61BA-4FA3-A6D5-385D9AF2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4050866"/>
            <a:ext cx="91440" cy="6118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C4E89ADB-3E8A-4372-848B-38C53944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112047"/>
            <a:ext cx="91440" cy="5035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7" name="Connector 46">
            <a:extLst xmlns:a="http://schemas.openxmlformats.org/drawingml/2006/main">
              <a:ext uri="{FF2B5EF4-FFF2-40B4-BE49-F238E27FC236}">
                <a16:creationId xmlns:a16="http://schemas.microsoft.com/office/drawing/2014/main" id="{19880D37-36A3-4497-821A-B0D2DDE7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4162397"/>
            <a:ext cx="91440" cy="38877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8" name="Connector 47">
            <a:extLst xmlns:a="http://schemas.openxmlformats.org/drawingml/2006/main">
              <a:ext uri="{FF2B5EF4-FFF2-40B4-BE49-F238E27FC236}">
                <a16:creationId xmlns:a16="http://schemas.microsoft.com/office/drawing/2014/main" id="{5FECE86F-7AED-4CCC-817F-5F1369D4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4201274"/>
            <a:ext cx="91440" cy="2690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9" name="Connector 48">
            <a:extLst xmlns:a="http://schemas.openxmlformats.org/drawingml/2006/main">
              <a:ext uri="{FF2B5EF4-FFF2-40B4-BE49-F238E27FC236}">
                <a16:creationId xmlns:a16="http://schemas.microsoft.com/office/drawing/2014/main" id="{CC25ED13-0234-4C81-BF86-B7EDD2B9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024" y="4228180"/>
            <a:ext cx="91440" cy="1459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0" name="Connector 49">
            <a:extLst xmlns:a="http://schemas.openxmlformats.org/drawingml/2006/main">
              <a:ext uri="{FF2B5EF4-FFF2-40B4-BE49-F238E27FC236}">
                <a16:creationId xmlns:a16="http://schemas.microsoft.com/office/drawing/2014/main" id="{B4193997-0B22-4F53-B134-772A1C9E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464" y="4242771"/>
            <a:ext cx="91440" cy="209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1" name="Connector 50">
            <a:extLst xmlns:a="http://schemas.openxmlformats.org/drawingml/2006/main">
              <a:ext uri="{FF2B5EF4-FFF2-40B4-BE49-F238E27FC236}">
                <a16:creationId xmlns:a16="http://schemas.microsoft.com/office/drawing/2014/main" id="{2514074A-AC50-4B7D-9506-18F8D497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46904" y="4234424"/>
            <a:ext cx="91440" cy="1043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2" name="Connector 51">
            <a:extLst xmlns:a="http://schemas.openxmlformats.org/drawingml/2006/main">
              <a:ext uri="{FF2B5EF4-FFF2-40B4-BE49-F238E27FC236}">
                <a16:creationId xmlns:a16="http://schemas.microsoft.com/office/drawing/2014/main" id="{96601F15-E7BE-4F14-88BA-474D8541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38344" y="4211593"/>
            <a:ext cx="91440" cy="2283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3" name="Connector 52">
            <a:extLst xmlns:a="http://schemas.openxmlformats.org/drawingml/2006/main">
              <a:ext uri="{FF2B5EF4-FFF2-40B4-BE49-F238E27FC236}">
                <a16:creationId xmlns:a16="http://schemas.microsoft.com/office/drawing/2014/main" id="{1B55D072-845B-4999-A3AA-51F4C2C9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29784" y="4176659"/>
            <a:ext cx="91440" cy="3493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4" name="Connector 53">
            <a:extLst xmlns:a="http://schemas.openxmlformats.org/drawingml/2006/main">
              <a:ext uri="{FF2B5EF4-FFF2-40B4-BE49-F238E27FC236}">
                <a16:creationId xmlns:a16="http://schemas.microsoft.com/office/drawing/2014/main" id="{3F56C43A-4917-41F4-A85B-B745876B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21224" y="4130069"/>
            <a:ext cx="91440" cy="4659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5" name="Connector 54">
            <a:extLst xmlns:a="http://schemas.openxmlformats.org/drawingml/2006/main">
              <a:ext uri="{FF2B5EF4-FFF2-40B4-BE49-F238E27FC236}">
                <a16:creationId xmlns:a16="http://schemas.microsoft.com/office/drawing/2014/main" id="{9CA8657A-C13A-4E34-924D-93A28BB9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12664" y="4072417"/>
            <a:ext cx="91439" cy="5765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6" name="Connector 55">
            <a:extLst xmlns:a="http://schemas.openxmlformats.org/drawingml/2006/main">
              <a:ext uri="{FF2B5EF4-FFF2-40B4-BE49-F238E27FC236}">
                <a16:creationId xmlns:a16="http://schemas.microsoft.com/office/drawing/2014/main" id="{9D054910-1F14-4329-8CB1-F47DA0BD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04103" y="4004442"/>
            <a:ext cx="91441" cy="67975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7" name="Connector 56">
            <a:extLst xmlns:a="http://schemas.openxmlformats.org/drawingml/2006/main">
              <a:ext uri="{FF2B5EF4-FFF2-40B4-BE49-F238E27FC236}">
                <a16:creationId xmlns:a16="http://schemas.microsoft.com/office/drawing/2014/main" id="{056BE2DB-5A24-48F3-A4D0-06FD3AF6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95544" y="3927011"/>
            <a:ext cx="91440" cy="7743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8" name="Connector 57">
            <a:extLst xmlns:a="http://schemas.openxmlformats.org/drawingml/2006/main">
              <a:ext uri="{FF2B5EF4-FFF2-40B4-BE49-F238E27FC236}">
                <a16:creationId xmlns:a16="http://schemas.microsoft.com/office/drawing/2014/main" id="{74738767-A53A-4729-8D41-05F2406D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86984" y="3841114"/>
            <a:ext cx="91440" cy="85897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9" name="Connector 58">
            <a:extLst xmlns:a="http://schemas.openxmlformats.org/drawingml/2006/main">
              <a:ext uri="{FF2B5EF4-FFF2-40B4-BE49-F238E27FC236}">
                <a16:creationId xmlns:a16="http://schemas.microsoft.com/office/drawing/2014/main" id="{BBACACEC-21CE-41A9-805B-B73EF9D1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78424" y="3747848"/>
            <a:ext cx="91440" cy="9326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0" name="Connector 59">
            <a:extLst xmlns:a="http://schemas.openxmlformats.org/drawingml/2006/main">
              <a:ext uri="{FF2B5EF4-FFF2-40B4-BE49-F238E27FC236}">
                <a16:creationId xmlns:a16="http://schemas.microsoft.com/office/drawing/2014/main" id="{F46AA1AD-B7C8-43C2-AC83-A9EC0DA9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69864" y="3648404"/>
            <a:ext cx="91440" cy="9944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1" name="Connector 60">
            <a:extLst xmlns:a="http://schemas.openxmlformats.org/drawingml/2006/main">
              <a:ext uri="{FF2B5EF4-FFF2-40B4-BE49-F238E27FC236}">
                <a16:creationId xmlns:a16="http://schemas.microsoft.com/office/drawing/2014/main" id="{C863B3F0-A3DB-44F1-A6D0-7F3FD68A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61304" y="3544054"/>
            <a:ext cx="91440" cy="10435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2" name="Connector 61">
            <a:extLst xmlns:a="http://schemas.openxmlformats.org/drawingml/2006/main">
              <a:ext uri="{FF2B5EF4-FFF2-40B4-BE49-F238E27FC236}">
                <a16:creationId xmlns:a16="http://schemas.microsoft.com/office/drawing/2014/main" id="{B6D9D22F-E629-419D-92B3-F22AC8DD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52744" y="3436132"/>
            <a:ext cx="91440" cy="10792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3" name="Connector 62">
            <a:extLst xmlns:a="http://schemas.openxmlformats.org/drawingml/2006/main">
              <a:ext uri="{FF2B5EF4-FFF2-40B4-BE49-F238E27FC236}">
                <a16:creationId xmlns:a16="http://schemas.microsoft.com/office/drawing/2014/main" id="{48813B5D-333D-423C-81E1-4B99763F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44184" y="3326014"/>
            <a:ext cx="91440" cy="11011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4" name="Connector 63">
            <a:extLst xmlns:a="http://schemas.openxmlformats.org/drawingml/2006/main">
              <a:ext uri="{FF2B5EF4-FFF2-40B4-BE49-F238E27FC236}">
                <a16:creationId xmlns:a16="http://schemas.microsoft.com/office/drawing/2014/main" id="{118E7580-6F77-4935-A2C7-A8683599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35624" y="3215110"/>
            <a:ext cx="91440" cy="11090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5" name="Connector 64">
            <a:extLst xmlns:a="http://schemas.openxmlformats.org/drawingml/2006/main">
              <a:ext uri="{FF2B5EF4-FFF2-40B4-BE49-F238E27FC236}">
                <a16:creationId xmlns:a16="http://schemas.microsoft.com/office/drawing/2014/main" id="{585FA919-90B2-426D-9969-3D13B478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227064" y="3104836"/>
            <a:ext cx="91439" cy="11027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6" name="Connector 65">
            <a:extLst xmlns:a="http://schemas.openxmlformats.org/drawingml/2006/main">
              <a:ext uri="{FF2B5EF4-FFF2-40B4-BE49-F238E27FC236}">
                <a16:creationId xmlns:a16="http://schemas.microsoft.com/office/drawing/2014/main" id="{D1AF7895-5828-4C4F-B664-4EE70784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18503" y="2996600"/>
            <a:ext cx="91441" cy="10823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7" name="Connector 66">
            <a:extLst xmlns:a="http://schemas.openxmlformats.org/drawingml/2006/main">
              <a:ext uri="{FF2B5EF4-FFF2-40B4-BE49-F238E27FC236}">
                <a16:creationId xmlns:a16="http://schemas.microsoft.com/office/drawing/2014/main" id="{D7996BC0-0CB4-454E-B862-73F0878F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09944" y="2891787"/>
            <a:ext cx="91439" cy="10481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8" name="Connector 67">
            <a:extLst xmlns:a="http://schemas.openxmlformats.org/drawingml/2006/main">
              <a:ext uri="{FF2B5EF4-FFF2-40B4-BE49-F238E27FC236}">
                <a16:creationId xmlns:a16="http://schemas.microsoft.com/office/drawing/2014/main" id="{222FB6A8-78A3-4700-ACB3-F4C9D2B8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501383" y="2791734"/>
            <a:ext cx="91441" cy="10005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9" name="Connector 68">
            <a:extLst xmlns:a="http://schemas.openxmlformats.org/drawingml/2006/main">
              <a:ext uri="{FF2B5EF4-FFF2-40B4-BE49-F238E27FC236}">
                <a16:creationId xmlns:a16="http://schemas.microsoft.com/office/drawing/2014/main" id="{A14AB74E-BB93-4D57-A9D2-244B3D0F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592824" y="2697721"/>
            <a:ext cx="91440" cy="9401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0" name="Connector 69">
            <a:extLst xmlns:a="http://schemas.openxmlformats.org/drawingml/2006/main">
              <a:ext uri="{FF2B5EF4-FFF2-40B4-BE49-F238E27FC236}">
                <a16:creationId xmlns:a16="http://schemas.microsoft.com/office/drawing/2014/main" id="{0C26D157-54B6-4BAB-9423-EAB712F8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84264" y="2610949"/>
            <a:ext cx="91440" cy="8677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1" name="Connector 70">
            <a:extLst xmlns:a="http://schemas.openxmlformats.org/drawingml/2006/main">
              <a:ext uri="{FF2B5EF4-FFF2-40B4-BE49-F238E27FC236}">
                <a16:creationId xmlns:a16="http://schemas.microsoft.com/office/drawing/2014/main" id="{55AF30B7-F36F-4F0D-8799-8230206F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75704" y="2532526"/>
            <a:ext cx="91440" cy="7842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2" name="Connector 71">
            <a:extLst xmlns:a="http://schemas.openxmlformats.org/drawingml/2006/main">
              <a:ext uri="{FF2B5EF4-FFF2-40B4-BE49-F238E27FC236}">
                <a16:creationId xmlns:a16="http://schemas.microsoft.com/office/drawing/2014/main" id="{B79F8A0C-B8CA-48E8-A778-4463527B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67144" y="2463455"/>
            <a:ext cx="91440" cy="6907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3" name="Connector 72">
            <a:extLst xmlns:a="http://schemas.openxmlformats.org/drawingml/2006/main">
              <a:ext uri="{FF2B5EF4-FFF2-40B4-BE49-F238E27FC236}">
                <a16:creationId xmlns:a16="http://schemas.microsoft.com/office/drawing/2014/main" id="{E306F80C-2DEF-41D6-AC82-8892B99B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58584" y="2404618"/>
            <a:ext cx="91440" cy="58837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4" name="Connector 73">
            <a:extLst xmlns:a="http://schemas.openxmlformats.org/drawingml/2006/main">
              <a:ext uri="{FF2B5EF4-FFF2-40B4-BE49-F238E27FC236}">
                <a16:creationId xmlns:a16="http://schemas.microsoft.com/office/drawing/2014/main" id="{9DBA26BA-AD7B-4533-820D-8F23AD4A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50024" y="2356767"/>
            <a:ext cx="91440" cy="4785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5" name="Connector 74">
            <a:extLst xmlns:a="http://schemas.openxmlformats.org/drawingml/2006/main">
              <a:ext uri="{FF2B5EF4-FFF2-40B4-BE49-F238E27FC236}">
                <a16:creationId xmlns:a16="http://schemas.microsoft.com/office/drawing/2014/main" id="{459C5010-DB98-4E58-95F7-E0FEDF9E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41464" y="2320513"/>
            <a:ext cx="91440" cy="3625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6" name="Connector 75">
            <a:extLst xmlns:a="http://schemas.openxmlformats.org/drawingml/2006/main">
              <a:ext uri="{FF2B5EF4-FFF2-40B4-BE49-F238E27FC236}">
                <a16:creationId xmlns:a16="http://schemas.microsoft.com/office/drawing/2014/main" id="{BE55759C-3235-45E6-8B9A-7901748C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32904" y="2296319"/>
            <a:ext cx="91440" cy="2419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7" name="Connector 76">
            <a:extLst xmlns:a="http://schemas.openxmlformats.org/drawingml/2006/main">
              <a:ext uri="{FF2B5EF4-FFF2-40B4-BE49-F238E27FC236}">
                <a16:creationId xmlns:a16="http://schemas.microsoft.com/office/drawing/2014/main" id="{D2949AF3-5D0E-440C-8E7C-67535D8C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24344" y="2284496"/>
            <a:ext cx="91439" cy="1182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8" name="Connector 77">
            <a:extLst xmlns:a="http://schemas.openxmlformats.org/drawingml/2006/main">
              <a:ext uri="{FF2B5EF4-FFF2-40B4-BE49-F238E27FC236}">
                <a16:creationId xmlns:a16="http://schemas.microsoft.com/office/drawing/2014/main" id="{BA3F592F-C1AB-47C3-9906-9C812FA3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3" y="2284496"/>
            <a:ext cx="91441" cy="69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9" name="Connector 78">
            <a:extLst xmlns:a="http://schemas.openxmlformats.org/drawingml/2006/main">
              <a:ext uri="{FF2B5EF4-FFF2-40B4-BE49-F238E27FC236}">
                <a16:creationId xmlns:a16="http://schemas.microsoft.com/office/drawing/2014/main" id="{C78ADE18-FB28-4C89-BB33-1E644C53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285192"/>
            <a:ext cx="91439" cy="1320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0" name="Connector 79">
            <a:extLst xmlns:a="http://schemas.openxmlformats.org/drawingml/2006/main">
              <a:ext uri="{FF2B5EF4-FFF2-40B4-BE49-F238E27FC236}">
                <a16:creationId xmlns:a16="http://schemas.microsoft.com/office/drawing/2014/main" id="{9461093C-6F94-4116-A9AB-76B7FD4F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3" y="2298401"/>
            <a:ext cx="91441" cy="2555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1" name="Connector 80">
            <a:extLst xmlns:a="http://schemas.openxmlformats.org/drawingml/2006/main">
              <a:ext uri="{FF2B5EF4-FFF2-40B4-BE49-F238E27FC236}">
                <a16:creationId xmlns:a16="http://schemas.microsoft.com/office/drawing/2014/main" id="{72285B1C-8BDE-4C94-AE55-F3E1D7BC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104" y="2323953"/>
            <a:ext cx="91440" cy="3756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2" name="Connector 81">
            <a:extLst xmlns:a="http://schemas.openxmlformats.org/drawingml/2006/main">
              <a:ext uri="{FF2B5EF4-FFF2-40B4-BE49-F238E27FC236}">
                <a16:creationId xmlns:a16="http://schemas.microsoft.com/office/drawing/2014/main" id="{394AB514-A27B-4C87-A956-DCE1D3BF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544" y="2361521"/>
            <a:ext cx="91439" cy="49105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3" name="Connector 82">
            <a:extLst xmlns:a="http://schemas.openxmlformats.org/drawingml/2006/main">
              <a:ext uri="{FF2B5EF4-FFF2-40B4-BE49-F238E27FC236}">
                <a16:creationId xmlns:a16="http://schemas.microsoft.com/office/drawing/2014/main" id="{CC01C1D3-9238-4A43-A9B3-B4558FDC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983" y="2410626"/>
            <a:ext cx="91441" cy="6001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4" name="Connector 83">
            <a:extLst xmlns:a="http://schemas.openxmlformats.org/drawingml/2006/main">
              <a:ext uri="{FF2B5EF4-FFF2-40B4-BE49-F238E27FC236}">
                <a16:creationId xmlns:a16="http://schemas.microsoft.com/office/drawing/2014/main" id="{94B91D90-2E19-4211-AE6D-989E79F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470640"/>
            <a:ext cx="91439" cy="7015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5" name="Connector 84">
            <a:extLst xmlns:a="http://schemas.openxmlformats.org/drawingml/2006/main">
              <a:ext uri="{FF2B5EF4-FFF2-40B4-BE49-F238E27FC236}">
                <a16:creationId xmlns:a16="http://schemas.microsoft.com/office/drawing/2014/main" id="{690783DE-3B8E-4393-A629-6D7F8185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3" y="2540796"/>
            <a:ext cx="91441" cy="7940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6" name="Connector 85">
            <a:extLst xmlns:a="http://schemas.openxmlformats.org/drawingml/2006/main">
              <a:ext uri="{FF2B5EF4-FFF2-40B4-BE49-F238E27FC236}">
                <a16:creationId xmlns:a16="http://schemas.microsoft.com/office/drawing/2014/main" id="{7302A597-A1A5-43C6-BA39-3047E5D4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2620198"/>
            <a:ext cx="91440" cy="8763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7" name="Connector 86">
            <a:extLst xmlns:a="http://schemas.openxmlformats.org/drawingml/2006/main">
              <a:ext uri="{FF2B5EF4-FFF2-40B4-BE49-F238E27FC236}">
                <a16:creationId xmlns:a16="http://schemas.microsoft.com/office/drawing/2014/main" id="{230AE398-B3CC-4C94-A42E-407C4BDF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707831"/>
            <a:ext cx="91439" cy="94745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8" name="Connector 87">
            <a:extLst xmlns:a="http://schemas.openxmlformats.org/drawingml/2006/main">
              <a:ext uri="{FF2B5EF4-FFF2-40B4-BE49-F238E27FC236}">
                <a16:creationId xmlns:a16="http://schemas.microsoft.com/office/drawing/2014/main" id="{D683384E-945E-4F71-947D-3BC78030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3" y="2802576"/>
            <a:ext cx="91441" cy="10064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9" name="Connector 88">
            <a:extLst xmlns:a="http://schemas.openxmlformats.org/drawingml/2006/main">
              <a:ext uri="{FF2B5EF4-FFF2-40B4-BE49-F238E27FC236}">
                <a16:creationId xmlns:a16="http://schemas.microsoft.com/office/drawing/2014/main" id="{B8980667-05EA-4398-B56B-C03CAE8C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903222"/>
            <a:ext cx="91440" cy="10526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0" name="Connector 89">
            <a:extLst xmlns:a="http://schemas.openxmlformats.org/drawingml/2006/main">
              <a:ext uri="{FF2B5EF4-FFF2-40B4-BE49-F238E27FC236}">
                <a16:creationId xmlns:a16="http://schemas.microsoft.com/office/drawing/2014/main" id="{7387C0ED-E39B-4023-AB84-7226FBB4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3008483"/>
            <a:ext cx="91440" cy="10853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1" name="Connector 90">
            <a:extLst xmlns:a="http://schemas.openxmlformats.org/drawingml/2006/main">
              <a:ext uri="{FF2B5EF4-FFF2-40B4-BE49-F238E27FC236}">
                <a16:creationId xmlns:a16="http://schemas.microsoft.com/office/drawing/2014/main" id="{C30C55CF-1167-4547-A041-335FEBD3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504" y="3117013"/>
            <a:ext cx="91439" cy="110415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2" name="Connector 91">
            <a:extLst xmlns:a="http://schemas.openxmlformats.org/drawingml/2006/main">
              <a:ext uri="{FF2B5EF4-FFF2-40B4-BE49-F238E27FC236}">
                <a16:creationId xmlns:a16="http://schemas.microsoft.com/office/drawing/2014/main" id="{3FBA4024-1860-41E0-BB01-600E139F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943" y="3227428"/>
            <a:ext cx="91441" cy="11088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3" name="Connector 92">
            <a:extLst xmlns:a="http://schemas.openxmlformats.org/drawingml/2006/main">
              <a:ext uri="{FF2B5EF4-FFF2-40B4-BE49-F238E27FC236}">
                <a16:creationId xmlns:a16="http://schemas.microsoft.com/office/drawing/2014/main" id="{2E15F903-72B2-4BD0-B961-C842A3E9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3338314"/>
            <a:ext cx="91440" cy="10994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4" name="Connector 93">
            <a:extLst xmlns:a="http://schemas.openxmlformats.org/drawingml/2006/main">
              <a:ext uri="{FF2B5EF4-FFF2-40B4-BE49-F238E27FC236}">
                <a16:creationId xmlns:a16="http://schemas.microsoft.com/office/drawing/2014/main" id="{616861DE-DCCA-4DDC-8482-0D52AC0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8824" y="3448257"/>
            <a:ext cx="91439" cy="107593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5" name="Connector 94">
            <a:extLst xmlns:a="http://schemas.openxmlformats.org/drawingml/2006/main">
              <a:ext uri="{FF2B5EF4-FFF2-40B4-BE49-F238E27FC236}">
                <a16:creationId xmlns:a16="http://schemas.microsoft.com/office/drawing/2014/main" id="{47AFA1D6-3F3E-460C-939C-E3F15A3D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63" y="3555850"/>
            <a:ext cx="91441" cy="10387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6" name="Connector 95">
            <a:extLst xmlns:a="http://schemas.openxmlformats.org/drawingml/2006/main">
              <a:ext uri="{FF2B5EF4-FFF2-40B4-BE49-F238E27FC236}">
                <a16:creationId xmlns:a16="http://schemas.microsoft.com/office/drawing/2014/main" id="{584CF007-AE90-4396-8752-70A29EC6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3659720"/>
            <a:ext cx="91440" cy="98818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7" name="Connector 96">
            <a:extLst xmlns:a="http://schemas.openxmlformats.org/drawingml/2006/main">
              <a:ext uri="{FF2B5EF4-FFF2-40B4-BE49-F238E27FC236}">
                <a16:creationId xmlns:a16="http://schemas.microsoft.com/office/drawing/2014/main" id="{412289A7-A113-4957-BA94-49024041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3758538"/>
            <a:ext cx="91440" cy="92505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8" name="Connector 97">
            <a:extLst xmlns:a="http://schemas.openxmlformats.org/drawingml/2006/main">
              <a:ext uri="{FF2B5EF4-FFF2-40B4-BE49-F238E27FC236}">
                <a16:creationId xmlns:a16="http://schemas.microsoft.com/office/drawing/2014/main" id="{A91150EB-3E2F-4B6C-A710-33F628CA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851043"/>
            <a:ext cx="91440" cy="8500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9" name="Connector 98">
            <a:extLst xmlns:a="http://schemas.openxmlformats.org/drawingml/2006/main">
              <a:ext uri="{FF2B5EF4-FFF2-40B4-BE49-F238E27FC236}">
                <a16:creationId xmlns:a16="http://schemas.microsoft.com/office/drawing/2014/main" id="{A0F13D22-434C-4DE1-BF7B-1A15F113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3936052"/>
            <a:ext cx="91439" cy="76427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0" name="Connector 99">
            <a:extLst xmlns:a="http://schemas.openxmlformats.org/drawingml/2006/main">
              <a:ext uri="{FF2B5EF4-FFF2-40B4-BE49-F238E27FC236}">
                <a16:creationId xmlns:a16="http://schemas.microsoft.com/office/drawing/2014/main" id="{CB470A27-0771-4034-96A3-A2ACFFC7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3" y="4012479"/>
            <a:ext cx="91441" cy="6686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1" name="Connector 100">
            <a:extLst xmlns:a="http://schemas.openxmlformats.org/drawingml/2006/main">
              <a:ext uri="{FF2B5EF4-FFF2-40B4-BE49-F238E27FC236}">
                <a16:creationId xmlns:a16="http://schemas.microsoft.com/office/drawing/2014/main" id="{31B6A22C-A747-492D-96E3-028C9DD5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904" y="4079348"/>
            <a:ext cx="91440" cy="5645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2" name="Connector 101">
            <a:extLst xmlns:a="http://schemas.openxmlformats.org/drawingml/2006/main">
              <a:ext uri="{FF2B5EF4-FFF2-40B4-BE49-F238E27FC236}">
                <a16:creationId xmlns:a16="http://schemas.microsoft.com/office/drawing/2014/main" id="{F3AFED2C-1696-48EF-A8CA-AFF44BA7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344" y="4135804"/>
            <a:ext cx="91440" cy="45321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3" name="Connector 102">
            <a:extLst xmlns:a="http://schemas.openxmlformats.org/drawingml/2006/main">
              <a:ext uri="{FF2B5EF4-FFF2-40B4-BE49-F238E27FC236}">
                <a16:creationId xmlns:a16="http://schemas.microsoft.com/office/drawing/2014/main" id="{96D60F63-6F52-4F26-B2C3-326AFB36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181125"/>
            <a:ext cx="91440" cy="3360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4" name="Connector 103">
            <a:extLst xmlns:a="http://schemas.openxmlformats.org/drawingml/2006/main">
              <a:ext uri="{FF2B5EF4-FFF2-40B4-BE49-F238E27FC236}">
                <a16:creationId xmlns:a16="http://schemas.microsoft.com/office/drawing/2014/main" id="{E1262B51-DA91-4C1F-93B6-3B7EFE9E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224" y="4214734"/>
            <a:ext cx="91439" cy="2146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5" name="Connector 104">
            <a:extLst xmlns:a="http://schemas.openxmlformats.org/drawingml/2006/main">
              <a:ext uri="{FF2B5EF4-FFF2-40B4-BE49-F238E27FC236}">
                <a16:creationId xmlns:a16="http://schemas.microsoft.com/office/drawing/2014/main" id="{E47C706F-F396-4BBF-A9E6-5B4B4089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4663" y="4236200"/>
            <a:ext cx="91441" cy="9049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6" name="Connector 105">
            <a:extLst xmlns:a="http://schemas.openxmlformats.org/drawingml/2006/main">
              <a:ext uri="{FF2B5EF4-FFF2-40B4-BE49-F238E27FC236}">
                <a16:creationId xmlns:a16="http://schemas.microsoft.com/office/drawing/2014/main" id="{9F057A7C-EEB0-4BF9-AE36-39250392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976104" y="4241765"/>
            <a:ext cx="91440" cy="348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7" name="Connector 106">
            <a:extLst xmlns:a="http://schemas.openxmlformats.org/drawingml/2006/main">
              <a:ext uri="{FF2B5EF4-FFF2-40B4-BE49-F238E27FC236}">
                <a16:creationId xmlns:a16="http://schemas.microsoft.com/office/drawing/2014/main" id="{2EE55EB6-F628-45BE-BE3E-F46E7E7E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67544" y="4225793"/>
            <a:ext cx="91440" cy="15972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8" name="Connector 107">
            <a:extLst xmlns:a="http://schemas.openxmlformats.org/drawingml/2006/main">
              <a:ext uri="{FF2B5EF4-FFF2-40B4-BE49-F238E27FC236}">
                <a16:creationId xmlns:a16="http://schemas.microsoft.com/office/drawing/2014/main" id="{DDE1BFF9-3CFE-4C04-8705-EAEF9BC8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158984" y="4197538"/>
            <a:ext cx="91440" cy="28255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9" name="Oval 108">
            <a:extLst xmlns:a="http://schemas.openxmlformats.org/drawingml/2006/main">
              <a:ext uri="{FF2B5EF4-FFF2-40B4-BE49-F238E27FC236}">
                <a16:creationId xmlns:a16="http://schemas.microsoft.com/office/drawing/2014/main" id="{1E5F009F-536B-444E-AB24-1A048484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159" y="3203143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0" name="Oval 109">
            <a:extLst xmlns:a="http://schemas.openxmlformats.org/drawingml/2006/main">
              <a:ext uri="{FF2B5EF4-FFF2-40B4-BE49-F238E27FC236}">
                <a16:creationId xmlns:a16="http://schemas.microsoft.com/office/drawing/2014/main" id="{B8E1C4A8-2B96-48DA-BF33-E33138C6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543" y="2453233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1" name="Oval 110">
            <a:extLst xmlns:a="http://schemas.openxmlformats.org/drawingml/2006/main">
              <a:ext uri="{FF2B5EF4-FFF2-40B4-BE49-F238E27FC236}">
                <a16:creationId xmlns:a16="http://schemas.microsoft.com/office/drawing/2014/main" id="{5D9D231F-861B-4C71-B5EC-752C25BE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928" y="2235996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2" name="Oval 111">
            <a:extLst xmlns:a="http://schemas.openxmlformats.org/drawingml/2006/main">
              <a:ext uri="{FF2B5EF4-FFF2-40B4-BE49-F238E27FC236}">
                <a16:creationId xmlns:a16="http://schemas.microsoft.com/office/drawing/2014/main" id="{607E7285-4DA9-477F-ACAE-80479BA7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313" y="2705738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3" name="Oval 112">
            <a:extLst xmlns:a="http://schemas.openxmlformats.org/drawingml/2006/main">
              <a:ext uri="{FF2B5EF4-FFF2-40B4-BE49-F238E27FC236}">
                <a16:creationId xmlns:a16="http://schemas.microsoft.com/office/drawing/2014/main" id="{4A19FA22-516B-4254-84E3-40CAE40A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697" y="3528794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Oval 113">
            <a:extLst xmlns:a="http://schemas.openxmlformats.org/drawingml/2006/main">
              <a:ext uri="{FF2B5EF4-FFF2-40B4-BE49-F238E27FC236}">
                <a16:creationId xmlns:a16="http://schemas.microsoft.com/office/drawing/2014/main" id="{1F1304AE-E056-4B3E-9227-935988F0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082" y="4120535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5" name="Oval 114">
            <a:extLst xmlns:a="http://schemas.openxmlformats.org/drawingml/2006/main">
              <a:ext uri="{FF2B5EF4-FFF2-40B4-BE49-F238E27FC236}">
                <a16:creationId xmlns:a16="http://schemas.microsoft.com/office/drawing/2014/main" id="{87C3E305-7A4D-4C03-9161-D3F15D8D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66" y="4060637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6" name="Oval 115">
            <a:extLst xmlns:a="http://schemas.openxmlformats.org/drawingml/2006/main">
              <a:ext uri="{FF2B5EF4-FFF2-40B4-BE49-F238E27FC236}">
                <a16:creationId xmlns:a16="http://schemas.microsoft.com/office/drawing/2014/main" id="{F4053CDC-FE95-4C65-9B40-07741C7B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8851" y="3391648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7" name="Oval 116">
            <a:extLst xmlns:a="http://schemas.openxmlformats.org/drawingml/2006/main">
              <a:ext uri="{FF2B5EF4-FFF2-40B4-BE49-F238E27FC236}">
                <a16:creationId xmlns:a16="http://schemas.microsoft.com/office/drawing/2014/main" id="{29EB20A2-0AC2-44F0-A285-776814BB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236" y="2588760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8" name="Oval 117">
            <a:extLst xmlns:a="http://schemas.openxmlformats.org/drawingml/2006/main">
              <a:ext uri="{FF2B5EF4-FFF2-40B4-BE49-F238E27FC236}">
                <a16:creationId xmlns:a16="http://schemas.microsoft.com/office/drawing/2014/main" id="{F378AE4F-1F81-4415-87F5-1A8D188F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620" y="2222278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Oval 118">
            <a:extLst xmlns:a="http://schemas.openxmlformats.org/drawingml/2006/main">
              <a:ext uri="{FF2B5EF4-FFF2-40B4-BE49-F238E27FC236}">
                <a16:creationId xmlns:a16="http://schemas.microsoft.com/office/drawing/2014/main" id="{020C962B-D5C6-4EE8-A7E8-FA855812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05" y="2552519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Oval 119">
            <a:extLst xmlns:a="http://schemas.openxmlformats.org/drawingml/2006/main">
              <a:ext uri="{FF2B5EF4-FFF2-40B4-BE49-F238E27FC236}">
                <a16:creationId xmlns:a16="http://schemas.microsoft.com/office/drawing/2014/main" id="{7C744F23-8178-4E43-AE2F-CFEEF340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389" y="3344908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1" name="Oval 120">
            <a:extLst xmlns:a="http://schemas.openxmlformats.org/drawingml/2006/main">
              <a:ext uri="{FF2B5EF4-FFF2-40B4-BE49-F238E27FC236}">
                <a16:creationId xmlns:a16="http://schemas.microsoft.com/office/drawing/2014/main" id="{32DEEF72-48F8-4962-9470-1987ABAD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5774" y="4036599"/>
            <a:ext cx="122529" cy="122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2" name="Connector 121">
            <a:extLst xmlns:a="http://schemas.openxmlformats.org/drawingml/2006/main">
              <a:ext uri="{FF2B5EF4-FFF2-40B4-BE49-F238E27FC236}">
                <a16:creationId xmlns:a16="http://schemas.microsoft.com/office/drawing/2014/main" id="{96D407DE-E822-4C77-86A4-AC12EA77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754880"/>
            <a:ext cx="3200400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3" name="TextBox 122">
            <a:extLst xmlns:a="http://schemas.openxmlformats.org/drawingml/2006/main">
              <a:ext uri="{FF2B5EF4-FFF2-40B4-BE49-F238E27FC236}">
                <a16:creationId xmlns:a16="http://schemas.microsoft.com/office/drawing/2014/main" id="{0D90EF4A-3FBE-4EBF-A44B-A1748686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38344"/>
            <a:ext cx="420624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采样率：时间方向</a:t>
            </a:r>
          </a:p>
        </p:txBody>
      </p:sp>
      <p:sp>
        <p:nvSpPr>
          <p:cNvPr id="124" name="Connector 123">
            <a:extLst xmlns:a="http://schemas.openxmlformats.org/drawingml/2006/main">
              <a:ext uri="{FF2B5EF4-FFF2-40B4-BE49-F238E27FC236}">
                <a16:creationId xmlns:a16="http://schemas.microsoft.com/office/drawing/2014/main" id="{B2095CDB-8172-4434-8096-D60ACAEF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2103120"/>
            <a:ext cx="0" cy="2395728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5" name="TextBox 124">
            <a:extLst xmlns:a="http://schemas.openxmlformats.org/drawingml/2006/main">
              <a:ext uri="{FF2B5EF4-FFF2-40B4-BE49-F238E27FC236}">
                <a16:creationId xmlns:a16="http://schemas.microsoft.com/office/drawing/2014/main" id="{3352C22E-77C8-417C-AA1B-9C3850FA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52625"/>
            <a:ext cx="2047875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量化位数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幅度方向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7C036AB-A39E-4FF1-91E9-D9638F1C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1645920"/>
            <a:ext cx="128016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振幅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E7F5666-6D94-4535-99E3-5A9B3EFC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2437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</p:spTree>
    <p:extLst>
      <p:ext uri="{BB962C8B-B14F-4D97-AF65-F5344CB8AC3E}">
        <p14:creationId xmlns:p14="http://schemas.microsoft.com/office/powerpoint/2010/main" val="178443256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F05A3CFC-9B9C-4550-BA25-FBA32DA6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683CB9A-A8B0-4622-92D5-04AD713E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4A37115-587D-4414-8447-8151B995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演示C：3bit变4bit，样本点会变多吗？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033E783-5F82-49EC-A416-65D99486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536192"/>
            <a:ext cx="1042416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25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保持采样时刻不变，只改变量化位数。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4431B9A-70FF-4CD5-8F78-8E0756BB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578608"/>
            <a:ext cx="2743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 bit：8个等级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B064B5EC-F9E4-4F6D-BD48-78255004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2258568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AD5AD4F6-032E-4923-882A-AA5B69BB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2453204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E0A721D0-54EC-4E93-908B-48B201F5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2647841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B2450553-D209-4947-AD3D-569F0ACB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2842477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F7790585-DB88-4458-B28B-1040B090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3037114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AB99F21E-5F98-4F15-991D-4DEB4046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3231750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ED4D38A5-F7AC-4654-AEAA-5EC837D0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3426387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B584F1A0-DD5F-43D7-ABBD-F2A05AC3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3621024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568F6206-7986-418F-A52C-D4BF5549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106" y="2757271"/>
            <a:ext cx="107899" cy="107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19050">
            <a:solidFill>
              <a:srgbClr val="8080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0BF4CC41-097E-4C01-B5E2-E1B667CA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790" y="2520581"/>
            <a:ext cx="107899" cy="107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19050">
            <a:solidFill>
              <a:srgbClr val="8080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01A911DB-D150-4DE2-9385-39D3730E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4474" y="2497858"/>
            <a:ext cx="107899" cy="107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19050">
            <a:solidFill>
              <a:srgbClr val="8080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6A9DD271-0568-4F80-9039-928CF2BE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158" y="2702414"/>
            <a:ext cx="107899" cy="107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19050">
            <a:solidFill>
              <a:srgbClr val="8080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52A3F657-CEDC-4A75-9A98-0F10FF22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842" y="3014421"/>
            <a:ext cx="107899" cy="107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19050">
            <a:solidFill>
              <a:srgbClr val="8080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4235D49D-3820-4D80-A7BC-E07F9A6B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526" y="3251111"/>
            <a:ext cx="107899" cy="107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19050">
            <a:solidFill>
              <a:srgbClr val="8080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F957CD79-D71E-4EC2-8FDD-D13487B5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210" y="3273833"/>
            <a:ext cx="107899" cy="107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19050">
            <a:solidFill>
              <a:srgbClr val="8080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D82709CA-E1D2-4B09-97E2-ECAC55FE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894" y="3069278"/>
            <a:ext cx="107899" cy="107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19050">
            <a:solidFill>
              <a:srgbClr val="8080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DF751EC9-C8A3-4EAB-836A-A5A8E0CD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8578" y="2757271"/>
            <a:ext cx="107899" cy="107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19050">
            <a:solidFill>
              <a:srgbClr val="8080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04B7ED5-67AC-494C-B206-F251E138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343400"/>
            <a:ext cx="2743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4 bit：16个等级</a:t>
            </a:r>
          </a:p>
        </p:txBody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ED72129B-3D20-49DA-9E4F-790B8E5C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4023360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91422562-C7B2-43B1-AF0B-AE9CF115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4114190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F42A130B-4B82-4BC3-92FA-76467628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4205020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F030A853-457E-4C1F-A2D6-9350A8F6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4295851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FDE83FFA-7249-4035-ADEA-214C3F5C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4386681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CEF1485A-AE8C-414D-83BE-64945A7E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4477512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2ED8EAF0-DA5D-4032-A3EA-403DE0B5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4568342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CCCF827C-B486-453D-9866-70EB1AE6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4659172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3" name="Connector 32">
            <a:extLst xmlns:a="http://schemas.openxmlformats.org/drawingml/2006/main">
              <a:ext uri="{FF2B5EF4-FFF2-40B4-BE49-F238E27FC236}">
                <a16:creationId xmlns:a16="http://schemas.microsoft.com/office/drawing/2014/main" id="{1A16BAD7-C11C-48D8-A82E-C7006EE0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4750003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105C701C-C2DA-45D3-9BA6-D4F21273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4840833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B904B4F5-75BA-424E-91FA-089B08F6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4931664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FE1E2546-3554-4ED1-B366-4B2BB764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5022494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7" name="Connector 36">
            <a:extLst xmlns:a="http://schemas.openxmlformats.org/drawingml/2006/main">
              <a:ext uri="{FF2B5EF4-FFF2-40B4-BE49-F238E27FC236}">
                <a16:creationId xmlns:a16="http://schemas.microsoft.com/office/drawing/2014/main" id="{92A71D43-198D-43C4-A1E8-FED55741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5113324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8" name="Connector 37">
            <a:extLst xmlns:a="http://schemas.openxmlformats.org/drawingml/2006/main">
              <a:ext uri="{FF2B5EF4-FFF2-40B4-BE49-F238E27FC236}">
                <a16:creationId xmlns:a16="http://schemas.microsoft.com/office/drawing/2014/main" id="{9B34C3ED-9EAF-4B15-86BA-391EB87E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5204155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9" name="Connector 38">
            <a:extLst xmlns:a="http://schemas.openxmlformats.org/drawingml/2006/main">
              <a:ext uri="{FF2B5EF4-FFF2-40B4-BE49-F238E27FC236}">
                <a16:creationId xmlns:a16="http://schemas.microsoft.com/office/drawing/2014/main" id="{E4A018F2-5CC3-465D-B2C0-26D92DF1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5294985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53B806C2-F2B2-449B-9C9C-6C69A554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5385816"/>
            <a:ext cx="720547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49572943-7CAC-479E-95F8-8C95FE64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106" y="4522063"/>
            <a:ext cx="107899" cy="107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19050">
            <a:solidFill>
              <a:srgbClr val="8080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58C4BDFA-4AD7-4B27-A77D-097E81A8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790" y="4285373"/>
            <a:ext cx="107899" cy="107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19050">
            <a:solidFill>
              <a:srgbClr val="8080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103B03B0-B398-4A40-B0A5-8DD57B86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4474" y="4262650"/>
            <a:ext cx="107899" cy="107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19050">
            <a:solidFill>
              <a:srgbClr val="8080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2BB4152F-E187-46A6-A3FC-545F9CFC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158" y="4467206"/>
            <a:ext cx="107899" cy="107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19050">
            <a:solidFill>
              <a:srgbClr val="8080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86B68569-EDCD-4EC6-B176-B703966D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842" y="4779213"/>
            <a:ext cx="107899" cy="107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19050">
            <a:solidFill>
              <a:srgbClr val="8080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Oval 45">
            <a:extLst xmlns:a="http://schemas.openxmlformats.org/drawingml/2006/main">
              <a:ext uri="{FF2B5EF4-FFF2-40B4-BE49-F238E27FC236}">
                <a16:creationId xmlns:a16="http://schemas.microsoft.com/office/drawing/2014/main" id="{D7EBD4AF-3A00-4DE4-9D03-9B3C5DA2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526" y="5015903"/>
            <a:ext cx="107899" cy="107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19050">
            <a:solidFill>
              <a:srgbClr val="8080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48AC69C8-395A-4ACE-9EA6-A32A37CC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210" y="5038625"/>
            <a:ext cx="107899" cy="107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19050">
            <a:solidFill>
              <a:srgbClr val="8080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A0DC3607-3187-459D-BBB8-14F45629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894" y="4834070"/>
            <a:ext cx="107899" cy="107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19050">
            <a:solidFill>
              <a:srgbClr val="8080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5CF1A401-2617-4D84-A593-F28244F0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8578" y="4522063"/>
            <a:ext cx="107899" cy="107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19050">
            <a:solidFill>
              <a:srgbClr val="8080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053AF8E2-9F6A-480C-A736-1DE4FD0D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6007608"/>
            <a:ext cx="104241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Aft>
                <a:spcPts val="3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灰点的时间位置不变；变化的是纵向可选等级。</a:t>
            </a:r>
          </a:p>
        </p:txBody>
      </p:sp>
    </p:spTree>
    <p:extLst>
      <p:ext uri="{BB962C8B-B14F-4D97-AF65-F5344CB8AC3E}">
        <p14:creationId xmlns:p14="http://schemas.microsoft.com/office/powerpoint/2010/main" val="196249637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AAA11B86-6BC2-453F-B2DE-FA7D4BD5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BE8D6CA-5092-4FCA-8928-47C82956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B04B3F0-C048-46F0-AC1F-7B6E9D7B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采样更多、等级更密，就一定听得更好吗？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D2D5B23-635F-4129-94B4-45163CB6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456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↑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D1737B9-3725-4586-950B-B2530A50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088"/>
            <a:ext cx="438912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每秒样本更多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F904231-90B3-423A-B9B7-9E97170C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194560"/>
            <a:ext cx="4297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0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量化位数 ↑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5B0347C-FF2A-4BC2-BEB8-96D2A450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90088"/>
            <a:ext cx="457200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每样本可选等级更多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A2884D4-B1A7-48A0-8BA4-CE91F205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230368"/>
            <a:ext cx="996696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通常能提高记录的精细程度，但音质不会无限提高。</a:t>
            </a:r>
          </a:p>
        </p:txBody>
      </p:sp>
    </p:spTree>
    <p:extLst>
      <p:ext uri="{BB962C8B-B14F-4D97-AF65-F5344CB8AC3E}">
        <p14:creationId xmlns:p14="http://schemas.microsoft.com/office/powerpoint/2010/main" val="210633952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8E8D9EE7-3AE7-4FEE-889E-2B79B257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6458CA1-D458-4EDF-A6C5-D167F726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AE58A02-9D8C-4761-B1B4-CE955D4B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3bit模型与16bit实际存储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429AD8A-F897-45ED-A89B-EF94EF98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066543"/>
            <a:ext cx="470916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E687470-EA2F-48C7-ABA3-C20CB62E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185415"/>
            <a:ext cx="4562856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课堂模型：3 bit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03D994B-EE0C-4472-8C0E-587D8213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816" y="2066543"/>
            <a:ext cx="4626864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3E0492-B363-48B6-8944-18D78DF2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185415"/>
            <a:ext cx="4480559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6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6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PCM例子：16 bit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397BF6C-F654-4ACD-A00D-84155C5D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29000"/>
            <a:ext cx="384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2780E30-43F6-4753-9F1D-A47CE55F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61004"/>
            <a:ext cx="2286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6CA3EFA-90D9-4CF4-B11E-5D2040E3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429000"/>
            <a:ext cx="384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AF3D155-2592-4F2E-AC7B-69F065BF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3461004"/>
            <a:ext cx="2286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86BF7BC-E758-4DBA-A47A-E2779EC6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04" y="3429000"/>
            <a:ext cx="384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B007AEA-1E72-4EAA-8396-AFF8E244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3461004"/>
            <a:ext cx="2286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6042AB3-2BAD-4D22-910B-71138E29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429000"/>
            <a:ext cx="384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1C6489A-2C98-4E44-BCBF-6A30759F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3461004"/>
            <a:ext cx="2286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7CB049E-C04A-4320-9EF7-99D14DE3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3429000"/>
            <a:ext cx="384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DFC45B7-B810-4D32-8DE9-00BECA3E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3461004"/>
            <a:ext cx="2286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13243D4-4BA2-4AFA-9353-5D526AE7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3429000"/>
            <a:ext cx="384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2E299E6-2C9A-4666-A907-2C4EFCBE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3461004"/>
            <a:ext cx="2286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B6FCF00-1118-46BA-A457-64997D46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3429000"/>
            <a:ext cx="384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16FA619-E81B-4FCB-9586-6E025FBC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3461004"/>
            <a:ext cx="2286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E7A1985-3BF8-42AD-9E60-3F2B4598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429000"/>
            <a:ext cx="384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7D1AA42-BD42-4F18-A267-3915BD6F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461004"/>
            <a:ext cx="2286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0278A25-0293-4EDA-85D9-78AE7F95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3429000"/>
            <a:ext cx="384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EAAAC29-1A1E-40F8-9CAA-9C604A7B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3461004"/>
            <a:ext cx="2286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48DD1B6-AD6F-4906-BD41-C6F7DE62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904" y="3429000"/>
            <a:ext cx="384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DE6170A-446A-4D50-9E5C-FBBA9B2C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344" y="3461004"/>
            <a:ext cx="2286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9FE365E7-D313-4A11-A2B4-415C7811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3429000"/>
            <a:ext cx="384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BBC4668-98B1-4F0E-97C2-437DF8F6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3461004"/>
            <a:ext cx="2286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63E3927B-4129-4B4B-A82A-E6457DAF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4014215"/>
            <a:ext cx="384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A0F4CCB0-1337-4A3B-9B8E-AFCBA00E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046220"/>
            <a:ext cx="2286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6040660-A0C9-4282-8444-C1DA6E93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4014215"/>
            <a:ext cx="384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BE0B004-0CEB-40C1-A59B-D041D788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4046220"/>
            <a:ext cx="2286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5E5C4F6B-3DF2-4B2F-A3FA-2E2DECAB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4014215"/>
            <a:ext cx="384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452A5CE1-EC6A-49E9-9469-4624DA87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4046220"/>
            <a:ext cx="2286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9842328A-17A3-44CF-A9A1-2904BA38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4014215"/>
            <a:ext cx="384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DA95A6F8-2989-41BF-A6B6-B15A95D0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4046220"/>
            <a:ext cx="2286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175E200A-E2C0-4854-8143-41AD044B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014215"/>
            <a:ext cx="384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86EDA7A1-D0C5-48AE-9F77-C22297DE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046220"/>
            <a:ext cx="2286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9B1ECF8A-2609-4002-AEB8-AAC05E23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4014215"/>
            <a:ext cx="384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3E3558A-AC41-4C91-A9D0-3C3C7FCF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4046220"/>
            <a:ext cx="2286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DBE6463C-5D61-4DFF-AD7D-FD335EFF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904" y="4014215"/>
            <a:ext cx="384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AF3F32CD-8F53-482A-8C21-4DC31C70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344" y="4046220"/>
            <a:ext cx="2286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7C294274-CCC6-4475-8269-4C914063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4014215"/>
            <a:ext cx="384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3D5FABC6-B246-43B6-83F0-CD4A42BC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4046220"/>
            <a:ext cx="2286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B3C28826-5AD3-4596-93CD-028FDC1E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位数越多，一份未压缩样本数据所占的空间也越大。</a:t>
            </a:r>
          </a:p>
        </p:txBody>
      </p:sp>
    </p:spTree>
    <p:extLst>
      <p:ext uri="{BB962C8B-B14F-4D97-AF65-F5344CB8AC3E}">
        <p14:creationId xmlns:p14="http://schemas.microsoft.com/office/powerpoint/2010/main" val="76904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EE1B6198-C83D-447C-8CED-26C71A3D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1E5743D-2425-43B1-9D5C-2CCBA8C1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C4D8DA9-7A0A-4E96-B833-128DFF4A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PCM样本和WAV文件，是一回事吗？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7DF8F76-A1C5-445B-A346-E6B409AA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6272"/>
            <a:ext cx="2898648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1678117-CD88-4AC9-B54A-68A55854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2569464"/>
            <a:ext cx="246888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5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WAV文件头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E611BF8-1BF6-4609-9F94-156BCA5E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2176272"/>
            <a:ext cx="7059168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8DB590B-40EB-4D99-90C8-B5C987D0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569464"/>
            <a:ext cx="627278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5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PCM：一个个数字样本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E981059-CD2B-44DC-9004-D44312D4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采样率、声道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等参数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68A1DDC-727B-4133-8E16-EE72BD6F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576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例如：0010 1101 0110 …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53741EC-8E51-4CB4-B636-E4579151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编码 ≠ 压缩；WAV常保存未压缩PCM，但并非只有这一种情况。</a:t>
            </a:r>
          </a:p>
        </p:txBody>
      </p:sp>
    </p:spTree>
    <p:extLst>
      <p:ext uri="{BB962C8B-B14F-4D97-AF65-F5344CB8AC3E}">
        <p14:creationId xmlns:p14="http://schemas.microsoft.com/office/powerpoint/2010/main" val="214676685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08FCF4D5-A8B5-4743-A05E-8282ADA6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A09B3F1-0230-4195-84AC-D6694B7F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D863A18-63A0-4D00-80A2-6DBD6DF3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播放时，数字样本怎样变成声音？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6126858-0668-4689-8CA8-8FA259BB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2258568"/>
            <a:ext cx="2404872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97CDAB6-40F9-4F79-A816-8D22A3F4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2258568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数字样本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C79455E5-D4A6-483D-B2A4-0FBEC4BD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2596896"/>
            <a:ext cx="35661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8154948-0D56-49F9-8046-6001CFD3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2258568"/>
            <a:ext cx="2404872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839F1C1-5598-46F8-ACA0-82BCF316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377440"/>
            <a:ext cx="2258568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DAC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0F318466-91B8-44C7-A369-0D518363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2596896"/>
            <a:ext cx="35661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C53D965-B191-4E35-ABD0-2334FF02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258568"/>
            <a:ext cx="2404872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DE78A09-0D48-4DDB-BEE6-D56C8322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77440"/>
            <a:ext cx="2258568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连续电信号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686F3817-1F74-4FFD-BDF8-33C1F82F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96896"/>
            <a:ext cx="35661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AD459EA-7619-4321-B104-086515F4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2258568"/>
            <a:ext cx="2404872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7EF07DB-0257-4790-B5F9-45E7F4C7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377440"/>
            <a:ext cx="2258568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扬声器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976FAAB-2F1A-4E23-9234-53F58A75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46320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录音是模拟 → 数字；播放是数字 → 模拟。</a:t>
            </a:r>
          </a:p>
        </p:txBody>
      </p:sp>
    </p:spTree>
    <p:extLst>
      <p:ext uri="{BB962C8B-B14F-4D97-AF65-F5344CB8AC3E}">
        <p14:creationId xmlns:p14="http://schemas.microsoft.com/office/powerpoint/2010/main" val="149987924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8F081302-E86E-4DD4-BE29-900D5EC7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FCE1200-A46A-481C-BF56-ED617301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B261AD3-FC44-4B35-B3F6-D02FCA0C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声音数据量为什么与四个参数有关？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4463418-921A-43BF-AFE1-C8DD9238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83664"/>
            <a:ext cx="493776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A8B768D-2DAD-42BE-B25A-82C50578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49377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每秒几个样本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E66B0A3-3DFA-45BA-BCEE-E9E40B9B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1883664"/>
            <a:ext cx="493776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6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量化位数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B0391E5-D9D7-413B-8DEA-0E3C604F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468880"/>
            <a:ext cx="49377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每样本多少bit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8BD044E-32F3-43BB-B1B2-3A83D0EF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11296"/>
            <a:ext cx="493776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声道数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C8E51FE-97BB-48A6-97CF-D6FD4959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96511"/>
            <a:ext cx="49377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同一时刻几路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A098DBB-7E75-46A3-8FED-89395F02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511296"/>
            <a:ext cx="493776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6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时长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644918A-AFDA-4380-BE9E-5007FA02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096511"/>
            <a:ext cx="49377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持续多少秒</a:t>
            </a:r>
          </a:p>
        </p:txBody>
      </p:sp>
    </p:spTree>
    <p:extLst>
      <p:ext uri="{BB962C8B-B14F-4D97-AF65-F5344CB8AC3E}">
        <p14:creationId xmlns:p14="http://schemas.microsoft.com/office/powerpoint/2010/main" val="123731094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C85ACEAD-BD65-458E-8374-8D6CCD0F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483D794-CE4E-4B5B-893C-A344ECDD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2AEE4A1-5E17-44FC-A009-85D8F8F4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先数样本，再数bit，最后换成Byte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A222C35-F473-48D0-A7F0-756065CD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76450"/>
            <a:ext cx="1078992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5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 样本/秒 × 4 秒 × 1 声道 = 8 个样本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38ABDF1-0E25-46CA-8A3E-B6127CB9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761488"/>
            <a:ext cx="1024128" cy="76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F466CB2-25A1-451A-936D-48199C10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2999232"/>
            <a:ext cx="89611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 bit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C52E847-DBCE-45D1-AD2D-3355CFF5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36" y="2761488"/>
            <a:ext cx="1024128" cy="76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CA911DC-D749-4053-B49D-C18EAD1C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2999232"/>
            <a:ext cx="89611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 bit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E7AB331-4A84-40F5-924C-29BEECEC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39" y="2761488"/>
            <a:ext cx="1024128" cy="76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0C4F071-56C6-48BA-8586-450A8688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1" y="2999232"/>
            <a:ext cx="89611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 bit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164B45A-DF45-4D45-891C-61B0A0E2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2761488"/>
            <a:ext cx="1024128" cy="76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68F53FF-826B-4C19-A5F0-E037997E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2999232"/>
            <a:ext cx="89611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 bit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CB55757-E4B5-451D-914C-88AB5020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2761488"/>
            <a:ext cx="1024128" cy="76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B54934C-F3A6-43CE-AC75-732F477B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999232"/>
            <a:ext cx="89611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 bit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017E0A5-3442-45AF-A91D-BF010999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61488"/>
            <a:ext cx="1024128" cy="76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0169B95-F358-4396-A184-5641B18D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999232"/>
            <a:ext cx="89611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 bit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CC848D8-D4A3-4D04-BBE2-D9D16F96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655" y="2761488"/>
            <a:ext cx="1024128" cy="76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DD43CA4-4CDA-4163-8D53-968E606B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99232"/>
            <a:ext cx="89611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 bit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FDB4B15-172C-4E16-A637-E4911200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59" y="2761488"/>
            <a:ext cx="1024128" cy="76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DD44E37-4E79-4AC6-9FC3-27BEF79C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2999232"/>
            <a:ext cx="89611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 bit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4E3ABDC-8723-43B3-962B-2F201546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389120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8 个样本 × 3 bit = 24 bit = 3 Byte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28D9069-CDDE-4666-91A6-16BE6C51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不同声道要各自记录样本；声道数翻倍，未压缩样本数据量也翻倍。</a:t>
            </a:r>
          </a:p>
        </p:txBody>
      </p:sp>
      <p:sp>
        <p:nvSpPr>
          <p:cNvPr id="24" name="packed-model-condition">
            <a:extLst xmlns:a="http://schemas.openxmlformats.org/drawingml/2006/main">
              <a:ext uri="{FF2B5EF4-FFF2-40B4-BE49-F238E27FC236}">
                <a16:creationId xmlns:a16="http://schemas.microsoft.com/office/drawing/2014/main" id="{3EC7DFC6-2787-4CD5-9AB6-6152ADFC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3bit教学模型：码字连续打包；不是实际16bit PCM文件。</a:t>
            </a:r>
          </a:p>
        </p:txBody>
      </p:sp>
    </p:spTree>
    <p:extLst>
      <p:ext uri="{BB962C8B-B14F-4D97-AF65-F5344CB8AC3E}">
        <p14:creationId xmlns:p14="http://schemas.microsoft.com/office/powerpoint/2010/main" val="98865544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41F3E7FD-73DA-4844-944C-2285F0FB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7D42B4A-3AE5-4F03-82DD-F0B6DBDA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F6CCA1E-E55B-46D0-A61E-695D806B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未压缩PCM数据量公式，从哪里来？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7060626-B966-485D-BCB0-2DAB3976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965960"/>
            <a:ext cx="1069848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字节数 = 采样率 × 位数 × 声道数 × 秒数 ÷ 8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32282DFD-655B-4073-B08B-0E93C113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55264"/>
            <a:ext cx="10341864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1603801-17DE-4E71-89D4-F472D6AD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2736"/>
            <a:ext cx="466344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Hz：每秒采多少次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0ACD8DB-AFB2-47D6-894B-D0CC7B76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602736"/>
            <a:ext cx="475488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bit：每个样本用几位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C6B44C8-3CD8-4207-B701-D2F530BB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7136"/>
            <a:ext cx="466344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声道：有几组数据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7E2FA66-25EF-4FE8-A26C-913E586E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517136"/>
            <a:ext cx="475488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秒：记录多久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ADEB23C-99AA-4D8C-BB5B-7370346B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0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kHz=1000 Hz；8 bit=1 Byte。</a:t>
            </a:r>
          </a:p>
        </p:txBody>
      </p:sp>
    </p:spTree>
    <p:extLst>
      <p:ext uri="{BB962C8B-B14F-4D97-AF65-F5344CB8AC3E}">
        <p14:creationId xmlns:p14="http://schemas.microsoft.com/office/powerpoint/2010/main" val="501068252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C9649B05-E401-4ED1-ABB9-36BF6B81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0020634-36C4-486E-A4F2-D06C465B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BCA0A6F-F5F2-4437-B466-6EE33788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练习题 1</a:t>
            </a:r>
          </a:p>
        </p:txBody>
      </p:sp>
      <p:sp>
        <p:nvSpPr>
          <p:cNvPr id="5" name="practice-givens">
            <a:extLst xmlns:a="http://schemas.openxmlformats.org/drawingml/2006/main">
              <a:ext uri="{FF2B5EF4-FFF2-40B4-BE49-F238E27FC236}">
                <a16:creationId xmlns:a16="http://schemas.microsoft.com/office/drawing/2014/main" id="{E31669BC-9C0A-4F3F-8142-77DED8B4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1640"/>
            <a:ext cx="10652760" cy="1762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 16,000 Hz，8 bit，双声道，录制5秒。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未压缩PCM样本数据共有多少 Byte？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D0809662-B334-4427-BFFA-5DA83013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19472"/>
            <a:ext cx="102595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C65EDDE-C6FA-46A0-92AB-CA53F50E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5166360"/>
            <a:ext cx="103327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先标出每个数字的含义。</a:t>
            </a:r>
          </a:p>
        </p:txBody>
      </p:sp>
    </p:spTree>
    <p:extLst>
      <p:ext uri="{BB962C8B-B14F-4D97-AF65-F5344CB8AC3E}">
        <p14:creationId xmlns:p14="http://schemas.microsoft.com/office/powerpoint/2010/main" val="143687114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27B172FB-5B5B-4E7C-B02F-491B8773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5E2CBD1-E57B-4C50-A1B2-56C395E7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8A8FEF9-8020-4045-B551-11DF86EB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练习题 1</a:t>
            </a:r>
          </a:p>
        </p:txBody>
      </p:sp>
      <p:sp>
        <p:nvSpPr>
          <p:cNvPr id="5" name="practice-givens">
            <a:extLst xmlns:a="http://schemas.openxmlformats.org/drawingml/2006/main">
              <a:ext uri="{FF2B5EF4-FFF2-40B4-BE49-F238E27FC236}">
                <a16:creationId xmlns:a16="http://schemas.microsoft.com/office/drawing/2014/main" id="{64F18342-A32D-43DC-80EF-66270DBA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1640"/>
            <a:ext cx="10652760" cy="1762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 16,000 Hz，8 bit，双声道，录制5秒。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未压缩PCM样本数据共有多少 Byte？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6180F880-7969-46E8-B53A-4748D6FC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19472"/>
            <a:ext cx="102595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" name="calculation-step-0">
            <a:extLst xmlns:a="http://schemas.openxmlformats.org/drawingml/2006/main">
              <a:ext uri="{FF2B5EF4-FFF2-40B4-BE49-F238E27FC236}">
                <a16:creationId xmlns:a16="http://schemas.microsoft.com/office/drawing/2014/main" id="{E4CE2F24-A34D-498C-B4EF-4D6D7CCD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147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每声道：16,000 × 5＝80,000 个样本</a:t>
            </a:r>
          </a:p>
        </p:txBody>
      </p:sp>
      <p:sp>
        <p:nvSpPr>
          <p:cNvPr id="8" name="calculation-step-1">
            <a:extLst xmlns:a="http://schemas.openxmlformats.org/drawingml/2006/main">
              <a:ext uri="{FF2B5EF4-FFF2-40B4-BE49-F238E27FC236}">
                <a16:creationId xmlns:a16="http://schemas.microsoft.com/office/drawing/2014/main" id="{FCD090C7-A671-4BA4-B87A-5407C359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909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每样本：8 bit ÷ 8＝1 Byte</a:t>
            </a:r>
          </a:p>
        </p:txBody>
      </p:sp>
      <p:sp>
        <p:nvSpPr>
          <p:cNvPr id="9" name="calculation-step-2">
            <a:extLst xmlns:a="http://schemas.openxmlformats.org/drawingml/2006/main">
              <a:ext uri="{FF2B5EF4-FFF2-40B4-BE49-F238E27FC236}">
                <a16:creationId xmlns:a16="http://schemas.microsoft.com/office/drawing/2014/main" id="{EC975187-ED6E-4307-BA89-B1A30FE3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双声道：80,000 × 2 × 1＝160,000 Byte</a:t>
            </a:r>
          </a:p>
        </p:txBody>
      </p:sp>
      <p:sp>
        <p:nvSpPr>
          <p:cNvPr id="10" name="practice-answer">
            <a:extLst xmlns:a="http://schemas.openxmlformats.org/drawingml/2006/main">
              <a:ext uri="{FF2B5EF4-FFF2-40B4-BE49-F238E27FC236}">
                <a16:creationId xmlns:a16="http://schemas.microsoft.com/office/drawing/2014/main" id="{59213D46-0B45-4FAB-A526-9ABFD574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答案：160,000 Byte</a:t>
            </a:r>
          </a:p>
        </p:txBody>
      </p:sp>
    </p:spTree>
    <p:extLst>
      <p:ext uri="{BB962C8B-B14F-4D97-AF65-F5344CB8AC3E}">
        <p14:creationId xmlns:p14="http://schemas.microsoft.com/office/powerpoint/2010/main" val="1664441173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6A26AEFA-9B0E-468A-91B9-E23CECE2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8A20C2A-8A3E-48DB-9774-321470ED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CB81277-76F7-4B41-8CD9-A76FD8C9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本节课你能解释三件事吗？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B799D0-CF11-4764-B019-62EC2F5A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8308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① 声音怎么进入电脑？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3AFF4E6-0427-4063-B7DF-E84B6F7A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50008"/>
            <a:ext cx="105156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 → ADC → 数字数据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FBA2320-D9CF-48C1-B5D0-4082589C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081528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② 采样和量化有什么不同？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BDD9B8A-AC22-4CBA-A7E9-504881A0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48456"/>
            <a:ext cx="105156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前者定时刻，后者定代表值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5F1DB17-DB89-47A1-9AD9-0E199132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379976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③ PCM为什么有大小差别？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2BCFBD3-BB31-4C90-80C9-F0E690E6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46904"/>
            <a:ext cx="105156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 × 每样本bit</a:t>
            </a:r>
          </a:p>
        </p:txBody>
      </p:sp>
    </p:spTree>
    <p:extLst>
      <p:ext uri="{BB962C8B-B14F-4D97-AF65-F5344CB8AC3E}">
        <p14:creationId xmlns:p14="http://schemas.microsoft.com/office/powerpoint/2010/main" val="1560500694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6299D16D-B339-4B0F-9806-028C3B69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8100A9D-3AE7-437C-A678-CF439992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78990BA-5725-4A9E-AFA4-5232DE79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211455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为什么文件还需要压缩？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D9E495-69C5-4558-BB75-1B99EB06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37147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第二课时｜音频、视频编码与数据压缩</a:t>
            </a:r>
          </a:p>
        </p:txBody>
      </p:sp>
    </p:spTree>
    <p:extLst>
      <p:ext uri="{BB962C8B-B14F-4D97-AF65-F5344CB8AC3E}">
        <p14:creationId xmlns:p14="http://schemas.microsoft.com/office/powerpoint/2010/main" val="1647313591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FA51B1A3-3586-41EF-A28D-ADB680FB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63C254A-0819-4817-B4AF-0F54D5FE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EAD6507-1564-44A0-9249-ED63AA94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先回忆：这四个数字，分别是什么意思？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F8F754F-E919-44EF-B86B-437AACDA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828800"/>
            <a:ext cx="495604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48,000 Hz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41B745E-4C8C-4787-AE18-9812501D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551176"/>
            <a:ext cx="4956048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每秒取样次数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46D0309-A763-4576-BA63-806BDAF2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828800"/>
            <a:ext cx="495604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0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16 bit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79E5FDD-C245-4F87-B27C-06C2A660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551176"/>
            <a:ext cx="4956048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每样本的位数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C6FEBB1-D865-4F37-8813-A97CA852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566160"/>
            <a:ext cx="495604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E1AC4D7-448D-4FDE-93B0-21B0C010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288536"/>
            <a:ext cx="4956048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左右两个声道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1EE167F-CBB1-45BD-A415-3C2FE805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566160"/>
            <a:ext cx="495604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0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60 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31A36E7-AB18-4D71-9140-4AD1127C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288536"/>
            <a:ext cx="4956048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音频持续时间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51E5C86-5990-4BBA-94AE-12F34A91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提醒：1 MB（按1024²换算）在严格单位写法中应称MiB。</a:t>
            </a:r>
          </a:p>
        </p:txBody>
      </p:sp>
    </p:spTree>
    <p:extLst>
      <p:ext uri="{BB962C8B-B14F-4D97-AF65-F5344CB8AC3E}">
        <p14:creationId xmlns:p14="http://schemas.microsoft.com/office/powerpoint/2010/main" val="603738169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EF36C739-C494-4ABB-87F4-0AC7D4BD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DEB8769-EF31-4A3A-BBF7-62B7D2B1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52C28D2-25E8-42F2-8D5F-C6B0BFC7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练习题 2</a:t>
            </a:r>
          </a:p>
        </p:txBody>
      </p:sp>
      <p:sp>
        <p:nvSpPr>
          <p:cNvPr id="5" name="practice-givens">
            <a:extLst xmlns:a="http://schemas.openxmlformats.org/drawingml/2006/main">
              <a:ext uri="{FF2B5EF4-FFF2-40B4-BE49-F238E27FC236}">
                <a16:creationId xmlns:a16="http://schemas.microsoft.com/office/drawing/2014/main" id="{B935642A-DCE0-416E-93CE-B5473124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1640"/>
            <a:ext cx="10652760" cy="1762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1分钟未压缩PCM音频：48,000 Hz、16 bit、双声道。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样本数据量约多少MiB？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1B797BEA-9D84-41CD-8472-3AB48B9A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19472"/>
            <a:ext cx="102595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4C1E76F-4CC1-4AD5-B5C6-0B471A41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5166360"/>
            <a:ext cx="103327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先列式，再做单位换算。</a:t>
            </a:r>
          </a:p>
        </p:txBody>
      </p:sp>
    </p:spTree>
    <p:extLst>
      <p:ext uri="{BB962C8B-B14F-4D97-AF65-F5344CB8AC3E}">
        <p14:creationId xmlns:p14="http://schemas.microsoft.com/office/powerpoint/2010/main" val="1850345566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066D5E8A-F42D-4C5C-A7EE-AF6DC04B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115AA4B-75DE-4DBA-9B98-D02C61B9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5067003-B407-495B-A1D1-67228A2E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练习题 2</a:t>
            </a:r>
          </a:p>
        </p:txBody>
      </p:sp>
      <p:sp>
        <p:nvSpPr>
          <p:cNvPr id="5" name="practice-givens">
            <a:extLst xmlns:a="http://schemas.openxmlformats.org/drawingml/2006/main">
              <a:ext uri="{FF2B5EF4-FFF2-40B4-BE49-F238E27FC236}">
                <a16:creationId xmlns:a16="http://schemas.microsoft.com/office/drawing/2014/main" id="{06DA94E1-7A53-4954-A939-234A0E00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1640"/>
            <a:ext cx="10652760" cy="1762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1分钟未压缩PCM音频：48,000 Hz、16 bit、双声道。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样本数据量约多少MiB？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FCDC3A8A-DD8B-4D15-A123-28A4D4AA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19472"/>
            <a:ext cx="102595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" name="calculation-step-0">
            <a:extLst xmlns:a="http://schemas.openxmlformats.org/drawingml/2006/main">
              <a:ext uri="{FF2B5EF4-FFF2-40B4-BE49-F238E27FC236}">
                <a16:creationId xmlns:a16="http://schemas.microsoft.com/office/drawing/2014/main" id="{0DECBB39-16AC-4FE3-BB80-EC82208A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147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每声道：48,000 × 60＝2,880,000 个样本</a:t>
            </a:r>
          </a:p>
        </p:txBody>
      </p:sp>
      <p:sp>
        <p:nvSpPr>
          <p:cNvPr id="8" name="calculation-step-1">
            <a:extLst xmlns:a="http://schemas.openxmlformats.org/drawingml/2006/main">
              <a:ext uri="{FF2B5EF4-FFF2-40B4-BE49-F238E27FC236}">
                <a16:creationId xmlns:a16="http://schemas.microsoft.com/office/drawing/2014/main" id="{A8CE6ED8-1F3E-4BE3-9F09-DBC398F2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909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每样本：16 bit ÷ 8＝2 Byte</a:t>
            </a:r>
          </a:p>
        </p:txBody>
      </p:sp>
      <p:sp>
        <p:nvSpPr>
          <p:cNvPr id="9" name="calculation-step-2">
            <a:extLst xmlns:a="http://schemas.openxmlformats.org/drawingml/2006/main">
              <a:ext uri="{FF2B5EF4-FFF2-40B4-BE49-F238E27FC236}">
                <a16:creationId xmlns:a16="http://schemas.microsoft.com/office/drawing/2014/main" id="{C629BE71-1224-4217-9849-65134E09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总量：2,880,000 × 2声道 × 2＝11,520,000 B</a:t>
            </a:r>
          </a:p>
        </p:txBody>
      </p:sp>
      <p:sp>
        <p:nvSpPr>
          <p:cNvPr id="10" name="calculation-step-3">
            <a:extLst xmlns:a="http://schemas.openxmlformats.org/drawingml/2006/main">
              <a:ext uri="{FF2B5EF4-FFF2-40B4-BE49-F238E27FC236}">
                <a16:creationId xmlns:a16="http://schemas.microsoft.com/office/drawing/2014/main" id="{1C7CB7F3-E4B3-4FA8-ADCD-C790BF12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434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换算：11,520,000 ÷ 1024² ≈ 10.99 MiB</a:t>
            </a:r>
          </a:p>
        </p:txBody>
      </p:sp>
      <p:sp>
        <p:nvSpPr>
          <p:cNvPr id="11" name="practice-answer">
            <a:extLst xmlns:a="http://schemas.openxmlformats.org/drawingml/2006/main">
              <a:ext uri="{FF2B5EF4-FFF2-40B4-BE49-F238E27FC236}">
                <a16:creationId xmlns:a16="http://schemas.microsoft.com/office/drawing/2014/main" id="{8B86645D-221E-4AFD-9A7C-C3AF2F4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答案：约10.99 MiB</a:t>
            </a:r>
          </a:p>
        </p:txBody>
      </p:sp>
    </p:spTree>
    <p:extLst>
      <p:ext uri="{BB962C8B-B14F-4D97-AF65-F5344CB8AC3E}">
        <p14:creationId xmlns:p14="http://schemas.microsoft.com/office/powerpoint/2010/main" val="794302661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E362DAEF-B75E-406E-99BF-46E94BA9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FBE21C1-D229-4A3A-987F-26560DE8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AA6B79E-E1A0-4C2F-830B-114B1CE2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练习题 3</a:t>
            </a:r>
          </a:p>
        </p:txBody>
      </p:sp>
      <p:sp>
        <p:nvSpPr>
          <p:cNvPr id="5" name="practice-givens">
            <a:extLst xmlns:a="http://schemas.openxmlformats.org/drawingml/2006/main">
              <a:ext uri="{FF2B5EF4-FFF2-40B4-BE49-F238E27FC236}">
                <a16:creationId xmlns:a16="http://schemas.microsoft.com/office/drawing/2014/main" id="{3D58D31C-D2A3-4E26-84C0-A84F6831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1640"/>
            <a:ext cx="10652760" cy="1762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给5分钟的诗朗诵加入一条等时长背景音乐音轨。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如果导出时仍为44.1 kHz、16 bit、双声道PCM，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数据量会翻倍吗？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B4CA7659-332D-4CAA-BF65-5B6E20BF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19472"/>
            <a:ext cx="102595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71F4805-C040-4396-BD0B-6A9F6A52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5166360"/>
            <a:ext cx="103327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先投票：翻倍 / 不变 / 说不清。</a:t>
            </a:r>
          </a:p>
        </p:txBody>
      </p:sp>
    </p:spTree>
    <p:extLst>
      <p:ext uri="{BB962C8B-B14F-4D97-AF65-F5344CB8AC3E}">
        <p14:creationId xmlns:p14="http://schemas.microsoft.com/office/powerpoint/2010/main" val="1801136467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ABA1BF46-6D25-4AF9-A841-C3F30AE1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5DDFCD8-3299-42EC-9758-A3928AD5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EFECA51-F282-4AF3-8F05-018FCB92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两个看似有道理的答案，你支持哪一个？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3F61939C-3BEF-45FE-B64F-27F14871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627632"/>
            <a:ext cx="0" cy="3776472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00F1509-332A-45EF-A7B9-6BFF3CF8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37360"/>
            <a:ext cx="507492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观点 A：不变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C8413F1-127A-44E8-845E-D9E3E2C2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37360"/>
            <a:ext cx="47548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观点 B：翻倍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32EE781-27F2-4856-884C-3A45FA81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5010912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采样率没变，位数没变，时长没变，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输出的声道数也没变。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6AAACEA-1429-4CAA-BD78-9AD73A2A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743200"/>
            <a:ext cx="4873752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录音里多了一份音乐，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是不是就需要多一份音频数据？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6FBD98A-9BEA-4F18-898E-25E9801A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争论的关键：编辑时的“音轨”，是不是导出时的“声道”？</a:t>
            </a:r>
          </a:p>
        </p:txBody>
      </p:sp>
    </p:spTree>
    <p:extLst>
      <p:ext uri="{BB962C8B-B14F-4D97-AF65-F5344CB8AC3E}">
        <p14:creationId xmlns:p14="http://schemas.microsoft.com/office/powerpoint/2010/main" val="1103825675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BEBA404E-08CE-4241-B73A-408354AD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B937D7B-07AF-4E2C-9434-8DBD9BF7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183488D-6181-435B-A71E-04EF55E2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编辑音轨与输出声道，有什么不同？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02113DB-99B5-4209-B8F6-B948E157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148840"/>
            <a:ext cx="376732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2106576-50DE-4E78-A009-667F0873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286000"/>
            <a:ext cx="3493008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音轨1：诗朗诵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761A45D-D53C-4608-A7E1-9F5567C4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081528"/>
            <a:ext cx="376732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4609704-F960-4F49-8A64-923B6AFC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218688"/>
            <a:ext cx="3493008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音轨2：背景音乐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E9A88D99-3B15-44DD-876E-CDC11804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944368"/>
            <a:ext cx="1426464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15CF762-2811-431A-A620-437153BD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496" y="2331720"/>
            <a:ext cx="192024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混音导出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29777D3-58AD-4960-A5A1-EF3B76C4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148840"/>
            <a:ext cx="422452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37E4083-9FE2-4814-9EA4-71DE2D1B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286000"/>
            <a:ext cx="36576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左声道 L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F408F10-B967-42C4-8EC8-CE00A971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081528"/>
            <a:ext cx="422452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269B941-683B-4CB1-8BDE-D259BD0A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218688"/>
            <a:ext cx="36576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右声道 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EC136B2-4234-497C-89C5-5E7A35B7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937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编辑有两条音轨，导出仍然可以只有两个声道。</a:t>
            </a:r>
          </a:p>
        </p:txBody>
      </p:sp>
    </p:spTree>
    <p:extLst>
      <p:ext uri="{BB962C8B-B14F-4D97-AF65-F5344CB8AC3E}">
        <p14:creationId xmlns:p14="http://schemas.microsoft.com/office/powerpoint/2010/main" val="309474929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326910E5-1015-4BED-8CE3-CE65FF20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A4E8AC7-8255-4D98-9892-B57F2DFE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233BFB9-4B33-465B-9F84-585DC564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练习题 3</a:t>
            </a:r>
          </a:p>
        </p:txBody>
      </p:sp>
      <p:sp>
        <p:nvSpPr>
          <p:cNvPr id="5" name="practice-givens">
            <a:extLst xmlns:a="http://schemas.openxmlformats.org/drawingml/2006/main">
              <a:ext uri="{FF2B5EF4-FFF2-40B4-BE49-F238E27FC236}">
                <a16:creationId xmlns:a16="http://schemas.microsoft.com/office/drawing/2014/main" id="{2D800952-F4DC-44C5-B298-C79C96B5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1640"/>
            <a:ext cx="10652760" cy="1762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给5分钟的诗朗诵加入一条等时长背景音乐音轨。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如果导出时仍为44.1 kHz、16 bit、双声道PCM，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数据量会翻倍吗？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5C5AA14C-4893-4F03-8008-4406B632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19472"/>
            <a:ext cx="102595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4A3F51C-7E94-413B-898C-8065C173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5074920"/>
            <a:ext cx="1051560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答案：未压缩样本数据量不变。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601FCF7-CEE0-4521-B293-82098DA7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5660136"/>
            <a:ext cx="105156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内容变了，但采样率、位数、声道数、时长均未变。</a:t>
            </a:r>
          </a:p>
        </p:txBody>
      </p:sp>
    </p:spTree>
    <p:extLst>
      <p:ext uri="{BB962C8B-B14F-4D97-AF65-F5344CB8AC3E}">
        <p14:creationId xmlns:p14="http://schemas.microsoft.com/office/powerpoint/2010/main" val="1447985931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5C183CD3-04AF-42FF-A565-C26B12AB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EC7FEB2-E139-482F-9F0B-9C32F233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E62FF47-1FA9-48AE-BD0F-F97604AA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迁移：把双声道改成单声道，会怎样？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A956B63-ACC0-4131-AEAA-F3CCC848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185416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双声道：2路数据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28E1B3A-445A-4040-825A-37B427BF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2185416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单声道：1路数据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87C9023-1448-42F3-8937-3E20EBA0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145536"/>
            <a:ext cx="3694176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AA9FB9F-1B19-4621-8DE1-87433FD9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721608"/>
            <a:ext cx="3694176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457DA28-DB81-46D7-97CF-1AC06221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3438144"/>
            <a:ext cx="3694176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34C500D-426C-4B26-8B40-BC275FBF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未压缩PCM：声道数变成一半，样本数据量也变成一半。</a:t>
            </a:r>
          </a:p>
        </p:txBody>
      </p:sp>
    </p:spTree>
    <p:extLst>
      <p:ext uri="{BB962C8B-B14F-4D97-AF65-F5344CB8AC3E}">
        <p14:creationId xmlns:p14="http://schemas.microsoft.com/office/powerpoint/2010/main" val="496766387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A4B60B5C-DD68-4FED-8E13-B7502DFF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C88733E-D364-49B8-8191-34F5E3C1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919A0E5-300D-4E28-BBB8-66BDEE4E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图像采样与声音采样，哪里相同？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048AF24-AEDE-4B41-942C-0012CBFB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92807"/>
            <a:ext cx="231343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取样位置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B038607-4B46-4513-822A-CDBFE53A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1892807"/>
            <a:ext cx="40233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二维：行×列的像素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2022762-2467-40F0-88A5-A00E7AA8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892807"/>
            <a:ext cx="37947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一维：时间点</a:t>
            </a: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74F1D4FB-0C0A-455D-AAFE-A8A0CDF2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97479"/>
            <a:ext cx="1033272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27DE202-AEE3-4425-A95B-BCB4290F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008376"/>
            <a:ext cx="231343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描述的量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67BC95A-0265-4714-ABBF-426E858E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3008376"/>
            <a:ext cx="40233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像素的颜色信息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2B3E1B6-1DDB-4CCB-AB50-6F001EA4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008376"/>
            <a:ext cx="37947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声音信号振幅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F32F15F1-D846-4C58-882F-AB650B37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13048"/>
            <a:ext cx="1033272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3C188E4-C771-4011-B5B8-3B7BCC4F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123944"/>
            <a:ext cx="231343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数据量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56C25C1-4A14-4AD4-B791-7E775A82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4123944"/>
            <a:ext cx="40233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像素数×每像素位数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DB2E5C6-E773-4AD9-BA21-9241578E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123944"/>
            <a:ext cx="37947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样本数×每样本位数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61956DE-12AB-48D5-886D-A8B9DD82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这两种编码都有“选择样本”和“用有限数字表达样本”的过程。</a:t>
            </a:r>
          </a:p>
        </p:txBody>
      </p:sp>
    </p:spTree>
    <p:extLst>
      <p:ext uri="{BB962C8B-B14F-4D97-AF65-F5344CB8AC3E}">
        <p14:creationId xmlns:p14="http://schemas.microsoft.com/office/powerpoint/2010/main" val="1571901996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6CC72A83-55C2-4661-ADC0-F7BDB8D3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598E12A-F69F-4165-A67F-BE70ABCE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5A6F206-8F9C-45E5-A362-B9140C0B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连续的图片，怎样让我们看到运动？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D0B5C2D-DF2F-4BBC-95A1-6B11213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084831"/>
            <a:ext cx="2066543" cy="2084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2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E5CAD4C9-2078-46E8-A5F0-43D7DC93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889504"/>
            <a:ext cx="484632" cy="484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9F2A1C1-7EF4-48E9-A43E-4385A2E2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352544"/>
            <a:ext cx="2066543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第1帧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AD35231-6187-4CC4-9459-A57EBB1E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2084831"/>
            <a:ext cx="2066543" cy="2084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2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47DD49A3-0C0F-4A91-BD59-E1A539E3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2889504"/>
            <a:ext cx="484632" cy="484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5A5B942-D0EF-4A9E-BC1C-3B8BEC6F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4352544"/>
            <a:ext cx="2066543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第2帧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568A683-AFF5-483A-8BB4-1BB2BA3B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084831"/>
            <a:ext cx="2066543" cy="2084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2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36346C87-1A59-4C05-AC3E-EA017336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889504"/>
            <a:ext cx="484632" cy="484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172BE2F-825F-4060-B886-C9615F4D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4352544"/>
            <a:ext cx="2066543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第3帧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B9427C4-0CEF-47A9-8890-3477EA46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084831"/>
            <a:ext cx="2066543" cy="2084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2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80C8F7C8-47C5-4EA9-B20B-BBDEC90E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2889504"/>
            <a:ext cx="484632" cy="484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44526F9-1ADF-4D96-AA61-FFF84BA2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352544"/>
            <a:ext cx="2066543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第4帧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9730DA6-8FCE-494C-A605-B19DF2BB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2084831"/>
            <a:ext cx="2066543" cy="2084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2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475E59B1-CE20-4B8C-AF8A-EFBAD843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536" y="2889504"/>
            <a:ext cx="484632" cy="484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127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32E4E02-F71D-4FF7-B717-1EEA9155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4352544"/>
            <a:ext cx="2066543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第5帧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5A38971-D832-4CF0-8F84-45C4AE41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帧率25 fps：每秒显示25张画面。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F31247B-9914-4BF3-995C-52FBAB82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56632"/>
            <a:ext cx="78181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球在画面中的位置逐帧变化</a:t>
            </a:r>
          </a:p>
        </p:txBody>
      </p:sp>
    </p:spTree>
    <p:extLst>
      <p:ext uri="{BB962C8B-B14F-4D97-AF65-F5344CB8AC3E}">
        <p14:creationId xmlns:p14="http://schemas.microsoft.com/office/powerpoint/2010/main" val="991203829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91820ED1-A929-4E46-B021-CBEBD6C1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1B8DCB3-2C93-4428-8446-067FFCCA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7D83945-FA16-49C6-93FA-682BD573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10分钟、25fps，要保存多少帧？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FF829EA-2790-4F54-ADA0-5400F157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48256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25帧/秒 × 60秒/分钟 × 10分钟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31C3185-DE9A-41ED-B243-4979A8D1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64408"/>
            <a:ext cx="10515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4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= 15,000 帧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C7E941B-D40D-4730-A3DD-49DA74CB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910328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无压缩视频 = 单帧图像数据量 × 总帧数。</a:t>
            </a:r>
          </a:p>
        </p:txBody>
      </p:sp>
    </p:spTree>
    <p:extLst>
      <p:ext uri="{BB962C8B-B14F-4D97-AF65-F5344CB8AC3E}">
        <p14:creationId xmlns:p14="http://schemas.microsoft.com/office/powerpoint/2010/main" val="1653715975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F48A47DF-EA30-4B85-8FFA-DA793659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E4F7918-05EF-4B0C-B1E3-F3AC7191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5DFEBF3-8EA5-45E1-93DD-7C8ADC4C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练习题 4</a:t>
            </a:r>
          </a:p>
        </p:txBody>
      </p:sp>
      <p:sp>
        <p:nvSpPr>
          <p:cNvPr id="5" name="practice-givens">
            <a:extLst xmlns:a="http://schemas.openxmlformats.org/drawingml/2006/main">
              <a:ext uri="{FF2B5EF4-FFF2-40B4-BE49-F238E27FC236}">
                <a16:creationId xmlns:a16="http://schemas.microsoft.com/office/drawing/2014/main" id="{525AA737-361B-433A-A7F4-BA11572E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1640"/>
            <a:ext cx="10652760" cy="1762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10分钟的无声视频：480×320像素，24 bit/像素，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帧率25 fps。假设逐帧未压缩存储，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总数据量约多少GiB？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64A30EB8-7197-490D-832D-C4F8CADC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19472"/>
            <a:ext cx="102595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79F7FF0-D57B-4292-8ED7-F6BD733E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5166360"/>
            <a:ext cx="103327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先算每帧，再算总帧数。</a:t>
            </a:r>
          </a:p>
        </p:txBody>
      </p:sp>
    </p:spTree>
    <p:extLst>
      <p:ext uri="{BB962C8B-B14F-4D97-AF65-F5344CB8AC3E}">
        <p14:creationId xmlns:p14="http://schemas.microsoft.com/office/powerpoint/2010/main" val="2131278924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7E4F12CC-7077-4853-A185-C0B552AF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0418E61-BB83-4764-A15B-E4595F5A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E0ECEFB-063F-40E6-BA53-C603C48F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练习题 4</a:t>
            </a:r>
          </a:p>
        </p:txBody>
      </p:sp>
      <p:sp>
        <p:nvSpPr>
          <p:cNvPr id="5" name="practice-givens">
            <a:extLst xmlns:a="http://schemas.openxmlformats.org/drawingml/2006/main">
              <a:ext uri="{FF2B5EF4-FFF2-40B4-BE49-F238E27FC236}">
                <a16:creationId xmlns:a16="http://schemas.microsoft.com/office/drawing/2014/main" id="{DCB06CCF-53D2-46E4-BC00-BFCDC990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1640"/>
            <a:ext cx="10652760" cy="1762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10分钟的无声视频：480×320像素，24 bit/像素，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帧率25 fps。假设逐帧未压缩存储，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总数据量约多少GiB？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CE431726-F8B3-4900-A81A-6697A028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19472"/>
            <a:ext cx="102595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" name="calculation-step-0">
            <a:extLst xmlns:a="http://schemas.openxmlformats.org/drawingml/2006/main">
              <a:ext uri="{FF2B5EF4-FFF2-40B4-BE49-F238E27FC236}">
                <a16:creationId xmlns:a16="http://schemas.microsoft.com/office/drawing/2014/main" id="{A4B31346-32E8-4831-8610-1ADC019B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147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单帧：480 × 320 × 24 ÷ 8＝460,800 B</a:t>
            </a:r>
          </a:p>
        </p:txBody>
      </p:sp>
      <p:sp>
        <p:nvSpPr>
          <p:cNvPr id="8" name="calculation-step-1">
            <a:extLst xmlns:a="http://schemas.openxmlformats.org/drawingml/2006/main">
              <a:ext uri="{FF2B5EF4-FFF2-40B4-BE49-F238E27FC236}">
                <a16:creationId xmlns:a16="http://schemas.microsoft.com/office/drawing/2014/main" id="{3B1ABC75-7945-4731-A9EE-FE3E6F5F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909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帧数：25 × 10 × 60＝15,000 帧</a:t>
            </a:r>
          </a:p>
        </p:txBody>
      </p:sp>
      <p:sp>
        <p:nvSpPr>
          <p:cNvPr id="9" name="calculation-step-2">
            <a:extLst xmlns:a="http://schemas.openxmlformats.org/drawingml/2006/main">
              <a:ext uri="{FF2B5EF4-FFF2-40B4-BE49-F238E27FC236}">
                <a16:creationId xmlns:a16="http://schemas.microsoft.com/office/drawing/2014/main" id="{91740D09-E05B-436C-AF2D-3F30002A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总量：460,800 × 15,000＝6,912,000,000 B</a:t>
            </a:r>
          </a:p>
        </p:txBody>
      </p:sp>
      <p:sp>
        <p:nvSpPr>
          <p:cNvPr id="10" name="calculation-step-3">
            <a:extLst xmlns:a="http://schemas.openxmlformats.org/drawingml/2006/main">
              <a:ext uri="{FF2B5EF4-FFF2-40B4-BE49-F238E27FC236}">
                <a16:creationId xmlns:a16="http://schemas.microsoft.com/office/drawing/2014/main" id="{CF0BC073-1495-47D1-B0D8-A58D5F72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434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换算：6,912,000,000 ÷ 1024³ ≈ 6.44 GiB</a:t>
            </a:r>
          </a:p>
        </p:txBody>
      </p:sp>
      <p:sp>
        <p:nvSpPr>
          <p:cNvPr id="11" name="practice-answer">
            <a:extLst xmlns:a="http://schemas.openxmlformats.org/drawingml/2006/main">
              <a:ext uri="{FF2B5EF4-FFF2-40B4-BE49-F238E27FC236}">
                <a16:creationId xmlns:a16="http://schemas.microsoft.com/office/drawing/2014/main" id="{FB3AD08D-A1D8-4CB8-9B62-9BEF8FFA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答案：约6.44 GiB</a:t>
            </a:r>
          </a:p>
        </p:txBody>
      </p:sp>
    </p:spTree>
    <p:extLst>
      <p:ext uri="{BB962C8B-B14F-4D97-AF65-F5344CB8AC3E}">
        <p14:creationId xmlns:p14="http://schemas.microsoft.com/office/powerpoint/2010/main" val="669091188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9C7A18DA-FE06-4D8E-8F53-77A6E77D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6BCF116-9F98-4665-99E6-95D70501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76A5737-0705-48D8-9C87-57A27812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视频文件为什么可能小于6.44 GiB？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CE8C617-C97D-4282-A52C-C9758C85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92807"/>
            <a:ext cx="1078992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刚才的计算错了吗？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A97660D-BCF7-4A12-A1EF-BE403957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00984"/>
            <a:ext cx="106984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如果公式没错，实际文件为什么可能小得多？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632EE08-A12D-4146-8934-9DB357C4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请提出至少一种可以检验的解释。</a:t>
            </a:r>
          </a:p>
        </p:txBody>
      </p:sp>
    </p:spTree>
    <p:extLst>
      <p:ext uri="{BB962C8B-B14F-4D97-AF65-F5344CB8AC3E}">
        <p14:creationId xmlns:p14="http://schemas.microsoft.com/office/powerpoint/2010/main" val="2064523846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672B63DB-6118-4323-9E7E-CCA13278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748265D-7913-418A-AFF6-53DDDEA4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1BF1218-3645-44E9-8784-1DCB861C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刚才计算的是逐帧未压缩数据量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22C48AE-5B3F-49F9-86F5-685ABD40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267712"/>
            <a:ext cx="4590288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41CFF3E-13AA-4C80-BAA9-CB60DA4A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386584"/>
            <a:ext cx="4443983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未压缩图像帧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CE7B6797-52EE-47D4-91BA-5CE289F1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2606040"/>
            <a:ext cx="987552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4C64501-1490-43CF-8390-E4903109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267712"/>
            <a:ext cx="466344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703D6B0-09C9-43F8-A78F-31EBEDA5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386584"/>
            <a:ext cx="4517136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重新编码后的视频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48CB43B-82A9-47CE-8D17-CC0F0BD1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712463"/>
            <a:ext cx="459943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1068641-C72F-45CC-9020-D34EFD03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3712463"/>
            <a:ext cx="4681728" cy="67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利用帧间相似和更有效的编码，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数据可能显著减小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65E2F4-816A-4475-84FC-0711E904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数据量计算仍正确，它描述的是题设中的“未压缩”情况。</a:t>
            </a:r>
          </a:p>
        </p:txBody>
      </p:sp>
    </p:spTree>
    <p:extLst>
      <p:ext uri="{BB962C8B-B14F-4D97-AF65-F5344CB8AC3E}">
        <p14:creationId xmlns:p14="http://schemas.microsoft.com/office/powerpoint/2010/main" val="1649176444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14093FAB-1AC2-4C99-8584-182684C3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C86014B-DEC2-45C5-9E09-45129EB0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26C5C9E-63A4-42F5-B4EC-1539230C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为什么要压缩？先想两种真实需求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B8989768-D4CD-4E57-8836-F3CAE175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627632"/>
            <a:ext cx="0" cy="3776472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F6ED5FC-2CFE-411F-A8EE-0F27C792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37360"/>
            <a:ext cx="507492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节省存储空间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4DF377C-EF73-4104-B9F6-2C334F72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37360"/>
            <a:ext cx="47548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方便网络传输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60784B8-A2D2-4868-91B7-74AA604D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5010912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同样容量的手机或硬盘，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可以保存更多数据。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3B1EAE8-36B5-41C8-AE06-0E2D1653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743200"/>
            <a:ext cx="4873752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需要传输的数据更少，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通常能更快下载或播放。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D993DD6-01E0-4553-BDF4-E7254658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压缩的两个目的：节省空间、提高传输效率。</a:t>
            </a:r>
          </a:p>
        </p:txBody>
      </p:sp>
    </p:spTree>
    <p:extLst>
      <p:ext uri="{BB962C8B-B14F-4D97-AF65-F5344CB8AC3E}">
        <p14:creationId xmlns:p14="http://schemas.microsoft.com/office/powerpoint/2010/main" val="1515240837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B45C9309-4012-4D5F-9A1E-637A31CB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9FED1C3-7801-410B-B04C-09F67130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661E9A0-1950-4A44-B32A-CA815492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“中国”重复100次，怎样写得更短？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CBE751D-DFA8-4BB7-A016-63FB4D8D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975104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中国中国中国中国中国中国……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4FCBCAA7-CAD3-4038-AEE3-3F2BE06A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85032"/>
            <a:ext cx="31546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6B88E5D-891F-4EB1-BE59-73F126D1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3310128"/>
            <a:ext cx="4297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“中国” × 100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FFA1C6C-2E82-4AB0-8DA6-D81E9682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在不改变内容的前提下，用规则和次数来表示重复部分。</a:t>
            </a:r>
          </a:p>
        </p:txBody>
      </p:sp>
    </p:spTree>
    <p:extLst>
      <p:ext uri="{BB962C8B-B14F-4D97-AF65-F5344CB8AC3E}">
        <p14:creationId xmlns:p14="http://schemas.microsoft.com/office/powerpoint/2010/main" val="1923840916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312505A3-CA78-4D11-B3BE-795607F5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41EC01E-A53D-4341-A019-5761EAE1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A051B56-5FC5-40A4-93E3-65F32BC9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为什么重复内容更容易压缩？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AEAEA053-5613-479F-B635-091AEC87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627632"/>
            <a:ext cx="0" cy="3776472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32D697F-245F-4212-92DC-B1E7D9D0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37360"/>
            <a:ext cx="507492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高度重复的内容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DB6664A-8BF4-4649-B996-081902C4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37360"/>
            <a:ext cx="47548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变化复杂的内容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8CAFFED-E2AC-4B03-887D-985377D6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5010912" cy="110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AAAAAAAAAA…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/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容易用简短规则表示。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75F2CB0-EF27-403E-811C-80E9A267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743200"/>
            <a:ext cx="4873752" cy="110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AX3Q9P8F2…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/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难以找到同样简短的规则。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3867212-537E-4B6C-9061-FFC3660D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冗余越多，使用合适的算法时，通常越容易压缩。</a:t>
            </a:r>
          </a:p>
        </p:txBody>
      </p:sp>
    </p:spTree>
    <p:extLst>
      <p:ext uri="{BB962C8B-B14F-4D97-AF65-F5344CB8AC3E}">
        <p14:creationId xmlns:p14="http://schemas.microsoft.com/office/powerpoint/2010/main" val="1350035696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D113F245-16FC-493D-B0C0-6A901DBD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401BC2E-ACC4-4FFF-9E08-0AE2E7D1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4B5C6B2-920B-4554-8CC1-758FC350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两份都是1000Byte，压缩后谁更小？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637B534-1F2E-47A2-8A25-E30D5D6E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002536"/>
            <a:ext cx="488289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文件A：1000个“A”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88E4EB4-B451-4319-91B1-B1A22A2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002536"/>
            <a:ext cx="482803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6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文件B：1000个随机字节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35ACA73-9D79-41C5-A8C7-FAD72B54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33756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原始大小相同，都等于1000 Byte。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D2B491-FC36-4324-B8A3-9F4B6F16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65776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请预测：压缩后 A、B 谁更小？能够完整恢复吗？</a:t>
            </a:r>
          </a:p>
        </p:txBody>
      </p:sp>
    </p:spTree>
    <p:extLst>
      <p:ext uri="{BB962C8B-B14F-4D97-AF65-F5344CB8AC3E}">
        <p14:creationId xmlns:p14="http://schemas.microsoft.com/office/powerpoint/2010/main" val="491927422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35D5393F-B383-4C91-95F9-E55BD451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F0D2FC0-E657-4267-ABC5-B50DE758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F0E87F8-062F-4222-AE66-439406AE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演示D：同样1000Byte，压缩后会相同吗？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58DBD57-23E8-43F9-9326-FE65C482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27632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buNone/>
              <a:defRPr sz="2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同样是 1000 Byte：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9E62C4E-8F5E-40B3-8DD3-503CE950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87752"/>
            <a:ext cx="5102352" cy="1261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574B343-60CB-4508-B15C-323FBF60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98064"/>
            <a:ext cx="1353312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 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20FAC58-A8AE-4A18-AD14-F3039C51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2798064"/>
            <a:ext cx="327355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1000个重复的字节“A”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EC86C89-69D7-47EB-A911-EF087FCB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87752"/>
            <a:ext cx="5102352" cy="1261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47234E4-FC00-45F0-AE79-ABD94F08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2798064"/>
            <a:ext cx="1353312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buNone/>
              <a:defRPr sz="23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 B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0030BDA-1641-4C6B-BC58-58EE7A7D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2798064"/>
            <a:ext cx="327355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1000个随机变化的字节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88DF6A5-876A-4C41-B4A2-BBC38B20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315968"/>
            <a:ext cx="10625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① 先预测 → ② 运行Notebook的zlib压缩 → ③ 比较结果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AA01038-FBE6-43C2-812C-1EACF174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559552"/>
            <a:ext cx="105156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可追问：压缩后的文件有没有可能比原来更大？</a:t>
            </a:r>
          </a:p>
        </p:txBody>
      </p:sp>
    </p:spTree>
    <p:extLst>
      <p:ext uri="{BB962C8B-B14F-4D97-AF65-F5344CB8AC3E}">
        <p14:creationId xmlns:p14="http://schemas.microsoft.com/office/powerpoint/2010/main" val="867342076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19515D67-DFE5-4F32-8A67-EEDA6810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EC94959-5E99-4164-98CC-932D6F46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BDFA094-2D3F-4964-8E69-8F43D247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同样原始大小，压缩结果为何不同？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D9FBA3D7-7AA9-4A49-A777-57E76E17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627632"/>
            <a:ext cx="0" cy="3776472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365D4B-CFFF-4F2B-95A3-4151D9F3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37360"/>
            <a:ext cx="507492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A：重复的内容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66A6BF7-EBA3-4CD3-A503-693D6A80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37360"/>
            <a:ext cx="47548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B：复杂的内容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FF28A03-FEFA-43B5-A491-92322814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5010912" cy="726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原始大小：1000 Byte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压缩后：17 Byte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B651131-BFDC-4437-A863-099D1436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743200"/>
            <a:ext cx="4873752" cy="726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原始大小：1000 Byte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压缩后：1011 Byte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7F007A4-472B-4B60-B71C-FC822CF6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两者解压后都能一字节不差地还原：这就是无损压缩。</a:t>
            </a:r>
          </a:p>
        </p:txBody>
      </p:sp>
    </p:spTree>
    <p:extLst>
      <p:ext uri="{BB962C8B-B14F-4D97-AF65-F5344CB8AC3E}">
        <p14:creationId xmlns:p14="http://schemas.microsoft.com/office/powerpoint/2010/main" val="757539079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E1362713-27BE-4E2E-8939-E4C005A6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F5E6EB9-CCEF-473B-9007-D81A775F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94B05B7-2139-43CE-A40D-212F8204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压缩到底改变了什么？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59000EF-1E2D-4938-9196-9EB8C241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837943"/>
            <a:ext cx="1069848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9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9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数据本身在计算机中仍是0和1。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46EE775-D217-43A6-9910-914462FC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999232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压缩：用更少的比特，重新表示相同或近似相同的内容。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5D09BCC-D120-43F3-B648-9DF3D594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方法有很多，今天重点研究能不能完整还原。</a:t>
            </a:r>
          </a:p>
        </p:txBody>
      </p:sp>
    </p:spTree>
    <p:extLst>
      <p:ext uri="{BB962C8B-B14F-4D97-AF65-F5344CB8AC3E}">
        <p14:creationId xmlns:p14="http://schemas.microsoft.com/office/powerpoint/2010/main" val="977242696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441D3418-95CF-4210-83D7-FBE8A9FB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AB0B320-D5FB-49FE-8ED7-8DD95CA4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67CD0AB-F405-42DA-8C85-571F5853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无损与有损：按什么区分？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D86D6B48-3C07-4DED-8F6E-227F53CB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627632"/>
            <a:ext cx="0" cy="3776472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C8C26BC-BD52-438C-AA6D-56D720BF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5010912" cy="110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解压后与原始数据完全一致。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适合：文档、程序、精确备份。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71AFA3E-D331-4A2A-8657-6669E999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743200"/>
            <a:ext cx="4873752" cy="145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解码后不能完全恢复原始数据。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适合：允许一定失真的音视频。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B1B50E-E716-4DBA-97D7-CAA807E2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判断标准：解码/解压后，能否完整得到原始数据？</a:t>
            </a:r>
          </a:p>
        </p:txBody>
      </p:sp>
      <p:sp>
        <p:nvSpPr>
          <p:cNvPr id="11" name="compression-kind-无损压缩">
            <a:extLst xmlns:a="http://schemas.openxmlformats.org/drawingml/2006/main">
              <a:ext uri="{FF2B5EF4-FFF2-40B4-BE49-F238E27FC236}">
                <a16:creationId xmlns:a16="http://schemas.microsoft.com/office/drawing/2014/main" id="{612D355C-5061-4A18-92DD-5E8AAF92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37360"/>
            <a:ext cx="5076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8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无损压缩</a:t>
            </a:r>
          </a:p>
        </p:txBody>
      </p:sp>
      <p:sp>
        <p:nvSpPr>
          <p:cNvPr id="12" name="compression-kind-有损压缩">
            <a:extLst xmlns:a="http://schemas.openxmlformats.org/drawingml/2006/main">
              <a:ext uri="{FF2B5EF4-FFF2-40B4-BE49-F238E27FC236}">
                <a16:creationId xmlns:a16="http://schemas.microsoft.com/office/drawing/2014/main" id="{97F2F50D-5CD5-40E6-BEFD-8767DEAF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1737360"/>
            <a:ext cx="5076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8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有损压缩</a:t>
            </a:r>
          </a:p>
        </p:txBody>
      </p:sp>
    </p:spTree>
    <p:extLst>
      <p:ext uri="{BB962C8B-B14F-4D97-AF65-F5344CB8AC3E}">
        <p14:creationId xmlns:p14="http://schemas.microsoft.com/office/powerpoint/2010/main" val="1352918926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A88FCEB7-92A2-4174-8867-478BECCB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7E87870-91FC-405B-A381-FDE8260C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6A7D893-968C-4BE3-928E-AC96FE03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ZIP、MP3、WAV、MP4，是同一层吗？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2A37649-4176-4BB5-941D-57260AAD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65376"/>
            <a:ext cx="4846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ZIP / RAR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585A271-28DC-4B9B-BAAC-4416315D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41448"/>
            <a:ext cx="487375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通常为无损归档格式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BC8D57F-3F52-43C4-8BFD-6695312C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65376"/>
            <a:ext cx="4846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MP3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F344A69-A57A-472C-941C-71E9954A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41448"/>
            <a:ext cx="487375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常见有损音频编码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F904E9C-B19C-4AD0-BD28-77B1496B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02152"/>
            <a:ext cx="4846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WAV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5F270CA-76F3-46F4-AD3D-5A91E3EB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78224"/>
            <a:ext cx="487375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容器；常见未压缩PCM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12A81BC-1714-4C7A-9F29-B9797396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2152"/>
            <a:ext cx="4846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MP4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213B7B7-67BD-4EBB-AA82-ED9D1475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78224"/>
            <a:ext cx="4873752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容器；常装有损视频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A370B55-FEEC-4F6B-A063-3D99FF5C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格式名和压缩方法不总是一回事。</a:t>
            </a:r>
          </a:p>
        </p:txBody>
      </p:sp>
    </p:spTree>
    <p:extLst>
      <p:ext uri="{BB962C8B-B14F-4D97-AF65-F5344CB8AC3E}">
        <p14:creationId xmlns:p14="http://schemas.microsoft.com/office/powerpoint/2010/main" val="3847893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4FA754AD-ACDC-49F8-A235-242A8BD4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67100F0-75FC-4065-A2E4-86127269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57F0369-719A-4907-968D-6742027F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相同尺寸的三幅图，谁容易无损压缩？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F9033B4-40B4-4156-ABC9-BADD998A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719072"/>
            <a:ext cx="347472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5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 纯色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55E6178-7142-47DC-93A2-4AB2C2AC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E6D5AFC-7EBD-415E-8AA2-2CB0EE48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B56B943-CA1E-48A4-8145-03898794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624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A162CC4-C5C1-4A05-BF9E-AB2FE724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22CBC4F-62BC-444D-B110-52EBC76A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856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48CF238-3B7E-4B01-9420-296DBAFF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E9A5B35-FA6E-4DC4-9D55-B220FA7D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A6C90CC-DAE9-44C5-A8F5-5E0D5FB4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E880483-BE7C-4D41-AC26-4553E3B1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7F6934D-6FE2-492B-A8E0-A52C2D68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514A5C5-B7C3-416D-BA12-267DDDD2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1F76153-49DE-4DB4-86D0-FC480C0D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624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93D95B1-36BE-4F63-A5D4-04906AC6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C269B76-9997-432E-A29A-27DABE25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856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12590A9-4C4A-43C7-A6E1-39659654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48F2333-6DB3-4C35-9201-0E16ED1B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B45C2F8-7FE5-498F-9E8E-6E3D0BAC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413D92C-8CC1-4C9A-9918-01D9847B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88F686B-E9E2-40D5-A447-253914A7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0ABF58B-BDFA-4D27-8979-BD429BED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ED05715-95FD-425A-915B-33D14056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624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51CD334-70AB-489A-BC96-79A9147A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7BC19F4-F3BC-4374-A461-75393945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856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0DC7F0C-331F-49EB-85BD-E03EEA47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80E8EFE2-AC69-49F0-8124-0EB2846F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BC3886CB-EBB2-4360-9D51-A4FC38ED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D1ABE181-D8A5-448E-BE58-681B810F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FE1C9DFA-FB45-47DA-99A8-30542552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DAC50BD6-C952-45CB-B841-85F43223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B7D86636-8A03-44FA-997D-4EBDC832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624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4B81A1EC-BF7C-4B88-87BE-F6B0B6C0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BABCCDE0-3245-45B4-97D7-561E869A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856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83DE9823-7C1F-4524-9F97-D71C0AD6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10673E5C-F108-435C-912F-D452E49B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AC73DCB7-2174-4A6C-92B9-59B80B8D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4E0B2BF7-EFE3-42DB-936B-6565DCD6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B8F52DFC-027F-49EB-8043-2DA80EBE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1DD4F2A1-FE01-413B-AA6A-F187066C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BF069680-4CE5-4742-B995-04D8E934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624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5535F08E-5A9A-4F31-B095-A3621164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EA3FD641-1BBA-4CD8-9F82-DDC53723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856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F759E284-9C06-4A32-846F-E414EBF4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250D2568-C773-4BD2-AEEA-0C95E7FD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A7AEAD5B-4A2D-4B3A-A3D5-6EDCE5AA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E076C0DF-EF47-4D5D-BB10-BBE8B789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11467CCF-E9D4-4309-AF3F-A7C092B0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22F04359-DF2A-4DEF-B044-C2B868CC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10E4B710-F3C0-4BEC-805D-6502FD1C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624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3B1C1972-131C-4ACB-A597-09287C90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F7B1E525-4FE3-402B-8343-B604A9F6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856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Rectangle 55">
            <a:extLst xmlns:a="http://schemas.openxmlformats.org/drawingml/2006/main">
              <a:ext uri="{FF2B5EF4-FFF2-40B4-BE49-F238E27FC236}">
                <a16:creationId xmlns:a16="http://schemas.microsoft.com/office/drawing/2014/main" id="{C418F702-7E24-47A7-A770-84C5C6D7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DE511698-3586-4363-A6D4-786996DC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8C5B79D3-B0AF-408C-9877-2A80F65F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5E616251-F180-4F26-81DA-EB2B537B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E262C5B5-2D2D-4D23-907C-89F73625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946904"/>
            <a:ext cx="338328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同一尺寸与位深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9AFF36AC-F82C-4C60-8902-559E03C6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1719072"/>
            <a:ext cx="347472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5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 色块</a:t>
            </a:r>
          </a:p>
        </p:txBody>
      </p:sp>
      <p:sp>
        <p:nvSpPr>
          <p:cNvPr id="62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78419A58-CE21-4654-87EF-3AF15A6B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Rectangle 62">
            <a:extLst xmlns:a="http://schemas.openxmlformats.org/drawingml/2006/main">
              <a:ext uri="{FF2B5EF4-FFF2-40B4-BE49-F238E27FC236}">
                <a16:creationId xmlns:a16="http://schemas.microsoft.com/office/drawing/2014/main" id="{FD0548CF-A44F-4139-B6CF-75A31E9F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Rectangle 63">
            <a:extLst xmlns:a="http://schemas.openxmlformats.org/drawingml/2006/main">
              <a:ext uri="{FF2B5EF4-FFF2-40B4-BE49-F238E27FC236}">
                <a16:creationId xmlns:a16="http://schemas.microsoft.com/office/drawing/2014/main" id="{892D91D5-997A-4338-AB77-F3B3F325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Rectangle 64">
            <a:extLst xmlns:a="http://schemas.openxmlformats.org/drawingml/2006/main">
              <a:ext uri="{FF2B5EF4-FFF2-40B4-BE49-F238E27FC236}">
                <a16:creationId xmlns:a16="http://schemas.microsoft.com/office/drawing/2014/main" id="{BEE9C73F-73DA-41F3-AF49-192C0A27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Rectangle 65">
            <a:extLst xmlns:a="http://schemas.openxmlformats.org/drawingml/2006/main">
              <a:ext uri="{FF2B5EF4-FFF2-40B4-BE49-F238E27FC236}">
                <a16:creationId xmlns:a16="http://schemas.microsoft.com/office/drawing/2014/main" id="{8C68A872-DA6D-43CC-9054-8B5F5ADD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7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FBCD8340-AFC9-4937-8DF8-67C08179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53998C9A-544E-4C80-B8BC-DC6421BF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9" name="Rectangle 68">
            <a:extLst xmlns:a="http://schemas.openxmlformats.org/drawingml/2006/main">
              <a:ext uri="{FF2B5EF4-FFF2-40B4-BE49-F238E27FC236}">
                <a16:creationId xmlns:a16="http://schemas.microsoft.com/office/drawing/2014/main" id="{F122F33D-1C2B-461F-9D9C-95054D40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3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Rectangle 69">
            <a:extLst xmlns:a="http://schemas.openxmlformats.org/drawingml/2006/main">
              <a:ext uri="{FF2B5EF4-FFF2-40B4-BE49-F238E27FC236}">
                <a16:creationId xmlns:a16="http://schemas.microsoft.com/office/drawing/2014/main" id="{B57AA449-9F9D-45A1-B754-C020A86C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1" name="Rectangle 70">
            <a:extLst xmlns:a="http://schemas.openxmlformats.org/drawingml/2006/main">
              <a:ext uri="{FF2B5EF4-FFF2-40B4-BE49-F238E27FC236}">
                <a16:creationId xmlns:a16="http://schemas.microsoft.com/office/drawing/2014/main" id="{103A4C0C-18E0-4C2E-AB38-04AEED15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2" name="Rectangle 71">
            <a:extLst xmlns:a="http://schemas.openxmlformats.org/drawingml/2006/main">
              <a:ext uri="{FF2B5EF4-FFF2-40B4-BE49-F238E27FC236}">
                <a16:creationId xmlns:a16="http://schemas.microsoft.com/office/drawing/2014/main" id="{D88CDDBF-835C-4B5A-8691-F88A75B8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3" name="Rectangle 72">
            <a:extLst xmlns:a="http://schemas.openxmlformats.org/drawingml/2006/main">
              <a:ext uri="{FF2B5EF4-FFF2-40B4-BE49-F238E27FC236}">
                <a16:creationId xmlns:a16="http://schemas.microsoft.com/office/drawing/2014/main" id="{34233655-2159-48D6-B9E0-5AED87A2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4" name="Rectangle 73">
            <a:extLst xmlns:a="http://schemas.openxmlformats.org/drawingml/2006/main">
              <a:ext uri="{FF2B5EF4-FFF2-40B4-BE49-F238E27FC236}">
                <a16:creationId xmlns:a16="http://schemas.microsoft.com/office/drawing/2014/main" id="{87537E25-A9D6-401F-AB89-23AE5633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5" name="Rectangle 74">
            <a:extLst xmlns:a="http://schemas.openxmlformats.org/drawingml/2006/main">
              <a:ext uri="{FF2B5EF4-FFF2-40B4-BE49-F238E27FC236}">
                <a16:creationId xmlns:a16="http://schemas.microsoft.com/office/drawing/2014/main" id="{27A4310F-CC8A-446B-86E1-7A78BE01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6" name="Rectangle 75">
            <a:extLst xmlns:a="http://schemas.openxmlformats.org/drawingml/2006/main">
              <a:ext uri="{FF2B5EF4-FFF2-40B4-BE49-F238E27FC236}">
                <a16:creationId xmlns:a16="http://schemas.microsoft.com/office/drawing/2014/main" id="{F8017FD5-FA1B-45FD-BC6F-AAB93B56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7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7E3AEBE8-871A-4AED-92A6-3C55E391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3FD46FC9-B022-42F1-9C44-A87D89D3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3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C74C3617-8447-416C-A417-554C122E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0" name="Rectangle 79">
            <a:extLst xmlns:a="http://schemas.openxmlformats.org/drawingml/2006/main">
              <a:ext uri="{FF2B5EF4-FFF2-40B4-BE49-F238E27FC236}">
                <a16:creationId xmlns:a16="http://schemas.microsoft.com/office/drawing/2014/main" id="{276A2B47-9DBB-44A1-976C-D0BAF0DA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Rectangle 80">
            <a:extLst xmlns:a="http://schemas.openxmlformats.org/drawingml/2006/main">
              <a:ext uri="{FF2B5EF4-FFF2-40B4-BE49-F238E27FC236}">
                <a16:creationId xmlns:a16="http://schemas.microsoft.com/office/drawing/2014/main" id="{7E2512B9-FAEF-4258-BF4E-F095348A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Rectangle 81">
            <a:extLst xmlns:a="http://schemas.openxmlformats.org/drawingml/2006/main">
              <a:ext uri="{FF2B5EF4-FFF2-40B4-BE49-F238E27FC236}">
                <a16:creationId xmlns:a16="http://schemas.microsoft.com/office/drawing/2014/main" id="{26DF2F7F-8174-4AF6-9D4C-644A2055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Rectangle 82">
            <a:extLst xmlns:a="http://schemas.openxmlformats.org/drawingml/2006/main">
              <a:ext uri="{FF2B5EF4-FFF2-40B4-BE49-F238E27FC236}">
                <a16:creationId xmlns:a16="http://schemas.microsoft.com/office/drawing/2014/main" id="{1E7F301C-51C9-461A-BDCF-25F5D2AC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4" name="Rectangle 83">
            <a:extLst xmlns:a="http://schemas.openxmlformats.org/drawingml/2006/main">
              <a:ext uri="{FF2B5EF4-FFF2-40B4-BE49-F238E27FC236}">
                <a16:creationId xmlns:a16="http://schemas.microsoft.com/office/drawing/2014/main" id="{83960F3D-2BDF-40B0-BBE3-8FBA15C1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5" name="Rectangle 84">
            <a:extLst xmlns:a="http://schemas.openxmlformats.org/drawingml/2006/main">
              <a:ext uri="{FF2B5EF4-FFF2-40B4-BE49-F238E27FC236}">
                <a16:creationId xmlns:a16="http://schemas.microsoft.com/office/drawing/2014/main" id="{1DD77EED-39EC-41E2-A1C2-377D624E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6" name="Rectangle 85">
            <a:extLst xmlns:a="http://schemas.openxmlformats.org/drawingml/2006/main">
              <a:ext uri="{FF2B5EF4-FFF2-40B4-BE49-F238E27FC236}">
                <a16:creationId xmlns:a16="http://schemas.microsoft.com/office/drawing/2014/main" id="{C24DC8CD-19CE-4F70-A6CD-9FBE24A0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7" name="Rectangle 86">
            <a:extLst xmlns:a="http://schemas.openxmlformats.org/drawingml/2006/main">
              <a:ext uri="{FF2B5EF4-FFF2-40B4-BE49-F238E27FC236}">
                <a16:creationId xmlns:a16="http://schemas.microsoft.com/office/drawing/2014/main" id="{59B16CE4-0390-43D2-B514-A7D01F6A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3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8" name="Rectangle 87">
            <a:extLst xmlns:a="http://schemas.openxmlformats.org/drawingml/2006/main">
              <a:ext uri="{FF2B5EF4-FFF2-40B4-BE49-F238E27FC236}">
                <a16:creationId xmlns:a16="http://schemas.microsoft.com/office/drawing/2014/main" id="{FF0AC46E-F98D-4A8D-BF84-16C7B066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9" name="Rectangle 88">
            <a:extLst xmlns:a="http://schemas.openxmlformats.org/drawingml/2006/main">
              <a:ext uri="{FF2B5EF4-FFF2-40B4-BE49-F238E27FC236}">
                <a16:creationId xmlns:a16="http://schemas.microsoft.com/office/drawing/2014/main" id="{191DECDB-888E-4542-BC3A-806C6865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0" name="Rectangle 89">
            <a:extLst xmlns:a="http://schemas.openxmlformats.org/drawingml/2006/main">
              <a:ext uri="{FF2B5EF4-FFF2-40B4-BE49-F238E27FC236}">
                <a16:creationId xmlns:a16="http://schemas.microsoft.com/office/drawing/2014/main" id="{DE146AC8-13F4-47BF-92A8-AE9822D8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1" name="Rectangle 90">
            <a:extLst xmlns:a="http://schemas.openxmlformats.org/drawingml/2006/main">
              <a:ext uri="{FF2B5EF4-FFF2-40B4-BE49-F238E27FC236}">
                <a16:creationId xmlns:a16="http://schemas.microsoft.com/office/drawing/2014/main" id="{576D00F5-88A8-455D-AAC7-1C492952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2" name="Rectangle 91">
            <a:extLst xmlns:a="http://schemas.openxmlformats.org/drawingml/2006/main">
              <a:ext uri="{FF2B5EF4-FFF2-40B4-BE49-F238E27FC236}">
                <a16:creationId xmlns:a16="http://schemas.microsoft.com/office/drawing/2014/main" id="{C5F9F1B1-7208-4D1A-9EFF-ACE6D36C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3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EE9EFE90-B1AB-4D9A-BB65-0E9177BB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4" name="Rectangle 93">
            <a:extLst xmlns:a="http://schemas.openxmlformats.org/drawingml/2006/main">
              <a:ext uri="{FF2B5EF4-FFF2-40B4-BE49-F238E27FC236}">
                <a16:creationId xmlns:a16="http://schemas.microsoft.com/office/drawing/2014/main" id="{E5F9175E-B4F9-48A8-9164-AAC54DA2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Rectangle 94">
            <a:extLst xmlns:a="http://schemas.openxmlformats.org/drawingml/2006/main">
              <a:ext uri="{FF2B5EF4-FFF2-40B4-BE49-F238E27FC236}">
                <a16:creationId xmlns:a16="http://schemas.microsoft.com/office/drawing/2014/main" id="{54E601CA-855A-42FB-8233-A189A360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6" name="Rectangle 95">
            <a:extLst xmlns:a="http://schemas.openxmlformats.org/drawingml/2006/main">
              <a:ext uri="{FF2B5EF4-FFF2-40B4-BE49-F238E27FC236}">
                <a16:creationId xmlns:a16="http://schemas.microsoft.com/office/drawing/2014/main" id="{3296BBE7-984C-4D28-B79F-E4FC8FCB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3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7" name="Rectangle 96">
            <a:extLst xmlns:a="http://schemas.openxmlformats.org/drawingml/2006/main">
              <a:ext uri="{FF2B5EF4-FFF2-40B4-BE49-F238E27FC236}">
                <a16:creationId xmlns:a16="http://schemas.microsoft.com/office/drawing/2014/main" id="{77B4B9C2-1E78-4F2A-85CB-9334CB0E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8" name="Rectangle 97">
            <a:extLst xmlns:a="http://schemas.openxmlformats.org/drawingml/2006/main">
              <a:ext uri="{FF2B5EF4-FFF2-40B4-BE49-F238E27FC236}">
                <a16:creationId xmlns:a16="http://schemas.microsoft.com/office/drawing/2014/main" id="{FDE5FCED-BFAF-4BF6-B06C-A7D8CC54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9" name="Rectangle 98">
            <a:extLst xmlns:a="http://schemas.openxmlformats.org/drawingml/2006/main">
              <a:ext uri="{FF2B5EF4-FFF2-40B4-BE49-F238E27FC236}">
                <a16:creationId xmlns:a16="http://schemas.microsoft.com/office/drawing/2014/main" id="{BCBA86FA-DCE5-4617-8F2E-B987DF0A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0" name="Rectangle 99">
            <a:extLst xmlns:a="http://schemas.openxmlformats.org/drawingml/2006/main">
              <a:ext uri="{FF2B5EF4-FFF2-40B4-BE49-F238E27FC236}">
                <a16:creationId xmlns:a16="http://schemas.microsoft.com/office/drawing/2014/main" id="{FAEDFFAA-DA72-43D8-8BDB-1C821BF5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Rectangle 100">
            <a:extLst xmlns:a="http://schemas.openxmlformats.org/drawingml/2006/main">
              <a:ext uri="{FF2B5EF4-FFF2-40B4-BE49-F238E27FC236}">
                <a16:creationId xmlns:a16="http://schemas.microsoft.com/office/drawing/2014/main" id="{B8D2CC02-859A-4E84-B50D-D742E26C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Rectangle 101">
            <a:extLst xmlns:a="http://schemas.openxmlformats.org/drawingml/2006/main">
              <a:ext uri="{FF2B5EF4-FFF2-40B4-BE49-F238E27FC236}">
                <a16:creationId xmlns:a16="http://schemas.microsoft.com/office/drawing/2014/main" id="{C600485A-75FF-4CE7-B1F5-4CB9C837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3" name="Rectangle 102">
            <a:extLst xmlns:a="http://schemas.openxmlformats.org/drawingml/2006/main">
              <a:ext uri="{FF2B5EF4-FFF2-40B4-BE49-F238E27FC236}">
                <a16:creationId xmlns:a16="http://schemas.microsoft.com/office/drawing/2014/main" id="{DB3A5337-BFFF-4D35-8DE5-B8C4462C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4" name="Rectangle 103">
            <a:extLst xmlns:a="http://schemas.openxmlformats.org/drawingml/2006/main">
              <a:ext uri="{FF2B5EF4-FFF2-40B4-BE49-F238E27FC236}">
                <a16:creationId xmlns:a16="http://schemas.microsoft.com/office/drawing/2014/main" id="{E9611F19-50A7-4583-ACD5-C0550034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5" name="Rectangle 104">
            <a:extLst xmlns:a="http://schemas.openxmlformats.org/drawingml/2006/main">
              <a:ext uri="{FF2B5EF4-FFF2-40B4-BE49-F238E27FC236}">
                <a16:creationId xmlns:a16="http://schemas.microsoft.com/office/drawing/2014/main" id="{31578782-BA5F-4CD1-9B15-1AAB11EC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3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Rectangle 105">
            <a:extLst xmlns:a="http://schemas.openxmlformats.org/drawingml/2006/main">
              <a:ext uri="{FF2B5EF4-FFF2-40B4-BE49-F238E27FC236}">
                <a16:creationId xmlns:a16="http://schemas.microsoft.com/office/drawing/2014/main" id="{996C4C58-9E59-4DAA-A315-F950B3EC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7" name="Rectangle 106">
            <a:extLst xmlns:a="http://schemas.openxmlformats.org/drawingml/2006/main">
              <a:ext uri="{FF2B5EF4-FFF2-40B4-BE49-F238E27FC236}">
                <a16:creationId xmlns:a16="http://schemas.microsoft.com/office/drawing/2014/main" id="{14B003D9-F8BB-4189-8051-F55F008E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8" name="Rectangle 107">
            <a:extLst xmlns:a="http://schemas.openxmlformats.org/drawingml/2006/main">
              <a:ext uri="{FF2B5EF4-FFF2-40B4-BE49-F238E27FC236}">
                <a16:creationId xmlns:a16="http://schemas.microsoft.com/office/drawing/2014/main" id="{40923093-17E5-451B-8C99-39330E17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9" name="Rectangle 108">
            <a:extLst xmlns:a="http://schemas.openxmlformats.org/drawingml/2006/main">
              <a:ext uri="{FF2B5EF4-FFF2-40B4-BE49-F238E27FC236}">
                <a16:creationId xmlns:a16="http://schemas.microsoft.com/office/drawing/2014/main" id="{2626D43C-947C-4B23-A5A2-6954B4A0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0" name="Rectangle 109">
            <a:extLst xmlns:a="http://schemas.openxmlformats.org/drawingml/2006/main">
              <a:ext uri="{FF2B5EF4-FFF2-40B4-BE49-F238E27FC236}">
                <a16:creationId xmlns:a16="http://schemas.microsoft.com/office/drawing/2014/main" id="{D5074F1E-3596-48ED-A79F-BC3C4CA2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1" name="Rectangle 110">
            <a:extLst xmlns:a="http://schemas.openxmlformats.org/drawingml/2006/main">
              <a:ext uri="{FF2B5EF4-FFF2-40B4-BE49-F238E27FC236}">
                <a16:creationId xmlns:a16="http://schemas.microsoft.com/office/drawing/2014/main" id="{B3591B95-8EA8-4A4E-A6CE-D21E4FF1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2" name="Rectangle 111">
            <a:extLst xmlns:a="http://schemas.openxmlformats.org/drawingml/2006/main">
              <a:ext uri="{FF2B5EF4-FFF2-40B4-BE49-F238E27FC236}">
                <a16:creationId xmlns:a16="http://schemas.microsoft.com/office/drawing/2014/main" id="{7DBC5B00-BCFE-465F-9442-0A5C0A76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3" name="Rectangle 112">
            <a:extLst xmlns:a="http://schemas.openxmlformats.org/drawingml/2006/main">
              <a:ext uri="{FF2B5EF4-FFF2-40B4-BE49-F238E27FC236}">
                <a16:creationId xmlns:a16="http://schemas.microsoft.com/office/drawing/2014/main" id="{09793667-A1F1-482F-AA3E-4E6F23DD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Rectangle 113">
            <a:extLst xmlns:a="http://schemas.openxmlformats.org/drawingml/2006/main">
              <a:ext uri="{FF2B5EF4-FFF2-40B4-BE49-F238E27FC236}">
                <a16:creationId xmlns:a16="http://schemas.microsoft.com/office/drawing/2014/main" id="{257DA2CA-5CFD-43DF-9820-68AE145F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3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5" name="Rectangle 114">
            <a:extLst xmlns:a="http://schemas.openxmlformats.org/drawingml/2006/main">
              <a:ext uri="{FF2B5EF4-FFF2-40B4-BE49-F238E27FC236}">
                <a16:creationId xmlns:a16="http://schemas.microsoft.com/office/drawing/2014/main" id="{E88F00E8-00AD-4FBC-9A61-3C18CD16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6" name="TextBox 115">
            <a:extLst xmlns:a="http://schemas.openxmlformats.org/drawingml/2006/main">
              <a:ext uri="{FF2B5EF4-FFF2-40B4-BE49-F238E27FC236}">
                <a16:creationId xmlns:a16="http://schemas.microsoft.com/office/drawing/2014/main" id="{0FC179B7-7C7A-4543-9D27-1DA5DFC2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4946904"/>
            <a:ext cx="338328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同一尺寸与位深</a:t>
            </a:r>
          </a:p>
        </p:txBody>
      </p:sp>
      <p:sp>
        <p:nvSpPr>
          <p:cNvPr id="117" name="TextBox 116">
            <a:extLst xmlns:a="http://schemas.openxmlformats.org/drawingml/2006/main">
              <a:ext uri="{FF2B5EF4-FFF2-40B4-BE49-F238E27FC236}">
                <a16:creationId xmlns:a16="http://schemas.microsoft.com/office/drawing/2014/main" id="{A69A228A-0551-4C49-B96A-D426C631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1719072"/>
            <a:ext cx="347472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5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C 复杂图案</a:t>
            </a:r>
          </a:p>
        </p:txBody>
      </p:sp>
      <p:sp>
        <p:nvSpPr>
          <p:cNvPr id="118" name="Rectangle 117">
            <a:extLst xmlns:a="http://schemas.openxmlformats.org/drawingml/2006/main">
              <a:ext uri="{FF2B5EF4-FFF2-40B4-BE49-F238E27FC236}">
                <a16:creationId xmlns:a16="http://schemas.microsoft.com/office/drawing/2014/main" id="{65C3F3CA-AD47-4DB4-A6D1-A124252B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Rectangle 118">
            <a:extLst xmlns:a="http://schemas.openxmlformats.org/drawingml/2006/main">
              <a:ext uri="{FF2B5EF4-FFF2-40B4-BE49-F238E27FC236}">
                <a16:creationId xmlns:a16="http://schemas.microsoft.com/office/drawing/2014/main" id="{2ECD9324-8A51-4EFC-BF76-DEE7E310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Rectangle 119">
            <a:extLst xmlns:a="http://schemas.openxmlformats.org/drawingml/2006/main">
              <a:ext uri="{FF2B5EF4-FFF2-40B4-BE49-F238E27FC236}">
                <a16:creationId xmlns:a16="http://schemas.microsoft.com/office/drawing/2014/main" id="{F1DEE3F3-A511-49D5-B5A0-E2FE064B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1" name="Rectangle 120">
            <a:extLst xmlns:a="http://schemas.openxmlformats.org/drawingml/2006/main">
              <a:ext uri="{FF2B5EF4-FFF2-40B4-BE49-F238E27FC236}">
                <a16:creationId xmlns:a16="http://schemas.microsoft.com/office/drawing/2014/main" id="{4F2FC739-02CF-4017-AA34-03828302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2" name="Rectangle 121">
            <a:extLst xmlns:a="http://schemas.openxmlformats.org/drawingml/2006/main">
              <a:ext uri="{FF2B5EF4-FFF2-40B4-BE49-F238E27FC236}">
                <a16:creationId xmlns:a16="http://schemas.microsoft.com/office/drawing/2014/main" id="{A380E843-380B-4E61-AA79-B5369C04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816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3" name="Rectangle 122">
            <a:extLst xmlns:a="http://schemas.openxmlformats.org/drawingml/2006/main">
              <a:ext uri="{FF2B5EF4-FFF2-40B4-BE49-F238E27FC236}">
                <a16:creationId xmlns:a16="http://schemas.microsoft.com/office/drawing/2014/main" id="{B2EEA17C-03AA-4600-B810-7CCBFEB6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4" name="Rectangle 123">
            <a:extLst xmlns:a="http://schemas.openxmlformats.org/drawingml/2006/main">
              <a:ext uri="{FF2B5EF4-FFF2-40B4-BE49-F238E27FC236}">
                <a16:creationId xmlns:a16="http://schemas.microsoft.com/office/drawing/2014/main" id="{429EA03C-27EC-469F-A873-B3E73CD5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048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5" name="Rectangle 124">
            <a:extLst xmlns:a="http://schemas.openxmlformats.org/drawingml/2006/main">
              <a:ext uri="{FF2B5EF4-FFF2-40B4-BE49-F238E27FC236}">
                <a16:creationId xmlns:a16="http://schemas.microsoft.com/office/drawing/2014/main" id="{051153B4-6CC4-4D19-98C6-BCA58813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6" name="Rectangle 125">
            <a:extLst xmlns:a="http://schemas.openxmlformats.org/drawingml/2006/main">
              <a:ext uri="{FF2B5EF4-FFF2-40B4-BE49-F238E27FC236}">
                <a16:creationId xmlns:a16="http://schemas.microsoft.com/office/drawing/2014/main" id="{FCB5BE5F-E41C-437E-BED4-BB4945EB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253288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7" name="Rectangle 126">
            <a:extLst xmlns:a="http://schemas.openxmlformats.org/drawingml/2006/main">
              <a:ext uri="{FF2B5EF4-FFF2-40B4-BE49-F238E27FC236}">
                <a16:creationId xmlns:a16="http://schemas.microsoft.com/office/drawing/2014/main" id="{64C9EE00-817B-4703-BD89-3C147101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8" name="Rectangle 127">
            <a:extLst xmlns:a="http://schemas.openxmlformats.org/drawingml/2006/main">
              <a:ext uri="{FF2B5EF4-FFF2-40B4-BE49-F238E27FC236}">
                <a16:creationId xmlns:a16="http://schemas.microsoft.com/office/drawing/2014/main" id="{A8A033B0-D0ED-468C-BBB5-B417AFFC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9" name="Rectangle 128">
            <a:extLst xmlns:a="http://schemas.openxmlformats.org/drawingml/2006/main">
              <a:ext uri="{FF2B5EF4-FFF2-40B4-BE49-F238E27FC236}">
                <a16:creationId xmlns:a16="http://schemas.microsoft.com/office/drawing/2014/main" id="{670B0F2B-495E-465F-8F31-1B31CC3A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0" name="Rectangle 129">
            <a:extLst xmlns:a="http://schemas.openxmlformats.org/drawingml/2006/main">
              <a:ext uri="{FF2B5EF4-FFF2-40B4-BE49-F238E27FC236}">
                <a16:creationId xmlns:a16="http://schemas.microsoft.com/office/drawing/2014/main" id="{0C71ED8F-EA2A-47A7-B915-1F92CD88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1" name="Rectangle 130">
            <a:extLst xmlns:a="http://schemas.openxmlformats.org/drawingml/2006/main">
              <a:ext uri="{FF2B5EF4-FFF2-40B4-BE49-F238E27FC236}">
                <a16:creationId xmlns:a16="http://schemas.microsoft.com/office/drawing/2014/main" id="{734399FF-D4C3-4279-A501-CE565C86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816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2" name="Rectangle 131">
            <a:extLst xmlns:a="http://schemas.openxmlformats.org/drawingml/2006/main">
              <a:ext uri="{FF2B5EF4-FFF2-40B4-BE49-F238E27FC236}">
                <a16:creationId xmlns:a16="http://schemas.microsoft.com/office/drawing/2014/main" id="{B0A43DA9-88A7-471B-92CF-9134B222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3" name="Rectangle 132">
            <a:extLst xmlns:a="http://schemas.openxmlformats.org/drawingml/2006/main">
              <a:ext uri="{FF2B5EF4-FFF2-40B4-BE49-F238E27FC236}">
                <a16:creationId xmlns:a16="http://schemas.microsoft.com/office/drawing/2014/main" id="{EFEE28ED-ABA0-47DD-996D-98A6F06D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048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4" name="Rectangle 133">
            <a:extLst xmlns:a="http://schemas.openxmlformats.org/drawingml/2006/main">
              <a:ext uri="{FF2B5EF4-FFF2-40B4-BE49-F238E27FC236}">
                <a16:creationId xmlns:a16="http://schemas.microsoft.com/office/drawing/2014/main" id="{75EDC618-B1B8-4B7D-808E-54CEEF40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5" name="Rectangle 134">
            <a:extLst xmlns:a="http://schemas.openxmlformats.org/drawingml/2006/main">
              <a:ext uri="{FF2B5EF4-FFF2-40B4-BE49-F238E27FC236}">
                <a16:creationId xmlns:a16="http://schemas.microsoft.com/office/drawing/2014/main" id="{75E32BAC-E18B-48C6-B85A-CC13335E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2889504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6" name="Rectangle 135">
            <a:extLst xmlns:a="http://schemas.openxmlformats.org/drawingml/2006/main">
              <a:ext uri="{FF2B5EF4-FFF2-40B4-BE49-F238E27FC236}">
                <a16:creationId xmlns:a16="http://schemas.microsoft.com/office/drawing/2014/main" id="{EBBCF1BC-7251-431A-8B30-17CAF163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7" name="Rectangle 136">
            <a:extLst xmlns:a="http://schemas.openxmlformats.org/drawingml/2006/main">
              <a:ext uri="{FF2B5EF4-FFF2-40B4-BE49-F238E27FC236}">
                <a16:creationId xmlns:a16="http://schemas.microsoft.com/office/drawing/2014/main" id="{F92D4A39-F95D-4860-A5C8-BB2BBB02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8" name="Rectangle 137">
            <a:extLst xmlns:a="http://schemas.openxmlformats.org/drawingml/2006/main">
              <a:ext uri="{FF2B5EF4-FFF2-40B4-BE49-F238E27FC236}">
                <a16:creationId xmlns:a16="http://schemas.microsoft.com/office/drawing/2014/main" id="{21730D31-0BE3-4B6A-A33B-C53BC685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9" name="Rectangle 138">
            <a:extLst xmlns:a="http://schemas.openxmlformats.org/drawingml/2006/main">
              <a:ext uri="{FF2B5EF4-FFF2-40B4-BE49-F238E27FC236}">
                <a16:creationId xmlns:a16="http://schemas.microsoft.com/office/drawing/2014/main" id="{EF3853AB-9A1F-4E0C-89C1-0FDC9293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Rectangle 139">
            <a:extLst xmlns:a="http://schemas.openxmlformats.org/drawingml/2006/main">
              <a:ext uri="{FF2B5EF4-FFF2-40B4-BE49-F238E27FC236}">
                <a16:creationId xmlns:a16="http://schemas.microsoft.com/office/drawing/2014/main" id="{B80CE91A-FC35-49DD-B131-805EF453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816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1" name="Rectangle 140">
            <a:extLst xmlns:a="http://schemas.openxmlformats.org/drawingml/2006/main">
              <a:ext uri="{FF2B5EF4-FFF2-40B4-BE49-F238E27FC236}">
                <a16:creationId xmlns:a16="http://schemas.microsoft.com/office/drawing/2014/main" id="{CCF156F4-6A2A-49AB-A5C1-61EF8996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2" name="Rectangle 141">
            <a:extLst xmlns:a="http://schemas.openxmlformats.org/drawingml/2006/main">
              <a:ext uri="{FF2B5EF4-FFF2-40B4-BE49-F238E27FC236}">
                <a16:creationId xmlns:a16="http://schemas.microsoft.com/office/drawing/2014/main" id="{3C8DFBDE-A6B6-434E-AA12-6DB5722E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048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3" name="Rectangle 142">
            <a:extLst xmlns:a="http://schemas.openxmlformats.org/drawingml/2006/main">
              <a:ext uri="{FF2B5EF4-FFF2-40B4-BE49-F238E27FC236}">
                <a16:creationId xmlns:a16="http://schemas.microsoft.com/office/drawing/2014/main" id="{351C6F60-51DD-4B7D-BAE7-2087EA3B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4" name="Rectangle 143">
            <a:extLst xmlns:a="http://schemas.openxmlformats.org/drawingml/2006/main">
              <a:ext uri="{FF2B5EF4-FFF2-40B4-BE49-F238E27FC236}">
                <a16:creationId xmlns:a16="http://schemas.microsoft.com/office/drawing/2014/main" id="{AA9913D5-F870-42FF-81E0-C010C17F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46120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5" name="Rectangle 144">
            <a:extLst xmlns:a="http://schemas.openxmlformats.org/drawingml/2006/main">
              <a:ext uri="{FF2B5EF4-FFF2-40B4-BE49-F238E27FC236}">
                <a16:creationId xmlns:a16="http://schemas.microsoft.com/office/drawing/2014/main" id="{FB57EC45-C6F1-470D-BCB1-165FB305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6" name="Rectangle 145">
            <a:extLst xmlns:a="http://schemas.openxmlformats.org/drawingml/2006/main">
              <a:ext uri="{FF2B5EF4-FFF2-40B4-BE49-F238E27FC236}">
                <a16:creationId xmlns:a16="http://schemas.microsoft.com/office/drawing/2014/main" id="{7D86B51B-B346-4624-AA3F-049A7137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7" name="Rectangle 146">
            <a:extLst xmlns:a="http://schemas.openxmlformats.org/drawingml/2006/main">
              <a:ext uri="{FF2B5EF4-FFF2-40B4-BE49-F238E27FC236}">
                <a16:creationId xmlns:a16="http://schemas.microsoft.com/office/drawing/2014/main" id="{D25CFD7D-C105-4EEA-B545-A5ED033A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8" name="Rectangle 147">
            <a:extLst xmlns:a="http://schemas.openxmlformats.org/drawingml/2006/main">
              <a:ext uri="{FF2B5EF4-FFF2-40B4-BE49-F238E27FC236}">
                <a16:creationId xmlns:a16="http://schemas.microsoft.com/office/drawing/2014/main" id="{82BEF24B-8227-4EB1-835C-3440114A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9" name="Rectangle 148">
            <a:extLst xmlns:a="http://schemas.openxmlformats.org/drawingml/2006/main">
              <a:ext uri="{FF2B5EF4-FFF2-40B4-BE49-F238E27FC236}">
                <a16:creationId xmlns:a16="http://schemas.microsoft.com/office/drawing/2014/main" id="{7ACB9B62-98A9-4EDC-B6EB-BC914B25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816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0" name="Rectangle 149">
            <a:extLst xmlns:a="http://schemas.openxmlformats.org/drawingml/2006/main">
              <a:ext uri="{FF2B5EF4-FFF2-40B4-BE49-F238E27FC236}">
                <a16:creationId xmlns:a16="http://schemas.microsoft.com/office/drawing/2014/main" id="{E5E5B766-2EF7-4AED-878C-9B2C9C18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1" name="Rectangle 150">
            <a:extLst xmlns:a="http://schemas.openxmlformats.org/drawingml/2006/main">
              <a:ext uri="{FF2B5EF4-FFF2-40B4-BE49-F238E27FC236}">
                <a16:creationId xmlns:a16="http://schemas.microsoft.com/office/drawing/2014/main" id="{F767B3CF-0D37-4552-B11F-F92CEC4F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048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2" name="Rectangle 151">
            <a:extLst xmlns:a="http://schemas.openxmlformats.org/drawingml/2006/main">
              <a:ext uri="{FF2B5EF4-FFF2-40B4-BE49-F238E27FC236}">
                <a16:creationId xmlns:a16="http://schemas.microsoft.com/office/drawing/2014/main" id="{EF18F21C-E8EF-43BD-96B9-A73BAD88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3" name="Rectangle 152">
            <a:extLst xmlns:a="http://schemas.openxmlformats.org/drawingml/2006/main">
              <a:ext uri="{FF2B5EF4-FFF2-40B4-BE49-F238E27FC236}">
                <a16:creationId xmlns:a16="http://schemas.microsoft.com/office/drawing/2014/main" id="{C152FE88-429D-48ED-BC68-D6E0C3A2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602736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4" name="Rectangle 153">
            <a:extLst xmlns:a="http://schemas.openxmlformats.org/drawingml/2006/main">
              <a:ext uri="{FF2B5EF4-FFF2-40B4-BE49-F238E27FC236}">
                <a16:creationId xmlns:a16="http://schemas.microsoft.com/office/drawing/2014/main" id="{598BDA84-CAA8-41AC-8CA3-5720B4BC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5" name="Rectangle 154">
            <a:extLst xmlns:a="http://schemas.openxmlformats.org/drawingml/2006/main">
              <a:ext uri="{FF2B5EF4-FFF2-40B4-BE49-F238E27FC236}">
                <a16:creationId xmlns:a16="http://schemas.microsoft.com/office/drawing/2014/main" id="{BBBC2C59-DA55-44B9-9966-CDE4FA30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6" name="Rectangle 155">
            <a:extLst xmlns:a="http://schemas.openxmlformats.org/drawingml/2006/main">
              <a:ext uri="{FF2B5EF4-FFF2-40B4-BE49-F238E27FC236}">
                <a16:creationId xmlns:a16="http://schemas.microsoft.com/office/drawing/2014/main" id="{D7D92CB1-5988-45D1-B064-710BA8C3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7" name="Rectangle 156">
            <a:extLst xmlns:a="http://schemas.openxmlformats.org/drawingml/2006/main">
              <a:ext uri="{FF2B5EF4-FFF2-40B4-BE49-F238E27FC236}">
                <a16:creationId xmlns:a16="http://schemas.microsoft.com/office/drawing/2014/main" id="{BAEE21E2-1016-4558-9268-572F9A56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8" name="Rectangle 157">
            <a:extLst xmlns:a="http://schemas.openxmlformats.org/drawingml/2006/main">
              <a:ext uri="{FF2B5EF4-FFF2-40B4-BE49-F238E27FC236}">
                <a16:creationId xmlns:a16="http://schemas.microsoft.com/office/drawing/2014/main" id="{606D63A2-3DE3-4377-A065-F1281183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816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9" name="Rectangle 158">
            <a:extLst xmlns:a="http://schemas.openxmlformats.org/drawingml/2006/main">
              <a:ext uri="{FF2B5EF4-FFF2-40B4-BE49-F238E27FC236}">
                <a16:creationId xmlns:a16="http://schemas.microsoft.com/office/drawing/2014/main" id="{4EBB7E8F-E4AF-40D4-9DC5-332E1A76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0" name="Rectangle 159">
            <a:extLst xmlns:a="http://schemas.openxmlformats.org/drawingml/2006/main">
              <a:ext uri="{FF2B5EF4-FFF2-40B4-BE49-F238E27FC236}">
                <a16:creationId xmlns:a16="http://schemas.microsoft.com/office/drawing/2014/main" id="{D62FAC1E-33E5-473A-A5E4-E04A0209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048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1" name="Rectangle 160">
            <a:extLst xmlns:a="http://schemas.openxmlformats.org/drawingml/2006/main">
              <a:ext uri="{FF2B5EF4-FFF2-40B4-BE49-F238E27FC236}">
                <a16:creationId xmlns:a16="http://schemas.microsoft.com/office/drawing/2014/main" id="{089FD77D-1F71-4FB3-AB8F-5C6ABBBD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2" name="Rectangle 161">
            <a:extLst xmlns:a="http://schemas.openxmlformats.org/drawingml/2006/main">
              <a:ext uri="{FF2B5EF4-FFF2-40B4-BE49-F238E27FC236}">
                <a16:creationId xmlns:a16="http://schemas.microsoft.com/office/drawing/2014/main" id="{1C986A78-DE09-4FB4-859F-9B758EF7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959352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3" name="Rectangle 162">
            <a:extLst xmlns:a="http://schemas.openxmlformats.org/drawingml/2006/main">
              <a:ext uri="{FF2B5EF4-FFF2-40B4-BE49-F238E27FC236}">
                <a16:creationId xmlns:a16="http://schemas.microsoft.com/office/drawing/2014/main" id="{3D22F1FF-6BBB-4E7C-86BA-5C23191B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4" name="Rectangle 163">
            <a:extLst xmlns:a="http://schemas.openxmlformats.org/drawingml/2006/main">
              <a:ext uri="{FF2B5EF4-FFF2-40B4-BE49-F238E27FC236}">
                <a16:creationId xmlns:a16="http://schemas.microsoft.com/office/drawing/2014/main" id="{34E09F15-BC0B-4C24-B8C6-F18B120D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5" name="Rectangle 164">
            <a:extLst xmlns:a="http://schemas.openxmlformats.org/drawingml/2006/main">
              <a:ext uri="{FF2B5EF4-FFF2-40B4-BE49-F238E27FC236}">
                <a16:creationId xmlns:a16="http://schemas.microsoft.com/office/drawing/2014/main" id="{BFF18A66-9059-493D-8AAA-BD21A097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6" name="Rectangle 165">
            <a:extLst xmlns:a="http://schemas.openxmlformats.org/drawingml/2006/main">
              <a:ext uri="{FF2B5EF4-FFF2-40B4-BE49-F238E27FC236}">
                <a16:creationId xmlns:a16="http://schemas.microsoft.com/office/drawing/2014/main" id="{C6EA5808-7DEC-4447-8B8C-426C739C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7" name="Rectangle 166">
            <a:extLst xmlns:a="http://schemas.openxmlformats.org/drawingml/2006/main">
              <a:ext uri="{FF2B5EF4-FFF2-40B4-BE49-F238E27FC236}">
                <a16:creationId xmlns:a16="http://schemas.microsoft.com/office/drawing/2014/main" id="{3AB4860A-5C02-4F3E-BF50-94825D75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816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8" name="Rectangle 167">
            <a:extLst xmlns:a="http://schemas.openxmlformats.org/drawingml/2006/main">
              <a:ext uri="{FF2B5EF4-FFF2-40B4-BE49-F238E27FC236}">
                <a16:creationId xmlns:a16="http://schemas.microsoft.com/office/drawing/2014/main" id="{9D03B5CA-427F-4B05-8094-A48F7261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9" name="Rectangle 168">
            <a:extLst xmlns:a="http://schemas.openxmlformats.org/drawingml/2006/main">
              <a:ext uri="{FF2B5EF4-FFF2-40B4-BE49-F238E27FC236}">
                <a16:creationId xmlns:a16="http://schemas.microsoft.com/office/drawing/2014/main" id="{40201B3C-8220-4E6B-AF15-89FC06BE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048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0" name="Rectangle 169">
            <a:extLst xmlns:a="http://schemas.openxmlformats.org/drawingml/2006/main">
              <a:ext uri="{FF2B5EF4-FFF2-40B4-BE49-F238E27FC236}">
                <a16:creationId xmlns:a16="http://schemas.microsoft.com/office/drawing/2014/main" id="{79C84B94-5EE8-4A92-ABF7-5A60DBCE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1" name="Rectangle 170">
            <a:extLst xmlns:a="http://schemas.openxmlformats.org/drawingml/2006/main">
              <a:ext uri="{FF2B5EF4-FFF2-40B4-BE49-F238E27FC236}">
                <a16:creationId xmlns:a16="http://schemas.microsoft.com/office/drawing/2014/main" id="{4A3C44B3-80A7-441B-827A-5B4006F4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4315968"/>
            <a:ext cx="333756" cy="333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2" name="TextBox 171">
            <a:extLst xmlns:a="http://schemas.openxmlformats.org/drawingml/2006/main">
              <a:ext uri="{FF2B5EF4-FFF2-40B4-BE49-F238E27FC236}">
                <a16:creationId xmlns:a16="http://schemas.microsoft.com/office/drawing/2014/main" id="{2265CC3F-8357-48A9-9037-96881BDA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4946904"/>
            <a:ext cx="338328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同一尺寸与位深</a:t>
            </a:r>
          </a:p>
        </p:txBody>
      </p:sp>
      <p:sp>
        <p:nvSpPr>
          <p:cNvPr id="173" name="TextBox 172">
            <a:extLst xmlns:a="http://schemas.openxmlformats.org/drawingml/2006/main">
              <a:ext uri="{FF2B5EF4-FFF2-40B4-BE49-F238E27FC236}">
                <a16:creationId xmlns:a16="http://schemas.microsoft.com/office/drawing/2014/main" id="{4A0D8DE9-3D8B-4C0F-8FBE-32AFEFC5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想一想：哪幅图最容易用几条规则完整表示？</a:t>
            </a:r>
          </a:p>
        </p:txBody>
      </p:sp>
    </p:spTree>
    <p:extLst>
      <p:ext uri="{BB962C8B-B14F-4D97-AF65-F5344CB8AC3E}">
        <p14:creationId xmlns:p14="http://schemas.microsoft.com/office/powerpoint/2010/main" val="1655399267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447FCA1C-D4D1-4BED-8A64-1CF23119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8B54A75-8D64-43CF-97BD-15E2AA00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1221FE2-AEAD-4FF9-8743-820BD3F9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练习题 5</a:t>
            </a:r>
          </a:p>
        </p:txBody>
      </p:sp>
      <p:sp>
        <p:nvSpPr>
          <p:cNvPr id="5" name="practice-givens">
            <a:extLst xmlns:a="http://schemas.openxmlformats.org/drawingml/2006/main">
              <a:ext uri="{FF2B5EF4-FFF2-40B4-BE49-F238E27FC236}">
                <a16:creationId xmlns:a16="http://schemas.microsoft.com/office/drawing/2014/main" id="{2F34E1E8-21C0-4DF0-9EA4-62F257F0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1640"/>
            <a:ext cx="10652760" cy="1762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A纯色、B规则色块、C复杂花纹，尺寸与位深相同。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分别用相同无损方法压缩，谁通常最小？为什么？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EA858B16-7BE2-4CE6-8E63-A93A9982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19472"/>
            <a:ext cx="102595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7B3298F-13E5-4F27-B374-1C0E14B2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5166360"/>
            <a:ext cx="103327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不仅选择，还要解释“重复”和“规律”。</a:t>
            </a:r>
          </a:p>
        </p:txBody>
      </p:sp>
    </p:spTree>
    <p:extLst>
      <p:ext uri="{BB962C8B-B14F-4D97-AF65-F5344CB8AC3E}">
        <p14:creationId xmlns:p14="http://schemas.microsoft.com/office/powerpoint/2010/main" val="394552553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11CE5AC9-AB0D-4B62-9F74-CEDFAC92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AD310D5-014C-48CB-8BE4-B216A34A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E34E78A-0BDC-4D73-ADEB-CE0938B9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练习题 5</a:t>
            </a:r>
          </a:p>
        </p:txBody>
      </p:sp>
      <p:sp>
        <p:nvSpPr>
          <p:cNvPr id="5" name="practice-givens">
            <a:extLst xmlns:a="http://schemas.openxmlformats.org/drawingml/2006/main">
              <a:ext uri="{FF2B5EF4-FFF2-40B4-BE49-F238E27FC236}">
                <a16:creationId xmlns:a16="http://schemas.microsoft.com/office/drawing/2014/main" id="{B03AE566-C3DF-464E-9F58-9B8B123F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1640"/>
            <a:ext cx="10652760" cy="1762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A纯色、B规则色块、C复杂花纹，尺寸与位深相同。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分别用相同无损方法压缩，谁通常最小？为什么？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88244B90-9BBE-4DC2-8AE5-9BD6C81C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19472"/>
            <a:ext cx="102595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FAB4E18-B79E-4053-AABE-575EF268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5074920"/>
            <a:ext cx="1051560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答案：A通常最小。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4F12834-DB67-4201-BF3F-203324C6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5660136"/>
            <a:ext cx="105156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纯色图像的重复与规律性最强，一般更容易用简短规则表示。</a:t>
            </a:r>
          </a:p>
        </p:txBody>
      </p:sp>
    </p:spTree>
    <p:extLst>
      <p:ext uri="{BB962C8B-B14F-4D97-AF65-F5344CB8AC3E}">
        <p14:creationId xmlns:p14="http://schemas.microsoft.com/office/powerpoint/2010/main" val="257567988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B8147631-1FA8-4383-8868-4D8B6B47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CDE4B0D-AD9D-42E6-8EDB-4FC234EB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78411CA-9A67-4986-8B6E-10954BCC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同一张图：BMP与JPG有什么不同？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04153AC0-6909-414A-93DB-0C1026D0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627632"/>
            <a:ext cx="0" cy="3776472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38FA012-513F-437C-867C-6600EE0E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37360"/>
            <a:ext cx="507492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BMP（课堂例：未压缩）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705A9B2-0C56-46EB-9618-7775F124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37360"/>
            <a:ext cx="47548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JPG（常见有损）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137896A-B17D-4473-96ED-64D9F4AA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5010912" cy="110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保存每个像素的颜色信息。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/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可能占用较多空间。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99ADC3E-1E69-4462-BBA7-4FE6F847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743200"/>
            <a:ext cx="4873752" cy="145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对图像进行近似表示。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/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文件可能明显更小，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但不能逐像素完全还原。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3F34A87-FDD6-4626-AC71-9DF15E08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有损不等于看起来一定明显变差；质量与参数有关。</a:t>
            </a:r>
          </a:p>
        </p:txBody>
      </p:sp>
    </p:spTree>
    <p:extLst>
      <p:ext uri="{BB962C8B-B14F-4D97-AF65-F5344CB8AC3E}">
        <p14:creationId xmlns:p14="http://schemas.microsoft.com/office/powerpoint/2010/main" val="1509452929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406AA72F-704B-4A3D-905A-94D454EB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2E680AF-3F51-4CE1-B169-E3EE49C9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2A1C8D9-ABD3-4AF2-94E4-A79323C6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MP3、JPG再用RAR压缩，会怎样？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3F3A2829-0D88-47E2-AF93-3B86091B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627632"/>
            <a:ext cx="0" cy="3776472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6C0835B-CE48-4695-9800-BCC79152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37360"/>
            <a:ext cx="507492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第一次压缩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271E2C-FC73-4C7C-9F06-623B19D5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37360"/>
            <a:ext cx="47548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再次压缩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FDCD88A-0B0D-4BF2-AC98-368C4BAE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5010912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有些重复或不重要的信息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被更简洁地表示，文件大幅减小。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57734D2-7AE1-4AA2-8241-DC9F76C0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743200"/>
            <a:ext cx="4873752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可进一步利用的冗余通常较少，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RAR再压往往收效不大。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4ED8C18-2382-4CAF-A3F3-214C9A61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注意：再次用有损编码重新保存，还可能累积质量损失。</a:t>
            </a:r>
          </a:p>
        </p:txBody>
      </p:sp>
    </p:spTree>
    <p:extLst>
      <p:ext uri="{BB962C8B-B14F-4D97-AF65-F5344CB8AC3E}">
        <p14:creationId xmlns:p14="http://schemas.microsoft.com/office/powerpoint/2010/main" val="933221314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42374F80-AC05-41F9-BC4E-6AF0F3F5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A654D59-D72D-4BC2-A920-5877C8D4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62E9F7F-8144-40AF-8FD1-E3B3249B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是不是压得越小就一定越好？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A3FDF072-21E2-482C-A3E0-38053B4B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627632"/>
            <a:ext cx="0" cy="3776472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5BB7198-F754-4D1E-A202-CD0239E7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37360"/>
            <a:ext cx="507492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重要文档长期备份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BBB7803-4816-464E-A648-A43D1AC4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37360"/>
            <a:ext cx="47548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实时视频通话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37D37EC-0937-45A9-B689-33B62C74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5010912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优先考虑信息完整、能够恢复，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以及可靠保存。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841EB95-E50A-465E-B5DF-8F6A80A6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743200"/>
            <a:ext cx="4873752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优先兼顾流畅度、延迟，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声音画面质量和传输量。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E40660E-0FCD-4925-832E-6D99A6F2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选择编码与压缩方式，要看具体任务，而不是只比文件大小。</a:t>
            </a:r>
          </a:p>
        </p:txBody>
      </p:sp>
    </p:spTree>
    <p:extLst>
      <p:ext uri="{BB962C8B-B14F-4D97-AF65-F5344CB8AC3E}">
        <p14:creationId xmlns:p14="http://schemas.microsoft.com/office/powerpoint/2010/main" val="773889408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04ECC57D-3EC2-4E82-BFDB-6B425EF4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51B0C2A-252A-4573-B386-F9E92B3F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AC6D563-4F4D-4E6B-A95A-F6972747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练习题 6</a:t>
            </a:r>
          </a:p>
        </p:txBody>
      </p:sp>
      <p:sp>
        <p:nvSpPr>
          <p:cNvPr id="5" name="practice-givens">
            <a:extLst xmlns:a="http://schemas.openxmlformats.org/drawingml/2006/main">
              <a:ext uri="{FF2B5EF4-FFF2-40B4-BE49-F238E27FC236}">
                <a16:creationId xmlns:a16="http://schemas.microsoft.com/office/drawing/2014/main" id="{8295C14A-D57C-4BBD-88B3-0849056D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1640"/>
            <a:ext cx="10652760" cy="2571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下列说法，哪些正确？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增加编辑音轨，未压缩PCM数据量必然翻倍。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未压缩视频逐帧保存，数据量可能很大。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③ ZIP解压后可以恢复原始文档。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DD961FBF-9D13-4C1C-9CCA-D690D01C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19472"/>
            <a:ext cx="102595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9711DFE-76B6-4FD8-A082-95D0F0D5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5166360"/>
            <a:ext cx="103327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逐条作答，并解释理由。</a:t>
            </a:r>
          </a:p>
        </p:txBody>
      </p:sp>
    </p:spTree>
    <p:extLst>
      <p:ext uri="{BB962C8B-B14F-4D97-AF65-F5344CB8AC3E}">
        <p14:creationId xmlns:p14="http://schemas.microsoft.com/office/powerpoint/2010/main" val="1473862044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C609B9DD-694F-485B-B6C8-49C3361E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72F7134-E441-4DA6-87C5-DA03E653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CC5BE53-9689-4207-B665-44827C3A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练习题 6</a:t>
            </a:r>
          </a:p>
        </p:txBody>
      </p:sp>
      <p:sp>
        <p:nvSpPr>
          <p:cNvPr id="5" name="practice-givens">
            <a:extLst xmlns:a="http://schemas.openxmlformats.org/drawingml/2006/main">
              <a:ext uri="{FF2B5EF4-FFF2-40B4-BE49-F238E27FC236}">
                <a16:creationId xmlns:a16="http://schemas.microsoft.com/office/drawing/2014/main" id="{BFE14377-6E70-4EE8-B768-713558A5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1640"/>
            <a:ext cx="10652760" cy="2571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下列说法，哪些正确？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增加编辑音轨，未压缩PCM数据量必然翻倍。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未压缩视频逐帧保存，数据量可能很大。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③ ZIP解压后可以恢复原始文档。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E79C305F-653C-4652-98AA-12B8FF00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19472"/>
            <a:ext cx="102595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F61D177-73CD-49B9-B4DD-F2CCA6C9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5074920"/>
            <a:ext cx="1051560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答案：①错；②对；③对。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5AA293A-84C1-4F1F-BF91-C1D2AF18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5660136"/>
            <a:ext cx="105156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①音轨不等于声道；②每帧的数据量相加可能很大；③ZIP为无损归档。</a:t>
            </a:r>
          </a:p>
        </p:txBody>
      </p:sp>
    </p:spTree>
    <p:extLst>
      <p:ext uri="{BB962C8B-B14F-4D97-AF65-F5344CB8AC3E}">
        <p14:creationId xmlns:p14="http://schemas.microsoft.com/office/powerpoint/2010/main" val="1238523999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C134AEC3-F7F9-41A6-B0D5-952E9215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00E3C23-EE20-4E54-A8A3-61FC7D9A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9F4FB7B-8AD4-4807-B433-8ACDC5C6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离开课堂前，解释三个为什么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8C11642-739C-4B7F-B0E3-3546DFE4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952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① 声音为什么能变成一组0和1？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184CA6-1653-4AF3-91A0-6BD76E3B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381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② 小视频为什么可能算出6.44 GiB？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B94B5CC-23AD-4092-BE37-730824E1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810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③ 有些文件为什么压缩后变化很小？</a:t>
            </a:r>
          </a:p>
        </p:txBody>
      </p:sp>
    </p:spTree>
    <p:extLst>
      <p:ext uri="{BB962C8B-B14F-4D97-AF65-F5344CB8AC3E}">
        <p14:creationId xmlns:p14="http://schemas.microsoft.com/office/powerpoint/2010/main" val="1286529956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B806A80F-9517-4119-88B4-5801120B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D69891D-09F9-45E6-AD82-32014DA1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D9505BC-8BAE-476B-B792-422FC27E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可选拓展：采样不足时会发生什么？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057BC18E-A11B-4D87-B05C-4DC1A83D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468880"/>
            <a:ext cx="950976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1FA559A8-943F-4B7A-B21E-5990ED92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810512"/>
            <a:ext cx="0" cy="132588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9F8AAB3-3C06-4F32-859D-070A2BCB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271016"/>
            <a:ext cx="95097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波形 A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2EFD37E5-88A4-4E21-99EC-C3522B2C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88720" y="2369440"/>
            <a:ext cx="87325" cy="4457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8EA16012-3397-4B6A-B1B8-5FE09C57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76045" y="2325261"/>
            <a:ext cx="87325" cy="44179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40319331-FB70-4319-8587-6C17C525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63370" y="2281869"/>
            <a:ext cx="87325" cy="4339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3648AA83-00C0-49D4-8921-328F4BF1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50695" y="2239650"/>
            <a:ext cx="87325" cy="42219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BB1038BD-70E8-458B-9408-CBC31E97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8020" y="2198979"/>
            <a:ext cx="87326" cy="4067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1F54422B-5F7C-4AA8-AF66-E04FCC26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25346" y="2160216"/>
            <a:ext cx="87325" cy="3876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C0EF0A77-F0E4-4A5B-9397-636383EB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12671" y="2123706"/>
            <a:ext cx="87325" cy="36510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493D5701-DFE4-462A-AA98-E76577EF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99996" y="2089773"/>
            <a:ext cx="87325" cy="3393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B53EB39C-0A77-4772-857C-6E636D9A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87321" y="2058718"/>
            <a:ext cx="87325" cy="3105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B1A67C9F-AD24-443F-ADF5-10E835B6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74646" y="2030817"/>
            <a:ext cx="87326" cy="2790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57208BDD-99DD-4D37-A9AD-56230C5C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061972" y="2006317"/>
            <a:ext cx="87325" cy="24500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1B6E5E5B-2DE3-435C-B2C8-89B7EB1E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49297" y="1985436"/>
            <a:ext cx="87325" cy="2088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01506F45-CF46-4E33-A531-E8A23C6F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36622" y="1968359"/>
            <a:ext cx="87325" cy="1707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93E9CE75-19EC-46AC-BEC2-D82ED7B6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23947" y="1955237"/>
            <a:ext cx="87325" cy="1312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BB1BE578-6D55-4ADC-8A6D-348477C8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411272" y="1946188"/>
            <a:ext cx="87326" cy="9049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FC4EB30A-CB09-4850-8C4D-E10CF5EC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498598" y="1941291"/>
            <a:ext cx="87325" cy="489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E7B3E807-4688-46BE-8AF2-B5C9BE44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85923" y="1940590"/>
            <a:ext cx="87325" cy="70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47599E44-92C4-46FC-A640-CE09D229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248" y="1940590"/>
            <a:ext cx="87325" cy="350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019598DB-3BD3-48AB-A268-F7BDB605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573" y="1944091"/>
            <a:ext cx="87325" cy="767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B690EAAC-FADD-4D80-A54A-B0A9DE6F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8" y="1951764"/>
            <a:ext cx="87326" cy="1177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D0E1296A-8940-4319-9750-7C7728DB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1963539"/>
            <a:ext cx="87325" cy="15774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D6521BA4-E42E-457D-9E8E-74E4CE9F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549" y="1979313"/>
            <a:ext cx="87325" cy="1963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B4A26A42-AF3D-4340-99DA-5803E56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874" y="1998945"/>
            <a:ext cx="87325" cy="23316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3" name="Connector 32">
            <a:extLst xmlns:a="http://schemas.openxmlformats.org/drawingml/2006/main">
              <a:ext uri="{FF2B5EF4-FFF2-40B4-BE49-F238E27FC236}">
                <a16:creationId xmlns:a16="http://schemas.microsoft.com/office/drawing/2014/main" id="{AA0E3C93-C865-4308-B11C-43B099C3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7199" y="2022261"/>
            <a:ext cx="87325" cy="26794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234080ED-8378-4E19-AF38-A4DD9D9D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524" y="2049055"/>
            <a:ext cx="87326" cy="3003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FF490757-3C59-4B32-86BE-B23E8B58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79088"/>
            <a:ext cx="87325" cy="33006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EC6C7485-161A-4063-AC77-348FA736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175" y="2112094"/>
            <a:ext cx="87325" cy="35686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7" name="Connector 36">
            <a:extLst xmlns:a="http://schemas.openxmlformats.org/drawingml/2006/main">
              <a:ext uri="{FF2B5EF4-FFF2-40B4-BE49-F238E27FC236}">
                <a16:creationId xmlns:a16="http://schemas.microsoft.com/office/drawing/2014/main" id="{49F5D72E-336D-47A6-9856-C00FDC53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500" y="2147780"/>
            <a:ext cx="87325" cy="3804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8" name="Connector 37">
            <a:extLst xmlns:a="http://schemas.openxmlformats.org/drawingml/2006/main">
              <a:ext uri="{FF2B5EF4-FFF2-40B4-BE49-F238E27FC236}">
                <a16:creationId xmlns:a16="http://schemas.microsoft.com/office/drawing/2014/main" id="{137A1FBC-F90C-4FA3-BB61-44D17F51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825" y="2185828"/>
            <a:ext cx="87325" cy="4007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39" name="Connector 38">
            <a:extLst xmlns:a="http://schemas.openxmlformats.org/drawingml/2006/main">
              <a:ext uri="{FF2B5EF4-FFF2-40B4-BE49-F238E27FC236}">
                <a16:creationId xmlns:a16="http://schemas.microsoft.com/office/drawing/2014/main" id="{43A39651-860A-4CCD-9A98-D1064E22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150" y="2225903"/>
            <a:ext cx="87326" cy="41744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4B0B703A-59CC-4322-9420-B5312EA0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476" y="2267647"/>
            <a:ext cx="87325" cy="4304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1" name="Connector 40">
            <a:extLst xmlns:a="http://schemas.openxmlformats.org/drawingml/2006/main">
              <a:ext uri="{FF2B5EF4-FFF2-40B4-BE49-F238E27FC236}">
                <a16:creationId xmlns:a16="http://schemas.microsoft.com/office/drawing/2014/main" id="{3F0A854A-441C-4D52-A700-8762A520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801" y="2310690"/>
            <a:ext cx="87325" cy="43960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2" name="Connector 41">
            <a:extLst xmlns:a="http://schemas.openxmlformats.org/drawingml/2006/main">
              <a:ext uri="{FF2B5EF4-FFF2-40B4-BE49-F238E27FC236}">
                <a16:creationId xmlns:a16="http://schemas.microsoft.com/office/drawing/2014/main" id="{5047A4CC-E20C-455F-8E7F-D37F81E4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126" y="2354650"/>
            <a:ext cx="87325" cy="4448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3" name="Connector 42">
            <a:extLst xmlns:a="http://schemas.openxmlformats.org/drawingml/2006/main">
              <a:ext uri="{FF2B5EF4-FFF2-40B4-BE49-F238E27FC236}">
                <a16:creationId xmlns:a16="http://schemas.microsoft.com/office/drawing/2014/main" id="{D26D695A-048B-4043-86A1-3D433E71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451" y="2399138"/>
            <a:ext cx="87325" cy="44619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4" name="Connector 43">
            <a:extLst xmlns:a="http://schemas.openxmlformats.org/drawingml/2006/main">
              <a:ext uri="{FF2B5EF4-FFF2-40B4-BE49-F238E27FC236}">
                <a16:creationId xmlns:a16="http://schemas.microsoft.com/office/drawing/2014/main" id="{CF9C6499-B9CC-45ED-B971-F41F2BE9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776" y="2443757"/>
            <a:ext cx="87326" cy="4435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5" name="Connector 44">
            <a:extLst xmlns:a="http://schemas.openxmlformats.org/drawingml/2006/main">
              <a:ext uri="{FF2B5EF4-FFF2-40B4-BE49-F238E27FC236}">
                <a16:creationId xmlns:a16="http://schemas.microsoft.com/office/drawing/2014/main" id="{C5FFF9CB-C239-4612-AC43-FE1777ED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102" y="2488112"/>
            <a:ext cx="87325" cy="4369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C1438998-DD15-4640-980E-1265E1FA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427" y="2531810"/>
            <a:ext cx="87325" cy="4265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7" name="Connector 46">
            <a:extLst xmlns:a="http://schemas.openxmlformats.org/drawingml/2006/main">
              <a:ext uri="{FF2B5EF4-FFF2-40B4-BE49-F238E27FC236}">
                <a16:creationId xmlns:a16="http://schemas.microsoft.com/office/drawing/2014/main" id="{40F74E2A-E3BB-4065-B280-23BC9A20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752" y="2574462"/>
            <a:ext cx="87325" cy="4122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8" name="Connector 47">
            <a:extLst xmlns:a="http://schemas.openxmlformats.org/drawingml/2006/main">
              <a:ext uri="{FF2B5EF4-FFF2-40B4-BE49-F238E27FC236}">
                <a16:creationId xmlns:a16="http://schemas.microsoft.com/office/drawing/2014/main" id="{3302963F-ED87-46D2-8B90-12B12FB9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077" y="2615690"/>
            <a:ext cx="87325" cy="3943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49" name="Connector 48">
            <a:extLst xmlns:a="http://schemas.openxmlformats.org/drawingml/2006/main">
              <a:ext uri="{FF2B5EF4-FFF2-40B4-BE49-F238E27FC236}">
                <a16:creationId xmlns:a16="http://schemas.microsoft.com/office/drawing/2014/main" id="{24F4C651-1DBB-4403-82DF-D061633B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402" y="2655128"/>
            <a:ext cx="87326" cy="3729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0" name="Connector 49">
            <a:extLst xmlns:a="http://schemas.openxmlformats.org/drawingml/2006/main">
              <a:ext uri="{FF2B5EF4-FFF2-40B4-BE49-F238E27FC236}">
                <a16:creationId xmlns:a16="http://schemas.microsoft.com/office/drawing/2014/main" id="{AF2AC586-E280-45C2-8F82-D13D8F45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692425"/>
            <a:ext cx="87325" cy="3482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1" name="Connector 50">
            <a:extLst xmlns:a="http://schemas.openxmlformats.org/drawingml/2006/main">
              <a:ext uri="{FF2B5EF4-FFF2-40B4-BE49-F238E27FC236}">
                <a16:creationId xmlns:a16="http://schemas.microsoft.com/office/drawing/2014/main" id="{40BD4015-A31B-4D1E-AB7E-2144C5C6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053" y="2727252"/>
            <a:ext cx="87325" cy="32046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2" name="Connector 51">
            <a:extLst xmlns:a="http://schemas.openxmlformats.org/drawingml/2006/main">
              <a:ext uri="{FF2B5EF4-FFF2-40B4-BE49-F238E27FC236}">
                <a16:creationId xmlns:a16="http://schemas.microsoft.com/office/drawing/2014/main" id="{72C308EE-E100-4252-84F0-017F127C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759298"/>
            <a:ext cx="87325" cy="2898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3" name="Connector 52">
            <a:extLst xmlns:a="http://schemas.openxmlformats.org/drawingml/2006/main">
              <a:ext uri="{FF2B5EF4-FFF2-40B4-BE49-F238E27FC236}">
                <a16:creationId xmlns:a16="http://schemas.microsoft.com/office/drawing/2014/main" id="{CDDB7AA7-C2FF-47CB-B20E-5E764EE4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703" y="2788280"/>
            <a:ext cx="87325" cy="25659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4" name="Connector 53">
            <a:extLst xmlns:a="http://schemas.openxmlformats.org/drawingml/2006/main">
              <a:ext uri="{FF2B5EF4-FFF2-40B4-BE49-F238E27FC236}">
                <a16:creationId xmlns:a16="http://schemas.microsoft.com/office/drawing/2014/main" id="{D18EF2D4-A2EE-431A-921C-40EEA71B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1028" y="2813939"/>
            <a:ext cx="87326" cy="22110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5" name="Connector 54">
            <a:extLst xmlns:a="http://schemas.openxmlformats.org/drawingml/2006/main">
              <a:ext uri="{FF2B5EF4-FFF2-40B4-BE49-F238E27FC236}">
                <a16:creationId xmlns:a16="http://schemas.microsoft.com/office/drawing/2014/main" id="{C73099FD-1E3D-41C2-AFEA-0DDED3F0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354" y="2836049"/>
            <a:ext cx="87325" cy="18364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6" name="Connector 55">
            <a:extLst xmlns:a="http://schemas.openxmlformats.org/drawingml/2006/main">
              <a:ext uri="{FF2B5EF4-FFF2-40B4-BE49-F238E27FC236}">
                <a16:creationId xmlns:a16="http://schemas.microsoft.com/office/drawing/2014/main" id="{4261E891-C4A6-4CC5-9EFC-1400090E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679" y="2854413"/>
            <a:ext cx="87325" cy="14454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7" name="Connector 56">
            <a:extLst xmlns:a="http://schemas.openxmlformats.org/drawingml/2006/main">
              <a:ext uri="{FF2B5EF4-FFF2-40B4-BE49-F238E27FC236}">
                <a16:creationId xmlns:a16="http://schemas.microsoft.com/office/drawing/2014/main" id="{F25C501B-5885-497C-BDA3-3A676826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3004" y="2868867"/>
            <a:ext cx="87325" cy="1041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8" name="Connector 57">
            <a:extLst xmlns:a="http://schemas.openxmlformats.org/drawingml/2006/main">
              <a:ext uri="{FF2B5EF4-FFF2-40B4-BE49-F238E27FC236}">
                <a16:creationId xmlns:a16="http://schemas.microsoft.com/office/drawing/2014/main" id="{1B845353-D2F6-4E03-937E-FD4C608E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329" y="2879285"/>
            <a:ext cx="87325" cy="628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59" name="Connector 58">
            <a:extLst xmlns:a="http://schemas.openxmlformats.org/drawingml/2006/main">
              <a:ext uri="{FF2B5EF4-FFF2-40B4-BE49-F238E27FC236}">
                <a16:creationId xmlns:a16="http://schemas.microsoft.com/office/drawing/2014/main" id="{580237F6-5C37-4DC0-BE7F-45043D95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654" y="2885573"/>
            <a:ext cx="87326" cy="210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0" name="Connector 59">
            <a:extLst xmlns:a="http://schemas.openxmlformats.org/drawingml/2006/main">
              <a:ext uri="{FF2B5EF4-FFF2-40B4-BE49-F238E27FC236}">
                <a16:creationId xmlns:a16="http://schemas.microsoft.com/office/drawing/2014/main" id="{3F84BE9E-7832-4CF0-99BF-72672D46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54980" y="2885573"/>
            <a:ext cx="87325" cy="210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1" name="Connector 60">
            <a:extLst xmlns:a="http://schemas.openxmlformats.org/drawingml/2006/main">
              <a:ext uri="{FF2B5EF4-FFF2-40B4-BE49-F238E27FC236}">
                <a16:creationId xmlns:a16="http://schemas.microsoft.com/office/drawing/2014/main" id="{F8DF548B-E525-40B9-A7B1-4CB69EE4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42305" y="2879285"/>
            <a:ext cx="87325" cy="628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2" name="Connector 61">
            <a:extLst xmlns:a="http://schemas.openxmlformats.org/drawingml/2006/main">
              <a:ext uri="{FF2B5EF4-FFF2-40B4-BE49-F238E27FC236}">
                <a16:creationId xmlns:a16="http://schemas.microsoft.com/office/drawing/2014/main" id="{1A6D5032-EF68-45C4-8E44-9A5B50C1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29630" y="2868867"/>
            <a:ext cx="87325" cy="1041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3" name="Connector 62">
            <a:extLst xmlns:a="http://schemas.openxmlformats.org/drawingml/2006/main">
              <a:ext uri="{FF2B5EF4-FFF2-40B4-BE49-F238E27FC236}">
                <a16:creationId xmlns:a16="http://schemas.microsoft.com/office/drawing/2014/main" id="{73D6C297-E8F0-4284-A3DC-B3F93D3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16955" y="2854413"/>
            <a:ext cx="87325" cy="14454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4" name="Connector 63">
            <a:extLst xmlns:a="http://schemas.openxmlformats.org/drawingml/2006/main">
              <a:ext uri="{FF2B5EF4-FFF2-40B4-BE49-F238E27FC236}">
                <a16:creationId xmlns:a16="http://schemas.microsoft.com/office/drawing/2014/main" id="{A85F5BA8-D79A-48F7-B0BB-1A12657E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04280" y="2836049"/>
            <a:ext cx="87326" cy="18364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5" name="Connector 64">
            <a:extLst xmlns:a="http://schemas.openxmlformats.org/drawingml/2006/main">
              <a:ext uri="{FF2B5EF4-FFF2-40B4-BE49-F238E27FC236}">
                <a16:creationId xmlns:a16="http://schemas.microsoft.com/office/drawing/2014/main" id="{4568AA45-A9BA-4833-BD0E-B782339A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91606" y="2813939"/>
            <a:ext cx="87325" cy="22110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6" name="Connector 65">
            <a:extLst xmlns:a="http://schemas.openxmlformats.org/drawingml/2006/main">
              <a:ext uri="{FF2B5EF4-FFF2-40B4-BE49-F238E27FC236}">
                <a16:creationId xmlns:a16="http://schemas.microsoft.com/office/drawing/2014/main" id="{1FCB06FE-2EBA-46C4-A54C-0FA920A8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78931" y="2788280"/>
            <a:ext cx="87325" cy="25659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7" name="Connector 66">
            <a:extLst xmlns:a="http://schemas.openxmlformats.org/drawingml/2006/main">
              <a:ext uri="{FF2B5EF4-FFF2-40B4-BE49-F238E27FC236}">
                <a16:creationId xmlns:a16="http://schemas.microsoft.com/office/drawing/2014/main" id="{DE2D4BB7-A393-4C22-B442-852686F1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66256" y="2759298"/>
            <a:ext cx="87325" cy="2898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8" name="Connector 67">
            <a:extLst xmlns:a="http://schemas.openxmlformats.org/drawingml/2006/main">
              <a:ext uri="{FF2B5EF4-FFF2-40B4-BE49-F238E27FC236}">
                <a16:creationId xmlns:a16="http://schemas.microsoft.com/office/drawing/2014/main" id="{1E95B3BF-5CEE-4E19-A8E7-42B08BFE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253581" y="2727252"/>
            <a:ext cx="87325" cy="32046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9" name="Connector 68">
            <a:extLst xmlns:a="http://schemas.openxmlformats.org/drawingml/2006/main">
              <a:ext uri="{FF2B5EF4-FFF2-40B4-BE49-F238E27FC236}">
                <a16:creationId xmlns:a16="http://schemas.microsoft.com/office/drawing/2014/main" id="{C030E5DD-ADD1-4E3F-A5AD-6BA9E292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40906" y="2692425"/>
            <a:ext cx="87326" cy="3482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0" name="Connector 69">
            <a:extLst xmlns:a="http://schemas.openxmlformats.org/drawingml/2006/main">
              <a:ext uri="{FF2B5EF4-FFF2-40B4-BE49-F238E27FC236}">
                <a16:creationId xmlns:a16="http://schemas.microsoft.com/office/drawing/2014/main" id="{7D83BE3C-FBAE-4E18-BA08-459F5D49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28232" y="2655128"/>
            <a:ext cx="87325" cy="3729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1" name="Connector 70">
            <a:extLst xmlns:a="http://schemas.openxmlformats.org/drawingml/2006/main">
              <a:ext uri="{FF2B5EF4-FFF2-40B4-BE49-F238E27FC236}">
                <a16:creationId xmlns:a16="http://schemas.microsoft.com/office/drawing/2014/main" id="{EE81A36F-4E8A-4704-96AC-C2246DB2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515557" y="2615690"/>
            <a:ext cx="87325" cy="3943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2" name="Connector 71">
            <a:extLst xmlns:a="http://schemas.openxmlformats.org/drawingml/2006/main">
              <a:ext uri="{FF2B5EF4-FFF2-40B4-BE49-F238E27FC236}">
                <a16:creationId xmlns:a16="http://schemas.microsoft.com/office/drawing/2014/main" id="{154EAFC6-181A-4A6C-BCB5-7329E206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02882" y="2574462"/>
            <a:ext cx="87325" cy="4122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3" name="Connector 72">
            <a:extLst xmlns:a="http://schemas.openxmlformats.org/drawingml/2006/main">
              <a:ext uri="{FF2B5EF4-FFF2-40B4-BE49-F238E27FC236}">
                <a16:creationId xmlns:a16="http://schemas.microsoft.com/office/drawing/2014/main" id="{38BB0833-6B12-4F06-8A26-50D6EFF9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90207" y="2531810"/>
            <a:ext cx="87325" cy="4265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4" name="Connector 73">
            <a:extLst xmlns:a="http://schemas.openxmlformats.org/drawingml/2006/main">
              <a:ext uri="{FF2B5EF4-FFF2-40B4-BE49-F238E27FC236}">
                <a16:creationId xmlns:a16="http://schemas.microsoft.com/office/drawing/2014/main" id="{B2BBAEB2-391C-491F-AC44-86926975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77532" y="2488112"/>
            <a:ext cx="87326" cy="4369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5" name="Connector 74">
            <a:extLst xmlns:a="http://schemas.openxmlformats.org/drawingml/2006/main">
              <a:ext uri="{FF2B5EF4-FFF2-40B4-BE49-F238E27FC236}">
                <a16:creationId xmlns:a16="http://schemas.microsoft.com/office/drawing/2014/main" id="{9F8A4C74-8BAA-4CBC-8F1D-3E19B3D1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64858" y="2443757"/>
            <a:ext cx="87325" cy="4435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6" name="Connector 75">
            <a:extLst xmlns:a="http://schemas.openxmlformats.org/drawingml/2006/main">
              <a:ext uri="{FF2B5EF4-FFF2-40B4-BE49-F238E27FC236}">
                <a16:creationId xmlns:a16="http://schemas.microsoft.com/office/drawing/2014/main" id="{21156E6B-E897-4071-9A81-955404AF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52183" y="2399138"/>
            <a:ext cx="87325" cy="44619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7" name="Connector 76">
            <a:extLst xmlns:a="http://schemas.openxmlformats.org/drawingml/2006/main">
              <a:ext uri="{FF2B5EF4-FFF2-40B4-BE49-F238E27FC236}">
                <a16:creationId xmlns:a16="http://schemas.microsoft.com/office/drawing/2014/main" id="{64AE8F70-4807-4F02-82B1-C698DC1F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39508" y="2354650"/>
            <a:ext cx="87325" cy="4448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8" name="Connector 77">
            <a:extLst xmlns:a="http://schemas.openxmlformats.org/drawingml/2006/main">
              <a:ext uri="{FF2B5EF4-FFF2-40B4-BE49-F238E27FC236}">
                <a16:creationId xmlns:a16="http://schemas.microsoft.com/office/drawing/2014/main" id="{AFFE6421-5B76-473E-A875-14909090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26833" y="2310690"/>
            <a:ext cx="87325" cy="43960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79" name="Connector 78">
            <a:extLst xmlns:a="http://schemas.openxmlformats.org/drawingml/2006/main">
              <a:ext uri="{FF2B5EF4-FFF2-40B4-BE49-F238E27FC236}">
                <a16:creationId xmlns:a16="http://schemas.microsoft.com/office/drawing/2014/main" id="{14411913-B0EC-4641-9CF3-820FD7B3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14158" y="2267647"/>
            <a:ext cx="87326" cy="4304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0" name="Connector 79">
            <a:extLst xmlns:a="http://schemas.openxmlformats.org/drawingml/2006/main">
              <a:ext uri="{FF2B5EF4-FFF2-40B4-BE49-F238E27FC236}">
                <a16:creationId xmlns:a16="http://schemas.microsoft.com/office/drawing/2014/main" id="{9B0011FE-C106-40C1-89B0-CBD68B58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01484" y="2225903"/>
            <a:ext cx="87325" cy="41744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1" name="Connector 80">
            <a:extLst xmlns:a="http://schemas.openxmlformats.org/drawingml/2006/main">
              <a:ext uri="{FF2B5EF4-FFF2-40B4-BE49-F238E27FC236}">
                <a16:creationId xmlns:a16="http://schemas.microsoft.com/office/drawing/2014/main" id="{7468C8ED-9DE7-45BB-B9D6-349F1C49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88809" y="2185828"/>
            <a:ext cx="87325" cy="4007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2" name="Connector 81">
            <a:extLst xmlns:a="http://schemas.openxmlformats.org/drawingml/2006/main">
              <a:ext uri="{FF2B5EF4-FFF2-40B4-BE49-F238E27FC236}">
                <a16:creationId xmlns:a16="http://schemas.microsoft.com/office/drawing/2014/main" id="{B1D1A68D-585E-467C-B107-C399ED1B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476134" y="2147780"/>
            <a:ext cx="87325" cy="3804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3" name="Connector 82">
            <a:extLst xmlns:a="http://schemas.openxmlformats.org/drawingml/2006/main">
              <a:ext uri="{FF2B5EF4-FFF2-40B4-BE49-F238E27FC236}">
                <a16:creationId xmlns:a16="http://schemas.microsoft.com/office/drawing/2014/main" id="{162D8EF0-2C7A-476C-BF1A-2908F04C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63459" y="2112094"/>
            <a:ext cx="87325" cy="35686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4" name="Connector 83">
            <a:extLst xmlns:a="http://schemas.openxmlformats.org/drawingml/2006/main">
              <a:ext uri="{FF2B5EF4-FFF2-40B4-BE49-F238E27FC236}">
                <a16:creationId xmlns:a16="http://schemas.microsoft.com/office/drawing/2014/main" id="{2F809DC7-49F2-4BE9-AEE2-B5BABD07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650784" y="2079088"/>
            <a:ext cx="87326" cy="33006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5" name="Connector 84">
            <a:extLst xmlns:a="http://schemas.openxmlformats.org/drawingml/2006/main">
              <a:ext uri="{FF2B5EF4-FFF2-40B4-BE49-F238E27FC236}">
                <a16:creationId xmlns:a16="http://schemas.microsoft.com/office/drawing/2014/main" id="{62C1364D-CA0E-41B3-9BC0-528647A9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738110" y="2049055"/>
            <a:ext cx="87325" cy="3003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6" name="Connector 85">
            <a:extLst xmlns:a="http://schemas.openxmlformats.org/drawingml/2006/main">
              <a:ext uri="{FF2B5EF4-FFF2-40B4-BE49-F238E27FC236}">
                <a16:creationId xmlns:a16="http://schemas.microsoft.com/office/drawing/2014/main" id="{98668CA9-3C6E-4F59-9939-0822188E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825435" y="2022261"/>
            <a:ext cx="87325" cy="26794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7" name="Connector 86">
            <a:extLst xmlns:a="http://schemas.openxmlformats.org/drawingml/2006/main">
              <a:ext uri="{FF2B5EF4-FFF2-40B4-BE49-F238E27FC236}">
                <a16:creationId xmlns:a16="http://schemas.microsoft.com/office/drawing/2014/main" id="{F5F4333D-01AA-411F-8ED7-A9CABA41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912760" y="1998945"/>
            <a:ext cx="87325" cy="23316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8" name="Connector 87">
            <a:extLst xmlns:a="http://schemas.openxmlformats.org/drawingml/2006/main">
              <a:ext uri="{FF2B5EF4-FFF2-40B4-BE49-F238E27FC236}">
                <a16:creationId xmlns:a16="http://schemas.microsoft.com/office/drawing/2014/main" id="{1A551483-FA80-457F-B1B5-30EE4E41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000085" y="1979313"/>
            <a:ext cx="87325" cy="1963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89" name="Connector 88">
            <a:extLst xmlns:a="http://schemas.openxmlformats.org/drawingml/2006/main">
              <a:ext uri="{FF2B5EF4-FFF2-40B4-BE49-F238E27FC236}">
                <a16:creationId xmlns:a16="http://schemas.microsoft.com/office/drawing/2014/main" id="{4D929C2C-0817-466C-8B54-D3EAC8D1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087410" y="1963539"/>
            <a:ext cx="87326" cy="15774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0" name="Connector 89">
            <a:extLst xmlns:a="http://schemas.openxmlformats.org/drawingml/2006/main">
              <a:ext uri="{FF2B5EF4-FFF2-40B4-BE49-F238E27FC236}">
                <a16:creationId xmlns:a16="http://schemas.microsoft.com/office/drawing/2014/main" id="{4E681A8A-8601-4B18-BABA-756F8F00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174736" y="1951764"/>
            <a:ext cx="87325" cy="1177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1" name="Connector 90">
            <a:extLst xmlns:a="http://schemas.openxmlformats.org/drawingml/2006/main">
              <a:ext uri="{FF2B5EF4-FFF2-40B4-BE49-F238E27FC236}">
                <a16:creationId xmlns:a16="http://schemas.microsoft.com/office/drawing/2014/main" id="{9475CC77-4A88-4638-95EA-BED35AEC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62061" y="1944091"/>
            <a:ext cx="87325" cy="767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2" name="Connector 91">
            <a:extLst xmlns:a="http://schemas.openxmlformats.org/drawingml/2006/main">
              <a:ext uri="{FF2B5EF4-FFF2-40B4-BE49-F238E27FC236}">
                <a16:creationId xmlns:a16="http://schemas.microsoft.com/office/drawing/2014/main" id="{13CDD650-B912-4C55-BC57-A5628B93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349386" y="1940590"/>
            <a:ext cx="87325" cy="350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3" name="Connector 92">
            <a:extLst xmlns:a="http://schemas.openxmlformats.org/drawingml/2006/main">
              <a:ext uri="{FF2B5EF4-FFF2-40B4-BE49-F238E27FC236}">
                <a16:creationId xmlns:a16="http://schemas.microsoft.com/office/drawing/2014/main" id="{446EDB6E-21A0-40E9-8E9E-2C131D84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6711" y="1940590"/>
            <a:ext cx="87325" cy="70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4" name="Connector 93">
            <a:extLst xmlns:a="http://schemas.openxmlformats.org/drawingml/2006/main">
              <a:ext uri="{FF2B5EF4-FFF2-40B4-BE49-F238E27FC236}">
                <a16:creationId xmlns:a16="http://schemas.microsoft.com/office/drawing/2014/main" id="{026E803C-2A33-436D-95F5-49DF05E6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036" y="1941291"/>
            <a:ext cx="87326" cy="489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5" name="Connector 94">
            <a:extLst xmlns:a="http://schemas.openxmlformats.org/drawingml/2006/main">
              <a:ext uri="{FF2B5EF4-FFF2-40B4-BE49-F238E27FC236}">
                <a16:creationId xmlns:a16="http://schemas.microsoft.com/office/drawing/2014/main" id="{226327DF-A6E5-40A3-AB41-A3520101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1362" y="1946188"/>
            <a:ext cx="87325" cy="9049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6" name="Connector 95">
            <a:extLst xmlns:a="http://schemas.openxmlformats.org/drawingml/2006/main">
              <a:ext uri="{FF2B5EF4-FFF2-40B4-BE49-F238E27FC236}">
                <a16:creationId xmlns:a16="http://schemas.microsoft.com/office/drawing/2014/main" id="{9E5872DF-A1FF-4076-AA59-CE87C29C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687" y="1955237"/>
            <a:ext cx="87325" cy="1312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7" name="Connector 96">
            <a:extLst xmlns:a="http://schemas.openxmlformats.org/drawingml/2006/main">
              <a:ext uri="{FF2B5EF4-FFF2-40B4-BE49-F238E27FC236}">
                <a16:creationId xmlns:a16="http://schemas.microsoft.com/office/drawing/2014/main" id="{CB931507-F370-4D78-846A-D67A938F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012" y="1968359"/>
            <a:ext cx="87325" cy="1707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8" name="Connector 97">
            <a:extLst xmlns:a="http://schemas.openxmlformats.org/drawingml/2006/main">
              <a:ext uri="{FF2B5EF4-FFF2-40B4-BE49-F238E27FC236}">
                <a16:creationId xmlns:a16="http://schemas.microsoft.com/office/drawing/2014/main" id="{60EE8EBF-B89D-499F-9284-DE6E72B2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337" y="1985436"/>
            <a:ext cx="87325" cy="2088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99" name="Connector 98">
            <a:extLst xmlns:a="http://schemas.openxmlformats.org/drawingml/2006/main">
              <a:ext uri="{FF2B5EF4-FFF2-40B4-BE49-F238E27FC236}">
                <a16:creationId xmlns:a16="http://schemas.microsoft.com/office/drawing/2014/main" id="{9B84AF5D-A01A-4570-B41D-3941CF72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662" y="2006317"/>
            <a:ext cx="87326" cy="24500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0" name="Connector 99">
            <a:extLst xmlns:a="http://schemas.openxmlformats.org/drawingml/2006/main">
              <a:ext uri="{FF2B5EF4-FFF2-40B4-BE49-F238E27FC236}">
                <a16:creationId xmlns:a16="http://schemas.microsoft.com/office/drawing/2014/main" id="{0429FB9C-A3F0-446C-ADA2-56B722ED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2030817"/>
            <a:ext cx="87325" cy="2790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1" name="Connector 100">
            <a:extLst xmlns:a="http://schemas.openxmlformats.org/drawingml/2006/main">
              <a:ext uri="{FF2B5EF4-FFF2-40B4-BE49-F238E27FC236}">
                <a16:creationId xmlns:a16="http://schemas.microsoft.com/office/drawing/2014/main" id="{D84A409A-B9AB-46EE-809C-62E9966B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313" y="2058718"/>
            <a:ext cx="87325" cy="3105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2" name="Connector 101">
            <a:extLst xmlns:a="http://schemas.openxmlformats.org/drawingml/2006/main">
              <a:ext uri="{FF2B5EF4-FFF2-40B4-BE49-F238E27FC236}">
                <a16:creationId xmlns:a16="http://schemas.microsoft.com/office/drawing/2014/main" id="{29702FFA-44D9-46ED-ADEA-74D8A21D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2638" y="2089773"/>
            <a:ext cx="87325" cy="3393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3" name="Connector 102">
            <a:extLst xmlns:a="http://schemas.openxmlformats.org/drawingml/2006/main">
              <a:ext uri="{FF2B5EF4-FFF2-40B4-BE49-F238E27FC236}">
                <a16:creationId xmlns:a16="http://schemas.microsoft.com/office/drawing/2014/main" id="{F92047B2-725A-43A8-823E-184B366E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963" y="2123706"/>
            <a:ext cx="87325" cy="36510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4" name="Connector 103">
            <a:extLst xmlns:a="http://schemas.openxmlformats.org/drawingml/2006/main">
              <a:ext uri="{FF2B5EF4-FFF2-40B4-BE49-F238E27FC236}">
                <a16:creationId xmlns:a16="http://schemas.microsoft.com/office/drawing/2014/main" id="{211CA8E5-1EE7-452F-9663-A86CFB6E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288" y="2160216"/>
            <a:ext cx="87326" cy="3876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5" name="Connector 104">
            <a:extLst xmlns:a="http://schemas.openxmlformats.org/drawingml/2006/main">
              <a:ext uri="{FF2B5EF4-FFF2-40B4-BE49-F238E27FC236}">
                <a16:creationId xmlns:a16="http://schemas.microsoft.com/office/drawing/2014/main" id="{335641DA-7829-4D90-93EB-B080F527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4614" y="2198979"/>
            <a:ext cx="87325" cy="4067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6" name="Connector 105">
            <a:extLst xmlns:a="http://schemas.openxmlformats.org/drawingml/2006/main">
              <a:ext uri="{FF2B5EF4-FFF2-40B4-BE49-F238E27FC236}">
                <a16:creationId xmlns:a16="http://schemas.microsoft.com/office/drawing/2014/main" id="{042B68D2-86CD-4897-ADCE-42391FFB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939" y="2239650"/>
            <a:ext cx="87325" cy="42219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7" name="Connector 106">
            <a:extLst xmlns:a="http://schemas.openxmlformats.org/drawingml/2006/main">
              <a:ext uri="{FF2B5EF4-FFF2-40B4-BE49-F238E27FC236}">
                <a16:creationId xmlns:a16="http://schemas.microsoft.com/office/drawing/2014/main" id="{F517B028-2572-4F75-A11A-5B487B63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264" y="2281869"/>
            <a:ext cx="87325" cy="4339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8" name="Connector 107">
            <a:extLst xmlns:a="http://schemas.openxmlformats.org/drawingml/2006/main">
              <a:ext uri="{FF2B5EF4-FFF2-40B4-BE49-F238E27FC236}">
                <a16:creationId xmlns:a16="http://schemas.microsoft.com/office/drawing/2014/main" id="{EC136FA9-5C79-4661-909F-841C0635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589" y="2325261"/>
            <a:ext cx="87325" cy="44179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9" name="Connector 108">
            <a:extLst xmlns:a="http://schemas.openxmlformats.org/drawingml/2006/main">
              <a:ext uri="{FF2B5EF4-FFF2-40B4-BE49-F238E27FC236}">
                <a16:creationId xmlns:a16="http://schemas.microsoft.com/office/drawing/2014/main" id="{0FDD5F32-A40F-4263-B9F8-300D2476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914" y="2369440"/>
            <a:ext cx="87326" cy="4457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8C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0" name="Connector 109">
            <a:extLst xmlns:a="http://schemas.openxmlformats.org/drawingml/2006/main">
              <a:ext uri="{FF2B5EF4-FFF2-40B4-BE49-F238E27FC236}">
                <a16:creationId xmlns:a16="http://schemas.microsoft.com/office/drawing/2014/main" id="{F18D28BC-F1FD-4689-A226-8B51BE74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425696"/>
            <a:ext cx="950976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1" name="Connector 110">
            <a:extLst xmlns:a="http://schemas.openxmlformats.org/drawingml/2006/main">
              <a:ext uri="{FF2B5EF4-FFF2-40B4-BE49-F238E27FC236}">
                <a16:creationId xmlns:a16="http://schemas.microsoft.com/office/drawing/2014/main" id="{DC84AFA1-D10E-4764-8AC4-CC70280A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67328"/>
            <a:ext cx="0" cy="1325879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8080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4" name="TextBox 113">
            <a:extLst xmlns:a="http://schemas.openxmlformats.org/drawingml/2006/main">
              <a:ext uri="{FF2B5EF4-FFF2-40B4-BE49-F238E27FC236}">
                <a16:creationId xmlns:a16="http://schemas.microsoft.com/office/drawing/2014/main" id="{4796CA24-BFCF-42A5-B5B6-E00B41B7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27832"/>
            <a:ext cx="95097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波形 B</a:t>
            </a:r>
          </a:p>
        </p:txBody>
      </p:sp>
      <p:sp>
        <p:nvSpPr>
          <p:cNvPr id="115" name="Connector 114">
            <a:extLst xmlns:a="http://schemas.openxmlformats.org/drawingml/2006/main">
              <a:ext uri="{FF2B5EF4-FFF2-40B4-BE49-F238E27FC236}">
                <a16:creationId xmlns:a16="http://schemas.microsoft.com/office/drawing/2014/main" id="{9F2A665D-A198-4624-A298-BC0E8E29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88720" y="4267506"/>
            <a:ext cx="87325" cy="103326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6" name="Connector 115">
            <a:extLst xmlns:a="http://schemas.openxmlformats.org/drawingml/2006/main">
              <a:ext uri="{FF2B5EF4-FFF2-40B4-BE49-F238E27FC236}">
                <a16:creationId xmlns:a16="http://schemas.microsoft.com/office/drawing/2014/main" id="{4A7A21C3-5482-400B-B217-919CEE07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76045" y="4169157"/>
            <a:ext cx="87325" cy="98349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7" name="Connector 116">
            <a:extLst xmlns:a="http://schemas.openxmlformats.org/drawingml/2006/main">
              <a:ext uri="{FF2B5EF4-FFF2-40B4-BE49-F238E27FC236}">
                <a16:creationId xmlns:a16="http://schemas.microsoft.com/office/drawing/2014/main" id="{42E78D9D-4B0F-4AAA-8F7E-A581F6D0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63370" y="4080522"/>
            <a:ext cx="87325" cy="8863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8" name="Connector 117">
            <a:extLst xmlns:a="http://schemas.openxmlformats.org/drawingml/2006/main">
              <a:ext uri="{FF2B5EF4-FFF2-40B4-BE49-F238E27FC236}">
                <a16:creationId xmlns:a16="http://schemas.microsoft.com/office/drawing/2014/main" id="{9BE77ADA-5C7F-4E6F-9BB5-98C011CB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50695" y="4005871"/>
            <a:ext cx="87325" cy="7465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19" name="Connector 118">
            <a:extLst xmlns:a="http://schemas.openxmlformats.org/drawingml/2006/main">
              <a:ext uri="{FF2B5EF4-FFF2-40B4-BE49-F238E27FC236}">
                <a16:creationId xmlns:a16="http://schemas.microsoft.com/office/drawing/2014/main" id="{C4AD8C83-FD15-449F-BB07-6142131E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8020" y="3948798"/>
            <a:ext cx="87326" cy="5707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0" name="Connector 119">
            <a:extLst xmlns:a="http://schemas.openxmlformats.org/drawingml/2006/main">
              <a:ext uri="{FF2B5EF4-FFF2-40B4-BE49-F238E27FC236}">
                <a16:creationId xmlns:a16="http://schemas.microsoft.com/office/drawing/2014/main" id="{6F761EFC-247B-4821-B2F8-74898FC3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25346" y="3912053"/>
            <a:ext cx="87325" cy="3674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1" name="Connector 120">
            <a:extLst xmlns:a="http://schemas.openxmlformats.org/drawingml/2006/main">
              <a:ext uri="{FF2B5EF4-FFF2-40B4-BE49-F238E27FC236}">
                <a16:creationId xmlns:a16="http://schemas.microsoft.com/office/drawing/2014/main" id="{16087092-CDCE-42AD-8F98-DE7B3738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12671" y="3897406"/>
            <a:ext cx="87325" cy="1464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2" name="Connector 121">
            <a:extLst xmlns:a="http://schemas.openxmlformats.org/drawingml/2006/main">
              <a:ext uri="{FF2B5EF4-FFF2-40B4-BE49-F238E27FC236}">
                <a16:creationId xmlns:a16="http://schemas.microsoft.com/office/drawing/2014/main" id="{0410F11E-65EA-4489-B8BA-66056939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996" y="3897406"/>
            <a:ext cx="87325" cy="8156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3" name="Connector 122">
            <a:extLst xmlns:a="http://schemas.openxmlformats.org/drawingml/2006/main">
              <a:ext uri="{FF2B5EF4-FFF2-40B4-BE49-F238E27FC236}">
                <a16:creationId xmlns:a16="http://schemas.microsoft.com/office/drawing/2014/main" id="{4DEBD5F9-B024-47F3-9FE4-01757E1C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1" y="3905562"/>
            <a:ext cx="87325" cy="3056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4" name="Connector 123">
            <a:extLst xmlns:a="http://schemas.openxmlformats.org/drawingml/2006/main">
              <a:ext uri="{FF2B5EF4-FFF2-40B4-BE49-F238E27FC236}">
                <a16:creationId xmlns:a16="http://schemas.microsoft.com/office/drawing/2014/main" id="{F3B14CF8-6B46-4657-8AC9-958DC411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646" y="3936129"/>
            <a:ext cx="87326" cy="51504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5" name="Connector 124">
            <a:extLst xmlns:a="http://schemas.openxmlformats.org/drawingml/2006/main">
              <a:ext uri="{FF2B5EF4-FFF2-40B4-BE49-F238E27FC236}">
                <a16:creationId xmlns:a16="http://schemas.microsoft.com/office/drawing/2014/main" id="{4E44E71D-537B-4829-AA1D-8374D602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972" y="3987633"/>
            <a:ext cx="87325" cy="6996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6" name="Connector 125">
            <a:extLst xmlns:a="http://schemas.openxmlformats.org/drawingml/2006/main">
              <a:ext uri="{FF2B5EF4-FFF2-40B4-BE49-F238E27FC236}">
                <a16:creationId xmlns:a16="http://schemas.microsoft.com/office/drawing/2014/main" id="{5BC60C72-42D0-4250-8C46-68ED690F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297" y="4057595"/>
            <a:ext cx="87325" cy="85049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7" name="Connector 126">
            <a:extLst xmlns:a="http://schemas.openxmlformats.org/drawingml/2006/main">
              <a:ext uri="{FF2B5EF4-FFF2-40B4-BE49-F238E27FC236}">
                <a16:creationId xmlns:a16="http://schemas.microsoft.com/office/drawing/2014/main" id="{820BA32E-09D0-458F-8C81-F331B473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622" y="4142644"/>
            <a:ext cx="87325" cy="9604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8" name="Connector 127">
            <a:extLst xmlns:a="http://schemas.openxmlformats.org/drawingml/2006/main">
              <a:ext uri="{FF2B5EF4-FFF2-40B4-BE49-F238E27FC236}">
                <a16:creationId xmlns:a16="http://schemas.microsoft.com/office/drawing/2014/main" id="{18904ADC-DAA2-4F33-9365-979A3489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947" y="4238685"/>
            <a:ext cx="87325" cy="10240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29" name="Connector 128">
            <a:extLst xmlns:a="http://schemas.openxmlformats.org/drawingml/2006/main">
              <a:ext uri="{FF2B5EF4-FFF2-40B4-BE49-F238E27FC236}">
                <a16:creationId xmlns:a16="http://schemas.microsoft.com/office/drawing/2014/main" id="{DD5D04B6-0E34-4515-8C44-877B1D5D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272" y="4341090"/>
            <a:ext cx="87326" cy="10383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0" name="Connector 129">
            <a:extLst xmlns:a="http://schemas.openxmlformats.org/drawingml/2006/main">
              <a:ext uri="{FF2B5EF4-FFF2-40B4-BE49-F238E27FC236}">
                <a16:creationId xmlns:a16="http://schemas.microsoft.com/office/drawing/2014/main" id="{2A4BB831-C498-4623-BEBE-4F51E295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598" y="4444928"/>
            <a:ext cx="87325" cy="100269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1" name="Connector 130">
            <a:extLst xmlns:a="http://schemas.openxmlformats.org/drawingml/2006/main">
              <a:ext uri="{FF2B5EF4-FFF2-40B4-BE49-F238E27FC236}">
                <a16:creationId xmlns:a16="http://schemas.microsoft.com/office/drawing/2014/main" id="{6DA1DAF3-84CC-47A5-A1B3-905BEC46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923" y="4545197"/>
            <a:ext cx="87325" cy="91870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2" name="Connector 131">
            <a:extLst xmlns:a="http://schemas.openxmlformats.org/drawingml/2006/main">
              <a:ext uri="{FF2B5EF4-FFF2-40B4-BE49-F238E27FC236}">
                <a16:creationId xmlns:a16="http://schemas.microsoft.com/office/drawing/2014/main" id="{03C97318-0161-4952-AFF0-05F12786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248" y="4637067"/>
            <a:ext cx="87325" cy="7904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3" name="Connector 132">
            <a:extLst xmlns:a="http://schemas.openxmlformats.org/drawingml/2006/main">
              <a:ext uri="{FF2B5EF4-FFF2-40B4-BE49-F238E27FC236}">
                <a16:creationId xmlns:a16="http://schemas.microsoft.com/office/drawing/2014/main" id="{17BC6BAC-D2FA-4B0F-A06E-75115B6D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573" y="4716114"/>
            <a:ext cx="87325" cy="62416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4" name="Connector 133">
            <a:extLst xmlns:a="http://schemas.openxmlformats.org/drawingml/2006/main">
              <a:ext uri="{FF2B5EF4-FFF2-40B4-BE49-F238E27FC236}">
                <a16:creationId xmlns:a16="http://schemas.microsoft.com/office/drawing/2014/main" id="{B8FEC28D-6F56-4280-A7EE-6D72160B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8" y="4778530"/>
            <a:ext cx="87326" cy="4277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5" name="Connector 134">
            <a:extLst xmlns:a="http://schemas.openxmlformats.org/drawingml/2006/main">
              <a:ext uri="{FF2B5EF4-FFF2-40B4-BE49-F238E27FC236}">
                <a16:creationId xmlns:a16="http://schemas.microsoft.com/office/drawing/2014/main" id="{0DD362A9-E20F-46D6-9C73-A3766440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4821308"/>
            <a:ext cx="87325" cy="2108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6" name="Connector 135">
            <a:extLst xmlns:a="http://schemas.openxmlformats.org/drawingml/2006/main">
              <a:ext uri="{FF2B5EF4-FFF2-40B4-BE49-F238E27FC236}">
                <a16:creationId xmlns:a16="http://schemas.microsoft.com/office/drawing/2014/main" id="{A9DB95DE-A8AB-41D0-AB86-373ADC76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022549" y="4840756"/>
            <a:ext cx="87325" cy="163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7" name="Connector 136">
            <a:extLst xmlns:a="http://schemas.openxmlformats.org/drawingml/2006/main">
              <a:ext uri="{FF2B5EF4-FFF2-40B4-BE49-F238E27FC236}">
                <a16:creationId xmlns:a16="http://schemas.microsoft.com/office/drawing/2014/main" id="{6E4C384F-802D-4A02-965B-73539D9E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09874" y="4816488"/>
            <a:ext cx="87325" cy="2426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8" name="Connector 137">
            <a:extLst xmlns:a="http://schemas.openxmlformats.org/drawingml/2006/main">
              <a:ext uri="{FF2B5EF4-FFF2-40B4-BE49-F238E27FC236}">
                <a16:creationId xmlns:a16="http://schemas.microsoft.com/office/drawing/2014/main" id="{FC176F79-5AD4-466E-AB13-BD1214C6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97199" y="4770755"/>
            <a:ext cx="87325" cy="4573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39" name="Connector 138">
            <a:extLst xmlns:a="http://schemas.openxmlformats.org/drawingml/2006/main">
              <a:ext uri="{FF2B5EF4-FFF2-40B4-BE49-F238E27FC236}">
                <a16:creationId xmlns:a16="http://schemas.microsoft.com/office/drawing/2014/main" id="{671F6BE3-07DA-40F3-99D1-02B8A2CB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84524" y="4705759"/>
            <a:ext cx="87326" cy="64996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0" name="Connector 139">
            <a:extLst xmlns:a="http://schemas.openxmlformats.org/drawingml/2006/main">
              <a:ext uri="{FF2B5EF4-FFF2-40B4-BE49-F238E27FC236}">
                <a16:creationId xmlns:a16="http://schemas.microsoft.com/office/drawing/2014/main" id="{3A99F328-19C3-463E-B9C4-EA0EB6FF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71850" y="4624631"/>
            <a:ext cx="87325" cy="8112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1" name="Connector 140">
            <a:extLst xmlns:a="http://schemas.openxmlformats.org/drawingml/2006/main">
              <a:ext uri="{FF2B5EF4-FFF2-40B4-BE49-F238E27FC236}">
                <a16:creationId xmlns:a16="http://schemas.microsoft.com/office/drawing/2014/main" id="{87D09E87-2BAB-415F-94A2-809BD855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59175" y="4531278"/>
            <a:ext cx="87325" cy="9335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2" name="Connector 141">
            <a:extLst xmlns:a="http://schemas.openxmlformats.org/drawingml/2006/main">
              <a:ext uri="{FF2B5EF4-FFF2-40B4-BE49-F238E27FC236}">
                <a16:creationId xmlns:a16="http://schemas.microsoft.com/office/drawing/2014/main" id="{9A0F8A1A-CCB3-41C3-91FB-6C5A15EF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6500" y="4430197"/>
            <a:ext cx="87325" cy="10108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3" name="Connector 142">
            <a:extLst xmlns:a="http://schemas.openxmlformats.org/drawingml/2006/main">
              <a:ext uri="{FF2B5EF4-FFF2-40B4-BE49-F238E27FC236}">
                <a16:creationId xmlns:a16="http://schemas.microsoft.com/office/drawing/2014/main" id="{81B3C6DD-4610-4831-AAD6-497EB2F4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33825" y="4326256"/>
            <a:ext cx="87325" cy="10394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4" name="Connector 143">
            <a:extLst xmlns:a="http://schemas.openxmlformats.org/drawingml/2006/main">
              <a:ext uri="{FF2B5EF4-FFF2-40B4-BE49-F238E27FC236}">
                <a16:creationId xmlns:a16="http://schemas.microsoft.com/office/drawing/2014/main" id="{C6E058C3-9A4B-4ADC-96B0-B0AED872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721150" y="4224463"/>
            <a:ext cx="87326" cy="10179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5" name="Connector 144">
            <a:extLst xmlns:a="http://schemas.openxmlformats.org/drawingml/2006/main">
              <a:ext uri="{FF2B5EF4-FFF2-40B4-BE49-F238E27FC236}">
                <a16:creationId xmlns:a16="http://schemas.microsoft.com/office/drawing/2014/main" id="{33412837-2DA0-4047-8D4D-77376B4B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808476" y="4129719"/>
            <a:ext cx="87325" cy="94744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6" name="Connector 145">
            <a:extLst xmlns:a="http://schemas.openxmlformats.org/drawingml/2006/main">
              <a:ext uri="{FF2B5EF4-FFF2-40B4-BE49-F238E27FC236}">
                <a16:creationId xmlns:a16="http://schemas.microsoft.com/office/drawing/2014/main" id="{99CBFAEC-5A22-418C-B7DF-33366C43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895801" y="4046589"/>
            <a:ext cx="87325" cy="83130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7" name="Connector 146">
            <a:extLst xmlns:a="http://schemas.openxmlformats.org/drawingml/2006/main">
              <a:ext uri="{FF2B5EF4-FFF2-40B4-BE49-F238E27FC236}">
                <a16:creationId xmlns:a16="http://schemas.microsoft.com/office/drawing/2014/main" id="{E95A2E77-E77E-45F8-8CA2-302B04AB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983126" y="3979077"/>
            <a:ext cx="87325" cy="6751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8" name="Connector 147">
            <a:extLst xmlns:a="http://schemas.openxmlformats.org/drawingml/2006/main">
              <a:ext uri="{FF2B5EF4-FFF2-40B4-BE49-F238E27FC236}">
                <a16:creationId xmlns:a16="http://schemas.microsoft.com/office/drawing/2014/main" id="{2F1E1618-87FB-4F0C-BA35-C222A575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070451" y="3930434"/>
            <a:ext cx="87325" cy="4864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49" name="Connector 148">
            <a:extLst xmlns:a="http://schemas.openxmlformats.org/drawingml/2006/main">
              <a:ext uri="{FF2B5EF4-FFF2-40B4-BE49-F238E27FC236}">
                <a16:creationId xmlns:a16="http://schemas.microsoft.com/office/drawing/2014/main" id="{BA21FBBF-4BF9-41CF-8DC4-836E871B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157776" y="3903004"/>
            <a:ext cx="87326" cy="27430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0" name="Connector 149">
            <a:extLst xmlns:a="http://schemas.openxmlformats.org/drawingml/2006/main">
              <a:ext uri="{FF2B5EF4-FFF2-40B4-BE49-F238E27FC236}">
                <a16:creationId xmlns:a16="http://schemas.microsoft.com/office/drawing/2014/main" id="{CC3A035F-B972-4C10-88FD-C6391AA2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45102" y="3898107"/>
            <a:ext cx="87325" cy="489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1" name="Connector 150">
            <a:extLst xmlns:a="http://schemas.openxmlformats.org/drawingml/2006/main">
              <a:ext uri="{FF2B5EF4-FFF2-40B4-BE49-F238E27FC236}">
                <a16:creationId xmlns:a16="http://schemas.microsoft.com/office/drawing/2014/main" id="{2299602A-363A-41AE-A7C5-618F6BBC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427" y="3898107"/>
            <a:ext cx="87325" cy="1787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2" name="Connector 151">
            <a:extLst xmlns:a="http://schemas.openxmlformats.org/drawingml/2006/main">
              <a:ext uri="{FF2B5EF4-FFF2-40B4-BE49-F238E27FC236}">
                <a16:creationId xmlns:a16="http://schemas.microsoft.com/office/drawing/2014/main" id="{4000DC4A-BB36-4690-9F67-A965C5A5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752" y="3915980"/>
            <a:ext cx="87325" cy="3978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3" name="Connector 152">
            <a:extLst xmlns:a="http://schemas.openxmlformats.org/drawingml/2006/main">
              <a:ext uri="{FF2B5EF4-FFF2-40B4-BE49-F238E27FC236}">
                <a16:creationId xmlns:a16="http://schemas.microsoft.com/office/drawing/2014/main" id="{E63B419B-1E8B-4DC2-87E0-4F997A59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077" y="3955761"/>
            <a:ext cx="87325" cy="5977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4" name="Connector 153">
            <a:extLst xmlns:a="http://schemas.openxmlformats.org/drawingml/2006/main">
              <a:ext uri="{FF2B5EF4-FFF2-40B4-BE49-F238E27FC236}">
                <a16:creationId xmlns:a16="http://schemas.microsoft.com/office/drawing/2014/main" id="{D9C8128F-9778-465D-8D76-ECB236A6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402" y="4015534"/>
            <a:ext cx="87326" cy="7688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5" name="Connector 154">
            <a:extLst xmlns:a="http://schemas.openxmlformats.org/drawingml/2006/main">
              <a:ext uri="{FF2B5EF4-FFF2-40B4-BE49-F238E27FC236}">
                <a16:creationId xmlns:a16="http://schemas.microsoft.com/office/drawing/2014/main" id="{77132B77-B264-4AFF-AAA9-C5A79F08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4092422"/>
            <a:ext cx="87325" cy="9029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6" name="Connector 155">
            <a:extLst xmlns:a="http://schemas.openxmlformats.org/drawingml/2006/main">
              <a:ext uri="{FF2B5EF4-FFF2-40B4-BE49-F238E27FC236}">
                <a16:creationId xmlns:a16="http://schemas.microsoft.com/office/drawing/2014/main" id="{4B0086B1-A874-4B19-B8E0-B96FB072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053" y="4182719"/>
            <a:ext cx="87325" cy="9935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7" name="Connector 156">
            <a:extLst xmlns:a="http://schemas.openxmlformats.org/drawingml/2006/main">
              <a:ext uri="{FF2B5EF4-FFF2-40B4-BE49-F238E27FC236}">
                <a16:creationId xmlns:a16="http://schemas.microsoft.com/office/drawing/2014/main" id="{B5AC0215-FD18-448F-A501-EE41088B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4282077"/>
            <a:ext cx="87325" cy="10363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8" name="Connector 157">
            <a:extLst xmlns:a="http://schemas.openxmlformats.org/drawingml/2006/main">
              <a:ext uri="{FF2B5EF4-FFF2-40B4-BE49-F238E27FC236}">
                <a16:creationId xmlns:a16="http://schemas.microsoft.com/office/drawing/2014/main" id="{9A4A2F68-63A1-4765-AFD4-5FCE1431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703" y="4385709"/>
            <a:ext cx="87325" cy="10291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59" name="Connector 158">
            <a:extLst xmlns:a="http://schemas.openxmlformats.org/drawingml/2006/main">
              <a:ext uri="{FF2B5EF4-FFF2-40B4-BE49-F238E27FC236}">
                <a16:creationId xmlns:a16="http://schemas.microsoft.com/office/drawing/2014/main" id="{108FF3DE-9FD7-4022-9759-7D23EC6E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1028" y="4488626"/>
            <a:ext cx="87326" cy="9724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0" name="Connector 159">
            <a:extLst xmlns:a="http://schemas.openxmlformats.org/drawingml/2006/main">
              <a:ext uri="{FF2B5EF4-FFF2-40B4-BE49-F238E27FC236}">
                <a16:creationId xmlns:a16="http://schemas.microsoft.com/office/drawing/2014/main" id="{672FCE8B-B44E-4113-B0B6-E4459F74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354" y="4585868"/>
            <a:ext cx="87325" cy="8688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1" name="Connector 160">
            <a:extLst xmlns:a="http://schemas.openxmlformats.org/drawingml/2006/main">
              <a:ext uri="{FF2B5EF4-FFF2-40B4-BE49-F238E27FC236}">
                <a16:creationId xmlns:a16="http://schemas.microsoft.com/office/drawing/2014/main" id="{CC48A758-AE75-48A6-9D69-A0EF5754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679" y="4672753"/>
            <a:ext cx="87325" cy="7234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2" name="Connector 161">
            <a:extLst xmlns:a="http://schemas.openxmlformats.org/drawingml/2006/main">
              <a:ext uri="{FF2B5EF4-FFF2-40B4-BE49-F238E27FC236}">
                <a16:creationId xmlns:a16="http://schemas.microsoft.com/office/drawing/2014/main" id="{FE0A28BF-1480-456E-B08D-53682A21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3004" y="4745096"/>
            <a:ext cx="87325" cy="5431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3" name="Connector 162">
            <a:extLst xmlns:a="http://schemas.openxmlformats.org/drawingml/2006/main">
              <a:ext uri="{FF2B5EF4-FFF2-40B4-BE49-F238E27FC236}">
                <a16:creationId xmlns:a16="http://schemas.microsoft.com/office/drawing/2014/main" id="{4836B5E1-8559-4B38-813A-72BC6C46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329" y="4799411"/>
            <a:ext cx="87325" cy="3367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4" name="Connector 163">
            <a:extLst xmlns:a="http://schemas.openxmlformats.org/drawingml/2006/main">
              <a:ext uri="{FF2B5EF4-FFF2-40B4-BE49-F238E27FC236}">
                <a16:creationId xmlns:a16="http://schemas.microsoft.com/office/drawing/2014/main" id="{06C1BDF4-B1FE-4813-A95F-85C72D17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654" y="4833083"/>
            <a:ext cx="87326" cy="1140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5" name="Connector 164">
            <a:extLst xmlns:a="http://schemas.openxmlformats.org/drawingml/2006/main">
              <a:ext uri="{FF2B5EF4-FFF2-40B4-BE49-F238E27FC236}">
                <a16:creationId xmlns:a16="http://schemas.microsoft.com/office/drawing/2014/main" id="{EF537460-29F9-49FD-8F52-C09730C3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54980" y="4833083"/>
            <a:ext cx="87325" cy="1140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6" name="Connector 165">
            <a:extLst xmlns:a="http://schemas.openxmlformats.org/drawingml/2006/main">
              <a:ext uri="{FF2B5EF4-FFF2-40B4-BE49-F238E27FC236}">
                <a16:creationId xmlns:a16="http://schemas.microsoft.com/office/drawing/2014/main" id="{7A76C4FD-38A0-4EF5-9353-CB9AFA4A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42305" y="4799411"/>
            <a:ext cx="87325" cy="3367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7" name="Connector 166">
            <a:extLst xmlns:a="http://schemas.openxmlformats.org/drawingml/2006/main">
              <a:ext uri="{FF2B5EF4-FFF2-40B4-BE49-F238E27FC236}">
                <a16:creationId xmlns:a16="http://schemas.microsoft.com/office/drawing/2014/main" id="{A81BD3A9-497F-438C-82A2-48893C79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29630" y="4745096"/>
            <a:ext cx="87325" cy="5431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8" name="Connector 167">
            <a:extLst xmlns:a="http://schemas.openxmlformats.org/drawingml/2006/main">
              <a:ext uri="{FF2B5EF4-FFF2-40B4-BE49-F238E27FC236}">
                <a16:creationId xmlns:a16="http://schemas.microsoft.com/office/drawing/2014/main" id="{C388757D-2AE3-4DB2-852A-F54FC1D3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16955" y="4672753"/>
            <a:ext cx="87325" cy="7234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69" name="Connector 168">
            <a:extLst xmlns:a="http://schemas.openxmlformats.org/drawingml/2006/main">
              <a:ext uri="{FF2B5EF4-FFF2-40B4-BE49-F238E27FC236}">
                <a16:creationId xmlns:a16="http://schemas.microsoft.com/office/drawing/2014/main" id="{15A46107-4D65-4499-9676-BFECC28D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04280" y="4585868"/>
            <a:ext cx="87326" cy="8688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0" name="Connector 169">
            <a:extLst xmlns:a="http://schemas.openxmlformats.org/drawingml/2006/main">
              <a:ext uri="{FF2B5EF4-FFF2-40B4-BE49-F238E27FC236}">
                <a16:creationId xmlns:a16="http://schemas.microsoft.com/office/drawing/2014/main" id="{AFBA60FE-15C2-45E9-8A28-B45490F8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91606" y="4488626"/>
            <a:ext cx="87325" cy="9724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1" name="Connector 170">
            <a:extLst xmlns:a="http://schemas.openxmlformats.org/drawingml/2006/main">
              <a:ext uri="{FF2B5EF4-FFF2-40B4-BE49-F238E27FC236}">
                <a16:creationId xmlns:a16="http://schemas.microsoft.com/office/drawing/2014/main" id="{AF589508-0D86-42DF-AFA4-684F4B6F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78931" y="4385709"/>
            <a:ext cx="87325" cy="10291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2" name="Connector 171">
            <a:extLst xmlns:a="http://schemas.openxmlformats.org/drawingml/2006/main">
              <a:ext uri="{FF2B5EF4-FFF2-40B4-BE49-F238E27FC236}">
                <a16:creationId xmlns:a16="http://schemas.microsoft.com/office/drawing/2014/main" id="{A29C7104-8732-44F2-ABA6-991D9955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66256" y="4282077"/>
            <a:ext cx="87325" cy="10363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3" name="Connector 172">
            <a:extLst xmlns:a="http://schemas.openxmlformats.org/drawingml/2006/main">
              <a:ext uri="{FF2B5EF4-FFF2-40B4-BE49-F238E27FC236}">
                <a16:creationId xmlns:a16="http://schemas.microsoft.com/office/drawing/2014/main" id="{9C842AE3-EE33-4FDA-BD1C-1B134840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253581" y="4182719"/>
            <a:ext cx="87325" cy="9935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4" name="Connector 173">
            <a:extLst xmlns:a="http://schemas.openxmlformats.org/drawingml/2006/main">
              <a:ext uri="{FF2B5EF4-FFF2-40B4-BE49-F238E27FC236}">
                <a16:creationId xmlns:a16="http://schemas.microsoft.com/office/drawing/2014/main" id="{6372433C-0915-44F7-8963-B69E4BBF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40906" y="4092422"/>
            <a:ext cx="87326" cy="9029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5" name="Connector 174">
            <a:extLst xmlns:a="http://schemas.openxmlformats.org/drawingml/2006/main">
              <a:ext uri="{FF2B5EF4-FFF2-40B4-BE49-F238E27FC236}">
                <a16:creationId xmlns:a16="http://schemas.microsoft.com/office/drawing/2014/main" id="{4C23F2B9-97DC-4561-9165-58F00627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28232" y="4015534"/>
            <a:ext cx="87325" cy="7688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6" name="Connector 175">
            <a:extLst xmlns:a="http://schemas.openxmlformats.org/drawingml/2006/main">
              <a:ext uri="{FF2B5EF4-FFF2-40B4-BE49-F238E27FC236}">
                <a16:creationId xmlns:a16="http://schemas.microsoft.com/office/drawing/2014/main" id="{8614A8CD-FBA0-4507-B552-5FB06858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515557" y="3955761"/>
            <a:ext cx="87325" cy="5977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7" name="Connector 176">
            <a:extLst xmlns:a="http://schemas.openxmlformats.org/drawingml/2006/main">
              <a:ext uri="{FF2B5EF4-FFF2-40B4-BE49-F238E27FC236}">
                <a16:creationId xmlns:a16="http://schemas.microsoft.com/office/drawing/2014/main" id="{F818B22F-A764-4FCE-8A06-92D438B3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02882" y="3915980"/>
            <a:ext cx="87325" cy="3978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8" name="Connector 177">
            <a:extLst xmlns:a="http://schemas.openxmlformats.org/drawingml/2006/main">
              <a:ext uri="{FF2B5EF4-FFF2-40B4-BE49-F238E27FC236}">
                <a16:creationId xmlns:a16="http://schemas.microsoft.com/office/drawing/2014/main" id="{2D862630-4884-4872-BD53-A0D6D25E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90207" y="3898107"/>
            <a:ext cx="87325" cy="1787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79" name="Connector 178">
            <a:extLst xmlns:a="http://schemas.openxmlformats.org/drawingml/2006/main">
              <a:ext uri="{FF2B5EF4-FFF2-40B4-BE49-F238E27FC236}">
                <a16:creationId xmlns:a16="http://schemas.microsoft.com/office/drawing/2014/main" id="{D891DE28-DE71-4B93-A434-BAFA6A62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532" y="3898107"/>
            <a:ext cx="87326" cy="489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0" name="Connector 179">
            <a:extLst xmlns:a="http://schemas.openxmlformats.org/drawingml/2006/main">
              <a:ext uri="{FF2B5EF4-FFF2-40B4-BE49-F238E27FC236}">
                <a16:creationId xmlns:a16="http://schemas.microsoft.com/office/drawing/2014/main" id="{4C113D9B-614B-4FB0-8EA5-E5B9D3E5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858" y="3903004"/>
            <a:ext cx="87325" cy="27430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1" name="Connector 180">
            <a:extLst xmlns:a="http://schemas.openxmlformats.org/drawingml/2006/main">
              <a:ext uri="{FF2B5EF4-FFF2-40B4-BE49-F238E27FC236}">
                <a16:creationId xmlns:a16="http://schemas.microsoft.com/office/drawing/2014/main" id="{13D2F9A5-C3DE-4488-95E9-30611EEB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183" y="3930434"/>
            <a:ext cx="87325" cy="4864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2" name="Connector 181">
            <a:extLst xmlns:a="http://schemas.openxmlformats.org/drawingml/2006/main">
              <a:ext uri="{FF2B5EF4-FFF2-40B4-BE49-F238E27FC236}">
                <a16:creationId xmlns:a16="http://schemas.microsoft.com/office/drawing/2014/main" id="{BF9C00F2-D750-4EF6-9677-1D6C38E0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9508" y="3979077"/>
            <a:ext cx="87325" cy="6751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3" name="Connector 182">
            <a:extLst xmlns:a="http://schemas.openxmlformats.org/drawingml/2006/main">
              <a:ext uri="{FF2B5EF4-FFF2-40B4-BE49-F238E27FC236}">
                <a16:creationId xmlns:a16="http://schemas.microsoft.com/office/drawing/2014/main" id="{DD9C0600-D300-47BE-A848-25D7959E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833" y="4046589"/>
            <a:ext cx="87325" cy="83130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4" name="Connector 183">
            <a:extLst xmlns:a="http://schemas.openxmlformats.org/drawingml/2006/main">
              <a:ext uri="{FF2B5EF4-FFF2-40B4-BE49-F238E27FC236}">
                <a16:creationId xmlns:a16="http://schemas.microsoft.com/office/drawing/2014/main" id="{0B871E5E-0192-4FFE-A143-8919F7AD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158" y="4129719"/>
            <a:ext cx="87326" cy="94744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5" name="Connector 184">
            <a:extLst xmlns:a="http://schemas.openxmlformats.org/drawingml/2006/main">
              <a:ext uri="{FF2B5EF4-FFF2-40B4-BE49-F238E27FC236}">
                <a16:creationId xmlns:a16="http://schemas.microsoft.com/office/drawing/2014/main" id="{C7563BA2-04B6-479D-B990-08956BCA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484" y="4224463"/>
            <a:ext cx="87325" cy="10179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6" name="Connector 185">
            <a:extLst xmlns:a="http://schemas.openxmlformats.org/drawingml/2006/main">
              <a:ext uri="{FF2B5EF4-FFF2-40B4-BE49-F238E27FC236}">
                <a16:creationId xmlns:a16="http://schemas.microsoft.com/office/drawing/2014/main" id="{B4E61AC0-E88F-4EDD-A186-29C2A04F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809" y="4326256"/>
            <a:ext cx="87325" cy="10394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7" name="Connector 186">
            <a:extLst xmlns:a="http://schemas.openxmlformats.org/drawingml/2006/main">
              <a:ext uri="{FF2B5EF4-FFF2-40B4-BE49-F238E27FC236}">
                <a16:creationId xmlns:a16="http://schemas.microsoft.com/office/drawing/2014/main" id="{8843388A-1281-4DB2-B3F2-F2CDFC2F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6134" y="4430197"/>
            <a:ext cx="87325" cy="10108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8" name="Connector 187">
            <a:extLst xmlns:a="http://schemas.openxmlformats.org/drawingml/2006/main">
              <a:ext uri="{FF2B5EF4-FFF2-40B4-BE49-F238E27FC236}">
                <a16:creationId xmlns:a16="http://schemas.microsoft.com/office/drawing/2014/main" id="{8F93DC59-1E48-4D84-8325-01356494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459" y="4531278"/>
            <a:ext cx="87325" cy="9335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89" name="Connector 188">
            <a:extLst xmlns:a="http://schemas.openxmlformats.org/drawingml/2006/main">
              <a:ext uri="{FF2B5EF4-FFF2-40B4-BE49-F238E27FC236}">
                <a16:creationId xmlns:a16="http://schemas.microsoft.com/office/drawing/2014/main" id="{26895A3D-7AF7-4C48-9BFD-78C62516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784" y="4624631"/>
            <a:ext cx="87326" cy="8112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0" name="Connector 189">
            <a:extLst xmlns:a="http://schemas.openxmlformats.org/drawingml/2006/main">
              <a:ext uri="{FF2B5EF4-FFF2-40B4-BE49-F238E27FC236}">
                <a16:creationId xmlns:a16="http://schemas.microsoft.com/office/drawing/2014/main" id="{10A73634-BF62-4B78-9968-A28B733F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110" y="4705759"/>
            <a:ext cx="87325" cy="64996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1" name="Connector 190">
            <a:extLst xmlns:a="http://schemas.openxmlformats.org/drawingml/2006/main">
              <a:ext uri="{FF2B5EF4-FFF2-40B4-BE49-F238E27FC236}">
                <a16:creationId xmlns:a16="http://schemas.microsoft.com/office/drawing/2014/main" id="{7BCF77D4-0F69-4176-B979-5F9E4440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435" y="4770755"/>
            <a:ext cx="87325" cy="4573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2" name="Connector 191">
            <a:extLst xmlns:a="http://schemas.openxmlformats.org/drawingml/2006/main">
              <a:ext uri="{FF2B5EF4-FFF2-40B4-BE49-F238E27FC236}">
                <a16:creationId xmlns:a16="http://schemas.microsoft.com/office/drawing/2014/main" id="{1C066C34-E5BE-45CB-9A71-B442E2CB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760" y="4816488"/>
            <a:ext cx="87325" cy="2426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3" name="Connector 192">
            <a:extLst xmlns:a="http://schemas.openxmlformats.org/drawingml/2006/main">
              <a:ext uri="{FF2B5EF4-FFF2-40B4-BE49-F238E27FC236}">
                <a16:creationId xmlns:a16="http://schemas.microsoft.com/office/drawing/2014/main" id="{F86C50B0-1BA8-450E-88D6-25B89398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85" y="4840756"/>
            <a:ext cx="87325" cy="163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4" name="Connector 193">
            <a:extLst xmlns:a="http://schemas.openxmlformats.org/drawingml/2006/main">
              <a:ext uri="{FF2B5EF4-FFF2-40B4-BE49-F238E27FC236}">
                <a16:creationId xmlns:a16="http://schemas.microsoft.com/office/drawing/2014/main" id="{09C3B987-8A88-4993-8BA4-8049F539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087410" y="4821308"/>
            <a:ext cx="87326" cy="2108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5" name="Connector 194">
            <a:extLst xmlns:a="http://schemas.openxmlformats.org/drawingml/2006/main">
              <a:ext uri="{FF2B5EF4-FFF2-40B4-BE49-F238E27FC236}">
                <a16:creationId xmlns:a16="http://schemas.microsoft.com/office/drawing/2014/main" id="{E320528C-3BCA-4989-BB73-562D6EC5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174736" y="4778530"/>
            <a:ext cx="87325" cy="4277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6" name="Connector 195">
            <a:extLst xmlns:a="http://schemas.openxmlformats.org/drawingml/2006/main">
              <a:ext uri="{FF2B5EF4-FFF2-40B4-BE49-F238E27FC236}">
                <a16:creationId xmlns:a16="http://schemas.microsoft.com/office/drawing/2014/main" id="{EEB09FA5-AF0E-451A-8B30-C5F25043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62061" y="4716114"/>
            <a:ext cx="87325" cy="62416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7" name="Connector 196">
            <a:extLst xmlns:a="http://schemas.openxmlformats.org/drawingml/2006/main">
              <a:ext uri="{FF2B5EF4-FFF2-40B4-BE49-F238E27FC236}">
                <a16:creationId xmlns:a16="http://schemas.microsoft.com/office/drawing/2014/main" id="{2F9DE138-BD95-4BD9-A51D-9EB817C9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349386" y="4637067"/>
            <a:ext cx="87325" cy="7904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8" name="Connector 197">
            <a:extLst xmlns:a="http://schemas.openxmlformats.org/drawingml/2006/main">
              <a:ext uri="{FF2B5EF4-FFF2-40B4-BE49-F238E27FC236}">
                <a16:creationId xmlns:a16="http://schemas.microsoft.com/office/drawing/2014/main" id="{012D9818-9EC4-4BD7-9572-B8C90484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36711" y="4545197"/>
            <a:ext cx="87325" cy="91870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99" name="Connector 198">
            <a:extLst xmlns:a="http://schemas.openxmlformats.org/drawingml/2006/main">
              <a:ext uri="{FF2B5EF4-FFF2-40B4-BE49-F238E27FC236}">
                <a16:creationId xmlns:a16="http://schemas.microsoft.com/office/drawing/2014/main" id="{CCC67B24-F6DD-462A-B144-546E7918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24036" y="4444928"/>
            <a:ext cx="87326" cy="100269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0" name="Connector 199">
            <a:extLst xmlns:a="http://schemas.openxmlformats.org/drawingml/2006/main">
              <a:ext uri="{FF2B5EF4-FFF2-40B4-BE49-F238E27FC236}">
                <a16:creationId xmlns:a16="http://schemas.microsoft.com/office/drawing/2014/main" id="{E5F3FE28-0957-4AA5-8DF5-A9DBECFA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611362" y="4341090"/>
            <a:ext cx="87325" cy="103838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1" name="Connector 200">
            <a:extLst xmlns:a="http://schemas.openxmlformats.org/drawingml/2006/main">
              <a:ext uri="{FF2B5EF4-FFF2-40B4-BE49-F238E27FC236}">
                <a16:creationId xmlns:a16="http://schemas.microsoft.com/office/drawing/2014/main" id="{3D5594EA-93CC-4B96-A17F-265BD5AD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698687" y="4238685"/>
            <a:ext cx="87325" cy="10240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2" name="Connector 201">
            <a:extLst xmlns:a="http://schemas.openxmlformats.org/drawingml/2006/main">
              <a:ext uri="{FF2B5EF4-FFF2-40B4-BE49-F238E27FC236}">
                <a16:creationId xmlns:a16="http://schemas.microsoft.com/office/drawing/2014/main" id="{7912A113-7726-4D4A-B252-A55D3843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786012" y="4142644"/>
            <a:ext cx="87325" cy="9604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3" name="Connector 202">
            <a:extLst xmlns:a="http://schemas.openxmlformats.org/drawingml/2006/main">
              <a:ext uri="{FF2B5EF4-FFF2-40B4-BE49-F238E27FC236}">
                <a16:creationId xmlns:a16="http://schemas.microsoft.com/office/drawing/2014/main" id="{FE481467-4F22-4379-954A-7533D9D4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873337" y="4057595"/>
            <a:ext cx="87325" cy="85049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4" name="Connector 203">
            <a:extLst xmlns:a="http://schemas.openxmlformats.org/drawingml/2006/main">
              <a:ext uri="{FF2B5EF4-FFF2-40B4-BE49-F238E27FC236}">
                <a16:creationId xmlns:a16="http://schemas.microsoft.com/office/drawing/2014/main" id="{8F4433B8-9027-4472-A10C-815A8893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960662" y="3987633"/>
            <a:ext cx="87326" cy="69962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5" name="Connector 204">
            <a:extLst xmlns:a="http://schemas.openxmlformats.org/drawingml/2006/main">
              <a:ext uri="{FF2B5EF4-FFF2-40B4-BE49-F238E27FC236}">
                <a16:creationId xmlns:a16="http://schemas.microsoft.com/office/drawing/2014/main" id="{D504F35E-3F68-48EB-8C9E-A5D3CB9D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47988" y="3936129"/>
            <a:ext cx="87325" cy="51504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6" name="Connector 205">
            <a:extLst xmlns:a="http://schemas.openxmlformats.org/drawingml/2006/main">
              <a:ext uri="{FF2B5EF4-FFF2-40B4-BE49-F238E27FC236}">
                <a16:creationId xmlns:a16="http://schemas.microsoft.com/office/drawing/2014/main" id="{CAC33C82-76B4-46CF-A2CD-AEFA14C5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35313" y="3905562"/>
            <a:ext cx="87325" cy="3056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7" name="Connector 206">
            <a:extLst xmlns:a="http://schemas.openxmlformats.org/drawingml/2006/main">
              <a:ext uri="{FF2B5EF4-FFF2-40B4-BE49-F238E27FC236}">
                <a16:creationId xmlns:a16="http://schemas.microsoft.com/office/drawing/2014/main" id="{4A4FC8B1-BB5A-49A9-9C91-229144F3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22638" y="3897406"/>
            <a:ext cx="87325" cy="8156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8" name="Connector 207">
            <a:extLst xmlns:a="http://schemas.openxmlformats.org/drawingml/2006/main">
              <a:ext uri="{FF2B5EF4-FFF2-40B4-BE49-F238E27FC236}">
                <a16:creationId xmlns:a16="http://schemas.microsoft.com/office/drawing/2014/main" id="{80763886-860D-4117-B453-1CE3AA0D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963" y="3897406"/>
            <a:ext cx="87325" cy="14647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09" name="Connector 208">
            <a:extLst xmlns:a="http://schemas.openxmlformats.org/drawingml/2006/main">
              <a:ext uri="{FF2B5EF4-FFF2-40B4-BE49-F238E27FC236}">
                <a16:creationId xmlns:a16="http://schemas.microsoft.com/office/drawing/2014/main" id="{CFA85AC2-269D-4408-B40F-A0672E6A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288" y="3912053"/>
            <a:ext cx="87326" cy="3674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0" name="Connector 209">
            <a:extLst xmlns:a="http://schemas.openxmlformats.org/drawingml/2006/main">
              <a:ext uri="{FF2B5EF4-FFF2-40B4-BE49-F238E27FC236}">
                <a16:creationId xmlns:a16="http://schemas.microsoft.com/office/drawing/2014/main" id="{995C7199-7B54-446C-A0A8-235CFB88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4614" y="3948798"/>
            <a:ext cx="87325" cy="57073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1" name="Connector 210">
            <a:extLst xmlns:a="http://schemas.openxmlformats.org/drawingml/2006/main">
              <a:ext uri="{FF2B5EF4-FFF2-40B4-BE49-F238E27FC236}">
                <a16:creationId xmlns:a16="http://schemas.microsoft.com/office/drawing/2014/main" id="{CAC51A57-C5DC-4539-8A2C-A57AE1D0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939" y="4005871"/>
            <a:ext cx="87325" cy="74651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2" name="Connector 211">
            <a:extLst xmlns:a="http://schemas.openxmlformats.org/drawingml/2006/main">
              <a:ext uri="{FF2B5EF4-FFF2-40B4-BE49-F238E27FC236}">
                <a16:creationId xmlns:a16="http://schemas.microsoft.com/office/drawing/2014/main" id="{1AB780E1-1DD4-4003-B9B1-29F618E3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264" y="4080522"/>
            <a:ext cx="87325" cy="88635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3" name="Connector 212">
            <a:extLst xmlns:a="http://schemas.openxmlformats.org/drawingml/2006/main">
              <a:ext uri="{FF2B5EF4-FFF2-40B4-BE49-F238E27FC236}">
                <a16:creationId xmlns:a16="http://schemas.microsoft.com/office/drawing/2014/main" id="{D7A5A6F2-0E23-46DF-8C7B-E33385AC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589" y="4169157"/>
            <a:ext cx="87325" cy="98349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4" name="Connector 213">
            <a:extLst xmlns:a="http://schemas.openxmlformats.org/drawingml/2006/main">
              <a:ext uri="{FF2B5EF4-FFF2-40B4-BE49-F238E27FC236}">
                <a16:creationId xmlns:a16="http://schemas.microsoft.com/office/drawing/2014/main" id="{776827F9-EB08-4917-84DE-F211D0A2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914" y="4267506"/>
            <a:ext cx="87326" cy="103326"/>
          </a:xfrm>
          <a:prstGeom xmlns:a="http://schemas.openxmlformats.org/drawingml/2006/main" prst="line">
            <a:avLst/>
          </a:prstGeom>
          <a:ln xmlns:a="http://schemas.openxmlformats.org/drawingml/2006/main" w="2413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215" name="TextBox 214">
            <a:extLst xmlns:a="http://schemas.openxmlformats.org/drawingml/2006/main">
              <a:ext uri="{FF2B5EF4-FFF2-40B4-BE49-F238E27FC236}">
                <a16:creationId xmlns:a16="http://schemas.microsoft.com/office/drawing/2014/main" id="{177C12CE-5B0B-4707-B7B2-F4BB0E24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43016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拓展问题：少量离散样本，是否足以唯一确定连续信号？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2A1E4EF-DBEB-4F53-AF06-969EF0A5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振幅</a:t>
            </a:r>
          </a:p>
        </p:txBody>
      </p:sp>
      <p:sp>
        <p:nvSpPr>
          <p:cNvPr id="112" name="TextBox 111">
            <a:extLst xmlns:a="http://schemas.openxmlformats.org/drawingml/2006/main">
              <a:ext uri="{FF2B5EF4-FFF2-40B4-BE49-F238E27FC236}">
                <a16:creationId xmlns:a16="http://schemas.microsoft.com/office/drawing/2014/main" id="{F46CC27C-06FC-44C1-B1E7-00E00514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振幅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C4B5052-4D15-4D74-9196-D11AD6FE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587752"/>
            <a:ext cx="82296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113" name="TextBox 112">
            <a:extLst xmlns:a="http://schemas.openxmlformats.org/drawingml/2006/main">
              <a:ext uri="{FF2B5EF4-FFF2-40B4-BE49-F238E27FC236}">
                <a16:creationId xmlns:a16="http://schemas.microsoft.com/office/drawing/2014/main" id="{064AE330-DC91-4A45-A334-5CCCDF1A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4544568"/>
            <a:ext cx="82296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</p:spTree>
    <p:extLst>
      <p:ext uri="{BB962C8B-B14F-4D97-AF65-F5344CB8AC3E}">
        <p14:creationId xmlns:p14="http://schemas.microsoft.com/office/powerpoint/2010/main" val="1752247001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p-rail">
            <a:extLst xmlns:a="http://schemas.openxmlformats.org/drawingml/2006/main">
              <a:ext uri="{FF2B5EF4-FFF2-40B4-BE49-F238E27FC236}">
                <a16:creationId xmlns:a16="http://schemas.microsoft.com/office/drawing/2014/main" id="{A26A4A03-3554-417B-96A8-3425FB44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8183C2C-8EEA-4B58-926E-F881813E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1695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56A2495-BAF8-4A17-A395-28D23909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可选拓展：编码与压缩不同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0BAC6CAC-2F0C-4F97-B0AF-A5531B60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627632"/>
            <a:ext cx="0" cy="3776472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E2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40ABDBB-E8BC-4644-9A98-ED089919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37360"/>
            <a:ext cx="507492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声音编码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C8103F-923B-41A4-9309-E19129D6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37360"/>
            <a:ext cx="47548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237B643-E5F9-4F6D-8168-D34020CA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5010912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让连续声音能够用数字样本记录；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也包括后续数据表示。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5760B4B-77B5-4FAD-B53E-4531EE4C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743200"/>
            <a:ext cx="4873752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用更少的比特表达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相同或近似相同的信息。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D1E5658-23F1-4586-B7D7-A2A24643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数字化、容器封装、压缩，是相关但不同的概念。</a:t>
            </a:r>
          </a:p>
        </p:txBody>
      </p:sp>
    </p:spTree>
    <p:extLst>
      <p:ext uri="{BB962C8B-B14F-4D97-AF65-F5344CB8AC3E}">
        <p14:creationId xmlns:p14="http://schemas.microsoft.com/office/powerpoint/2010/main" val="6397219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libaba PuHuiTi 3.0 115 Black"/>
        <a:ea typeface="Alibaba PuHuiTi 3.0 115 Black"/>
        <a:cs typeface="Alibaba PuHuiTi 3.0 115 Black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libaba PuHuiTi 3.0 55 Regular"/>
        <a:ea typeface="Alibaba PuHuiTi 3.0 55 Regular"/>
        <a:cs typeface="Alibaba PuHuiTi 3.0 55 Regular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2026-10-13T15:08:00.6260000Z</dcterms:created>
  <dcterms:modified xsi:type="dcterms:W3CDTF">2026-10-13T15:08:00.6260000Z</dcterms:modified>
</coreProperties>
</file>