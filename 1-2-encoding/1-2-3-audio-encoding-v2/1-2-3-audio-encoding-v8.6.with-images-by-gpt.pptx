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ea58ca5b96647fb" Type="http://schemas.openxmlformats.org/officeDocument/2006/relationships/extended-properties" Target="docProps/app.xml"/><Relationship Id="R781a8bcd0cb84617" Type="http://schemas.openxmlformats.org/officeDocument/2006/relationships/officeDocument" Target="ppt/presentation.xml"/><Relationship Id="Rb562955695b44f31" Type="http://schemas.openxmlformats.org/package/2006/relationships/metadata/core-properties" Target="docProps/core.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11d9f4de22b248ed"/>
  </p:sldMasterIdLst>
  <p:notesMasterIdLst>
    <p:notesMasterId r:id="R95aff7ee068347a0"/>
  </p:notesMasterIdLst>
  <p:sldIdLst>
    <p:sldId id="256" r:id="R37fe0f57f0334eec"/>
    <p:sldId id="257" r:id="Rdb2a7ad491fd49fe"/>
    <p:sldId id="258" r:id="Rc34d478070f24431"/>
    <p:sldId id="259" r:id="R2f02bd1eb12a40c8"/>
    <p:sldId id="260" r:id="R3e1bf573e5624154"/>
    <p:sldId id="261" r:id="Rf0c03a1ecf464e8b"/>
    <p:sldId id="262" r:id="R1bec6e91cc9b48ae"/>
    <p:sldId id="263" r:id="Rd8eee9862350453e"/>
    <p:sldId id="264" r:id="Ra533432365dd4d62"/>
    <p:sldId id="265" r:id="R08a02eb360a347b1"/>
    <p:sldId id="266" r:id="R7c104d1bdd2f4d17"/>
    <p:sldId id="267" r:id="Re6b032374c3c42d4"/>
    <p:sldId id="268" r:id="Rc8673d25ab5643fe"/>
    <p:sldId id="269" r:id="R1309e8c603dc469a"/>
    <p:sldId id="270" r:id="R9c5f93d7ea9c4ec9"/>
    <p:sldId id="271" r:id="R56028e3959c746fe"/>
    <p:sldId id="272" r:id="R9a81c0a740bc4e5a"/>
    <p:sldId id="273" r:id="Ra49f405f0a574727"/>
    <p:sldId id="274" r:id="R3a8762a6dc2e4193"/>
    <p:sldId id="275" r:id="R9c11a04cd3b54f63"/>
    <p:sldId id="276" r:id="Rbf81b496e0164773"/>
    <p:sldId id="277" r:id="R17c4131257ff40cd"/>
    <p:sldId id="278" r:id="R5ca7ed2d5fc84712"/>
    <p:sldId id="279" r:id="Rad0f9d113fc641c8"/>
    <p:sldId id="280" r:id="Ra2dc707f7c7d4c55"/>
    <p:sldId id="281" r:id="R4bdf18bf9d234c91"/>
    <p:sldId id="282" r:id="R7103571b63e54dd3"/>
    <p:sldId id="283" r:id="R4aaccba952144542"/>
    <p:sldId id="284" r:id="Rb15906fed85c40cf"/>
    <p:sldId id="285" r:id="Rdbb36ce508494a11"/>
    <p:sldId id="286" r:id="R3f069a2a38ad4554"/>
    <p:sldId id="287" r:id="R7492c77b77ae43b5"/>
    <p:sldId id="288" r:id="R27e7d54c2eab4577"/>
    <p:sldId id="289" r:id="Rd4b013df167a4c8f"/>
    <p:sldId id="290" r:id="R58fdae93aa084144"/>
    <p:sldId id="291" r:id="R42b44d38cf3244bb"/>
    <p:sldId id="292" r:id="Rf0328938007f4f43"/>
    <p:sldId id="293" r:id="R630bcd3508144239"/>
    <p:sldId id="294" r:id="Rfc8334cd0c48434b"/>
    <p:sldId id="295" r:id="R75f2ece004154e82"/>
    <p:sldId id="296" r:id="Rbcf1843fff1b42f4"/>
    <p:sldId id="297" r:id="R3689930224344436"/>
    <p:sldId id="298" r:id="R5b942d4ad22e453b"/>
    <p:sldId id="299" r:id="R6e5704961e094081"/>
    <p:sldId id="333" r:id="rId84"/>
    <p:sldId id="334" r:id="rId85"/>
    <p:sldId id="300" r:id="Ra89db40c77c54299"/>
    <p:sldId id="301" r:id="Red452d83d1dd4d5e"/>
    <p:sldId id="302" r:id="R5cb0cd7fdb894828"/>
    <p:sldId id="303" r:id="R0c5b3b23e3524cbd"/>
    <p:sldId id="304" r:id="Rc78f3a72698c46e6"/>
    <p:sldId id="305" r:id="R3b2ca5f7a71a4f19"/>
    <p:sldId id="306" r:id="R3fc366119f124dd4"/>
    <p:sldId id="307" r:id="R401e4e8db65849cf"/>
    <p:sldId id="308" r:id="Rdff88ca186b441e6"/>
    <p:sldId id="309" r:id="Ra42a6accc7fe4f86"/>
    <p:sldId id="310" r:id="R86afc205b96d42e2"/>
    <p:sldId id="311" r:id="R0dc8a589bbd64922"/>
    <p:sldId id="312" r:id="R7e42854d4b0f4fca"/>
    <p:sldId id="313" r:id="Ra7110d01e65e4480"/>
    <p:sldId id="314" r:id="Rbe55c9bf778d4b5e"/>
    <p:sldId id="315" r:id="R7c370ca003b84ea8"/>
    <p:sldId id="316" r:id="R70a2ef49cfb042ae"/>
    <p:sldId id="317" r:id="R0f81b0745c694ea8"/>
    <p:sldId id="318" r:id="R138e71a9ac69422c"/>
    <p:sldId id="319" r:id="R79da5084ec0a46c5"/>
    <p:sldId id="320" r:id="R425def6014b34a03"/>
    <p:sldId id="321" r:id="R7e7a968492594ec5"/>
    <p:sldId id="322" r:id="R39383bb31b024f08"/>
    <p:sldId id="323" r:id="Rc19d4ee9cef74904"/>
    <p:sldId id="324" r:id="R34740f81da194805"/>
    <p:sldId id="325" r:id="R4789d7c0588848c9"/>
    <p:sldId id="326" r:id="R33e32f6cac6b445d"/>
    <p:sldId id="327" r:id="Reefacd4dce6c45a0"/>
    <p:sldId id="328" r:id="Rc3faf3b540ae4158"/>
    <p:sldId id="329" r:id="Rc3cdca7df23f4f20"/>
    <p:sldId id="330" r:id="R06406f323a1a4f1b"/>
    <p:sldId id="331" r:id="R225e4dd1d535449e"/>
    <p:sldId id="332" r:id="R6bb0ab36e70c498d"/>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6406f323a1a4f1b" Type="http://schemas.openxmlformats.org/officeDocument/2006/relationships/slide" Target="slides/slide75.xml"/><Relationship Id="R08a02eb360a347b1" Type="http://schemas.openxmlformats.org/officeDocument/2006/relationships/slide" Target="slides/slide10.xml"/><Relationship Id="R0c5b3b23e3524cbd" Type="http://schemas.openxmlformats.org/officeDocument/2006/relationships/slide" Target="slides/slide48.xml"/><Relationship Id="R0dc8a589bbd64922" Type="http://schemas.openxmlformats.org/officeDocument/2006/relationships/slide" Target="slides/slide56.xml"/><Relationship Id="R0f81b0745c694ea8" Type="http://schemas.openxmlformats.org/officeDocument/2006/relationships/slide" Target="slides/slide62.xml"/><Relationship Id="R11d9f4de22b248ed" Type="http://schemas.openxmlformats.org/officeDocument/2006/relationships/slideMaster" Target="slideMasters/slideMaster1.xml"/><Relationship Id="R1309e8c603dc469a" Type="http://schemas.openxmlformats.org/officeDocument/2006/relationships/slide" Target="slides/slide14.xml"/><Relationship Id="R138e71a9ac69422c" Type="http://schemas.openxmlformats.org/officeDocument/2006/relationships/slide" Target="slides/slide63.xml"/><Relationship Id="R17c4131257ff40cd" Type="http://schemas.openxmlformats.org/officeDocument/2006/relationships/slide" Target="slides/slide22.xml"/><Relationship Id="R1bec6e91cc9b48ae" Type="http://schemas.openxmlformats.org/officeDocument/2006/relationships/slide" Target="slides/slide7.xml"/><Relationship Id="R225e4dd1d535449e" Type="http://schemas.openxmlformats.org/officeDocument/2006/relationships/slide" Target="slides/slide76.xml"/><Relationship Id="R25aed8819c964088" Type="http://schemas.openxmlformats.org/officeDocument/2006/relationships/viewProps" Target="viewProps.xml"/><Relationship Id="R27e7d54c2eab4577" Type="http://schemas.openxmlformats.org/officeDocument/2006/relationships/slide" Target="slides/slide33.xml"/><Relationship Id="R2f02bd1eb12a40c8" Type="http://schemas.openxmlformats.org/officeDocument/2006/relationships/slide" Target="slides/slide4.xml"/><Relationship Id="R30fd2307b4694a46" Type="http://schemas.openxmlformats.org/officeDocument/2006/relationships/presProps" Target="presProps.xml"/><Relationship Id="R33e32f6cac6b445d" Type="http://schemas.openxmlformats.org/officeDocument/2006/relationships/slide" Target="slides/slide71.xml"/><Relationship Id="R34740f81da194805" Type="http://schemas.openxmlformats.org/officeDocument/2006/relationships/slide" Target="slides/slide69.xml"/><Relationship Id="R3689930224344436" Type="http://schemas.openxmlformats.org/officeDocument/2006/relationships/slide" Target="slides/slide42.xml"/><Relationship Id="R37fe0f57f0334eec" Type="http://schemas.openxmlformats.org/officeDocument/2006/relationships/slide" Target="slides/slide1.xml"/><Relationship Id="R39383bb31b024f08" Type="http://schemas.openxmlformats.org/officeDocument/2006/relationships/slide" Target="slides/slide67.xml"/><Relationship Id="R3a8762a6dc2e4193" Type="http://schemas.openxmlformats.org/officeDocument/2006/relationships/slide" Target="slides/slide19.xml"/><Relationship Id="R3b2ca5f7a71a4f19" Type="http://schemas.openxmlformats.org/officeDocument/2006/relationships/slide" Target="slides/slide50.xml"/><Relationship Id="R3e1bf573e5624154" Type="http://schemas.openxmlformats.org/officeDocument/2006/relationships/slide" Target="slides/slide5.xml"/><Relationship Id="R3f069a2a38ad4554" Type="http://schemas.openxmlformats.org/officeDocument/2006/relationships/slide" Target="slides/slide31.xml"/><Relationship Id="R3fc366119f124dd4" Type="http://schemas.openxmlformats.org/officeDocument/2006/relationships/slide" Target="slides/slide51.xml"/><Relationship Id="R401e4e8db65849cf" Type="http://schemas.openxmlformats.org/officeDocument/2006/relationships/slide" Target="slides/slide52.xml"/><Relationship Id="R425def6014b34a03" Type="http://schemas.openxmlformats.org/officeDocument/2006/relationships/slide" Target="slides/slide65.xml"/><Relationship Id="R42b44d38cf3244bb" Type="http://schemas.openxmlformats.org/officeDocument/2006/relationships/slide" Target="slides/slide36.xml"/><Relationship Id="R4789d7c0588848c9" Type="http://schemas.openxmlformats.org/officeDocument/2006/relationships/slide" Target="slides/slide70.xml"/><Relationship Id="R4aaccba952144542" Type="http://schemas.openxmlformats.org/officeDocument/2006/relationships/slide" Target="slides/slide28.xml"/><Relationship Id="R4bdf18bf9d234c91" Type="http://schemas.openxmlformats.org/officeDocument/2006/relationships/slide" Target="slides/slide26.xml"/><Relationship Id="R56028e3959c746fe" Type="http://schemas.openxmlformats.org/officeDocument/2006/relationships/slide" Target="slides/slide16.xml"/><Relationship Id="R58fdae93aa084144" Type="http://schemas.openxmlformats.org/officeDocument/2006/relationships/slide" Target="slides/slide35.xml"/><Relationship Id="R5b942d4ad22e453b" Type="http://schemas.openxmlformats.org/officeDocument/2006/relationships/slide" Target="slides/slide43.xml"/><Relationship Id="R5ca7ed2d5fc84712" Type="http://schemas.openxmlformats.org/officeDocument/2006/relationships/slide" Target="slides/slide23.xml"/><Relationship Id="R5cb0cd7fdb894828" Type="http://schemas.openxmlformats.org/officeDocument/2006/relationships/slide" Target="slides/slide47.xml"/><Relationship Id="R630bcd3508144239" Type="http://schemas.openxmlformats.org/officeDocument/2006/relationships/slide" Target="slides/slide38.xml"/><Relationship Id="R64c8e137059a45eb" Type="http://schemas.openxmlformats.org/officeDocument/2006/relationships/tableStyles" Target="tableStyles.xml"/><Relationship Id="R6bb0ab36e70c498d" Type="http://schemas.openxmlformats.org/officeDocument/2006/relationships/slide" Target="slides/slide77.xml"/><Relationship Id="R6e5704961e094081" Type="http://schemas.openxmlformats.org/officeDocument/2006/relationships/slide" Target="slides/slide44.xml"/><Relationship Id="R70a2ef49cfb042ae" Type="http://schemas.openxmlformats.org/officeDocument/2006/relationships/slide" Target="slides/slide61.xml"/><Relationship Id="R7103571b63e54dd3" Type="http://schemas.openxmlformats.org/officeDocument/2006/relationships/slide" Target="slides/slide27.xml"/><Relationship Id="R7492c77b77ae43b5" Type="http://schemas.openxmlformats.org/officeDocument/2006/relationships/slide" Target="slides/slide32.xml"/><Relationship Id="R75f2ece004154e82" Type="http://schemas.openxmlformats.org/officeDocument/2006/relationships/slide" Target="slides/slide40.xml"/><Relationship Id="R79da5084ec0a46c5" Type="http://schemas.openxmlformats.org/officeDocument/2006/relationships/slide" Target="slides/slide64.xml"/><Relationship Id="R7c104d1bdd2f4d17" Type="http://schemas.openxmlformats.org/officeDocument/2006/relationships/slide" Target="slides/slide11.xml"/><Relationship Id="R7c370ca003b84ea8" Type="http://schemas.openxmlformats.org/officeDocument/2006/relationships/slide" Target="slides/slide60.xml"/><Relationship Id="R7e42854d4b0f4fca" Type="http://schemas.openxmlformats.org/officeDocument/2006/relationships/slide" Target="slides/slide57.xml"/><Relationship Id="R7e7a968492594ec5" Type="http://schemas.openxmlformats.org/officeDocument/2006/relationships/slide" Target="slides/slide66.xml"/><Relationship Id="R86afc205b96d42e2" Type="http://schemas.openxmlformats.org/officeDocument/2006/relationships/slide" Target="slides/slide55.xml"/><Relationship Id="R95aff7ee068347a0" Type="http://schemas.openxmlformats.org/officeDocument/2006/relationships/notesMaster" Target="notesMasters/notesMaster1.xml"/><Relationship Id="R9a81c0a740bc4e5a" Type="http://schemas.openxmlformats.org/officeDocument/2006/relationships/slide" Target="slides/slide17.xml"/><Relationship Id="R9c11a04cd3b54f63" Type="http://schemas.openxmlformats.org/officeDocument/2006/relationships/slide" Target="slides/slide20.xml"/><Relationship Id="R9c5f93d7ea9c4ec9" Type="http://schemas.openxmlformats.org/officeDocument/2006/relationships/slide" Target="slides/slide15.xml"/><Relationship Id="Ra2dc707f7c7d4c55" Type="http://schemas.openxmlformats.org/officeDocument/2006/relationships/slide" Target="slides/slide25.xml"/><Relationship Id="Ra42a6accc7fe4f86" Type="http://schemas.openxmlformats.org/officeDocument/2006/relationships/slide" Target="slides/slide54.xml"/><Relationship Id="Ra49f405f0a574727" Type="http://schemas.openxmlformats.org/officeDocument/2006/relationships/slide" Target="slides/slide18.xml"/><Relationship Id="Ra533432365dd4d62" Type="http://schemas.openxmlformats.org/officeDocument/2006/relationships/slide" Target="slides/slide9.xml"/><Relationship Id="Ra7110d01e65e4480" Type="http://schemas.openxmlformats.org/officeDocument/2006/relationships/slide" Target="slides/slide58.xml"/><Relationship Id="Ra89db40c77c54299" Type="http://schemas.openxmlformats.org/officeDocument/2006/relationships/slide" Target="slides/slide45.xml"/><Relationship Id="Rad0f9d113fc641c8" Type="http://schemas.openxmlformats.org/officeDocument/2006/relationships/slide" Target="slides/slide24.xml"/><Relationship Id="Rb15906fed85c40cf" Type="http://schemas.openxmlformats.org/officeDocument/2006/relationships/slide" Target="slides/slide29.xml"/><Relationship Id="Rb7c0e73af5464df2" Type="http://schemas.openxmlformats.org/officeDocument/2006/relationships/theme" Target="theme/theme1.xml"/><Relationship Id="Rbcf1843fff1b42f4" Type="http://schemas.openxmlformats.org/officeDocument/2006/relationships/slide" Target="slides/slide41.xml"/><Relationship Id="Rbe55c9bf778d4b5e" Type="http://schemas.openxmlformats.org/officeDocument/2006/relationships/slide" Target="slides/slide59.xml"/><Relationship Id="Rbf81b496e0164773" Type="http://schemas.openxmlformats.org/officeDocument/2006/relationships/slide" Target="slides/slide21.xml"/><Relationship Id="Rc19d4ee9cef74904" Type="http://schemas.openxmlformats.org/officeDocument/2006/relationships/slide" Target="slides/slide68.xml"/><Relationship Id="Rc34d478070f24431" Type="http://schemas.openxmlformats.org/officeDocument/2006/relationships/slide" Target="slides/slide3.xml"/><Relationship Id="Rc3cdca7df23f4f20" Type="http://schemas.openxmlformats.org/officeDocument/2006/relationships/slide" Target="slides/slide74.xml"/><Relationship Id="Rc3faf3b540ae4158" Type="http://schemas.openxmlformats.org/officeDocument/2006/relationships/slide" Target="slides/slide73.xml"/><Relationship Id="Rc78f3a72698c46e6" Type="http://schemas.openxmlformats.org/officeDocument/2006/relationships/slide" Target="slides/slide49.xml"/><Relationship Id="Rc8673d25ab5643fe" Type="http://schemas.openxmlformats.org/officeDocument/2006/relationships/slide" Target="slides/slide13.xml"/><Relationship Id="Rd4b013df167a4c8f" Type="http://schemas.openxmlformats.org/officeDocument/2006/relationships/slide" Target="slides/slide34.xml"/><Relationship Id="Rd8eee9862350453e" Type="http://schemas.openxmlformats.org/officeDocument/2006/relationships/slide" Target="slides/slide8.xml"/><Relationship Id="Rdb2a7ad491fd49fe" Type="http://schemas.openxmlformats.org/officeDocument/2006/relationships/slide" Target="slides/slide2.xml"/><Relationship Id="Rdbb36ce508494a11" Type="http://schemas.openxmlformats.org/officeDocument/2006/relationships/slide" Target="slides/slide30.xml"/><Relationship Id="Rdff88ca186b441e6" Type="http://schemas.openxmlformats.org/officeDocument/2006/relationships/slide" Target="slides/slide53.xml"/><Relationship Id="Re6b032374c3c42d4" Type="http://schemas.openxmlformats.org/officeDocument/2006/relationships/slide" Target="slides/slide12.xml"/><Relationship Id="Red452d83d1dd4d5e" Type="http://schemas.openxmlformats.org/officeDocument/2006/relationships/slide" Target="slides/slide46.xml"/><Relationship Id="Reefacd4dce6c45a0" Type="http://schemas.openxmlformats.org/officeDocument/2006/relationships/slide" Target="slides/slide72.xml"/><Relationship Id="Rf0328938007f4f43" Type="http://schemas.openxmlformats.org/officeDocument/2006/relationships/slide" Target="slides/slide37.xml"/><Relationship Id="Rf0c03a1ecf464e8b" Type="http://schemas.openxmlformats.org/officeDocument/2006/relationships/slide" Target="slides/slide6.xml"/><Relationship Id="Rfc8334cd0c48434b" Type="http://schemas.openxmlformats.org/officeDocument/2006/relationships/slide" Target="slides/slide39.xml"/><Relationship Id="rId84" Type="http://schemas.openxmlformats.org/officeDocument/2006/relationships/slide" Target="slides/slide78.xml"/><Relationship Id="rId85"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aedcd44340cd4b17"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9ca52d219da74ef9" Type="http://schemas.openxmlformats.org/officeDocument/2006/relationships/notesMaster" Target="../notesMasters/notesMaster1.xml"/><Relationship Id="Rd470827a5bd9421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133ed9c072947ee" Type="http://schemas.openxmlformats.org/officeDocument/2006/relationships/notesMaster" Target="../notesMasters/notesMaster1.xml"/><Relationship Id="R6c94bc1833034489"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a65ffcd716949d4" Type="http://schemas.openxmlformats.org/officeDocument/2006/relationships/slide" Target="../slides/slide3.xml"/><Relationship Id="Rbd2019c4fd41432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0648d305efc445b" Type="http://schemas.openxmlformats.org/officeDocument/2006/relationships/notesMaster" Target="../notesMasters/notesMaster1.xml"/><Relationship Id="Re575aed5270047a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86694f28bd04b8c" Type="http://schemas.openxmlformats.org/officeDocument/2006/relationships/slide" Target="../slides/slide5.xml"/><Relationship Id="Rf5d8c99e7edc4f2d"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431cb1eefbae4089" Type="http://schemas.openxmlformats.org/officeDocument/2006/relationships/notesMaster" Target="../notesMasters/notesMaster1.xml"/><Relationship Id="Ra5c6fc522c684835"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5a4ea30949e4fa0" Type="http://schemas.openxmlformats.org/officeDocument/2006/relationships/slide" Target="../slides/slide7.xml"/><Relationship Id="Red6dbeae13a74f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53f2476071fc4cda" Type="http://schemas.openxmlformats.org/officeDocument/2006/relationships/notesMaster" Target="../notesMasters/notesMaster1.xml"/><Relationship Id="Ra76a3ecd88ce494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40e0f7e3f824f4e" Type="http://schemas.openxmlformats.org/officeDocument/2006/relationships/slide" Target="../slides/slide9.xml"/><Relationship Id="Rfee473fcad714a8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37858603812f413b" Type="http://schemas.openxmlformats.org/officeDocument/2006/relationships/slide" Target="../slides/slide10.xml"/><Relationship Id="R8632b96432634ad9"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7b2b44ef41e04674" Type="http://schemas.openxmlformats.org/officeDocument/2006/relationships/notesMaster" Target="../notesMasters/notesMaster1.xml"/><Relationship Id="Rc16b99ff7d2f4636"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6137366e2c4448a5" Type="http://schemas.openxmlformats.org/officeDocument/2006/relationships/notesMaster" Target="../notesMasters/notesMaster1.xml"/><Relationship Id="Rc22ebf9ff6a7451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a45b7d432b443c9" Type="http://schemas.openxmlformats.org/officeDocument/2006/relationships/notesMaster" Target="../notesMasters/notesMaster1.xml"/><Relationship Id="R8a18f6390e4143a6"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3e750ee8fda3456c" Type="http://schemas.openxmlformats.org/officeDocument/2006/relationships/slide" Target="../slides/slide14.xml"/><Relationship Id="R7ca608b280c44ed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98f8e4ff36d04f84" Type="http://schemas.openxmlformats.org/officeDocument/2006/relationships/notesMaster" Target="../notesMasters/notesMaster1.xml"/><Relationship Id="Re95ec13543964577"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c80c862899f6447c" Type="http://schemas.openxmlformats.org/officeDocument/2006/relationships/notesMaster" Target="../notesMasters/notesMaster1.xml"/><Relationship Id="Ree04f3602ac8415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216719117e64faa" Type="http://schemas.openxmlformats.org/officeDocument/2006/relationships/slide" Target="../slides/slide17.xml"/><Relationship Id="Rf6d0c45bc2e947ab"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4a195c2ad844d6a" Type="http://schemas.openxmlformats.org/officeDocument/2006/relationships/slide" Target="../slides/slide18.xml"/><Relationship Id="Raf179d88d9c7467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3e1b414c51040a9" Type="http://schemas.openxmlformats.org/officeDocument/2006/relationships/slide" Target="../slides/slide19.xml"/><Relationship Id="Rc41851f920574d7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38c69e6981c4cd8" Type="http://schemas.openxmlformats.org/officeDocument/2006/relationships/slide" Target="../slides/slide20.xml"/><Relationship Id="R6a8be2ef188243a7"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109e475ae6c1403c" Type="http://schemas.openxmlformats.org/officeDocument/2006/relationships/slide" Target="../slides/slide21.xml"/><Relationship Id="R819bca2fbd68463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64c622a378864b74" Type="http://schemas.openxmlformats.org/officeDocument/2006/relationships/notesMaster" Target="../notesMasters/notesMaster1.xml"/><Relationship Id="Rf557e3d8a922410d"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00fc9aaf470241f6" Type="http://schemas.openxmlformats.org/officeDocument/2006/relationships/notesMaster" Target="../notesMasters/notesMaster1.xml"/><Relationship Id="R8309288dd87a42e3"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4690616bde1d4b7f" Type="http://schemas.openxmlformats.org/officeDocument/2006/relationships/slide" Target="../slides/slide24.xml"/><Relationship Id="Ree5913a0d1534909"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d939374c9649a0" Type="http://schemas.openxmlformats.org/officeDocument/2006/relationships/notesMaster" Target="../notesMasters/notesMaster1.xml"/><Relationship Id="Rce72c922f776472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95681b3b4311466c" Type="http://schemas.openxmlformats.org/officeDocument/2006/relationships/notesMaster" Target="../notesMasters/notesMaster1.xml"/><Relationship Id="Rda05b1e8ed44456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765dbcc83a2a4471" Type="http://schemas.openxmlformats.org/officeDocument/2006/relationships/notesMaster" Target="../notesMasters/notesMaster1.xml"/><Relationship Id="Rcbf1522eb5894949"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1b5da1ebf67e4b5c" Type="http://schemas.openxmlformats.org/officeDocument/2006/relationships/slide" Target="../slides/slide28.xml"/><Relationship Id="Rf0443ab15247428c"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40b5016c674e4318" Type="http://schemas.openxmlformats.org/officeDocument/2006/relationships/notesMaster" Target="../notesMasters/notesMaster1.xml"/><Relationship Id="R8ae907af581a4138"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c137051ceb64725" Type="http://schemas.openxmlformats.org/officeDocument/2006/relationships/slide" Target="../slides/slide30.xml"/><Relationship Id="R708393f0d8944dd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952ad7ea789c437e" Type="http://schemas.openxmlformats.org/officeDocument/2006/relationships/notesMaster" Target="../notesMasters/notesMaster1.xml"/><Relationship Id="Rd8e41fa7fde54eba"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98798f1b962d41af" Type="http://schemas.openxmlformats.org/officeDocument/2006/relationships/slide" Target="../slides/slide32.xml"/><Relationship Id="Re87db63f98734206"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9d26b362dd704ba9" Type="http://schemas.openxmlformats.org/officeDocument/2006/relationships/notesMaster" Target="../notesMasters/notesMaster1.xml"/><Relationship Id="Rbc940faa34944ad7"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64d3ff21e3dd42df" Type="http://schemas.openxmlformats.org/officeDocument/2006/relationships/notesMaster" Target="../notesMasters/notesMaster1.xml"/><Relationship Id="Rebbe8bb101b54da3"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48a96d6ebdd04609" Type="http://schemas.openxmlformats.org/officeDocument/2006/relationships/notesMaster" Target="../notesMasters/notesMaster1.xml"/><Relationship Id="Ra5b076e65fb64880"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16bd49e4d39a4695" Type="http://schemas.openxmlformats.org/officeDocument/2006/relationships/slide" Target="../slides/slide36.xml"/><Relationship Id="Rcfdc797168094de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eaf69a3d1f414001" Type="http://schemas.openxmlformats.org/officeDocument/2006/relationships/notesMaster" Target="../notesMasters/notesMaster1.xml"/><Relationship Id="Rfa73799c70f1450f"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552d7814306b4e73" Type="http://schemas.openxmlformats.org/officeDocument/2006/relationships/slide" Target="../slides/slide38.xml"/><Relationship Id="Rce139ce84f2443d9"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c7df5b701b8c472e" Type="http://schemas.openxmlformats.org/officeDocument/2006/relationships/notesMaster" Target="../notesMasters/notesMaster1.xml"/><Relationship Id="Rd16356e94371476e"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2cfc963d0d984f19" Type="http://schemas.openxmlformats.org/officeDocument/2006/relationships/slide" Target="../slides/slide40.xml"/><Relationship Id="R83e8068acbce4fb5"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0e1ee744cbfb4612" Type="http://schemas.openxmlformats.org/officeDocument/2006/relationships/notesMaster" Target="../notesMasters/notesMaster1.xml"/><Relationship Id="R497fe1f4f1b945a3"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99238bab3ff34609" Type="http://schemas.openxmlformats.org/officeDocument/2006/relationships/slide" Target="../slides/slide42.xml"/><Relationship Id="Rbb7d007654554e39"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0eb48edece3345e7" Type="http://schemas.openxmlformats.org/officeDocument/2006/relationships/notesMaster" Target="../notesMasters/notesMaster1.xml"/><Relationship Id="Re146940b1a634900"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aa96d311aaef4465" Type="http://schemas.openxmlformats.org/officeDocument/2006/relationships/notesMaster" Target="../notesMasters/notesMaster1.xml"/><Relationship Id="Reb42426fd60241a3"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23bf1fe3723a4118" Type="http://schemas.openxmlformats.org/officeDocument/2006/relationships/notesMaster" Target="../notesMasters/notesMaster1.xml"/><Relationship Id="Re193e89c0e4e48bd"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92639b8370394df3" Type="http://schemas.openxmlformats.org/officeDocument/2006/relationships/notesMaster" Target="../notesMasters/notesMaster1.xml"/><Relationship Id="Re3a650506ab6455a"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2952aed78fce4720" Type="http://schemas.openxmlformats.org/officeDocument/2006/relationships/slide" Target="../slides/slide47.xml"/><Relationship Id="R5766f90c3c404dcf"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0826f0c94fd5479d" Type="http://schemas.openxmlformats.org/officeDocument/2006/relationships/slide" Target="../slides/slide48.xml"/><Relationship Id="R3713493042b144af"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008095ecfb9b4b2d" Type="http://schemas.openxmlformats.org/officeDocument/2006/relationships/notesMaster" Target="../notesMasters/notesMaster1.xml"/><Relationship Id="R416220b95f474568"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1fc6593a72b847f1" Type="http://schemas.openxmlformats.org/officeDocument/2006/relationships/notesMaster" Target="../notesMasters/notesMaster1.xml"/><Relationship Id="Rb8f11c86e6044699"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5d7df21670a94e43" Type="http://schemas.openxmlformats.org/officeDocument/2006/relationships/slide" Target="../slides/slide51.xml"/><Relationship Id="Re08a5696c9ea4fe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34b1bf85fae14663" Type="http://schemas.openxmlformats.org/officeDocument/2006/relationships/slide" Target="../slides/slide52.xml"/><Relationship Id="R7dea04d75c2d4147"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6b825f848b0840c1" Type="http://schemas.openxmlformats.org/officeDocument/2006/relationships/notesMaster" Target="../notesMasters/notesMaster1.xml"/><Relationship Id="Rf65feb1d55964ed7"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44c4960768114d32" Type="http://schemas.openxmlformats.org/officeDocument/2006/relationships/notesMaster" Target="../notesMasters/notesMaster1.xml"/><Relationship Id="Ra9d209a8367c434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1e419ce3dabe416e" Type="http://schemas.openxmlformats.org/officeDocument/2006/relationships/notesMaster" Target="../notesMasters/notesMaster1.xml"/><Relationship Id="R78f68841e3f14ba0"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a37c27a104534020" Type="http://schemas.openxmlformats.org/officeDocument/2006/relationships/notesMaster" Target="../notesMasters/notesMaster1.xml"/><Relationship Id="Rdac43bd149d547c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2b150f8bf1004d59" Type="http://schemas.openxmlformats.org/officeDocument/2006/relationships/notesMaster" Target="../notesMasters/notesMaster1.xml"/><Relationship Id="Rc33deca949f34590"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c99d1adeaa134dff" Type="http://schemas.openxmlformats.org/officeDocument/2006/relationships/slide" Target="../slides/slide58.xml"/><Relationship Id="Rf37fd988840a4088"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0589adcb405b4319" Type="http://schemas.openxmlformats.org/officeDocument/2006/relationships/slide" Target="../slides/slide59.xml"/><Relationship Id="R727f38e21b8e4796"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2c8dae3426fd472f" Type="http://schemas.openxmlformats.org/officeDocument/2006/relationships/slide" Target="../slides/slide60.xml"/><Relationship Id="R658cf097c3bc45c4"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4f80dcacd44b41cb" Type="http://schemas.openxmlformats.org/officeDocument/2006/relationships/slide" Target="../slides/slide61.xml"/><Relationship Id="Rad9921b1c90c46cc"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0a423f306b2b4aac" Type="http://schemas.openxmlformats.org/officeDocument/2006/relationships/slide" Target="../slides/slide62.xml"/><Relationship Id="Rd7a8868c29054043"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23eda1d8051d44dd" Type="http://schemas.openxmlformats.org/officeDocument/2006/relationships/notesMaster" Target="../notesMasters/notesMaster1.xml"/><Relationship Id="R807bf58841c74dbe"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1ac481a6c6f74abe" Type="http://schemas.openxmlformats.org/officeDocument/2006/relationships/notesMaster" Target="../notesMasters/notesMaster1.xml"/><Relationship Id="R900e3a0cc4a04395"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1bbe46d8041047be" Type="http://schemas.openxmlformats.org/officeDocument/2006/relationships/notesMaster" Target="../notesMasters/notesMaster1.xml"/><Relationship Id="R6fe5295a01384d94"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13db2553a25b4663" Type="http://schemas.openxmlformats.org/officeDocument/2006/relationships/slide" Target="../slides/slide66.xml"/><Relationship Id="Rec0c576128c947ce"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3964991ea5964e14" Type="http://schemas.openxmlformats.org/officeDocument/2006/relationships/notesMaster" Target="../notesMasters/notesMaster1.xml"/><Relationship Id="R71463b77d5c04604"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6d82cfffd7804ce1" Type="http://schemas.openxmlformats.org/officeDocument/2006/relationships/notesMaster" Target="../notesMasters/notesMaster1.xml"/><Relationship Id="Rc284b8f89b0f452c"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2f748b6824cf452e" Type="http://schemas.openxmlformats.org/officeDocument/2006/relationships/notesMaster" Target="../notesMasters/notesMaster1.xml"/><Relationship Id="R300448fc166d49ad"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5f64979f56274ee0" Type="http://schemas.openxmlformats.org/officeDocument/2006/relationships/slide" Target="../slides/slide70.xml"/><Relationship Id="R9a85aa229aa14b75"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b4178545768e4223" Type="http://schemas.openxmlformats.org/officeDocument/2006/relationships/slide" Target="../slides/slide71.xml"/><Relationship Id="Rd9da01c586284864"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9e19f0e6584f43e5" Type="http://schemas.openxmlformats.org/officeDocument/2006/relationships/slide" Target="../slides/slide72.xml"/><Relationship Id="Rb9e3c536ffd549e5"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0cbd41cd8dca4c6d" Type="http://schemas.openxmlformats.org/officeDocument/2006/relationships/slide" Target="../slides/slide73.xml"/><Relationship Id="R450d2292025449fd"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62464abefd4342ef" Type="http://schemas.openxmlformats.org/officeDocument/2006/relationships/slide" Target="../slides/slide74.xml"/><Relationship Id="Re452798a34fc414b"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19ae8f8736dc42ff" Type="http://schemas.openxmlformats.org/officeDocument/2006/relationships/slide" Target="../slides/slide75.xml"/><Relationship Id="R7353030e9be142e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636e6a93710848b5" Type="http://schemas.openxmlformats.org/officeDocument/2006/relationships/slide" Target="../slides/slide76.xml"/><Relationship Id="Rb889c21a7f184ccb"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07af4e2af1ff4967" Type="http://schemas.openxmlformats.org/officeDocument/2006/relationships/slide" Target="../slides/slide77.xml"/><Relationship Id="Rc3e7e54554e842be"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声音首先是什么？</a:t>
            </a:r>
          </a:p>
          <a:p>
            <a:r>
              <a:t>[内部编号] V81-03</a:t>
            </a:r>
          </a:p>
          <a:p>
            <a:r>
              <a:t>[阶段] 证据／解释</a:t>
            </a:r>
          </a:p>
          <a:p>
            <a:r>
              <a:t>[教师逐字稿]</a:t>
            </a:r>
          </a:p>
          <a:p>
            <a:r>
              <a:t>【教师讲述／组织】从实录1的振动声源、空气传播与耳膜经验出发。问：我们说话时什么振动？声音怎样到耳朵？要学生识别声音是物理现象。</a:t>
            </a:r>
          </a:p>
          <a:p>
            <a:r>
              <a:t>【反馈】先听学生如何解释，再决定是否揭示结论；注意控制本页停留时间。</a:t>
            </a:r>
          </a:p>
          <a:p/>
          <a:p>
            <a:r>
              <a:t>【视觉说明】重新组织v8.4.10声源示意与原Codex概念文字：上方三阶段对应下方音叉、空间声压变化和麦克风；以一句话收束。示意图的波弧是传播方向，不是“波形在空间弯曲传播”的路线。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p>
            <a:r>
              <a:t>麦克风负责把声压变化变成连续电信号；先预测“是数字还是模拟？”学生说出依据。</a:t>
            </a:r>
          </a:p>
          <a:p/>
          <a:p>
            <a:r>
              <a:t>【图片教学备注】OpenMoji microphone-studio.svg, CC BY-SA 4.0，https://github.com/hfg-gmuend/openmoji/blob/master/color/svg/1F399.svg 。图标帮助识别转换设备。不要说麦克风直接得到0和1。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把录音过程和播放过程接起来</a:t>
            </a:r>
          </a:p>
          <a:p>
            <a:r>
              <a:t>[内部编号] V81-07</a:t>
            </a:r>
          </a:p>
          <a:p>
            <a:r>
              <a:t>[阶段] 证据／解释</a:t>
            </a:r>
          </a:p>
          <a:p>
            <a:r>
              <a:t>[教师逐字稿]</a:t>
            </a:r>
          </a:p>
          <a:p>
            <a:r>
              <a:t>【教师讲述／组织】追问：存进去的0和1，为什么还能从扬声器变回声音？给出DAC作为反向转换，重点是两个方向的理解；不要展开电路。</a:t>
            </a:r>
          </a:p>
          <a:p>
            <a:r>
              <a:t>【反馈】先听学生如何解释，再决定是否揭示结论；注意控制本页停留时间。</a:t>
            </a:r>
          </a:p>
          <a:p>
            <a:r>
              <a:t/>
            </a:r>
          </a:p>
          <a:p>
            <a:r>
              <a:t>按录音顺序走一遍，再反向说播放顺序，确认DAC与ADC的作用不同。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波形图是声音的传播路线吗？</a:t>
            </a:r>
          </a:p>
          <a:p>
            <a:r>
              <a:t>[内部编号] V81-08</a:t>
            </a:r>
          </a:p>
          <a:p>
            <a:r>
              <a:t>[阶段] 证据／解释</a:t>
            </a:r>
          </a:p>
          <a:p>
            <a:r>
              <a:t>[教师逐字稿]</a:t>
            </a:r>
          </a:p>
          <a:p>
            <a:r>
              <a:t>【设计意图】学生易误解：上下起伏是空气中声波的传播轨迹。请先判断，再明确横轴时间、纵轴同一地点声压或电信号的变化。</a:t>
            </a:r>
          </a:p>
          <a:p>
            <a:r>
              <a:t>【教师可以这样讲】看到这条上下起伏的曲线，请猜：它是不是声音在空气里沿着波浪形路线前进？</a:t>
            </a:r>
          </a:p>
          <a:p>
            <a:r>
              <a:t>【预判回答与追问】提醒固定一个位置，横坐标向右代表时间，纵坐标上下代表压力或电信号偏离参考的变化。</a:t>
            </a:r>
          </a:p>
          <a:p>
            <a:r>
              <a:t>【本页收束】波形是“某处随时间变化”的图，不是空间中的传播路径。</a:t>
            </a:r>
          </a:p>
          <a:p/>
          <a:p>
            <a:r>
              <a:t>【v7 Demo A，约2分钟】先保留本页“传播路线吗”的问题，让学生预测；运行 notebooks/01_听见声音_看见波形.ipynb，在教室Windows浏览器中点击播放。指向红色时间光标：波形表示时间变化，不是空间传播路线。Mac不会播放声音，声音从Windows浏览器输出。网络异常时直接用本页静态图。</a:t>
            </a:r>
          </a:p>
          <a:p/>
          <a:p>
            <a:r>
              <a:t>【视觉说明】借用v8.4.10空间传播与固定测点时间波形的对照，前半是空间快照，后半不是声音弯曲路线。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演示B：放大后，能看见采样点吗？</a:t>
            </a:r>
          </a:p>
          <a:p>
            <a:r>
              <a:t>[内部编号] V81-12</a:t>
            </a:r>
          </a:p>
          <a:p>
            <a:r>
              <a:t>[阶段] 证据／解释</a:t>
            </a:r>
          </a:p>
          <a:p>
            <a:r>
              <a:t>[教师逐字稿]</a:t>
            </a:r>
          </a:p>
          <a:p>
            <a:r>
              <a:t>运行notebooks/02_放大波形_看见采样点.ipynb。先保持完整波形，再把局部显示范围切换到20毫秒和4毫秒。左侧是示意概览，右侧是局部实际样本思路；在Notebook里，右侧点取自真实生成的PCM数据。不要说采样点之间连线是扬声器实际波形。约3分钟。</a:t>
            </a:r>
          </a:p>
          <a:p>
            <a:r>
              <a:t/>
            </a:r>
          </a:p>
          <a:p>
            <a:r>
              <a:t>打开Notebook 02，把波形从100毫秒放大到4毫秒，点击蓝色样本，读出实际时间和幅度；区分极值概览和真实采样点。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p>
            <a:r>
              <a:t>【v7回扣】演示切换到本页后，要求学生解释采样率和每秒样本数之间的关系。Notebook中的4毫秒局部窗口只是观察尺度。</a:t>
            </a:r>
          </a:p>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a:p/>
          <a:p>
            <a:r>
              <a:t>【视觉说明】明确[0,1)秒、右端点不重复记。演示1 Hz取1点，2 Hz取2点；此为慢速教学模型。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r>
              <a:t/>
            </a:r>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把振幅划分成0～7，共几个等级？</a:t>
            </a:r>
          </a:p>
          <a:p>
            <a:r>
              <a:t>[内部编号] V81-16</a:t>
            </a:r>
          </a:p>
          <a:p>
            <a:r>
              <a:t>[阶段] 证据／解释</a:t>
            </a:r>
          </a:p>
          <a:p>
            <a:r>
              <a:t>[教师逐字稿]</a:t>
            </a:r>
          </a:p>
          <a:p>
            <a:r>
              <a:t>【设计意图】坚持实录2的首个量化模型：等级从0数到7含0，共八级。提醒这里是教学简化例，真实PCM可正可负。让学生先自己数等级。</a:t>
            </a:r>
          </a:p>
          <a:p>
            <a:r>
              <a:t>【教师可以这样讲】请同学数一数，从0到7一共几个数字。0算不算一个等级？</a:t>
            </a:r>
          </a:p>
          <a:p>
            <a:r>
              <a:t>【预判回答与追问】最容易出现7级的误答。让学生逐个数：0、1、2、3、4、5、6、7。</a:t>
            </a:r>
          </a:p>
          <a:p>
            <a:r>
              <a:t>【本页收束】共8个等级。这里是简化模型，并非真实声压只有非负值。</a:t>
            </a:r>
          </a:p>
          <a:p/>
          <a:p>
            <a:r>
              <a:t>讲授0~7是等级编号；不要把取样数、幅度值、等级编号混为一谈，先让学生预测。</a:t>
            </a:r>
          </a:p>
          <a:p/>
          <a:p>
            <a:r>
              <a:t>【视觉说明】此页只建立8个等级编号，暂不揭示需要3bit，以便后续由学生推导。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V81-17</a:t>
            </a:r>
          </a:p>
          <a:p>
            <a:r>
              <a:t>[阶段] 提问／独立作答</a:t>
            </a:r>
          </a:p>
          <a:p>
            <a:r>
              <a:t>[教师逐字稿]</a:t>
            </a:r>
          </a:p>
          <a:p>
            <a:r>
              <a:t>先显示0~7八级，学生预测3.71是3或4。暂停50秒让学生说出推理规则。再用下页指定的分区规则解决分歧；勿预先提示答案。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量化：用有限代表值近似样本</a:t>
            </a:r>
          </a:p>
          <a:p>
            <a:r>
              <a:t>[内部编号] V81-18</a:t>
            </a:r>
          </a:p>
          <a:p>
            <a:r>
              <a:t>[阶段] 证据／解释</a:t>
            </a:r>
          </a:p>
          <a:p>
            <a:r>
              <a:t>[教师逐字稿]</a:t>
            </a:r>
          </a:p>
          <a:p>
            <a:r>
              <a:t>【设计意图】此页展示明确的取整规则：教学用向下取整（非真实所有PCM的唯一规则）；把3.71映射到3。解释损失了细节，产生量化误差。</a:t>
            </a:r>
          </a:p>
          <a:p>
            <a:r>
              <a:t>【教师可以这样讲】规定一个简化规则：向下取整。原值3.71会落在哪个等级？屏幕上的红点与蓝点哪个是原值？</a:t>
            </a:r>
          </a:p>
          <a:p>
            <a:r>
              <a:t>【预判回答与追问】可能误以为蓝点恰好是原始值。追问：3.71与3有什么不同？少了哪些信息？</a:t>
            </a:r>
          </a:p>
          <a:p>
            <a:r>
              <a:t>【本页收束】量化是用有限代表值近似原值，存在量化误差。</a:t>
            </a:r>
          </a:p>
          <a:p/>
          <a:p>
            <a:r>
              <a:t>这里按[n,n+1)归入Ln，3.71属于L3；量化代表值可取3.5。让学生回看先前错误猜测。</a:t>
            </a:r>
          </a:p>
          <a:p>
            <a:br/>
            <a:r>
              <a:t>[图示条件]</a:t>
            </a:r>
            <a:br/>
            <a:r>
              <a:t>横坐标表示输入幅度，区间[3,4)归为L3；以中点3.5近似3.71。等级编号3不是幅度代表值3.5。Demo C使用另一个幅度范围，不混用数值。</a:t>
            </a:r>
          </a:p>
          <a:p/>
          <a:p>
            <a:r>
              <a:t>【视觉说明】区间[3,4)对应L3，代表值为3.5，绝对差为0.21；这是本例量化误差，不是所有量化算法必然的结果。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a:p/>
          <a:p>
            <a:r>
              <a:t>【视觉说明】先看整行十组数据，再聚焦第一个样本，教师问三位码字如何由等级编号得到，不把它误看为样本数量。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把量化等级分得更细，会发生什么？</a:t>
            </a:r>
          </a:p>
          <a:p>
            <a:r>
              <a:t>[内部编号] V81-22</a:t>
            </a:r>
          </a:p>
          <a:p>
            <a:r>
              <a:t>[阶段] 证据／解释</a:t>
            </a:r>
          </a:p>
          <a:p>
            <a:r>
              <a:t>[教师逐字稿]</a:t>
            </a:r>
          </a:p>
          <a:p>
            <a:r>
              <a:t>【教师讲述／组织】引入实录2的尺子类比：原本分米刻度与厘米刻度，刻度更细通常误差更小。与采样率的时间密度作区分。</a:t>
            </a:r>
          </a:p>
          <a:p>
            <a:r>
              <a:t>【反馈】先听学生如何解释，再决定是否揭示结论；注意控制本页停留时间。</a:t>
            </a:r>
          </a:p>
          <a:p>
            <a:r>
              <a:t/>
            </a:r>
          </a:p>
          <a:p>
            <a:r>
              <a:t>十个样本的表先只聚焦第一列：样本编号、量化等级、3bit码字逐一对应，再请学生解释其它样本。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V81-24</a:t>
            </a:r>
          </a:p>
          <a:p>
            <a:r>
              <a:t>[阶段] 证据／解释</a:t>
            </a:r>
          </a:p>
          <a:p>
            <a:r>
              <a:t>[教师逐字稿]</a:t>
            </a:r>
          </a:p>
          <a:p>
            <a:r>
              <a:t>在已理解3bit与8个等级后，先给学生两种预测。运行notebooks/03_采样_量化_编码实验台.ipynb，固定4 kHz，位数3→4。学生观察：采样时刻不变，纵向可选的量化代表值从8增加到16，码字长度相应变化。此图只是静态示意，真实数值以Notebook演示为准。约5分钟，不与第15～17页全部额外累加。</a:t>
            </a:r>
          </a:p>
          <a:p/>
          <a:p>
            <a:r>
              <a:t>分别指横轴时间密度与纵轴量化等级，要求学生指出哪一项由采样率/位数控制。</a:t>
            </a:r>
          </a:p>
          <a:p/>
          <a:p>
            <a:r>
              <a:t>【视觉说明】采样时刻相同，改变量化位数，横向样本点数量不变；更密集的是纵向可选择的代表值。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PCM样本和WAV文件，是一回事吗？</a:t>
            </a:r>
          </a:p>
          <a:p>
            <a:r>
              <a:t>[内部编号] V81-27</a:t>
            </a:r>
          </a:p>
          <a:p>
            <a:r>
              <a:t>[阶段] 证据／解释</a:t>
            </a:r>
          </a:p>
          <a:p>
            <a:r>
              <a:t>[教师逐字稿]</a:t>
            </a:r>
          </a:p>
          <a:p>
            <a:r>
              <a:t>【教师讲述／组织】从实录与v4延展：PCM代表样本数据的编码表示，WAV是保存音频数据的文件容器之一。暂不讲复杂格式比较，示意文件头告诉播放器如何读数据。</a:t>
            </a:r>
          </a:p>
          <a:p>
            <a:r>
              <a:t>【反馈】先听学生如何解释，再决定是否揭示结论；注意控制本页停留时间。</a:t>
            </a:r>
          </a:p>
          <a:p/>
          <a:p>
            <a:r>
              <a:t>区分数字样本和WAV容器头的作用；WAV不等同于一种有损压缩方法。</a:t>
            </a:r>
          </a:p>
          <a:p>
            <a:br/>
            <a:r>
              <a:t>[来源] Microsoft RIFF overview（fmt/data chunks）, 2021-01-07，检索2026-10-13：https://learn.microsoft.com/en-us/windows/win32/xaudio2/resource-interchange-file-format--riff-</a:t>
            </a:r>
          </a:p>
          <a:p/>
          <a:p>
            <a:r>
              <a:t>【视觉说明】借用v8.4.10文件结构图；文件头是必要的格式信息，PCM样本是内容。每个小格仅为示意，不承诺WAV固定44Byte。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p>
            <a:r>
              <a:t>沿数字样本→DAC→扬声器→声音完成录放闭环，不在主线要求复述滤波细节。</a:t>
            </a:r>
          </a:p>
          <a:p/>
          <a:p>
            <a:r>
              <a:t>【图片教学备注】OpenMoji speaker-high.svg，CC BY-SA 4.0，https://github.com/hfg-gmuend/openmoji/blob/master/color/svg/1F50A.svg 。扬声器是物理输出设备；DAC先将数字数据变为模拟电信号。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未压缩PCM数据量公式，从哪里来？</a:t>
            </a:r>
          </a:p>
          <a:p>
            <a:r>
              <a:t>[内部编号] V81-31</a:t>
            </a:r>
          </a:p>
          <a:p>
            <a:r>
              <a:t>[阶段] 证据／解释</a:t>
            </a:r>
          </a:p>
          <a:p>
            <a:r>
              <a:t>[教师逐字稿]</a:t>
            </a:r>
          </a:p>
          <a:p>
            <a:r>
              <a:t>【设计意图】不要把数据量公式当背诵口令。请学生逐个解释每一项代表哪个物理意义。单位：Hz、bit、秒；/8得到字节。</a:t>
            </a:r>
          </a:p>
          <a:p>
            <a:r>
              <a:t>【教师可以这样讲】我们刚才为什么要把四个因素相乘？请逐一说出公式的单位和意义。</a:t>
            </a:r>
          </a:p>
          <a:p>
            <a:r>
              <a:t>【预判回答与追问】常见错误：1 kHz写成1024 Hz；bit和Byte混用；忘记把分钟换成秒。</a:t>
            </a:r>
          </a:p>
          <a:p>
            <a:r>
              <a:t>【本页收束】会用公式之前先能解释公式。</a:t>
            </a:r>
          </a:p>
          <a:p>
            <a:r>
              <a:t/>
            </a:r>
          </a:p>
          <a:p>
            <a:r>
              <a:t>为什么结果是Byte要÷8？把四因素分别对应实际样本数量与每样本bit数。</a:t>
            </a:r>
          </a:p>
          <a:p>
            <a:br/>
            <a:r>
              <a:t>[公式条件]</a:t>
            </a:r>
            <a:br/>
            <a:r>
              <a:t>固定宽度未压缩PCM，使用实际存储位宽，不使用有效量化模型位数。每声道样本数优先由实际帧数读取；本例整数时长用fs×秒数。样本数据不含文件结构。</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r>
              <a:t/>
            </a:r>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a:p/>
          <a:p>
            <a:r>
              <a:t>【视觉说明】同一个时刻双声道需要两个样本，单声道一个样本。讨论仍需固定采样率、位数、时长才能得出样本字节数减半。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图像采样与声音采样，哪里相同？</a:t>
            </a:r>
          </a:p>
          <a:p>
            <a:r>
              <a:t>[内部编号] V81-44</a:t>
            </a:r>
          </a:p>
          <a:p>
            <a:r>
              <a:t>[阶段] 证据／解释</a:t>
            </a:r>
          </a:p>
          <a:p>
            <a:r>
              <a:t>[教师逐字稿]</a:t>
            </a:r>
          </a:p>
          <a:p>
            <a:r>
              <a:t>【教师讲述／组织】实录3转向视频前回顾图像和声音：图像在空间二维网格采样，声音在时间轴取值；量化都用有限等级记录。</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p>
            <a:r>
              <a:t>五帧是同一个运动小球在五个时刻的状态。帧率25fps是每秒25帧，不应解释为人眼严格生理阈值。</a:t>
            </a:r>
          </a:p>
          <a:p/>
          <a:p>
            <a:r>
              <a:t>球在每一帧的位置不同，同样场景取不同时间画面；fps是每秒帧数。</a:t>
            </a:r>
          </a:p>
          <a:p/>
          <a:p>
            <a:r>
              <a:t>【视觉说明】上一版第48页五帧的球处于同一水平位置，无法观察运动。本轮用相同边框坐标重绘，球心每帧向右变化；先预测下一帧球将在哪里。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V81-49</a:t>
            </a:r>
          </a:p>
          <a:p>
            <a:r>
              <a:t>[阶段] 提问／独立作答</a:t>
            </a:r>
          </a:p>
          <a:p>
            <a:r>
              <a:t>[教师逐字稿]</a:t>
            </a:r>
          </a:p>
          <a:p>
            <a:r>
              <a:t>【设计意图】核心认知冲突，不要预先写“因为压缩”。问：是不是算错？为什么在线短视频能很快播放？给学生发言时间。</a:t>
            </a:r>
          </a:p>
          <a:p>
            <a:r>
              <a:t>【教师可以这样讲】请你对照刚刚算出的6.44 GiB。我们手机里十分钟的视频，为什么通常远小于它？难道计算公式错了？</a:t>
            </a:r>
          </a:p>
          <a:p>
            <a:r>
              <a:t>【预判回答与追问】学生可能回答分辨率不同、格式不同、压缩了。记录这几种可能，指出公式中的题设是未压缩逐帧存储。</a:t>
            </a:r>
          </a:p>
          <a:p>
            <a:r>
              <a:t>【本页收束】这是第二课时核心认知冲突，直到下一页再揭示压缩。</a:t>
            </a:r>
          </a:p>
          <a:p/>
          <a:p>
            <a:r>
              <a:t>先让学生用自己看视频的经验提出文件比估算小的解释，借助冲突引出编码压缩。</a:t>
            </a:r>
          </a:p>
          <a:p/>
          <a:p>
            <a:r>
              <a:t>【视觉说明】数值仅是本课逐帧未压缩的理论计算；不虚构“普通视频”必定多少MB，由压缩原理解释差别。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a:p/>
          <a:p>
            <a:r>
              <a:t>【图片教学备注】OpenMoji computer-disk.svg (1F4BD) 与 smartphone.svg (1F4F1)，CC BY-SA 4.0; https://github.com/hfg-gmuend/openmoji 。左侧代表本地保存数据，右侧代表设备之间的文件传输，二者不是压缩算法的图像证明。</a:t>
            </a:r>
          </a:p>
          <a:p/>
          <a:p>
            <a:r>
              <a:t>【图片教学备注】读图：图标表达场景，不等于“数据被减半”的证据；压缩收益仍需要数字比较。</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无损与有损：按什么区分？</a:t>
            </a:r>
          </a:p>
          <a:p>
            <a:r>
              <a:t>[内部编号] V81-58</a:t>
            </a:r>
          </a:p>
          <a:p>
            <a:r>
              <a:t>[阶段] 证据／解释</a:t>
            </a:r>
          </a:p>
          <a:p>
            <a:r>
              <a:t>[教师逐字稿]</a:t>
            </a:r>
          </a:p>
          <a:p>
            <a:r>
              <a:t>【设计意图】先提出是否可以还原原始信息，再定义无损有损。注意有损不一定人类完全无感，有时肉眼肉耳可觉察明显差异。</a:t>
            </a:r>
          </a:p>
          <a:p>
            <a:r>
              <a:t>【教师可以这样讲】请判断：压缩后解开，能不能100%恢复原始字节？把这个问题作为分类标准。</a:t>
            </a:r>
          </a:p>
          <a:p>
            <a:r>
              <a:t>【预判回答与追问】有损不等于“损坏文件”；它在可接受的前提下放弃部分原始信息。</a:t>
            </a:r>
          </a:p>
          <a:p>
            <a:r>
              <a:t>【本页收束】无损可完全恢复，有损则不能恢复到原数据完全一致。</a:t>
            </a:r>
          </a:p>
          <a:p/>
          <a:p>
            <a:r>
              <a:t>判别方法：是否能够完全恢复原字节，不用文件后缀或大小作为唯一标准。</a:t>
            </a:r>
          </a:p>
          <a:p/>
          <a:p>
            <a:r>
              <a:t>【视觉说明】像素图只是数学示意：原始与无损恢复逐值一致，有损近似允许不同。不能据此讲解JPEG的实际DCT步骤。</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同一张图：BMP与JPG有什么不同？</a:t>
            </a:r>
          </a:p>
          <a:p>
            <a:r>
              <a:t>[内部编号] V81-63</a:t>
            </a:r>
          </a:p>
          <a:p>
            <a:r>
              <a:t>[阶段] 证据／解释</a:t>
            </a:r>
          </a:p>
          <a:p>
            <a:r>
              <a:t>[教师逐字稿]</a:t>
            </a:r>
          </a:p>
          <a:p>
            <a:r>
              <a:t>【教师讲述／组织】实录3用同一花朵比较BMP和JPG。用简洁像素格子示意一张图被近似编码；JPEG不只是“删掉相似像素”，要避免这种错误的字面理解。也不能断言所有BMP必然未压缩。</a:t>
            </a:r>
          </a:p>
          <a:p>
            <a:r>
              <a:t>【反馈】先听学生如何解释，再决定是否揭示结论；注意控制本页停留时间。</a:t>
            </a:r>
          </a:p>
          <a:p/>
          <a:p>
            <a:r>
              <a:t>BMP这里只指未压缩实例，JPG通常有损；文件大小还取决于参数和内容。</a:t>
            </a:r>
          </a:p>
          <a:p/>
          <a:p>
            <a:r>
              <a:t>【视觉说明】借用v8.4.10同一局部的BMP/JPG示例；解释刻意极端的JPEG实验质量不代表常见JPG都如此模糊，且JPEG压缩情况受内容参数影响。</a:t>
            </a:r>
          </a:p>
          <a:p/>
          <a:p>
            <a:r>
              <a:t>【视觉说明】该图使用同一局部而非两张毫不相关的图；极端压缩用于观察差别，不推断所有JPEG都严重失真。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【教学目的】把已经得到的“音轨与声道不是同一个概念”迁移到真实Audacity界面。先观察，不要在此页直接说答案。上方是Mono Track（一条单声道音轨），下方是Stereo Track（一条含左右两路的立体声音轨）。总共两条编辑音轨，截图中共有三行波形显示；这不代表导出文件必定有三个声道。</a:t>
            </a:r>
          </a:p>
          <a:p>
            <a:r>
              <a:t>【图片来源】Audacity Manual contributors，audacity-multitrack-mixing.png，CC BY 3.0，https://github.com/audacity/audacity-manual/blob/master/manual/m/images/f/fb/tracks_for_mixing.png 。历史界面只为理解结构，不是最新版操作指南。</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预测再揭示】请先停留上一页，让学生回答音轨和波形路数，再翻到本页。紫框：一条Mono音轨（一行波形）；蓝框：一条Stereo音轨（两行波形），因此两条轨道并不等于两路信号。请学生迁移：最后导出双声道文件时的PCM数据量取决于导出参数，而不是编辑音轨数。</a:t>
            </a:r>
          </a:p>
          <a:p>
            <a:r>
              <a:t>【来源】Audacity Manual contributors，CC BY 3.0，https://github.com/audacity/audacity-manual/blob/master/manual/m/images/f/fb/tracks_for_mixing.png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41f853b39c3481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4795f02f9414de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9a62aa867d1457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b683b8efddb4a7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86ad12967f2458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df84490cedff450d"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09beb0f7178447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0b14c9ea79924ebd"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fd983ab63c0428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b96e0f1da5e5462a"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b3136774c8846b2"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01fbc8b99cba41ac" Type="http://schemas.openxmlformats.org/officeDocument/2006/relationships/slideLayout" Target="../slideLayouts/slideLayout10.xml"/><Relationship Id="R0618362dd7c24f00" Type="http://schemas.openxmlformats.org/officeDocument/2006/relationships/slideLayout" Target="../slideLayouts/slideLayout1.xml"/><Relationship Id="R0ce86da8e8604c90" Type="http://schemas.openxmlformats.org/officeDocument/2006/relationships/slideLayout" Target="../slideLayouts/slideLayout9.xml"/><Relationship Id="R2acee6119517400c" Type="http://schemas.openxmlformats.org/officeDocument/2006/relationships/theme" Target="theme/theme2.xml"/><Relationship Id="R3919d49e5c9c4512" Type="http://schemas.openxmlformats.org/officeDocument/2006/relationships/slideLayout" Target="../slideLayouts/slideLayout8.xml"/><Relationship Id="R529c36ff3ad14e6b" Type="http://schemas.openxmlformats.org/officeDocument/2006/relationships/slideLayout" Target="../slideLayouts/slideLayout11.xml"/><Relationship Id="R5ba4e9c0e2e64d62" Type="http://schemas.openxmlformats.org/officeDocument/2006/relationships/slideLayout" Target="../slideLayouts/slideLayout4.xml"/><Relationship Id="R5fc88ac5af7b40af" Type="http://schemas.openxmlformats.org/officeDocument/2006/relationships/slideLayout" Target="../slideLayouts/slideLayout7.xml"/><Relationship Id="R7dda4bc71985406c" Type="http://schemas.openxmlformats.org/officeDocument/2006/relationships/slideLayout" Target="../slideLayouts/slideLayout5.xml"/><Relationship Id="R8f333af6734649ac" Type="http://schemas.openxmlformats.org/officeDocument/2006/relationships/slideLayout" Target="../slideLayouts/slideLayout6.xml"/><Relationship Id="Rde6891d1c73f45a1" Type="http://schemas.openxmlformats.org/officeDocument/2006/relationships/slideLayout" Target="../slideLayouts/slideLayout3.xml"/><Relationship Id="Rea8c088c57404aee" Type="http://schemas.openxmlformats.org/officeDocument/2006/relationships/slideLayout" Target="../slideLayouts/slideLayout2.xml"/></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0618362dd7c24f00"/>
    <p:sldLayoutId id="2147483650" r:id="Rea8c088c57404aee"/>
    <p:sldLayoutId id="2147483651" r:id="Rde6891d1c73f45a1"/>
    <p:sldLayoutId id="2147483652" r:id="R5ba4e9c0e2e64d62"/>
    <p:sldLayoutId id="2147483653" r:id="R7dda4bc71985406c"/>
    <p:sldLayoutId id="2147483654" r:id="R8f333af6734649ac"/>
    <p:sldLayoutId id="2147483655" r:id="R5fc88ac5af7b40af"/>
    <p:sldLayoutId id="2147483656" r:id="R3919d49e5c9c4512"/>
    <p:sldLayoutId id="2147483657" r:id="R0ce86da8e8604c90"/>
    <p:sldLayoutId id="2147483658" r:id="R01fbc8b99cba41ac"/>
    <p:sldLayoutId id="2147483659" r:id="R529c36ff3ad14e6b"/>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6cc5743ebe6346e5" Type="http://schemas.openxmlformats.org/officeDocument/2006/relationships/slideLayout" Target="../slideLayouts/slideLayout7.xml"/><Relationship Id="Ra8d5b3a6b6714d3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3b29da15618f4142" Type="http://schemas.openxmlformats.org/officeDocument/2006/relationships/notesSlide" Target="../notesSlides/notesSlide2.xml"/><Relationship Id="Rcc9162f4b1e94247" Type="http://schemas.openxmlformats.org/officeDocument/2006/relationships/slideLayout" Target="../slideLayouts/slideLayout7.xml"/><Relationship Id="Re900b21366794e70" Type="http://schemas.openxmlformats.org/officeDocument/2006/relationships/image" Target="../media/image.png"/></Relationships>
</file>

<file path=ppt/slides/_rels/slide3.xml.rels><?xml version='1.0' encoding='UTF-8' standalone='yes'?>
<Relationships xmlns="http://schemas.openxmlformats.org/package/2006/relationships"><Relationship Id="R3b334333099a4437" Type="http://schemas.openxmlformats.org/officeDocument/2006/relationships/slideLayout" Target="../slideLayouts/slideLayout7.xml"/><Relationship Id="R8010c15928c54757"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047cee76c4ce4b22" Type="http://schemas.openxmlformats.org/officeDocument/2006/relationships/slideLayout" Target="../slideLayouts/slideLayout7.xml"/><Relationship Id="R7d27985069794be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d05c25915f764dde" Type="http://schemas.openxmlformats.org/officeDocument/2006/relationships/notesSlide" Target="../notesSlides/notesSlide5.xml"/><Relationship Id="Rf00c064f9ba24577" Type="http://schemas.openxmlformats.org/officeDocument/2006/relationships/slideLayout" Target="../slideLayouts/slideLayout7.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54278857cde1454a" Type="http://schemas.openxmlformats.org/officeDocument/2006/relationships/notesSlide" Target="../notesSlides/notesSlide6.xml"/><Relationship Id="Ref6db63723cd4e3d"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7c8ad5b16dd74440" Type="http://schemas.openxmlformats.org/officeDocument/2006/relationships/notesSlide" Target="../notesSlides/notesSlide7.xml"/><Relationship Id="Rb22253ece6604bfe"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13da311e8cd24097" Type="http://schemas.openxmlformats.org/officeDocument/2006/relationships/slideLayout" Target="../slideLayouts/slideLayout7.xml"/><Relationship Id="Reff02753c8fd476e"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8cadcf49b0c44435" Type="http://schemas.openxmlformats.org/officeDocument/2006/relationships/notesSlide" Target="../notesSlides/notesSlide9.xml"/><Relationship Id="Ra29a23ab7f6d4ef8"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061c6f3b83f74d5b" Type="http://schemas.openxmlformats.org/officeDocument/2006/relationships/slideLayout" Target="../slideLayouts/slideLayout7.xml"/><Relationship Id="Rfb8e74995cec4b2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750e500e17a44b1" Type="http://schemas.openxmlformats.org/officeDocument/2006/relationships/slideLayout" Target="../slideLayouts/slideLayout7.xml"/><Relationship Id="R41d2481fd29445f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7bcea7bf6e8f471c" Type="http://schemas.openxmlformats.org/officeDocument/2006/relationships/slideLayout" Target="../slideLayouts/slideLayout7.xml"/><Relationship Id="Raee3d03c4ea644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cca12180c4a04202" Type="http://schemas.openxmlformats.org/officeDocument/2006/relationships/slideLayout" Target="../slideLayouts/slideLayout7.xml"/><Relationship Id="Ree64057e022d461c"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0b25e7e7584f44e0" Type="http://schemas.openxmlformats.org/officeDocument/2006/relationships/slideLayout" Target="../slideLayouts/slideLayout7.xml"/><Relationship Id="R455cd6c2a7f5416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53f21be02acc4e80" Type="http://schemas.openxmlformats.org/officeDocument/2006/relationships/notesSlide" Target="../notesSlides/notesSlide15.xml"/><Relationship Id="Reef920dd25c04817"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b6643ab7ecc34b08" Type="http://schemas.openxmlformats.org/officeDocument/2006/relationships/slideLayout" Target="../slideLayouts/slideLayout7.xml"/><Relationship Id="Rbaaeda43353c49af"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1608d52b442b448b" Type="http://schemas.openxmlformats.org/officeDocument/2006/relationships/slideLayout" Target="../slideLayouts/slideLayout7.xml"/><Relationship Id="R91a1f26e1d4a40a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a5593e7e09044a5e" Type="http://schemas.openxmlformats.org/officeDocument/2006/relationships/notesSlide" Target="../notesSlides/notesSlide18.xml"/><Relationship Id="Rf248f12ba41849e2"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5656415cedb24273" Type="http://schemas.openxmlformats.org/officeDocument/2006/relationships/slideLayout" Target="../slideLayouts/slideLayout7.xml"/><Relationship Id="Rec2cb401db98458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a0c7211a4dd41cc" Type="http://schemas.openxmlformats.org/officeDocument/2006/relationships/notesSlide" Target="../notesSlides/notesSlide20.xml"/><Relationship Id="Rce2d17d814de4bfe"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117309e691ce4b0e" Type="http://schemas.openxmlformats.org/officeDocument/2006/relationships/slideLayout" Target="../slideLayouts/slideLayout7.xml"/><Relationship Id="Rc3af902d4b584a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0dcdce13226b4d60" Type="http://schemas.openxmlformats.org/officeDocument/2006/relationships/slideLayout" Target="../slideLayouts/slideLayout7.xml"/><Relationship Id="R74893afc5f3b4bec"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25cd901d47b846c1" Type="http://schemas.openxmlformats.org/officeDocument/2006/relationships/slideLayout" Target="../slideLayouts/slideLayout7.xml"/><Relationship Id="Rb2d87be446714e5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02da3ff394364d7b" Type="http://schemas.openxmlformats.org/officeDocument/2006/relationships/notesSlide" Target="../notesSlides/notesSlide24.xml"/><Relationship Id="R2cb8db9544de410e"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482ebdcb14d247a1" Type="http://schemas.openxmlformats.org/officeDocument/2006/relationships/notesSlide" Target="../notesSlides/notesSlide25.xml"/><Relationship Id="Rcde25c704379490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6f4f83f5eacc4f2a" Type="http://schemas.openxmlformats.org/officeDocument/2006/relationships/slideLayout" Target="../slideLayouts/slideLayout7.xml"/><Relationship Id="Rfeeb023a1c064e0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4f7e0584fbcd42d7" Type="http://schemas.openxmlformats.org/officeDocument/2006/relationships/slideLayout" Target="../slideLayouts/slideLayout7.xml"/><Relationship Id="R54ae48e0c75948a3"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061c9e9041214d3a" Type="http://schemas.openxmlformats.org/officeDocument/2006/relationships/notesSlide" Target="../notesSlides/notesSlide28.xml"/><Relationship Id="Rcfbf05a9f24c4d9c" Type="http://schemas.openxmlformats.org/officeDocument/2006/relationships/slideLayout" Target="../slideLayouts/slideLayout7.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e5cad103f18b4a36" Type="http://schemas.openxmlformats.org/officeDocument/2006/relationships/slideLayout" Target="../slideLayouts/slideLayout7.xml"/><Relationship Id="Rf44e766194ef473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a379475ff689474c" Type="http://schemas.openxmlformats.org/officeDocument/2006/relationships/slideLayout" Target="../slideLayouts/slideLayout7.xml"/><Relationship Id="Re8d7c3b82f3441ab"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4bb7f0823b3f49f8" Type="http://schemas.openxmlformats.org/officeDocument/2006/relationships/slideLayout" Target="../slideLayouts/slideLayout7.xml"/><Relationship Id="R623cc215e9cf44c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0dda8a363194463a" Type="http://schemas.openxmlformats.org/officeDocument/2006/relationships/slideLayout" Target="../slideLayouts/slideLayout7.xml"/><Relationship Id="R1511d86d10c846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0dbf5090739d4e78" Type="http://schemas.openxmlformats.org/officeDocument/2006/relationships/notesSlide" Target="../notesSlides/notesSlide33.xml"/><Relationship Id="R3013ebdac8904a35"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48fc91904bd84c9b" Type="http://schemas.openxmlformats.org/officeDocument/2006/relationships/notesSlide" Target="../notesSlides/notesSlide34.xml"/><Relationship Id="Rca0123fa11ba4680"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521ed376e7274e87" Type="http://schemas.openxmlformats.org/officeDocument/2006/relationships/slideLayout" Target="../slideLayouts/slideLayout7.xml"/><Relationship Id="R59a76d7876f54d8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8c9228d0e4224f13" Type="http://schemas.openxmlformats.org/officeDocument/2006/relationships/slideLayout" Target="../slideLayouts/slideLayout7.xml"/><Relationship Id="Ref189dcac36145e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16e98e6d76974226" Type="http://schemas.openxmlformats.org/officeDocument/2006/relationships/notesSlide" Target="../notesSlides/notesSlide37.xml"/><Relationship Id="R2f1f2088c5134859"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01e1bf73ab0a4a57" Type="http://schemas.openxmlformats.org/officeDocument/2006/relationships/notesSlide" Target="../notesSlides/notesSlide38.xml"/><Relationship Id="Rde6e81b50bc14636"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7100d957465f472c" Type="http://schemas.openxmlformats.org/officeDocument/2006/relationships/slideLayout" Target="../slideLayouts/slideLayout7.xml"/><Relationship Id="R97c8529a8b904fa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24f88738a9584f38" Type="http://schemas.openxmlformats.org/officeDocument/2006/relationships/notesSlide" Target="../notesSlides/notesSlide40.xml"/><Relationship Id="Rffe6304e052645d0"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8075498597864fb9" Type="http://schemas.openxmlformats.org/officeDocument/2006/relationships/slideLayout" Target="../slideLayouts/slideLayout7.xml"/><Relationship Id="Rd06b9bac9c25464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21bf92412f374795" Type="http://schemas.openxmlformats.org/officeDocument/2006/relationships/notesSlide" Target="../notesSlides/notesSlide42.xml"/><Relationship Id="R593551cf23e14275"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3ece44f13f7344b4" Type="http://schemas.openxmlformats.org/officeDocument/2006/relationships/slideLayout" Target="../slideLayouts/slideLayout7.xml"/><Relationship Id="Rfab76a0995e242d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6a09c486452b415c" Type="http://schemas.openxmlformats.org/officeDocument/2006/relationships/slideLayout" Target="../slideLayouts/slideLayout7.xml"/><Relationship Id="Rbc1a2b1c693e419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920cb8b50adf42d5" Type="http://schemas.openxmlformats.org/officeDocument/2006/relationships/notesSlide" Target="../notesSlides/notesSlide45.xml"/><Relationship Id="Re42c89a3d33f48eb"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b6657c77a1484787" Type="http://schemas.openxmlformats.org/officeDocument/2006/relationships/slideLayout" Target="../slideLayouts/slideLayout7.xml"/><Relationship Id="Rf7067eebeb6540c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080f17add2e24097" Type="http://schemas.openxmlformats.org/officeDocument/2006/relationships/notesSlide" Target="../notesSlides/notesSlide47.xml"/><Relationship Id="R39a7c90376f0425d"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0a94708c73bb4225" Type="http://schemas.openxmlformats.org/officeDocument/2006/relationships/slideLayout" Target="../slideLayouts/slideLayout7.xml"/><Relationship Id="R78230b53c6f44ee1"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a9bedf0d78ba4a2c" Type="http://schemas.openxmlformats.org/officeDocument/2006/relationships/notesSlide" Target="../notesSlides/notesSlide49.xml"/><Relationship Id="Rb8d61dcb265e4799"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4ed2fc1429aa4b65" Type="http://schemas.openxmlformats.org/officeDocument/2006/relationships/notesSlide" Target="../notesSlides/notesSlide50.xml"/><Relationship Id="R91e848cdd8f24a9c"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1f1cdb553bcc433d" Type="http://schemas.openxmlformats.org/officeDocument/2006/relationships/slideLayout" Target="../slideLayouts/slideLayout7.xml"/><Relationship Id="Rfa4377c60bf2433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25eb21e83b1343e1" Type="http://schemas.openxmlformats.org/officeDocument/2006/relationships/notesSlide" Target="../notesSlides/notesSlide52.xml"/><Relationship Id="Rf46cedad483e483d"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2d2b8c75c1304e71" Type="http://schemas.openxmlformats.org/officeDocument/2006/relationships/notesSlide" Target="../notesSlides/notesSlide53.xml"/><Relationship Id="Ra4bd2214a7e94b27"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4a1c928b23ee4dcf" Type="http://schemas.openxmlformats.org/officeDocument/2006/relationships/notesSlide" Target="../notesSlides/notesSlide54.xml"/><Relationship Id="R5b648711470a4801" Type="http://schemas.openxmlformats.org/officeDocument/2006/relationships/slideLayout" Target="../slideLayouts/slideLayout7.xml"/><Relationship Id="rId3" Type="http://schemas.openxmlformats.org/officeDocument/2006/relationships/image" Target="../media/image9.png"/><Relationship Id="rId4" Type="http://schemas.openxmlformats.org/officeDocument/2006/relationships/image" Target="../media/image10.png"/></Relationships>
</file>

<file path=ppt/slides/_rels/slide55.xml.rels><?xml version='1.0' encoding='UTF-8' standalone='yes'?>
<Relationships xmlns="http://schemas.openxmlformats.org/package/2006/relationships"><Relationship Id="R39cc9699c455474e" Type="http://schemas.openxmlformats.org/officeDocument/2006/relationships/notesSlide" Target="../notesSlides/notesSlide55.xml"/><Relationship Id="R7138d1479c404505"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39826df5daee4485" Type="http://schemas.openxmlformats.org/officeDocument/2006/relationships/notesSlide" Target="../notesSlides/notesSlide56.xml"/><Relationship Id="R68baa6f034bb4063"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ac16d3387d6a44c8" Type="http://schemas.openxmlformats.org/officeDocument/2006/relationships/slideLayout" Target="../slideLayouts/slideLayout7.xml"/><Relationship Id="Rfbcf42fc28c0403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c3df767ac6464181" Type="http://schemas.openxmlformats.org/officeDocument/2006/relationships/slideLayout" Target="../slideLayouts/slideLayout7.xml"/><Relationship Id="Rc9473567d599453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4858e49fcfb3484f" Type="http://schemas.openxmlformats.org/officeDocument/2006/relationships/notesSlide" Target="../notesSlides/notesSlide59.xml"/><Relationship Id="Rec8f141749594390"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569ac447e1f849c2" Type="http://schemas.openxmlformats.org/officeDocument/2006/relationships/slideLayout" Target="../slideLayouts/slideLayout7.xml"/><Relationship Id="Rf9e6226556dd4e2c"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1ea8bfd346234b30" Type="http://schemas.openxmlformats.org/officeDocument/2006/relationships/notesSlide" Target="../notesSlides/notesSlide61.xml"/><Relationship Id="R2ba0411203684ece"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25af10e556354b70" Type="http://schemas.openxmlformats.org/officeDocument/2006/relationships/notesSlide" Target="../notesSlides/notesSlide62.xml"/><Relationship Id="R769b6164702b40aa"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2225d243c6db4397" Type="http://schemas.openxmlformats.org/officeDocument/2006/relationships/slideLayout" Target="../slideLayouts/slideLayout7.xml"/><Relationship Id="R59feec92b9aa429e"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732368fb5af24393" Type="http://schemas.openxmlformats.org/officeDocument/2006/relationships/slideLayout" Target="../slideLayouts/slideLayout7.xml"/><Relationship Id="Rcc397f8aa98147f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1850adf2fa3442a7" Type="http://schemas.openxmlformats.org/officeDocument/2006/relationships/notesSlide" Target="../notesSlides/notesSlide65.xml"/><Relationship Id="R50943a1b48b34070"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1511bf461037413e" Type="http://schemas.openxmlformats.org/officeDocument/2006/relationships/slideLayout" Target="../slideLayouts/slideLayout7.xml"/><Relationship Id="R815e6c537ecb49e3" Type="http://schemas.openxmlformats.org/officeDocument/2006/relationships/notesSlide" Target="../notesSlides/notesSlide66.xml"/><Relationship Id="rId3" Type="http://schemas.openxmlformats.org/officeDocument/2006/relationships/image" Target="../media/image6.png"/></Relationships>
</file>

<file path=ppt/slides/_rels/slide67.xml.rels><?xml version='1.0' encoding='UTF-8' standalone='yes'?>
<Relationships xmlns="http://schemas.openxmlformats.org/package/2006/relationships"><Relationship Id="R7e6ef555192c4ee9" Type="http://schemas.openxmlformats.org/officeDocument/2006/relationships/slideLayout" Target="../slideLayouts/slideLayout7.xml"/><Relationship Id="Rbe2fdbc3d55842c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6f6321ef47d440d9" Type="http://schemas.openxmlformats.org/officeDocument/2006/relationships/image" Target="../media/image3.png"/><Relationship Id="R801e871c77e14fb5" Type="http://schemas.openxmlformats.org/officeDocument/2006/relationships/image" Target="../media/image2.png"/><Relationship Id="R8c451935bdc440a7" Type="http://schemas.openxmlformats.org/officeDocument/2006/relationships/slideLayout" Target="../slideLayouts/slideLayout7.xml"/><Relationship Id="Rda9c2cbc60ae4d0f"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641b3b29d529496e" Type="http://schemas.openxmlformats.org/officeDocument/2006/relationships/notesSlide" Target="../notesSlides/notesSlide69.xml"/><Relationship Id="R9cbf5876b6a1432a"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2be1d7309d7a4e28" Type="http://schemas.openxmlformats.org/officeDocument/2006/relationships/slideLayout" Target="../slideLayouts/slideLayout7.xml"/><Relationship Id="Rc2f24274acd4477b"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38a265cae3574d9b" Type="http://schemas.openxmlformats.org/officeDocument/2006/relationships/notesSlide" Target="../notesSlides/notesSlide71.xml"/><Relationship Id="Rc1e64b875e6e4500"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7c407c36a20c41ca" Type="http://schemas.openxmlformats.org/officeDocument/2006/relationships/notesSlide" Target="../notesSlides/notesSlide72.xml"/><Relationship Id="Rf9ac441f1c904cd6"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2e3ae3e6a4a94ad3" Type="http://schemas.openxmlformats.org/officeDocument/2006/relationships/notesSlide" Target="../notesSlides/notesSlide73.xml"/><Relationship Id="Rb07cbd5faafd4dfe"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0052eb8b6871495f" Type="http://schemas.openxmlformats.org/officeDocument/2006/relationships/slideLayout" Target="../slideLayouts/slideLayout7.xml"/><Relationship Id="Raf66506c32b049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6178c3456a3740ff" Type="http://schemas.openxmlformats.org/officeDocument/2006/relationships/notesSlide" Target="../notesSlides/notesSlide75.xml"/><Relationship Id="Rf1e76b4fb6244960"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ab8700dbf4bf4b6f" Type="http://schemas.openxmlformats.org/officeDocument/2006/relationships/notesSlide" Target="../notesSlides/notesSlide76.xml"/><Relationship Id="Rdc36047647ce4845"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18402bbf350c4960" Type="http://schemas.openxmlformats.org/officeDocument/2006/relationships/notesSlide" Target="../notesSlides/notesSlide77.xml"/><Relationship Id="R3dd0a5566e574895"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9.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1E174B2D-2FD9-4127-B06D-E60DE9A4113D}"/>
              </a:ext>
            </a:extLst>
          </p:cNvPr>
          <p:cNvPicPr>
            <a:picLocks xmlns:a="http://schemas.openxmlformats.org/drawingml/2006/main" noChangeAspect="1"/>
          </p:cNvPicPr>
          <p:nvPr/>
        </p:nvPicPr>
        <p:blipFill>
          <a:blip xmlns:r="http://schemas.openxmlformats.org/officeDocument/2006/relationships" xmlns:a="http://schemas.openxmlformats.org/drawingml/2006/main" r:embed="Re900b21366794e70"/>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声音首先是什么？</a:t>
            </a:r>
          </a:p>
        </p:txBody>
      </p:sp>
      <p:sp>
        <p:nvSpPr>
          <p:cNvPr id="5" name="Rectangle 4">
            <a:extLst xmlns:a="http://schemas.openxmlformats.org/drawingml/2006/main">
              <a:ext uri="{FF2B5EF4-FFF2-40B4-BE49-F238E27FC236}">
                <a16:creationId xmlns:a16="http://schemas.microsoft.com/office/drawing/2014/main" id="{FF08E94E-3191-44A7-A099-B5A4075570D1}"/>
              </a:ext>
            </a:extLst>
          </p:cNvPr>
          <p:cNvSpPr>
            <a:spLocks xmlns:a="http://schemas.openxmlformats.org/drawingml/2006/main" noGrp="1"/>
          </p:cNvSpPr>
          <p:nvPr/>
        </p:nvSpPr>
        <p:spPr>
          <a:xfrm xmlns:a="http://schemas.openxmlformats.org/drawingml/2006/main">
            <a:off x="77724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9CF7DE9-FFE4-48C6-8C5E-BED0D7190A98}"/>
              </a:ext>
            </a:extLst>
          </p:cNvPr>
          <p:cNvSpPr>
            <a:spLocks xmlns:a="http://schemas.openxmlformats.org/drawingml/2006/main" noGrp="1"/>
          </p:cNvSpPr>
          <p:nvPr/>
        </p:nvSpPr>
        <p:spPr>
          <a:xfrm xmlns:a="http://schemas.openxmlformats.org/drawingml/2006/main">
            <a:off x="85039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声带振动</a:t>
            </a:r>
          </a:p>
        </p:txBody>
      </p:sp>
      <p:sp>
        <p:nvSpPr>
          <p:cNvPr id="7" name="TextBox 6">
            <a:extLst xmlns:a="http://schemas.openxmlformats.org/drawingml/2006/main">
              <a:ext uri="{FF2B5EF4-FFF2-40B4-BE49-F238E27FC236}">
                <a16:creationId xmlns:a16="http://schemas.microsoft.com/office/drawing/2014/main" id="{51A37A80-2345-49E8-A9C6-8A8D8DA5CAA6}"/>
              </a:ext>
            </a:extLst>
          </p:cNvPr>
          <p:cNvSpPr>
            <a:spLocks xmlns:a="http://schemas.openxmlformats.org/drawingml/2006/main" noGrp="1"/>
          </p:cNvSpPr>
          <p:nvPr/>
        </p:nvSpPr>
        <p:spPr>
          <a:xfrm xmlns:a="http://schemas.openxmlformats.org/drawingml/2006/main">
            <a:off x="77724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发出声音</a:t>
            </a:r>
          </a:p>
        </p:txBody>
      </p:sp>
      <p:sp>
        <p:nvSpPr>
          <p:cNvPr id="8" name="Connector 7">
            <a:extLst xmlns:a="http://schemas.openxmlformats.org/drawingml/2006/main">
              <a:ext uri="{FF2B5EF4-FFF2-40B4-BE49-F238E27FC236}">
                <a16:creationId xmlns:a16="http://schemas.microsoft.com/office/drawing/2014/main" id="{A805BDBC-07A3-43C0-92C3-3B45F4E43614}"/>
              </a:ext>
            </a:extLst>
          </p:cNvPr>
          <p:cNvSpPr>
            <a:spLocks xmlns:a="http://schemas.openxmlformats.org/drawingml/2006/main" noGrp="1"/>
          </p:cNvSpPr>
          <p:nvPr/>
        </p:nvSpPr>
        <p:spPr>
          <a:xfrm xmlns:a="http://schemas.openxmlformats.org/drawingml/2006/main">
            <a:off x="3831335" y="2615184"/>
            <a:ext cx="676657"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F1B4D91D-E580-4730-B0D8-145EBF4000D2}"/>
              </a:ext>
            </a:extLst>
          </p:cNvPr>
          <p:cNvSpPr>
            <a:spLocks xmlns:a="http://schemas.openxmlformats.org/drawingml/2006/main" noGrp="1"/>
          </p:cNvSpPr>
          <p:nvPr/>
        </p:nvSpPr>
        <p:spPr>
          <a:xfrm xmlns:a="http://schemas.openxmlformats.org/drawingml/2006/main">
            <a:off x="4617720" y="2286000"/>
            <a:ext cx="29718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A62AE31-5C09-4519-A44F-BDFBF6892635}"/>
              </a:ext>
            </a:extLst>
          </p:cNvPr>
          <p:cNvSpPr>
            <a:spLocks xmlns:a="http://schemas.openxmlformats.org/drawingml/2006/main" noGrp="1"/>
          </p:cNvSpPr>
          <p:nvPr/>
        </p:nvSpPr>
        <p:spPr>
          <a:xfrm xmlns:a="http://schemas.openxmlformats.org/drawingml/2006/main">
            <a:off x="469087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空气传播</a:t>
            </a:r>
          </a:p>
        </p:txBody>
      </p:sp>
      <p:sp>
        <p:nvSpPr>
          <p:cNvPr id="11" name="TextBox 10">
            <a:extLst xmlns:a="http://schemas.openxmlformats.org/drawingml/2006/main">
              <a:ext uri="{FF2B5EF4-FFF2-40B4-BE49-F238E27FC236}">
                <a16:creationId xmlns:a16="http://schemas.microsoft.com/office/drawing/2014/main" id="{C8433A42-4169-4AF3-99D2-807545ADDA1B}"/>
              </a:ext>
            </a:extLst>
          </p:cNvPr>
          <p:cNvSpPr>
            <a:spLocks xmlns:a="http://schemas.openxmlformats.org/drawingml/2006/main" noGrp="1"/>
          </p:cNvSpPr>
          <p:nvPr/>
        </p:nvSpPr>
        <p:spPr>
          <a:xfrm xmlns:a="http://schemas.openxmlformats.org/drawingml/2006/main">
            <a:off x="461772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声压变化传开</a:t>
            </a:r>
          </a:p>
        </p:txBody>
      </p:sp>
      <p:sp>
        <p:nvSpPr>
          <p:cNvPr id="12" name="Connector 11">
            <a:extLst xmlns:a="http://schemas.openxmlformats.org/drawingml/2006/main">
              <a:ext uri="{FF2B5EF4-FFF2-40B4-BE49-F238E27FC236}">
                <a16:creationId xmlns:a16="http://schemas.microsoft.com/office/drawing/2014/main" id="{900A6731-D053-407E-92C7-C877D2C7BCC0}"/>
              </a:ext>
            </a:extLst>
          </p:cNvPr>
          <p:cNvSpPr>
            <a:spLocks xmlns:a="http://schemas.openxmlformats.org/drawingml/2006/main" noGrp="1"/>
          </p:cNvSpPr>
          <p:nvPr/>
        </p:nvSpPr>
        <p:spPr>
          <a:xfrm xmlns:a="http://schemas.openxmlformats.org/drawingml/2006/main">
            <a:off x="7671816" y="2615184"/>
            <a:ext cx="6766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7797F931-CB73-4AEA-B088-868E24AB168E}"/>
              </a:ext>
            </a:extLst>
          </p:cNvPr>
          <p:cNvSpPr>
            <a:spLocks xmlns:a="http://schemas.openxmlformats.org/drawingml/2006/main" noGrp="1"/>
          </p:cNvSpPr>
          <p:nvPr/>
        </p:nvSpPr>
        <p:spPr>
          <a:xfrm xmlns:a="http://schemas.openxmlformats.org/drawingml/2006/main">
            <a:off x="845820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F871C46-6888-4F22-816E-6A6BF3935B57}"/>
              </a:ext>
            </a:extLst>
          </p:cNvPr>
          <p:cNvSpPr>
            <a:spLocks xmlns:a="http://schemas.openxmlformats.org/drawingml/2006/main" noGrp="1"/>
          </p:cNvSpPr>
          <p:nvPr/>
        </p:nvSpPr>
        <p:spPr>
          <a:xfrm xmlns:a="http://schemas.openxmlformats.org/drawingml/2006/main">
            <a:off x="853135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耳膜振动</a:t>
            </a:r>
          </a:p>
        </p:txBody>
      </p:sp>
      <p:sp>
        <p:nvSpPr>
          <p:cNvPr id="15" name="TextBox 14">
            <a:extLst xmlns:a="http://schemas.openxmlformats.org/drawingml/2006/main">
              <a:ext uri="{FF2B5EF4-FFF2-40B4-BE49-F238E27FC236}">
                <a16:creationId xmlns:a16="http://schemas.microsoft.com/office/drawing/2014/main" id="{2D4C291B-2CAE-4340-8CD2-280F7062334E}"/>
              </a:ext>
            </a:extLst>
          </p:cNvPr>
          <p:cNvSpPr>
            <a:spLocks xmlns:a="http://schemas.openxmlformats.org/drawingml/2006/main" noGrp="1"/>
          </p:cNvSpPr>
          <p:nvPr/>
        </p:nvSpPr>
        <p:spPr>
          <a:xfrm xmlns:a="http://schemas.openxmlformats.org/drawingml/2006/main">
            <a:off x="845820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听到声音</a:t>
            </a:r>
          </a:p>
        </p:txBody>
      </p:sp>
      <p:sp>
        <p:nvSpPr>
          <p:cNvPr id="16" name="TextBox 15">
            <a:extLst xmlns:a="http://schemas.openxmlformats.org/drawingml/2006/main">
              <a:ext uri="{FF2B5EF4-FFF2-40B4-BE49-F238E27FC236}">
                <a16:creationId xmlns:a16="http://schemas.microsoft.com/office/drawing/2014/main" id="{7B354C02-8845-4D21-8D7B-3ED5E8DC1246}"/>
              </a:ext>
            </a:extLst>
          </p:cNvPr>
          <p:cNvSpPr>
            <a:spLocks xmlns:a="http://schemas.openxmlformats.org/drawingml/2006/main" noGrp="1"/>
          </p:cNvSpPr>
          <p:nvPr/>
        </p:nvSpPr>
        <p:spPr>
          <a:xfrm xmlns:a="http://schemas.openxmlformats.org/drawingml/2006/main">
            <a:off x="777240" y="50749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声音是一种在介质中传播的机械波。</a:t>
            </a:r>
          </a:p>
        </p:txBody>
      </p:sp>
      <p:sp xmlns:a="http://schemas.openxmlformats.org/drawingml/2006/main">
        <p:nvSpPr>
          <p:cNvPr id="17" name="Rectangle 16"/>
          <p:cNvSpPr/>
          <p:nvPr/>
        </p:nvSpPr>
        <p:spPr>
          <a:xfrm>
            <a:off x="685800" y="1673352"/>
            <a:ext cx="10835640" cy="4123944"/>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932688" y="1874519"/>
            <a:ext cx="10469880" cy="521207"/>
          </a:xfrm>
          <a:prstGeom prst="rect">
            <a:avLst/>
          </a:prstGeom>
          <a:noFill/>
        </p:spPr>
        <p:txBody>
          <a:bodyPr wrap="square" lIns="0" rIns="0" tIns="0" bIns="0" anchor="ctr">
            <a:spAutoFit/>
          </a:bodyPr>
          <a:lstStyle/>
          <a:p>
            <a:pPr algn="ctr">
              <a:spcAft>
                <a:spcPts val="200"/>
              </a:spcAft>
              <a:defRPr sz="2400" b="1">
                <a:solidFill>
                  <a:srgbClr val="8C64E1"/>
                </a:solidFill>
                <a:latin typeface="Alibaba PuHuiTi 3.0 115 Black"/>
              </a:defRPr>
            </a:pPr>
            <a:r>
              <a:t>声源振动      →      空气中传播      →      麦克风接收</a:t>
            </a:r>
          </a:p>
        </p:txBody>
      </p:sp>
      <p:pic xmlns:a="http://schemas.openxmlformats.org/drawingml/2006/main" xmlns:r="http://schemas.openxmlformats.org/officeDocument/2006/relationships">
        <p:nvPicPr>
          <p:cNvPr id="19" name="融合证据图_v8.4.10_原页3" descr="image.png"/>
          <p:cNvPicPr>
            <a:picLocks noChangeAspect="1"/>
          </p:cNvPicPr>
          <p:nvPr/>
        </p:nvPicPr>
        <p:blipFill>
          <a:blip r:embed="rId3"/>
          <a:stretch>
            <a:fillRect/>
          </a:stretch>
        </p:blipFill>
        <p:spPr>
          <a:xfrm>
            <a:off x="2240280" y="2560320"/>
            <a:ext cx="7818120" cy="2542032"/>
          </a:xfrm>
          <a:prstGeom prst="rect">
            <a:avLst/>
          </a:prstGeom>
        </p:spPr>
      </p:pic>
      <p:sp xmlns:a="http://schemas.openxmlformats.org/drawingml/2006/main">
        <p:nvSpPr>
          <p:cNvPr id="20" name="TextBox 19"/>
          <p:cNvSpPr txBox="1"/>
          <p:nvPr/>
        </p:nvSpPr>
        <p:spPr>
          <a:xfrm>
            <a:off x="969264" y="5294376"/>
            <a:ext cx="10296144" cy="475488"/>
          </a:xfrm>
          <a:prstGeom prst="rect">
            <a:avLst/>
          </a:prstGeom>
          <a:noFill/>
        </p:spPr>
        <p:txBody>
          <a:bodyPr wrap="square" lIns="0" rIns="0" tIns="0" bIns="0" anchor="ctr">
            <a:spAutoFit/>
          </a:bodyPr>
          <a:lstStyle/>
          <a:p>
            <a:pPr algn="ctr">
              <a:spcAft>
                <a:spcPts val="200"/>
              </a:spcAft>
              <a:defRPr sz="2300" b="1">
                <a:solidFill>
                  <a:srgbClr val="8C64E1"/>
                </a:solidFill>
                <a:latin typeface="Alibaba PuHuiTi 3.0 115 Black"/>
              </a:defRPr>
            </a:pPr>
            <a:r>
              <a:t>声音由振动产生，并通过介质传播。</a:t>
            </a:r>
          </a:p>
        </p:txBody>
      </p:sp>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pic xmlns:a="http://schemas.openxmlformats.org/drawingml/2006/main" xmlns:r="http://schemas.openxmlformats.org/officeDocument/2006/relationships">
        <p:nvPicPr>
          <p:cNvPr id="14" name="searched-images/microphone-studio.svg" descr="image.png"/>
          <p:cNvPicPr>
            <a:picLocks noChangeAspect="1"/>
          </p:cNvPicPr>
          <p:nvPr/>
        </p:nvPicPr>
        <p:blipFill>
          <a:blip r:embed="rId3"/>
          <a:stretch>
            <a:fillRect/>
          </a:stretch>
        </p:blipFill>
        <p:spPr>
          <a:xfrm>
            <a:off x="5330952" y="2990088"/>
            <a:ext cx="1389888" cy="1389888"/>
          </a:xfrm>
          <a:prstGeom prst="rect">
            <a:avLst/>
          </a:prstGeom>
        </p:spPr>
      </p:pic>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把录音过程和播放过程接起来</a:t>
            </a:r>
          </a:p>
        </p:txBody>
      </p:sp>
      <p:sp>
        <p:nvSpPr>
          <p:cNvPr id="5" name="Rectangle 4">
            <a:extLst xmlns:a="http://schemas.openxmlformats.org/drawingml/2006/main">
              <a:ext uri="{FF2B5EF4-FFF2-40B4-BE49-F238E27FC236}">
                <a16:creationId xmlns:a16="http://schemas.microsoft.com/office/drawing/2014/main" id="{2E53F0E2-82A5-4D80-ACD0-504AA430AFF9}"/>
              </a:ext>
            </a:extLst>
          </p:cNvPr>
          <p:cNvSpPr>
            <a:spLocks xmlns:a="http://schemas.openxmlformats.org/drawingml/2006/main" noGrp="1"/>
          </p:cNvSpPr>
          <p:nvPr/>
        </p:nvSpPr>
        <p:spPr>
          <a:xfrm xmlns:a="http://schemas.openxmlformats.org/drawingml/2006/main">
            <a:off x="640080"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1193650-49E6-4BD3-BFBC-567BF25B9585}"/>
              </a:ext>
            </a:extLst>
          </p:cNvPr>
          <p:cNvSpPr>
            <a:spLocks xmlns:a="http://schemas.openxmlformats.org/drawingml/2006/main" noGrp="1"/>
          </p:cNvSpPr>
          <p:nvPr/>
        </p:nvSpPr>
        <p:spPr>
          <a:xfrm xmlns:a="http://schemas.openxmlformats.org/drawingml/2006/main">
            <a:off x="713231"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7" name="Connector 6">
            <a:extLst xmlns:a="http://schemas.openxmlformats.org/drawingml/2006/main">
              <a:ext uri="{FF2B5EF4-FFF2-40B4-BE49-F238E27FC236}">
                <a16:creationId xmlns:a16="http://schemas.microsoft.com/office/drawing/2014/main" id="{1A2C4838-443A-41F7-B59E-D1D5E7E4B7AA}"/>
              </a:ext>
            </a:extLst>
          </p:cNvPr>
          <p:cNvSpPr>
            <a:spLocks xmlns:a="http://schemas.openxmlformats.org/drawingml/2006/main" noGrp="1"/>
          </p:cNvSpPr>
          <p:nvPr/>
        </p:nvSpPr>
        <p:spPr>
          <a:xfrm xmlns:a="http://schemas.openxmlformats.org/drawingml/2006/main">
            <a:off x="2999232" y="2368296"/>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DAB7D6FE-1690-40DB-A384-A94095613039}"/>
              </a:ext>
            </a:extLst>
          </p:cNvPr>
          <p:cNvSpPr>
            <a:spLocks xmlns:a="http://schemas.openxmlformats.org/drawingml/2006/main" noGrp="1"/>
          </p:cNvSpPr>
          <p:nvPr/>
        </p:nvSpPr>
        <p:spPr>
          <a:xfrm xmlns:a="http://schemas.openxmlformats.org/drawingml/2006/main">
            <a:off x="3493008"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054D4E9-B371-4154-A392-0E0E3F9BE536}"/>
              </a:ext>
            </a:extLst>
          </p:cNvPr>
          <p:cNvSpPr>
            <a:spLocks xmlns:a="http://schemas.openxmlformats.org/drawingml/2006/main" noGrp="1"/>
          </p:cNvSpPr>
          <p:nvPr/>
        </p:nvSpPr>
        <p:spPr>
          <a:xfrm xmlns:a="http://schemas.openxmlformats.org/drawingml/2006/main">
            <a:off x="3566160"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A0460A32-9B8E-4C5D-B1EE-36BA67F6A8FE}"/>
              </a:ext>
            </a:extLst>
          </p:cNvPr>
          <p:cNvSpPr>
            <a:spLocks xmlns:a="http://schemas.openxmlformats.org/drawingml/2006/main" noGrp="1"/>
          </p:cNvSpPr>
          <p:nvPr/>
        </p:nvSpPr>
        <p:spPr>
          <a:xfrm xmlns:a="http://schemas.openxmlformats.org/drawingml/2006/main">
            <a:off x="5852160"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49775852-5F88-45BE-87D8-807370E0C23E}"/>
              </a:ext>
            </a:extLst>
          </p:cNvPr>
          <p:cNvSpPr>
            <a:spLocks xmlns:a="http://schemas.openxmlformats.org/drawingml/2006/main" noGrp="1"/>
          </p:cNvSpPr>
          <p:nvPr/>
        </p:nvSpPr>
        <p:spPr>
          <a:xfrm xmlns:a="http://schemas.openxmlformats.org/drawingml/2006/main">
            <a:off x="6345936" y="2039112"/>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26C6C969-E057-4050-8FF8-EE02B92B2BB6}"/>
              </a:ext>
            </a:extLst>
          </p:cNvPr>
          <p:cNvSpPr>
            <a:spLocks xmlns:a="http://schemas.openxmlformats.org/drawingml/2006/main" noGrp="1"/>
          </p:cNvSpPr>
          <p:nvPr/>
        </p:nvSpPr>
        <p:spPr>
          <a:xfrm xmlns:a="http://schemas.openxmlformats.org/drawingml/2006/main">
            <a:off x="6419088"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ADC</a:t>
            </a:r>
          </a:p>
        </p:txBody>
      </p:sp>
      <p:sp>
        <p:nvSpPr>
          <p:cNvPr id="13" name="Connector 12">
            <a:extLst xmlns:a="http://schemas.openxmlformats.org/drawingml/2006/main">
              <a:ext uri="{FF2B5EF4-FFF2-40B4-BE49-F238E27FC236}">
                <a16:creationId xmlns:a16="http://schemas.microsoft.com/office/drawing/2014/main" id="{8FD7C42F-D7FA-4CAC-9554-678577CE9ECF}"/>
              </a:ext>
            </a:extLst>
          </p:cNvPr>
          <p:cNvSpPr>
            <a:spLocks xmlns:a="http://schemas.openxmlformats.org/drawingml/2006/main" noGrp="1"/>
          </p:cNvSpPr>
          <p:nvPr/>
        </p:nvSpPr>
        <p:spPr>
          <a:xfrm xmlns:a="http://schemas.openxmlformats.org/drawingml/2006/main">
            <a:off x="8705088"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3FB27B31-17CE-48D1-92BB-80C0F87AE503}"/>
              </a:ext>
            </a:extLst>
          </p:cNvPr>
          <p:cNvSpPr>
            <a:spLocks xmlns:a="http://schemas.openxmlformats.org/drawingml/2006/main" noGrp="1"/>
          </p:cNvSpPr>
          <p:nvPr/>
        </p:nvSpPr>
        <p:spPr>
          <a:xfrm xmlns:a="http://schemas.openxmlformats.org/drawingml/2006/main">
            <a:off x="9198863"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307C77B-A9F3-4BEA-8F1E-4F0495F13CB6}"/>
              </a:ext>
            </a:extLst>
          </p:cNvPr>
          <p:cNvSpPr>
            <a:spLocks xmlns:a="http://schemas.openxmlformats.org/drawingml/2006/main" noGrp="1"/>
          </p:cNvSpPr>
          <p:nvPr/>
        </p:nvSpPr>
        <p:spPr>
          <a:xfrm xmlns:a="http://schemas.openxmlformats.org/drawingml/2006/main">
            <a:off x="9272015"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6" name="Rectangle 15">
            <a:extLst xmlns:a="http://schemas.openxmlformats.org/drawingml/2006/main">
              <a:ext uri="{FF2B5EF4-FFF2-40B4-BE49-F238E27FC236}">
                <a16:creationId xmlns:a16="http://schemas.microsoft.com/office/drawing/2014/main" id="{1E70F46E-E407-47BF-A448-B274246E414F}"/>
              </a:ext>
            </a:extLst>
          </p:cNvPr>
          <p:cNvSpPr>
            <a:spLocks xmlns:a="http://schemas.openxmlformats.org/drawingml/2006/main" noGrp="1"/>
          </p:cNvSpPr>
          <p:nvPr/>
        </p:nvSpPr>
        <p:spPr>
          <a:xfrm xmlns:a="http://schemas.openxmlformats.org/drawingml/2006/main">
            <a:off x="640080"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17225DF-6243-4FAE-B56D-189A2A6526E8}"/>
              </a:ext>
            </a:extLst>
          </p:cNvPr>
          <p:cNvSpPr>
            <a:spLocks xmlns:a="http://schemas.openxmlformats.org/drawingml/2006/main" noGrp="1"/>
          </p:cNvSpPr>
          <p:nvPr/>
        </p:nvSpPr>
        <p:spPr>
          <a:xfrm xmlns:a="http://schemas.openxmlformats.org/drawingml/2006/main">
            <a:off x="713231"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8" name="Connector 17">
            <a:extLst xmlns:a="http://schemas.openxmlformats.org/drawingml/2006/main">
              <a:ext uri="{FF2B5EF4-FFF2-40B4-BE49-F238E27FC236}">
                <a16:creationId xmlns:a16="http://schemas.microsoft.com/office/drawing/2014/main" id="{1D6F6298-9209-41EC-BFB0-873C991CF62B}"/>
              </a:ext>
            </a:extLst>
          </p:cNvPr>
          <p:cNvSpPr>
            <a:spLocks xmlns:a="http://schemas.openxmlformats.org/drawingml/2006/main" noGrp="1"/>
          </p:cNvSpPr>
          <p:nvPr/>
        </p:nvSpPr>
        <p:spPr>
          <a:xfrm xmlns:a="http://schemas.openxmlformats.org/drawingml/2006/main">
            <a:off x="2999232" y="4215384"/>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Rectangle 18">
            <a:extLst xmlns:a="http://schemas.openxmlformats.org/drawingml/2006/main">
              <a:ext uri="{FF2B5EF4-FFF2-40B4-BE49-F238E27FC236}">
                <a16:creationId xmlns:a16="http://schemas.microsoft.com/office/drawing/2014/main" id="{D9BE7AA6-BFA4-41F2-9F2E-576A987D7A8B}"/>
              </a:ext>
            </a:extLst>
          </p:cNvPr>
          <p:cNvSpPr>
            <a:spLocks xmlns:a="http://schemas.openxmlformats.org/drawingml/2006/main" noGrp="1"/>
          </p:cNvSpPr>
          <p:nvPr/>
        </p:nvSpPr>
        <p:spPr>
          <a:xfrm xmlns:a="http://schemas.openxmlformats.org/drawingml/2006/main">
            <a:off x="3493008" y="3886200"/>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B058C0F4-AE57-43BB-97C0-7D698FA656D9}"/>
              </a:ext>
            </a:extLst>
          </p:cNvPr>
          <p:cNvSpPr>
            <a:spLocks xmlns:a="http://schemas.openxmlformats.org/drawingml/2006/main" noGrp="1"/>
          </p:cNvSpPr>
          <p:nvPr/>
        </p:nvSpPr>
        <p:spPr>
          <a:xfrm xmlns:a="http://schemas.openxmlformats.org/drawingml/2006/main">
            <a:off x="3566160"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21" name="Connector 20">
            <a:extLst xmlns:a="http://schemas.openxmlformats.org/drawingml/2006/main">
              <a:ext uri="{FF2B5EF4-FFF2-40B4-BE49-F238E27FC236}">
                <a16:creationId xmlns:a16="http://schemas.microsoft.com/office/drawing/2014/main" id="{889178E9-8FEB-4B7A-8061-999F1D4B9C3A}"/>
              </a:ext>
            </a:extLst>
          </p:cNvPr>
          <p:cNvSpPr>
            <a:spLocks xmlns:a="http://schemas.openxmlformats.org/drawingml/2006/main" noGrp="1"/>
          </p:cNvSpPr>
          <p:nvPr/>
        </p:nvSpPr>
        <p:spPr>
          <a:xfrm xmlns:a="http://schemas.openxmlformats.org/drawingml/2006/main">
            <a:off x="5852160"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Rectangle 21">
            <a:extLst xmlns:a="http://schemas.openxmlformats.org/drawingml/2006/main">
              <a:ext uri="{FF2B5EF4-FFF2-40B4-BE49-F238E27FC236}">
                <a16:creationId xmlns:a16="http://schemas.microsoft.com/office/drawing/2014/main" id="{56E78BA9-7634-4CDD-B4BA-D01C89546196}"/>
              </a:ext>
            </a:extLst>
          </p:cNvPr>
          <p:cNvSpPr>
            <a:spLocks xmlns:a="http://schemas.openxmlformats.org/drawingml/2006/main" noGrp="1"/>
          </p:cNvSpPr>
          <p:nvPr/>
        </p:nvSpPr>
        <p:spPr>
          <a:xfrm xmlns:a="http://schemas.openxmlformats.org/drawingml/2006/main">
            <a:off x="6345936"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79115E8-F510-4066-8217-15E104E4BD8B}"/>
              </a:ext>
            </a:extLst>
          </p:cNvPr>
          <p:cNvSpPr>
            <a:spLocks xmlns:a="http://schemas.openxmlformats.org/drawingml/2006/main" noGrp="1"/>
          </p:cNvSpPr>
          <p:nvPr/>
        </p:nvSpPr>
        <p:spPr>
          <a:xfrm xmlns:a="http://schemas.openxmlformats.org/drawingml/2006/main">
            <a:off x="6419088"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扬声器</a:t>
            </a:r>
          </a:p>
        </p:txBody>
      </p:sp>
      <p:sp>
        <p:nvSpPr>
          <p:cNvPr id="24" name="Connector 23">
            <a:extLst xmlns:a="http://schemas.openxmlformats.org/drawingml/2006/main">
              <a:ext uri="{FF2B5EF4-FFF2-40B4-BE49-F238E27FC236}">
                <a16:creationId xmlns:a16="http://schemas.microsoft.com/office/drawing/2014/main" id="{BE98AF15-111D-4CA7-BA6F-D6D05FB788F4}"/>
              </a:ext>
            </a:extLst>
          </p:cNvPr>
          <p:cNvSpPr>
            <a:spLocks xmlns:a="http://schemas.openxmlformats.org/drawingml/2006/main" noGrp="1"/>
          </p:cNvSpPr>
          <p:nvPr/>
        </p:nvSpPr>
        <p:spPr>
          <a:xfrm xmlns:a="http://schemas.openxmlformats.org/drawingml/2006/main">
            <a:off x="8705088"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E5D84CE2-2F4B-494D-B2EB-73F9C6566D91}"/>
              </a:ext>
            </a:extLst>
          </p:cNvPr>
          <p:cNvSpPr>
            <a:spLocks xmlns:a="http://schemas.openxmlformats.org/drawingml/2006/main" noGrp="1"/>
          </p:cNvSpPr>
          <p:nvPr/>
        </p:nvSpPr>
        <p:spPr>
          <a:xfrm xmlns:a="http://schemas.openxmlformats.org/drawingml/2006/main">
            <a:off x="9198863"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483B16A6-2442-4B85-AD77-1BC757D816FE}"/>
              </a:ext>
            </a:extLst>
          </p:cNvPr>
          <p:cNvSpPr>
            <a:spLocks xmlns:a="http://schemas.openxmlformats.org/drawingml/2006/main" noGrp="1"/>
          </p:cNvSpPr>
          <p:nvPr/>
        </p:nvSpPr>
        <p:spPr>
          <a:xfrm xmlns:a="http://schemas.openxmlformats.org/drawingml/2006/main">
            <a:off x="9272015"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27" name="TextBox 26">
            <a:extLst xmlns:a="http://schemas.openxmlformats.org/drawingml/2006/main">
              <a:ext uri="{FF2B5EF4-FFF2-40B4-BE49-F238E27FC236}">
                <a16:creationId xmlns:a16="http://schemas.microsoft.com/office/drawing/2014/main" id="{FEA5D14A-0026-477C-B415-631D52084619}"/>
              </a:ext>
            </a:extLst>
          </p:cNvPr>
          <p:cNvSpPr>
            <a:spLocks xmlns:a="http://schemas.openxmlformats.org/drawingml/2006/main" noGrp="1"/>
          </p:cNvSpPr>
          <p:nvPr/>
        </p:nvSpPr>
        <p:spPr>
          <a:xfrm xmlns:a="http://schemas.openxmlformats.org/drawingml/2006/main">
            <a:off x="768096" y="1517904"/>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录音（ADC）</a:t>
            </a:r>
          </a:p>
        </p:txBody>
      </p:sp>
      <p:sp>
        <p:nvSpPr>
          <p:cNvPr id="28" name="TextBox 27">
            <a:extLst xmlns:a="http://schemas.openxmlformats.org/drawingml/2006/main">
              <a:ext uri="{FF2B5EF4-FFF2-40B4-BE49-F238E27FC236}">
                <a16:creationId xmlns:a16="http://schemas.microsoft.com/office/drawing/2014/main" id="{28CD9F74-823E-4A6B-8CB6-5D535C4D9D4D}"/>
              </a:ext>
            </a:extLst>
          </p:cNvPr>
          <p:cNvSpPr>
            <a:spLocks xmlns:a="http://schemas.openxmlformats.org/drawingml/2006/main" noGrp="1"/>
          </p:cNvSpPr>
          <p:nvPr/>
        </p:nvSpPr>
        <p:spPr>
          <a:xfrm xmlns:a="http://schemas.openxmlformats.org/drawingml/2006/main">
            <a:off x="768096" y="3364992"/>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播放（DAC）</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波形图是声音的传播路线吗？</a:t>
            </a:r>
          </a:p>
        </p:txBody>
      </p:sp>
      <p:sp>
        <p:nvSpPr>
          <p:cNvPr id="5" name="Connector 4">
            <a:extLst xmlns:a="http://schemas.openxmlformats.org/drawingml/2006/main">
              <a:ext uri="{FF2B5EF4-FFF2-40B4-BE49-F238E27FC236}">
                <a16:creationId xmlns:a16="http://schemas.microsoft.com/office/drawing/2014/main" id="{E2A0E443-3B08-4235-A39E-367B363EB1A7}"/>
              </a:ext>
            </a:extLst>
          </p:cNvPr>
          <p:cNvSpPr>
            <a:spLocks xmlns:a="http://schemas.openxmlformats.org/drawingml/2006/main" noGrp="1"/>
          </p:cNvSpPr>
          <p:nvPr/>
        </p:nvSpPr>
        <p:spPr>
          <a:xfrm xmlns:a="http://schemas.openxmlformats.org/drawingml/2006/main">
            <a:off x="1005840" y="3479291"/>
            <a:ext cx="987552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247A2CE2-07E5-4E48-9222-D9F9FDCF478D}"/>
              </a:ext>
            </a:extLst>
          </p:cNvPr>
          <p:cNvSpPr>
            <a:spLocks xmlns:a="http://schemas.openxmlformats.org/drawingml/2006/main" noGrp="1"/>
          </p:cNvSpPr>
          <p:nvPr/>
        </p:nvSpPr>
        <p:spPr>
          <a:xfrm xmlns:a="http://schemas.openxmlformats.org/drawingml/2006/main">
            <a:off x="1097280" y="2075688"/>
            <a:ext cx="0" cy="281635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C2D0F004-4BE1-408E-BA31-3C761F04EEDC}"/>
              </a:ext>
            </a:extLst>
          </p:cNvPr>
          <p:cNvSpPr>
            <a:spLocks xmlns:a="http://schemas.openxmlformats.org/drawingml/2006/main" noGrp="1"/>
          </p:cNvSpPr>
          <p:nvPr/>
        </p:nvSpPr>
        <p:spPr>
          <a:xfrm xmlns:a="http://schemas.openxmlformats.org/drawingml/2006/main">
            <a:off x="1005840" y="1536192"/>
            <a:ext cx="98755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同一个位置，信号随时间变化</a:t>
            </a:r>
          </a:p>
        </p:txBody>
      </p:sp>
      <p:sp>
        <p:nvSpPr>
          <p:cNvPr id="10" name="Connector 9">
            <a:extLst xmlns:a="http://schemas.openxmlformats.org/drawingml/2006/main">
              <a:ext uri="{FF2B5EF4-FFF2-40B4-BE49-F238E27FC236}">
                <a16:creationId xmlns:a16="http://schemas.microsoft.com/office/drawing/2014/main" id="{A9586EE5-6E18-4E71-AB3F-3F478ABBA843}"/>
              </a:ext>
            </a:extLst>
          </p:cNvPr>
          <p:cNvSpPr>
            <a:spLocks xmlns:a="http://schemas.openxmlformats.org/drawingml/2006/main" noGrp="1"/>
          </p:cNvSpPr>
          <p:nvPr/>
        </p:nvSpPr>
        <p:spPr>
          <a:xfrm xmlns:a="http://schemas.openxmlformats.org/drawingml/2006/main" flipV="1">
            <a:off x="1143000" y="3306954"/>
            <a:ext cx="91440" cy="135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2F729DD6-BCD9-4DE8-B80F-6E89BA67AF45}"/>
              </a:ext>
            </a:extLst>
          </p:cNvPr>
          <p:cNvSpPr>
            <a:spLocks xmlns:a="http://schemas.openxmlformats.org/drawingml/2006/main" noGrp="1"/>
          </p:cNvSpPr>
          <p:nvPr/>
        </p:nvSpPr>
        <p:spPr>
          <a:xfrm xmlns:a="http://schemas.openxmlformats.org/drawingml/2006/main" flipV="1">
            <a:off x="1234440" y="3173553"/>
            <a:ext cx="91440" cy="133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0032A8B-A702-4252-BC27-CEA143A70326}"/>
              </a:ext>
            </a:extLst>
          </p:cNvPr>
          <p:cNvSpPr>
            <a:spLocks xmlns:a="http://schemas.openxmlformats.org/drawingml/2006/main" noGrp="1"/>
          </p:cNvSpPr>
          <p:nvPr/>
        </p:nvSpPr>
        <p:spPr>
          <a:xfrm xmlns:a="http://schemas.openxmlformats.org/drawingml/2006/main" flipV="1">
            <a:off x="1325880" y="3044831"/>
            <a:ext cx="91440" cy="1287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0108526F-6F6E-441A-892A-60B8D74FCE64}"/>
              </a:ext>
            </a:extLst>
          </p:cNvPr>
          <p:cNvSpPr>
            <a:spLocks xmlns:a="http://schemas.openxmlformats.org/drawingml/2006/main" noGrp="1"/>
          </p:cNvSpPr>
          <p:nvPr/>
        </p:nvSpPr>
        <p:spPr>
          <a:xfrm xmlns:a="http://schemas.openxmlformats.org/drawingml/2006/main" flipV="1">
            <a:off x="1417320" y="2923027"/>
            <a:ext cx="91440" cy="121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421ADE1E-E405-43E2-A6FB-D87DA597FA83}"/>
              </a:ext>
            </a:extLst>
          </p:cNvPr>
          <p:cNvSpPr>
            <a:spLocks xmlns:a="http://schemas.openxmlformats.org/drawingml/2006/main" noGrp="1"/>
          </p:cNvSpPr>
          <p:nvPr/>
        </p:nvSpPr>
        <p:spPr>
          <a:xfrm xmlns:a="http://schemas.openxmlformats.org/drawingml/2006/main" flipV="1">
            <a:off x="1508760" y="2810256"/>
            <a:ext cx="91440" cy="1127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0D126BD-2798-438A-8FA5-7140A1D27046}"/>
              </a:ext>
            </a:extLst>
          </p:cNvPr>
          <p:cNvSpPr>
            <a:spLocks xmlns:a="http://schemas.openxmlformats.org/drawingml/2006/main" noGrp="1"/>
          </p:cNvSpPr>
          <p:nvPr/>
        </p:nvSpPr>
        <p:spPr>
          <a:xfrm xmlns:a="http://schemas.openxmlformats.org/drawingml/2006/main" flipV="1">
            <a:off x="1600200" y="2708482"/>
            <a:ext cx="91440" cy="1017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0B4B1D2F-55D7-428B-B926-30B59C1D5F54}"/>
              </a:ext>
            </a:extLst>
          </p:cNvPr>
          <p:cNvSpPr>
            <a:spLocks xmlns:a="http://schemas.openxmlformats.org/drawingml/2006/main" noGrp="1"/>
          </p:cNvSpPr>
          <p:nvPr/>
        </p:nvSpPr>
        <p:spPr>
          <a:xfrm xmlns:a="http://schemas.openxmlformats.org/drawingml/2006/main" flipV="1">
            <a:off x="1691640" y="2619471"/>
            <a:ext cx="91440" cy="8901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1CF0D170-29C8-432C-877E-9364670C57F9}"/>
              </a:ext>
            </a:extLst>
          </p:cNvPr>
          <p:cNvSpPr>
            <a:spLocks xmlns:a="http://schemas.openxmlformats.org/drawingml/2006/main" noGrp="1"/>
          </p:cNvSpPr>
          <p:nvPr/>
        </p:nvSpPr>
        <p:spPr>
          <a:xfrm xmlns:a="http://schemas.openxmlformats.org/drawingml/2006/main" flipV="1">
            <a:off x="1783080" y="2544773"/>
            <a:ext cx="91439" cy="746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71D45A50-20C1-4B14-8C8B-D9E949D57122}"/>
              </a:ext>
            </a:extLst>
          </p:cNvPr>
          <p:cNvSpPr>
            <a:spLocks xmlns:a="http://schemas.openxmlformats.org/drawingml/2006/main" noGrp="1"/>
          </p:cNvSpPr>
          <p:nvPr/>
        </p:nvSpPr>
        <p:spPr>
          <a:xfrm xmlns:a="http://schemas.openxmlformats.org/drawingml/2006/main" flipV="1">
            <a:off x="1874519" y="2485684"/>
            <a:ext cx="91441" cy="590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AC33B815-1B69-42F1-AD75-4EDCBAB759FC}"/>
              </a:ext>
            </a:extLst>
          </p:cNvPr>
          <p:cNvSpPr>
            <a:spLocks xmlns:a="http://schemas.openxmlformats.org/drawingml/2006/main" noGrp="1"/>
          </p:cNvSpPr>
          <p:nvPr/>
        </p:nvSpPr>
        <p:spPr>
          <a:xfrm xmlns:a="http://schemas.openxmlformats.org/drawingml/2006/main" flipV="1">
            <a:off x="1965960" y="2443234"/>
            <a:ext cx="91440" cy="4245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60176AA1-448C-46AE-9FFB-22845DE5C885}"/>
              </a:ext>
            </a:extLst>
          </p:cNvPr>
          <p:cNvSpPr>
            <a:spLocks xmlns:a="http://schemas.openxmlformats.org/drawingml/2006/main" noGrp="1"/>
          </p:cNvSpPr>
          <p:nvPr/>
        </p:nvSpPr>
        <p:spPr>
          <a:xfrm xmlns:a="http://schemas.openxmlformats.org/drawingml/2006/main" flipV="1">
            <a:off x="2057400" y="2418160"/>
            <a:ext cx="91440" cy="250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B6385816-9A0F-453B-A9A8-917D2D47FEE8}"/>
              </a:ext>
            </a:extLst>
          </p:cNvPr>
          <p:cNvSpPr>
            <a:spLocks xmlns:a="http://schemas.openxmlformats.org/drawingml/2006/main" noGrp="1"/>
          </p:cNvSpPr>
          <p:nvPr/>
        </p:nvSpPr>
        <p:spPr>
          <a:xfrm xmlns:a="http://schemas.openxmlformats.org/drawingml/2006/main" flipV="1">
            <a:off x="2148840" y="2410897"/>
            <a:ext cx="91440" cy="72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FC6C0DB-280B-4DF8-8873-79B3F7ADFE4D}"/>
              </a:ext>
            </a:extLst>
          </p:cNvPr>
          <p:cNvSpPr>
            <a:spLocks xmlns:a="http://schemas.openxmlformats.org/drawingml/2006/main" noGrp="1"/>
          </p:cNvSpPr>
          <p:nvPr/>
        </p:nvSpPr>
        <p:spPr>
          <a:xfrm xmlns:a="http://schemas.openxmlformats.org/drawingml/2006/main">
            <a:off x="2240280" y="2410897"/>
            <a:ext cx="91440" cy="106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7DA43DA-5DE6-46CF-9D5B-5EE4FE35A3B6}"/>
              </a:ext>
            </a:extLst>
          </p:cNvPr>
          <p:cNvSpPr>
            <a:spLocks xmlns:a="http://schemas.openxmlformats.org/drawingml/2006/main" noGrp="1"/>
          </p:cNvSpPr>
          <p:nvPr/>
        </p:nvSpPr>
        <p:spPr>
          <a:xfrm xmlns:a="http://schemas.openxmlformats.org/drawingml/2006/main">
            <a:off x="2331720" y="2421572"/>
            <a:ext cx="91440" cy="2842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67424180-4F32-40FB-98F5-B908DB884B9F}"/>
              </a:ext>
            </a:extLst>
          </p:cNvPr>
          <p:cNvSpPr>
            <a:spLocks xmlns:a="http://schemas.openxmlformats.org/drawingml/2006/main" noGrp="1"/>
          </p:cNvSpPr>
          <p:nvPr/>
        </p:nvSpPr>
        <p:spPr>
          <a:xfrm xmlns:a="http://schemas.openxmlformats.org/drawingml/2006/main">
            <a:off x="2423160" y="2449999"/>
            <a:ext cx="91440" cy="456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16340A0C-838F-4CAB-BFC0-2431E00A2976}"/>
              </a:ext>
            </a:extLst>
          </p:cNvPr>
          <p:cNvSpPr>
            <a:spLocks xmlns:a="http://schemas.openxmlformats.org/drawingml/2006/main" noGrp="1"/>
          </p:cNvSpPr>
          <p:nvPr/>
        </p:nvSpPr>
        <p:spPr>
          <a:xfrm xmlns:a="http://schemas.openxmlformats.org/drawingml/2006/main">
            <a:off x="2514600" y="2495684"/>
            <a:ext cx="91440" cy="621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A17095AA-EDD9-44CC-931F-018B5AFDFE8C}"/>
              </a:ext>
            </a:extLst>
          </p:cNvPr>
          <p:cNvSpPr>
            <a:spLocks xmlns:a="http://schemas.openxmlformats.org/drawingml/2006/main" noGrp="1"/>
          </p:cNvSpPr>
          <p:nvPr/>
        </p:nvSpPr>
        <p:spPr>
          <a:xfrm xmlns:a="http://schemas.openxmlformats.org/drawingml/2006/main">
            <a:off x="2606040" y="2557833"/>
            <a:ext cx="91440" cy="775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3EC76C6-3A5C-470F-865E-CC51F3101419}"/>
              </a:ext>
            </a:extLst>
          </p:cNvPr>
          <p:cNvSpPr>
            <a:spLocks xmlns:a="http://schemas.openxmlformats.org/drawingml/2006/main" noGrp="1"/>
          </p:cNvSpPr>
          <p:nvPr/>
        </p:nvSpPr>
        <p:spPr>
          <a:xfrm xmlns:a="http://schemas.openxmlformats.org/drawingml/2006/main">
            <a:off x="2697480" y="2635366"/>
            <a:ext cx="91440" cy="915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21AA5BD-C35A-4C81-B7E2-FDC3EBBD5D63}"/>
              </a:ext>
            </a:extLst>
          </p:cNvPr>
          <p:cNvSpPr>
            <a:spLocks xmlns:a="http://schemas.openxmlformats.org/drawingml/2006/main" noGrp="1"/>
          </p:cNvSpPr>
          <p:nvPr/>
        </p:nvSpPr>
        <p:spPr>
          <a:xfrm xmlns:a="http://schemas.openxmlformats.org/drawingml/2006/main">
            <a:off x="2788920" y="2726934"/>
            <a:ext cx="91440" cy="10401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37C84F8-6E73-427E-9868-454746ABB453}"/>
              </a:ext>
            </a:extLst>
          </p:cNvPr>
          <p:cNvSpPr>
            <a:spLocks xmlns:a="http://schemas.openxmlformats.org/drawingml/2006/main" noGrp="1"/>
          </p:cNvSpPr>
          <p:nvPr/>
        </p:nvSpPr>
        <p:spPr>
          <a:xfrm xmlns:a="http://schemas.openxmlformats.org/drawingml/2006/main">
            <a:off x="2880360" y="2830946"/>
            <a:ext cx="91440" cy="11464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395DA21C-0866-45ED-B597-3D5BC0C3D14A}"/>
              </a:ext>
            </a:extLst>
          </p:cNvPr>
          <p:cNvSpPr>
            <a:spLocks xmlns:a="http://schemas.openxmlformats.org/drawingml/2006/main" noGrp="1"/>
          </p:cNvSpPr>
          <p:nvPr/>
        </p:nvSpPr>
        <p:spPr>
          <a:xfrm xmlns:a="http://schemas.openxmlformats.org/drawingml/2006/main">
            <a:off x="2971800" y="2945594"/>
            <a:ext cx="91440" cy="1232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3403CF48-43F9-437E-9811-5DC0462CBA66}"/>
              </a:ext>
            </a:extLst>
          </p:cNvPr>
          <p:cNvSpPr>
            <a:spLocks xmlns:a="http://schemas.openxmlformats.org/drawingml/2006/main" noGrp="1"/>
          </p:cNvSpPr>
          <p:nvPr/>
        </p:nvSpPr>
        <p:spPr>
          <a:xfrm xmlns:a="http://schemas.openxmlformats.org/drawingml/2006/main">
            <a:off x="3063240" y="3068883"/>
            <a:ext cx="91440" cy="1297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3139A63E-3E1E-45FD-A4CF-C20C9D64ABB0}"/>
              </a:ext>
            </a:extLst>
          </p:cNvPr>
          <p:cNvSpPr>
            <a:spLocks xmlns:a="http://schemas.openxmlformats.org/drawingml/2006/main" noGrp="1"/>
          </p:cNvSpPr>
          <p:nvPr/>
        </p:nvSpPr>
        <p:spPr>
          <a:xfrm xmlns:a="http://schemas.openxmlformats.org/drawingml/2006/main">
            <a:off x="3154680" y="3198672"/>
            <a:ext cx="91440" cy="134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884C7AE-2071-4F19-B729-6E6B2D4731A0}"/>
              </a:ext>
            </a:extLst>
          </p:cNvPr>
          <p:cNvSpPr>
            <a:spLocks xmlns:a="http://schemas.openxmlformats.org/drawingml/2006/main" noGrp="1"/>
          </p:cNvSpPr>
          <p:nvPr/>
        </p:nvSpPr>
        <p:spPr>
          <a:xfrm xmlns:a="http://schemas.openxmlformats.org/drawingml/2006/main">
            <a:off x="3246120" y="3332703"/>
            <a:ext cx="91440" cy="13594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5F525DC-92F6-4D33-BD65-EC5695779B96}"/>
              </a:ext>
            </a:extLst>
          </p:cNvPr>
          <p:cNvSpPr>
            <a:spLocks xmlns:a="http://schemas.openxmlformats.org/drawingml/2006/main" noGrp="1"/>
          </p:cNvSpPr>
          <p:nvPr/>
        </p:nvSpPr>
        <p:spPr>
          <a:xfrm xmlns:a="http://schemas.openxmlformats.org/drawingml/2006/main">
            <a:off x="3337560" y="3468647"/>
            <a:ext cx="91440" cy="1354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FEF58A44-5159-45B1-9D24-FCD186418898}"/>
              </a:ext>
            </a:extLst>
          </p:cNvPr>
          <p:cNvSpPr>
            <a:spLocks xmlns:a="http://schemas.openxmlformats.org/drawingml/2006/main" noGrp="1"/>
          </p:cNvSpPr>
          <p:nvPr/>
        </p:nvSpPr>
        <p:spPr>
          <a:xfrm xmlns:a="http://schemas.openxmlformats.org/drawingml/2006/main">
            <a:off x="3429000" y="3604140"/>
            <a:ext cx="91440" cy="13268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E2AB188-83BC-4A77-B2F5-9B1197453DAD}"/>
              </a:ext>
            </a:extLst>
          </p:cNvPr>
          <p:cNvSpPr>
            <a:spLocks xmlns:a="http://schemas.openxmlformats.org/drawingml/2006/main" noGrp="1"/>
          </p:cNvSpPr>
          <p:nvPr/>
        </p:nvSpPr>
        <p:spPr>
          <a:xfrm xmlns:a="http://schemas.openxmlformats.org/drawingml/2006/main">
            <a:off x="3520440" y="3736827"/>
            <a:ext cx="91440" cy="1275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DF72894-7326-4CA7-9054-554399BE4836}"/>
              </a:ext>
            </a:extLst>
          </p:cNvPr>
          <p:cNvSpPr>
            <a:spLocks xmlns:a="http://schemas.openxmlformats.org/drawingml/2006/main" noGrp="1"/>
          </p:cNvSpPr>
          <p:nvPr/>
        </p:nvSpPr>
        <p:spPr>
          <a:xfrm xmlns:a="http://schemas.openxmlformats.org/drawingml/2006/main">
            <a:off x="3611880" y="3864401"/>
            <a:ext cx="91440" cy="12024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F938664F-AFEF-4DA2-91AE-FDED12A19123}"/>
              </a:ext>
            </a:extLst>
          </p:cNvPr>
          <p:cNvSpPr>
            <a:spLocks xmlns:a="http://schemas.openxmlformats.org/drawingml/2006/main" noGrp="1"/>
          </p:cNvSpPr>
          <p:nvPr/>
        </p:nvSpPr>
        <p:spPr>
          <a:xfrm xmlns:a="http://schemas.openxmlformats.org/drawingml/2006/main">
            <a:off x="3703320" y="3984643"/>
            <a:ext cx="91440" cy="1108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0E071A09-5432-49AC-8355-9937736BE81B}"/>
              </a:ext>
            </a:extLst>
          </p:cNvPr>
          <p:cNvSpPr>
            <a:spLocks xmlns:a="http://schemas.openxmlformats.org/drawingml/2006/main" noGrp="1"/>
          </p:cNvSpPr>
          <p:nvPr/>
        </p:nvSpPr>
        <p:spPr>
          <a:xfrm xmlns:a="http://schemas.openxmlformats.org/drawingml/2006/main">
            <a:off x="3794760" y="4095465"/>
            <a:ext cx="91440" cy="994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C6CC5EF7-41CA-4D79-AA3C-A7D18C9A8E41}"/>
              </a:ext>
            </a:extLst>
          </p:cNvPr>
          <p:cNvSpPr>
            <a:spLocks xmlns:a="http://schemas.openxmlformats.org/drawingml/2006/main" noGrp="1"/>
          </p:cNvSpPr>
          <p:nvPr/>
        </p:nvSpPr>
        <p:spPr>
          <a:xfrm xmlns:a="http://schemas.openxmlformats.org/drawingml/2006/main">
            <a:off x="3886200" y="4194939"/>
            <a:ext cx="91439" cy="86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1936B6E7-721F-4D04-A002-50E8170BB3D8}"/>
              </a:ext>
            </a:extLst>
          </p:cNvPr>
          <p:cNvSpPr>
            <a:spLocks xmlns:a="http://schemas.openxmlformats.org/drawingml/2006/main" noGrp="1"/>
          </p:cNvSpPr>
          <p:nvPr/>
        </p:nvSpPr>
        <p:spPr>
          <a:xfrm xmlns:a="http://schemas.openxmlformats.org/drawingml/2006/main">
            <a:off x="3977639" y="4281335"/>
            <a:ext cx="91441" cy="71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982F077-E9A2-429F-8E63-DA49E7D549B3}"/>
              </a:ext>
            </a:extLst>
          </p:cNvPr>
          <p:cNvSpPr>
            <a:spLocks xmlns:a="http://schemas.openxmlformats.org/drawingml/2006/main" noGrp="1"/>
          </p:cNvSpPr>
          <p:nvPr/>
        </p:nvSpPr>
        <p:spPr>
          <a:xfrm xmlns:a="http://schemas.openxmlformats.org/drawingml/2006/main">
            <a:off x="4069080" y="4353152"/>
            <a:ext cx="91440" cy="559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95680960-A610-4737-91B1-080644125603}"/>
              </a:ext>
            </a:extLst>
          </p:cNvPr>
          <p:cNvSpPr>
            <a:spLocks xmlns:a="http://schemas.openxmlformats.org/drawingml/2006/main" noGrp="1"/>
          </p:cNvSpPr>
          <p:nvPr/>
        </p:nvSpPr>
        <p:spPr>
          <a:xfrm xmlns:a="http://schemas.openxmlformats.org/drawingml/2006/main">
            <a:off x="4160520" y="4409142"/>
            <a:ext cx="91440" cy="391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D32BE03-4574-40D9-8DB5-861521B04C13}"/>
              </a:ext>
            </a:extLst>
          </p:cNvPr>
          <p:cNvSpPr>
            <a:spLocks xmlns:a="http://schemas.openxmlformats.org/drawingml/2006/main" noGrp="1"/>
          </p:cNvSpPr>
          <p:nvPr/>
        </p:nvSpPr>
        <p:spPr>
          <a:xfrm xmlns:a="http://schemas.openxmlformats.org/drawingml/2006/main">
            <a:off x="4251960" y="4448330"/>
            <a:ext cx="91440" cy="2170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0687F1F0-35C1-4BA6-B6FE-E86606238DE2}"/>
              </a:ext>
            </a:extLst>
          </p:cNvPr>
          <p:cNvSpPr>
            <a:spLocks xmlns:a="http://schemas.openxmlformats.org/drawingml/2006/main" noGrp="1"/>
          </p:cNvSpPr>
          <p:nvPr/>
        </p:nvSpPr>
        <p:spPr>
          <a:xfrm xmlns:a="http://schemas.openxmlformats.org/drawingml/2006/main">
            <a:off x="4343400" y="4470036"/>
            <a:ext cx="91440" cy="384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92A61B67-7568-4D4E-86E7-8BCE0BB6D7D3}"/>
              </a:ext>
            </a:extLst>
          </p:cNvPr>
          <p:cNvSpPr>
            <a:spLocks xmlns:a="http://schemas.openxmlformats.org/drawingml/2006/main" noGrp="1"/>
          </p:cNvSpPr>
          <p:nvPr/>
        </p:nvSpPr>
        <p:spPr>
          <a:xfrm xmlns:a="http://schemas.openxmlformats.org/drawingml/2006/main" flipV="1">
            <a:off x="4434840" y="4459803"/>
            <a:ext cx="91440" cy="1408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96F8E8D-44D3-4C2B-90EC-B7855A788D8D}"/>
              </a:ext>
            </a:extLst>
          </p:cNvPr>
          <p:cNvSpPr>
            <a:spLocks xmlns:a="http://schemas.openxmlformats.org/drawingml/2006/main" noGrp="1"/>
          </p:cNvSpPr>
          <p:nvPr/>
        </p:nvSpPr>
        <p:spPr>
          <a:xfrm xmlns:a="http://schemas.openxmlformats.org/drawingml/2006/main" flipV="1">
            <a:off x="4526280" y="4428041"/>
            <a:ext cx="91440" cy="31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457A3A41-0BA8-47C0-A787-2ADA574080C0}"/>
              </a:ext>
            </a:extLst>
          </p:cNvPr>
          <p:cNvSpPr>
            <a:spLocks xmlns:a="http://schemas.openxmlformats.org/drawingml/2006/main" noGrp="1"/>
          </p:cNvSpPr>
          <p:nvPr/>
        </p:nvSpPr>
        <p:spPr>
          <a:xfrm xmlns:a="http://schemas.openxmlformats.org/drawingml/2006/main" flipV="1">
            <a:off x="4617720" y="4379149"/>
            <a:ext cx="91440" cy="488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BFC7D2F-054C-4C84-8A35-7FCFDF147349}"/>
              </a:ext>
            </a:extLst>
          </p:cNvPr>
          <p:cNvSpPr>
            <a:spLocks xmlns:a="http://schemas.openxmlformats.org/drawingml/2006/main" noGrp="1"/>
          </p:cNvSpPr>
          <p:nvPr/>
        </p:nvSpPr>
        <p:spPr>
          <a:xfrm xmlns:a="http://schemas.openxmlformats.org/drawingml/2006/main" flipV="1">
            <a:off x="4709160" y="4313978"/>
            <a:ext cx="91440" cy="651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64F5279B-BF32-4988-B718-5A532D73D76C}"/>
              </a:ext>
            </a:extLst>
          </p:cNvPr>
          <p:cNvSpPr>
            <a:spLocks xmlns:a="http://schemas.openxmlformats.org/drawingml/2006/main" noGrp="1"/>
          </p:cNvSpPr>
          <p:nvPr/>
        </p:nvSpPr>
        <p:spPr>
          <a:xfrm xmlns:a="http://schemas.openxmlformats.org/drawingml/2006/main" flipV="1">
            <a:off x="4800600" y="4233660"/>
            <a:ext cx="91440" cy="80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31445420-3113-465E-8E10-787721886BC5}"/>
              </a:ext>
            </a:extLst>
          </p:cNvPr>
          <p:cNvSpPr>
            <a:spLocks xmlns:a="http://schemas.openxmlformats.org/drawingml/2006/main" noGrp="1"/>
          </p:cNvSpPr>
          <p:nvPr/>
        </p:nvSpPr>
        <p:spPr>
          <a:xfrm xmlns:a="http://schemas.openxmlformats.org/drawingml/2006/main" flipV="1">
            <a:off x="4892040" y="4139592"/>
            <a:ext cx="91440" cy="940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20735F3C-6E3D-4C16-AEAA-72BDB7886F7C}"/>
              </a:ext>
            </a:extLst>
          </p:cNvPr>
          <p:cNvSpPr>
            <a:spLocks xmlns:a="http://schemas.openxmlformats.org/drawingml/2006/main" noGrp="1"/>
          </p:cNvSpPr>
          <p:nvPr/>
        </p:nvSpPr>
        <p:spPr>
          <a:xfrm xmlns:a="http://schemas.openxmlformats.org/drawingml/2006/main" flipV="1">
            <a:off x="4983480" y="4033408"/>
            <a:ext cx="91440" cy="106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4424392B-57DE-45BE-8BD2-2AD998243C5C}"/>
              </a:ext>
            </a:extLst>
          </p:cNvPr>
          <p:cNvSpPr>
            <a:spLocks xmlns:a="http://schemas.openxmlformats.org/drawingml/2006/main" noGrp="1"/>
          </p:cNvSpPr>
          <p:nvPr/>
        </p:nvSpPr>
        <p:spPr>
          <a:xfrm xmlns:a="http://schemas.openxmlformats.org/drawingml/2006/main" flipV="1">
            <a:off x="5074920" y="3916956"/>
            <a:ext cx="91440" cy="1164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CFDF9363-4947-4E57-8265-B08E1CF00DEB}"/>
              </a:ext>
            </a:extLst>
          </p:cNvPr>
          <p:cNvSpPr>
            <a:spLocks xmlns:a="http://schemas.openxmlformats.org/drawingml/2006/main" noGrp="1"/>
          </p:cNvSpPr>
          <p:nvPr/>
        </p:nvSpPr>
        <p:spPr>
          <a:xfrm xmlns:a="http://schemas.openxmlformats.org/drawingml/2006/main" flipV="1">
            <a:off x="5166360" y="3792259"/>
            <a:ext cx="91440" cy="1246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5FB33742-0C08-411A-B0B6-F1130DB83DFF}"/>
              </a:ext>
            </a:extLst>
          </p:cNvPr>
          <p:cNvSpPr>
            <a:spLocks xmlns:a="http://schemas.openxmlformats.org/drawingml/2006/main" noGrp="1"/>
          </p:cNvSpPr>
          <p:nvPr/>
        </p:nvSpPr>
        <p:spPr>
          <a:xfrm xmlns:a="http://schemas.openxmlformats.org/drawingml/2006/main" flipV="1">
            <a:off x="5257800" y="3661486"/>
            <a:ext cx="91440" cy="1307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5D8CDC3-BD3D-4AB3-967F-558EA061ECBD}"/>
              </a:ext>
            </a:extLst>
          </p:cNvPr>
          <p:cNvSpPr>
            <a:spLocks xmlns:a="http://schemas.openxmlformats.org/drawingml/2006/main" noGrp="1"/>
          </p:cNvSpPr>
          <p:nvPr/>
        </p:nvSpPr>
        <p:spPr>
          <a:xfrm xmlns:a="http://schemas.openxmlformats.org/drawingml/2006/main" flipV="1">
            <a:off x="5349240" y="3526909"/>
            <a:ext cx="91439" cy="1345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9AC56ACA-4F10-47EB-9DE8-B344A5BDEBCD}"/>
              </a:ext>
            </a:extLst>
          </p:cNvPr>
          <p:cNvSpPr>
            <a:spLocks xmlns:a="http://schemas.openxmlformats.org/drawingml/2006/main" noGrp="1"/>
          </p:cNvSpPr>
          <p:nvPr/>
        </p:nvSpPr>
        <p:spPr>
          <a:xfrm xmlns:a="http://schemas.openxmlformats.org/drawingml/2006/main" flipV="1">
            <a:off x="5440679" y="3390868"/>
            <a:ext cx="91441" cy="1360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EE758C42-6A91-4F76-BA43-AD89812C0B86}"/>
              </a:ext>
            </a:extLst>
          </p:cNvPr>
          <p:cNvSpPr>
            <a:spLocks xmlns:a="http://schemas.openxmlformats.org/drawingml/2006/main" noGrp="1"/>
          </p:cNvSpPr>
          <p:nvPr/>
        </p:nvSpPr>
        <p:spPr>
          <a:xfrm xmlns:a="http://schemas.openxmlformats.org/drawingml/2006/main" flipV="1">
            <a:off x="5532120" y="3255729"/>
            <a:ext cx="91440" cy="1351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3638FE-C77A-453D-BCEE-9A0112ADC758}"/>
              </a:ext>
            </a:extLst>
          </p:cNvPr>
          <p:cNvSpPr>
            <a:spLocks xmlns:a="http://schemas.openxmlformats.org/drawingml/2006/main" noGrp="1"/>
          </p:cNvSpPr>
          <p:nvPr/>
        </p:nvSpPr>
        <p:spPr>
          <a:xfrm xmlns:a="http://schemas.openxmlformats.org/drawingml/2006/main" flipV="1">
            <a:off x="5623560" y="3123841"/>
            <a:ext cx="91440" cy="131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C65407DD-8816-4AA8-8779-B008B5C466FA}"/>
              </a:ext>
            </a:extLst>
          </p:cNvPr>
          <p:cNvSpPr>
            <a:spLocks xmlns:a="http://schemas.openxmlformats.org/drawingml/2006/main" noGrp="1"/>
          </p:cNvSpPr>
          <p:nvPr/>
        </p:nvSpPr>
        <p:spPr>
          <a:xfrm xmlns:a="http://schemas.openxmlformats.org/drawingml/2006/main" flipV="1">
            <a:off x="5715000" y="2997496"/>
            <a:ext cx="91440" cy="1263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4147FD8-F34D-4001-81DC-8E6E6E4373EE}"/>
              </a:ext>
            </a:extLst>
          </p:cNvPr>
          <p:cNvSpPr>
            <a:spLocks xmlns:a="http://schemas.openxmlformats.org/drawingml/2006/main" noGrp="1"/>
          </p:cNvSpPr>
          <p:nvPr/>
        </p:nvSpPr>
        <p:spPr>
          <a:xfrm xmlns:a="http://schemas.openxmlformats.org/drawingml/2006/main" flipV="1">
            <a:off x="5806440" y="2878891"/>
            <a:ext cx="91440" cy="118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31ABA3BD-3903-43C6-96F5-5098B7C029F1}"/>
              </a:ext>
            </a:extLst>
          </p:cNvPr>
          <p:cNvSpPr>
            <a:spLocks xmlns:a="http://schemas.openxmlformats.org/drawingml/2006/main" noGrp="1"/>
          </p:cNvSpPr>
          <p:nvPr/>
        </p:nvSpPr>
        <p:spPr>
          <a:xfrm xmlns:a="http://schemas.openxmlformats.org/drawingml/2006/main" flipV="1">
            <a:off x="5897880" y="2770088"/>
            <a:ext cx="91440" cy="10880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13ED2FE-BA6A-45AD-B924-5501CBF972F7}"/>
              </a:ext>
            </a:extLst>
          </p:cNvPr>
          <p:cNvSpPr>
            <a:spLocks xmlns:a="http://schemas.openxmlformats.org/drawingml/2006/main" noGrp="1"/>
          </p:cNvSpPr>
          <p:nvPr/>
        </p:nvSpPr>
        <p:spPr>
          <a:xfrm xmlns:a="http://schemas.openxmlformats.org/drawingml/2006/main" flipV="1">
            <a:off x="5989320" y="2672979"/>
            <a:ext cx="91440" cy="971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4DEDBB93-2242-4C8A-BDF2-AFBF5A31ADA0}"/>
              </a:ext>
            </a:extLst>
          </p:cNvPr>
          <p:cNvSpPr>
            <a:spLocks xmlns:a="http://schemas.openxmlformats.org/drawingml/2006/main" noGrp="1"/>
          </p:cNvSpPr>
          <p:nvPr/>
        </p:nvSpPr>
        <p:spPr>
          <a:xfrm xmlns:a="http://schemas.openxmlformats.org/drawingml/2006/main" flipV="1">
            <a:off x="6080760" y="2589251"/>
            <a:ext cx="91440" cy="837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FD5BEE69-C9EB-4BBB-94B2-340AF9345367}"/>
              </a:ext>
            </a:extLst>
          </p:cNvPr>
          <p:cNvSpPr>
            <a:spLocks xmlns:a="http://schemas.openxmlformats.org/drawingml/2006/main" noGrp="1"/>
          </p:cNvSpPr>
          <p:nvPr/>
        </p:nvSpPr>
        <p:spPr>
          <a:xfrm xmlns:a="http://schemas.openxmlformats.org/drawingml/2006/main" flipV="1">
            <a:off x="6172200" y="2520360"/>
            <a:ext cx="91440" cy="688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6438E96-D130-4582-9EF5-5005ADAAAC99}"/>
              </a:ext>
            </a:extLst>
          </p:cNvPr>
          <p:cNvSpPr>
            <a:spLocks xmlns:a="http://schemas.openxmlformats.org/drawingml/2006/main" noGrp="1"/>
          </p:cNvSpPr>
          <p:nvPr/>
        </p:nvSpPr>
        <p:spPr>
          <a:xfrm xmlns:a="http://schemas.openxmlformats.org/drawingml/2006/main" flipV="1">
            <a:off x="6263640" y="2467505"/>
            <a:ext cx="91439" cy="528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17B3E048-8020-4657-9872-570F3AEB1552}"/>
              </a:ext>
            </a:extLst>
          </p:cNvPr>
          <p:cNvSpPr>
            <a:spLocks xmlns:a="http://schemas.openxmlformats.org/drawingml/2006/main" noGrp="1"/>
          </p:cNvSpPr>
          <p:nvPr/>
        </p:nvSpPr>
        <p:spPr>
          <a:xfrm xmlns:a="http://schemas.openxmlformats.org/drawingml/2006/main" flipV="1">
            <a:off x="6355079" y="2431603"/>
            <a:ext cx="91441" cy="359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B9292AFF-B1B8-482B-BB01-BA51BA6D3B7A}"/>
              </a:ext>
            </a:extLst>
          </p:cNvPr>
          <p:cNvSpPr>
            <a:spLocks xmlns:a="http://schemas.openxmlformats.org/drawingml/2006/main" noGrp="1"/>
          </p:cNvSpPr>
          <p:nvPr/>
        </p:nvSpPr>
        <p:spPr>
          <a:xfrm xmlns:a="http://schemas.openxmlformats.org/drawingml/2006/main" flipV="1">
            <a:off x="6446520" y="2413279"/>
            <a:ext cx="91439" cy="18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99ABDF8B-3334-4AC0-81F0-433E885327BB}"/>
              </a:ext>
            </a:extLst>
          </p:cNvPr>
          <p:cNvSpPr>
            <a:spLocks xmlns:a="http://schemas.openxmlformats.org/drawingml/2006/main" noGrp="1"/>
          </p:cNvSpPr>
          <p:nvPr/>
        </p:nvSpPr>
        <p:spPr>
          <a:xfrm xmlns:a="http://schemas.openxmlformats.org/drawingml/2006/main" flipV="1">
            <a:off x="6537959" y="2412851"/>
            <a:ext cx="91441" cy="4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34E2F316-03A4-4AD6-8E2F-1515A42AFF34}"/>
              </a:ext>
            </a:extLst>
          </p:cNvPr>
          <p:cNvSpPr>
            <a:spLocks xmlns:a="http://schemas.openxmlformats.org/drawingml/2006/main" noGrp="1"/>
          </p:cNvSpPr>
          <p:nvPr/>
        </p:nvSpPr>
        <p:spPr>
          <a:xfrm xmlns:a="http://schemas.openxmlformats.org/drawingml/2006/main">
            <a:off x="6629400" y="2412851"/>
            <a:ext cx="91440" cy="174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28671BE5-A717-4AA0-9E62-C77D7F70257D}"/>
              </a:ext>
            </a:extLst>
          </p:cNvPr>
          <p:cNvSpPr>
            <a:spLocks xmlns:a="http://schemas.openxmlformats.org/drawingml/2006/main" noGrp="1"/>
          </p:cNvSpPr>
          <p:nvPr/>
        </p:nvSpPr>
        <p:spPr>
          <a:xfrm xmlns:a="http://schemas.openxmlformats.org/drawingml/2006/main">
            <a:off x="6720840" y="2430328"/>
            <a:ext cx="91440" cy="350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1DC853D3-BBB2-43CB-A28B-799E0AAED4F3}"/>
              </a:ext>
            </a:extLst>
          </p:cNvPr>
          <p:cNvSpPr>
            <a:spLocks xmlns:a="http://schemas.openxmlformats.org/drawingml/2006/main" noGrp="1"/>
          </p:cNvSpPr>
          <p:nvPr/>
        </p:nvSpPr>
        <p:spPr>
          <a:xfrm xmlns:a="http://schemas.openxmlformats.org/drawingml/2006/main">
            <a:off x="6812280" y="2465404"/>
            <a:ext cx="91440" cy="520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0420B86C-AE81-4BB9-9E8D-5FAFE4D4206E}"/>
              </a:ext>
            </a:extLst>
          </p:cNvPr>
          <p:cNvSpPr>
            <a:spLocks xmlns:a="http://schemas.openxmlformats.org/drawingml/2006/main" noGrp="1"/>
          </p:cNvSpPr>
          <p:nvPr/>
        </p:nvSpPr>
        <p:spPr>
          <a:xfrm xmlns:a="http://schemas.openxmlformats.org/drawingml/2006/main">
            <a:off x="6903720" y="2517471"/>
            <a:ext cx="91440" cy="681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A5B5E98-1520-4E3D-995B-45FB847B0218}"/>
              </a:ext>
            </a:extLst>
          </p:cNvPr>
          <p:cNvSpPr>
            <a:spLocks xmlns:a="http://schemas.openxmlformats.org/drawingml/2006/main" noGrp="1"/>
          </p:cNvSpPr>
          <p:nvPr/>
        </p:nvSpPr>
        <p:spPr>
          <a:xfrm xmlns:a="http://schemas.openxmlformats.org/drawingml/2006/main">
            <a:off x="6995160" y="2585623"/>
            <a:ext cx="91440" cy="8305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29FDB7-60EE-4824-A3A3-A2F8B9D52FF1}"/>
              </a:ext>
            </a:extLst>
          </p:cNvPr>
          <p:cNvSpPr>
            <a:spLocks xmlns:a="http://schemas.openxmlformats.org/drawingml/2006/main" noGrp="1"/>
          </p:cNvSpPr>
          <p:nvPr/>
        </p:nvSpPr>
        <p:spPr>
          <a:xfrm xmlns:a="http://schemas.openxmlformats.org/drawingml/2006/main">
            <a:off x="7086600" y="2668676"/>
            <a:ext cx="91440" cy="9650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7439E6DE-9F71-46EF-BF50-11A79476B68A}"/>
              </a:ext>
            </a:extLst>
          </p:cNvPr>
          <p:cNvSpPr>
            <a:spLocks xmlns:a="http://schemas.openxmlformats.org/drawingml/2006/main" noGrp="1"/>
          </p:cNvSpPr>
          <p:nvPr/>
        </p:nvSpPr>
        <p:spPr>
          <a:xfrm xmlns:a="http://schemas.openxmlformats.org/drawingml/2006/main">
            <a:off x="7178040" y="2765184"/>
            <a:ext cx="91440" cy="1082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423ACFBF-45D6-49B7-A519-7899EA0A4678}"/>
              </a:ext>
            </a:extLst>
          </p:cNvPr>
          <p:cNvSpPr>
            <a:spLocks xmlns:a="http://schemas.openxmlformats.org/drawingml/2006/main" noGrp="1"/>
          </p:cNvSpPr>
          <p:nvPr/>
        </p:nvSpPr>
        <p:spPr>
          <a:xfrm xmlns:a="http://schemas.openxmlformats.org/drawingml/2006/main">
            <a:off x="7269480" y="2873472"/>
            <a:ext cx="91440" cy="118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8071847-D84B-411F-A7E5-576857BDAC79}"/>
              </a:ext>
            </a:extLst>
          </p:cNvPr>
          <p:cNvSpPr>
            <a:spLocks xmlns:a="http://schemas.openxmlformats.org/drawingml/2006/main" noGrp="1"/>
          </p:cNvSpPr>
          <p:nvPr/>
        </p:nvSpPr>
        <p:spPr>
          <a:xfrm xmlns:a="http://schemas.openxmlformats.org/drawingml/2006/main">
            <a:off x="7360920" y="2991656"/>
            <a:ext cx="91439" cy="12602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66BA0C03-3CF4-4723-B138-BE0EABE61EFE}"/>
              </a:ext>
            </a:extLst>
          </p:cNvPr>
          <p:cNvSpPr>
            <a:spLocks xmlns:a="http://schemas.openxmlformats.org/drawingml/2006/main" noGrp="1"/>
          </p:cNvSpPr>
          <p:nvPr/>
        </p:nvSpPr>
        <p:spPr>
          <a:xfrm xmlns:a="http://schemas.openxmlformats.org/drawingml/2006/main">
            <a:off x="7452359" y="3117681"/>
            <a:ext cx="91441" cy="1316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0F6E6016-0BF5-47C5-9CD1-DAB9F5A94F1C}"/>
              </a:ext>
            </a:extLst>
          </p:cNvPr>
          <p:cNvSpPr>
            <a:spLocks xmlns:a="http://schemas.openxmlformats.org/drawingml/2006/main" noGrp="1"/>
          </p:cNvSpPr>
          <p:nvPr/>
        </p:nvSpPr>
        <p:spPr>
          <a:xfrm xmlns:a="http://schemas.openxmlformats.org/drawingml/2006/main">
            <a:off x="7543800" y="3249357"/>
            <a:ext cx="91440" cy="1350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E6BCCA0D-CCA1-4875-A386-965DE4F2FF90}"/>
              </a:ext>
            </a:extLst>
          </p:cNvPr>
          <p:cNvSpPr>
            <a:spLocks xmlns:a="http://schemas.openxmlformats.org/drawingml/2006/main" noGrp="1"/>
          </p:cNvSpPr>
          <p:nvPr/>
        </p:nvSpPr>
        <p:spPr>
          <a:xfrm xmlns:a="http://schemas.openxmlformats.org/drawingml/2006/main">
            <a:off x="7635240" y="3384394"/>
            <a:ext cx="91439" cy="13605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588FDC4E-DBD6-47D8-AD32-EAB2878ACD95}"/>
              </a:ext>
            </a:extLst>
          </p:cNvPr>
          <p:cNvSpPr>
            <a:spLocks xmlns:a="http://schemas.openxmlformats.org/drawingml/2006/main" noGrp="1"/>
          </p:cNvSpPr>
          <p:nvPr/>
        </p:nvSpPr>
        <p:spPr>
          <a:xfrm xmlns:a="http://schemas.openxmlformats.org/drawingml/2006/main">
            <a:off x="7726679" y="3520445"/>
            <a:ext cx="91441" cy="1347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63E1D10-0DE9-4394-B07F-67F3F4BB2CD2}"/>
              </a:ext>
            </a:extLst>
          </p:cNvPr>
          <p:cNvSpPr>
            <a:spLocks xmlns:a="http://schemas.openxmlformats.org/drawingml/2006/main" noGrp="1"/>
          </p:cNvSpPr>
          <p:nvPr/>
        </p:nvSpPr>
        <p:spPr>
          <a:xfrm xmlns:a="http://schemas.openxmlformats.org/drawingml/2006/main">
            <a:off x="7818120" y="3655145"/>
            <a:ext cx="91440" cy="13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B884807C-FB0A-4DF0-AFF3-1A1574749D60}"/>
              </a:ext>
            </a:extLst>
          </p:cNvPr>
          <p:cNvSpPr>
            <a:spLocks xmlns:a="http://schemas.openxmlformats.org/drawingml/2006/main" noGrp="1"/>
          </p:cNvSpPr>
          <p:nvPr/>
        </p:nvSpPr>
        <p:spPr>
          <a:xfrm xmlns:a="http://schemas.openxmlformats.org/drawingml/2006/main">
            <a:off x="7909560" y="3786152"/>
            <a:ext cx="91440" cy="12503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FC89773D-3C68-4D09-8C74-9E78090BE1C3}"/>
              </a:ext>
            </a:extLst>
          </p:cNvPr>
          <p:cNvSpPr>
            <a:spLocks xmlns:a="http://schemas.openxmlformats.org/drawingml/2006/main" noGrp="1"/>
          </p:cNvSpPr>
          <p:nvPr/>
        </p:nvSpPr>
        <p:spPr>
          <a:xfrm xmlns:a="http://schemas.openxmlformats.org/drawingml/2006/main">
            <a:off x="8001000" y="3911188"/>
            <a:ext cx="91440" cy="1168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640068C2-9B69-463E-9153-1FF3F5592FAA}"/>
              </a:ext>
            </a:extLst>
          </p:cNvPr>
          <p:cNvSpPr>
            <a:spLocks xmlns:a="http://schemas.openxmlformats.org/drawingml/2006/main" noGrp="1"/>
          </p:cNvSpPr>
          <p:nvPr/>
        </p:nvSpPr>
        <p:spPr>
          <a:xfrm xmlns:a="http://schemas.openxmlformats.org/drawingml/2006/main">
            <a:off x="8092440" y="4028081"/>
            <a:ext cx="91439" cy="1067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49B04C1-2260-402B-AD63-4E9D99ACB6A2}"/>
              </a:ext>
            </a:extLst>
          </p:cNvPr>
          <p:cNvSpPr>
            <a:spLocks xmlns:a="http://schemas.openxmlformats.org/drawingml/2006/main" noGrp="1"/>
          </p:cNvSpPr>
          <p:nvPr/>
        </p:nvSpPr>
        <p:spPr>
          <a:xfrm xmlns:a="http://schemas.openxmlformats.org/drawingml/2006/main">
            <a:off x="8183879" y="4134796"/>
            <a:ext cx="91441" cy="946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AA541E09-42A5-4A7B-A5DE-73989004E2D8}"/>
              </a:ext>
            </a:extLst>
          </p:cNvPr>
          <p:cNvSpPr>
            <a:spLocks xmlns:a="http://schemas.openxmlformats.org/drawingml/2006/main" noGrp="1"/>
          </p:cNvSpPr>
          <p:nvPr/>
        </p:nvSpPr>
        <p:spPr>
          <a:xfrm xmlns:a="http://schemas.openxmlformats.org/drawingml/2006/main">
            <a:off x="8275320" y="4229480"/>
            <a:ext cx="91440" cy="8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E60329D-538A-4393-B5F2-65840CC38E57}"/>
              </a:ext>
            </a:extLst>
          </p:cNvPr>
          <p:cNvSpPr>
            <a:spLocks xmlns:a="http://schemas.openxmlformats.org/drawingml/2006/main" noGrp="1"/>
          </p:cNvSpPr>
          <p:nvPr/>
        </p:nvSpPr>
        <p:spPr>
          <a:xfrm xmlns:a="http://schemas.openxmlformats.org/drawingml/2006/main">
            <a:off x="8366760" y="4310487"/>
            <a:ext cx="91440" cy="6592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8BF485B6-BA48-4BEB-998D-17CD2EC6389E}"/>
              </a:ext>
            </a:extLst>
          </p:cNvPr>
          <p:cNvSpPr>
            <a:spLocks xmlns:a="http://schemas.openxmlformats.org/drawingml/2006/main" noGrp="1"/>
          </p:cNvSpPr>
          <p:nvPr/>
        </p:nvSpPr>
        <p:spPr>
          <a:xfrm xmlns:a="http://schemas.openxmlformats.org/drawingml/2006/main">
            <a:off x="8458200" y="4376407"/>
            <a:ext cx="91440" cy="496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43AC359-CBD7-4A45-8AE2-8A2BE372C89A}"/>
              </a:ext>
            </a:extLst>
          </p:cNvPr>
          <p:cNvSpPr>
            <a:spLocks xmlns:a="http://schemas.openxmlformats.org/drawingml/2006/main" noGrp="1"/>
          </p:cNvSpPr>
          <p:nvPr/>
        </p:nvSpPr>
        <p:spPr>
          <a:xfrm xmlns:a="http://schemas.openxmlformats.org/drawingml/2006/main">
            <a:off x="8549640" y="4426095"/>
            <a:ext cx="91440" cy="325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C4B183-7231-475C-941E-458377DFF31B}"/>
              </a:ext>
            </a:extLst>
          </p:cNvPr>
          <p:cNvSpPr>
            <a:spLocks xmlns:a="http://schemas.openxmlformats.org/drawingml/2006/main" noGrp="1"/>
          </p:cNvSpPr>
          <p:nvPr/>
        </p:nvSpPr>
        <p:spPr>
          <a:xfrm xmlns:a="http://schemas.openxmlformats.org/drawingml/2006/main">
            <a:off x="8641080" y="4458688"/>
            <a:ext cx="91439" cy="149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CEEA296B-C288-4A2F-80D0-A06AE18C224F}"/>
              </a:ext>
            </a:extLst>
          </p:cNvPr>
          <p:cNvSpPr>
            <a:spLocks xmlns:a="http://schemas.openxmlformats.org/drawingml/2006/main" noGrp="1"/>
          </p:cNvSpPr>
          <p:nvPr/>
        </p:nvSpPr>
        <p:spPr>
          <a:xfrm xmlns:a="http://schemas.openxmlformats.org/drawingml/2006/main" flipV="1">
            <a:off x="8732519" y="4470626"/>
            <a:ext cx="91441" cy="29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D7F8681E-11C6-4DCF-A6E0-6982924705A6}"/>
              </a:ext>
            </a:extLst>
          </p:cNvPr>
          <p:cNvSpPr>
            <a:spLocks xmlns:a="http://schemas.openxmlformats.org/drawingml/2006/main" noGrp="1"/>
          </p:cNvSpPr>
          <p:nvPr/>
        </p:nvSpPr>
        <p:spPr>
          <a:xfrm xmlns:a="http://schemas.openxmlformats.org/drawingml/2006/main" flipV="1">
            <a:off x="8823960" y="4449764"/>
            <a:ext cx="91440" cy="208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42CEDD-2C68-4D3C-B336-EF898EE465C7}"/>
              </a:ext>
            </a:extLst>
          </p:cNvPr>
          <p:cNvSpPr>
            <a:spLocks xmlns:a="http://schemas.openxmlformats.org/drawingml/2006/main" noGrp="1"/>
          </p:cNvSpPr>
          <p:nvPr/>
        </p:nvSpPr>
        <p:spPr>
          <a:xfrm xmlns:a="http://schemas.openxmlformats.org/drawingml/2006/main" flipV="1">
            <a:off x="8915400" y="4411395"/>
            <a:ext cx="91440" cy="383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E65762EC-CA98-4F2C-AA04-3CAF5C292234}"/>
              </a:ext>
            </a:extLst>
          </p:cNvPr>
          <p:cNvSpPr>
            <a:spLocks xmlns:a="http://schemas.openxmlformats.org/drawingml/2006/main" noGrp="1"/>
          </p:cNvSpPr>
          <p:nvPr/>
        </p:nvSpPr>
        <p:spPr>
          <a:xfrm xmlns:a="http://schemas.openxmlformats.org/drawingml/2006/main" flipV="1">
            <a:off x="9006840" y="4356186"/>
            <a:ext cx="91440" cy="552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121131F-2E3A-4148-854B-62E6F41973A4}"/>
              </a:ext>
            </a:extLst>
          </p:cNvPr>
          <p:cNvSpPr>
            <a:spLocks xmlns:a="http://schemas.openxmlformats.org/drawingml/2006/main" noGrp="1"/>
          </p:cNvSpPr>
          <p:nvPr/>
        </p:nvSpPr>
        <p:spPr>
          <a:xfrm xmlns:a="http://schemas.openxmlformats.org/drawingml/2006/main" flipV="1">
            <a:off x="9098280" y="4285096"/>
            <a:ext cx="91440" cy="710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B16CE5BD-0CC3-4C54-BC39-E95DD4B25E2E}"/>
              </a:ext>
            </a:extLst>
          </p:cNvPr>
          <p:cNvSpPr>
            <a:spLocks xmlns:a="http://schemas.openxmlformats.org/drawingml/2006/main" noGrp="1"/>
          </p:cNvSpPr>
          <p:nvPr/>
        </p:nvSpPr>
        <p:spPr>
          <a:xfrm xmlns:a="http://schemas.openxmlformats.org/drawingml/2006/main" flipV="1">
            <a:off x="9189720" y="4199362"/>
            <a:ext cx="91440" cy="857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562D3E54-791E-4133-801C-919419999C96}"/>
              </a:ext>
            </a:extLst>
          </p:cNvPr>
          <p:cNvSpPr>
            <a:spLocks xmlns:a="http://schemas.openxmlformats.org/drawingml/2006/main" noGrp="1"/>
          </p:cNvSpPr>
          <p:nvPr/>
        </p:nvSpPr>
        <p:spPr>
          <a:xfrm xmlns:a="http://schemas.openxmlformats.org/drawingml/2006/main" flipV="1">
            <a:off x="9281160" y="4100474"/>
            <a:ext cx="91440" cy="98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28356AD7-6D27-4555-B6CA-4FC6228AE175}"/>
              </a:ext>
            </a:extLst>
          </p:cNvPr>
          <p:cNvSpPr>
            <a:spLocks xmlns:a="http://schemas.openxmlformats.org/drawingml/2006/main" noGrp="1"/>
          </p:cNvSpPr>
          <p:nvPr/>
        </p:nvSpPr>
        <p:spPr>
          <a:xfrm xmlns:a="http://schemas.openxmlformats.org/drawingml/2006/main" flipV="1">
            <a:off x="9372600" y="3990150"/>
            <a:ext cx="91440" cy="110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B0F7556-AAED-461F-AE49-33F0B5CC5124}"/>
              </a:ext>
            </a:extLst>
          </p:cNvPr>
          <p:cNvSpPr>
            <a:spLocks xmlns:a="http://schemas.openxmlformats.org/drawingml/2006/main" noGrp="1"/>
          </p:cNvSpPr>
          <p:nvPr/>
        </p:nvSpPr>
        <p:spPr>
          <a:xfrm xmlns:a="http://schemas.openxmlformats.org/drawingml/2006/main" flipV="1">
            <a:off x="9464040" y="3870310"/>
            <a:ext cx="91440" cy="11984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2C167AD2-B16A-4FE1-A1D7-BAC6EDD3C98E}"/>
              </a:ext>
            </a:extLst>
          </p:cNvPr>
          <p:cNvSpPr>
            <a:spLocks xmlns:a="http://schemas.openxmlformats.org/drawingml/2006/main" noGrp="1"/>
          </p:cNvSpPr>
          <p:nvPr/>
        </p:nvSpPr>
        <p:spPr>
          <a:xfrm xmlns:a="http://schemas.openxmlformats.org/drawingml/2006/main" flipV="1">
            <a:off x="9555480" y="3743036"/>
            <a:ext cx="91440" cy="127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ED7E8FF-BC7E-4254-9070-1669E7385126}"/>
              </a:ext>
            </a:extLst>
          </p:cNvPr>
          <p:cNvSpPr>
            <a:spLocks xmlns:a="http://schemas.openxmlformats.org/drawingml/2006/main" noGrp="1"/>
          </p:cNvSpPr>
          <p:nvPr/>
        </p:nvSpPr>
        <p:spPr>
          <a:xfrm xmlns:a="http://schemas.openxmlformats.org/drawingml/2006/main" flipV="1">
            <a:off x="9646920" y="3610541"/>
            <a:ext cx="91439" cy="13249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45D8F72C-1935-43BA-AED4-3E847226A0E7}"/>
              </a:ext>
            </a:extLst>
          </p:cNvPr>
          <p:cNvSpPr>
            <a:spLocks xmlns:a="http://schemas.openxmlformats.org/drawingml/2006/main" noGrp="1"/>
          </p:cNvSpPr>
          <p:nvPr/>
        </p:nvSpPr>
        <p:spPr>
          <a:xfrm xmlns:a="http://schemas.openxmlformats.org/drawingml/2006/main" flipV="1">
            <a:off x="9738359" y="3475128"/>
            <a:ext cx="91441" cy="13541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9F73ED08-61F9-4D73-B82E-1CB920E2B0AA}"/>
              </a:ext>
            </a:extLst>
          </p:cNvPr>
          <p:cNvSpPr>
            <a:spLocks xmlns:a="http://schemas.openxmlformats.org/drawingml/2006/main" noGrp="1"/>
          </p:cNvSpPr>
          <p:nvPr/>
        </p:nvSpPr>
        <p:spPr>
          <a:xfrm xmlns:a="http://schemas.openxmlformats.org/drawingml/2006/main" flipV="1">
            <a:off x="9829800" y="3339152"/>
            <a:ext cx="91440" cy="1359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A3028926-B96F-43E5-97BE-8C8286AEFA5F}"/>
              </a:ext>
            </a:extLst>
          </p:cNvPr>
          <p:cNvSpPr>
            <a:spLocks xmlns:a="http://schemas.openxmlformats.org/drawingml/2006/main" noGrp="1"/>
          </p:cNvSpPr>
          <p:nvPr/>
        </p:nvSpPr>
        <p:spPr>
          <a:xfrm xmlns:a="http://schemas.openxmlformats.org/drawingml/2006/main" flipV="1">
            <a:off x="9921240" y="3204977"/>
            <a:ext cx="91440" cy="1341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6AC1CF83-A2E2-4AA1-B7A3-FAC8EF798283}"/>
              </a:ext>
            </a:extLst>
          </p:cNvPr>
          <p:cNvSpPr>
            <a:spLocks xmlns:a="http://schemas.openxmlformats.org/drawingml/2006/main" noGrp="1"/>
          </p:cNvSpPr>
          <p:nvPr/>
        </p:nvSpPr>
        <p:spPr>
          <a:xfrm xmlns:a="http://schemas.openxmlformats.org/drawingml/2006/main" flipV="1">
            <a:off x="10012680" y="3074934"/>
            <a:ext cx="91440" cy="1300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02B937FB-2F54-4114-B5D8-8F51B75FDB8A}"/>
              </a:ext>
            </a:extLst>
          </p:cNvPr>
          <p:cNvSpPr>
            <a:spLocks xmlns:a="http://schemas.openxmlformats.org/drawingml/2006/main" noGrp="1"/>
          </p:cNvSpPr>
          <p:nvPr/>
        </p:nvSpPr>
        <p:spPr>
          <a:xfrm xmlns:a="http://schemas.openxmlformats.org/drawingml/2006/main" flipV="1">
            <a:off x="10104120" y="2951285"/>
            <a:ext cx="91440" cy="1236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AB0D7C71-846E-40D6-B4F0-B3CEF171C673}"/>
              </a:ext>
            </a:extLst>
          </p:cNvPr>
          <p:cNvSpPr>
            <a:spLocks xmlns:a="http://schemas.openxmlformats.org/drawingml/2006/main" noGrp="1"/>
          </p:cNvSpPr>
          <p:nvPr/>
        </p:nvSpPr>
        <p:spPr>
          <a:xfrm xmlns:a="http://schemas.openxmlformats.org/drawingml/2006/main" flipV="1">
            <a:off x="10195560" y="2836180"/>
            <a:ext cx="91440" cy="1151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TextBox 109">
            <a:extLst xmlns:a="http://schemas.openxmlformats.org/drawingml/2006/main">
              <a:ext uri="{FF2B5EF4-FFF2-40B4-BE49-F238E27FC236}">
                <a16:creationId xmlns:a16="http://schemas.microsoft.com/office/drawing/2014/main" id="{77D0774C-C0E3-4C29-A13D-A4D8CA1EAA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波形不是声音在空间里走过的弯曲路线。</a:t>
            </a:r>
          </a:p>
        </p:txBody>
      </p:sp>
      <p:sp>
        <p:nvSpPr>
          <p:cNvPr id="7" name="TextBox 6">
            <a:extLst xmlns:a="http://schemas.openxmlformats.org/drawingml/2006/main">
              <a:ext uri="{FF2B5EF4-FFF2-40B4-BE49-F238E27FC236}">
                <a16:creationId xmlns:a16="http://schemas.microsoft.com/office/drawing/2014/main" id="{3BD8E747-EBA3-4DF2-A541-89C78A28502B}"/>
              </a:ext>
            </a:extLst>
          </p:cNvPr>
          <p:cNvSpPr>
            <a:spLocks xmlns:a="http://schemas.openxmlformats.org/drawingml/2006/main" noGrp="1"/>
          </p:cNvSpPr>
          <p:nvPr/>
        </p:nvSpPr>
        <p:spPr>
          <a:xfrm xmlns:a="http://schemas.openxmlformats.org/drawingml/2006/main">
            <a:off x="1104900" y="20288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93A4459-36EE-4A03-8561-EDCC69E1FA61}"/>
              </a:ext>
            </a:extLst>
          </p:cNvPr>
          <p:cNvSpPr>
            <a:spLocks xmlns:a="http://schemas.openxmlformats.org/drawingml/2006/main" noGrp="1"/>
          </p:cNvSpPr>
          <p:nvPr/>
        </p:nvSpPr>
        <p:spPr>
          <a:xfrm xmlns:a="http://schemas.openxmlformats.org/drawingml/2006/main">
            <a:off x="10382250" y="49244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xmlns:a="http://schemas.openxmlformats.org/drawingml/2006/main">
        <p:nvSpPr>
          <p:cNvPr id="111" name="Rectangle 110"/>
          <p:cNvSpPr/>
          <p:nvPr/>
        </p:nvSpPr>
        <p:spPr>
          <a:xfrm>
            <a:off x="713232" y="1435608"/>
            <a:ext cx="10789920" cy="384048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12" name="融合证据图_v8.4.10_原页8" descr="image.png"/>
          <p:cNvPicPr>
            <a:picLocks noChangeAspect="1"/>
          </p:cNvPicPr>
          <p:nvPr/>
        </p:nvPicPr>
        <p:blipFill>
          <a:blip r:embed="rId3"/>
          <a:stretch>
            <a:fillRect/>
          </a:stretch>
        </p:blipFill>
        <p:spPr>
          <a:xfrm>
            <a:off x="1847088" y="1920240"/>
            <a:ext cx="8412480" cy="3611880"/>
          </a:xfrm>
          <a:prstGeom prst="rect">
            <a:avLst/>
          </a:prstGeom>
        </p:spPr>
      </p:pic>
      <p:sp xmlns:a="http://schemas.openxmlformats.org/drawingml/2006/main">
        <p:nvSpPr>
          <p:cNvPr id="113" name="TextBox 112"/>
          <p:cNvSpPr txBox="1"/>
          <p:nvPr/>
        </p:nvSpPr>
        <p:spPr>
          <a:xfrm>
            <a:off x="1069848" y="1645920"/>
            <a:ext cx="502920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空间里：扰动传到记录点</a:t>
            </a:r>
          </a:p>
        </p:txBody>
      </p:sp>
      <p:sp xmlns:a="http://schemas.openxmlformats.org/drawingml/2006/main">
        <p:nvSpPr>
          <p:cNvPr id="114" name="TextBox 113"/>
          <p:cNvSpPr txBox="1"/>
          <p:nvPr/>
        </p:nvSpPr>
        <p:spPr>
          <a:xfrm>
            <a:off x="6437376" y="1645920"/>
            <a:ext cx="512064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固定位置：信号随时间变化</a:t>
            </a:r>
          </a:p>
        </p:txBody>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先预测：红线移动时，波形图的横轴表示什么？</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在教室浏览器播放</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演示B：放大后，能看见采样点吗？</a:t>
            </a:r>
          </a:p>
        </p:txBody>
      </p:sp>
      <p:sp>
        <p:nvSpPr>
          <p:cNvPr id="5" name="TextBox 4">
            <a:extLst xmlns:a="http://schemas.openxmlformats.org/drawingml/2006/main">
              <a:ext uri="{FF2B5EF4-FFF2-40B4-BE49-F238E27FC236}">
                <a16:creationId xmlns:a16="http://schemas.microsoft.com/office/drawing/2014/main" id="{12464418-4A40-486C-9115-4914109D1405}"/>
              </a:ext>
            </a:extLst>
          </p:cNvPr>
          <p:cNvSpPr>
            <a:spLocks xmlns:a="http://schemas.openxmlformats.org/drawingml/2006/main" noGrp="1"/>
          </p:cNvSpPr>
          <p:nvPr/>
        </p:nvSpPr>
        <p:spPr>
          <a:xfrm xmlns:a="http://schemas.openxmlformats.org/drawingml/2006/main">
            <a:off x="804672" y="1499616"/>
            <a:ext cx="10424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同一段录音：左边看整体，右边看极短的一段。</a:t>
            </a:r>
          </a:p>
        </p:txBody>
      </p:sp>
      <p:sp>
        <p:nvSpPr>
          <p:cNvPr id="6" name="TextBox 5">
            <a:extLst xmlns:a="http://schemas.openxmlformats.org/drawingml/2006/main">
              <a:ext uri="{FF2B5EF4-FFF2-40B4-BE49-F238E27FC236}">
                <a16:creationId xmlns:a16="http://schemas.microsoft.com/office/drawing/2014/main" id="{04A9446D-2BFC-4939-818D-3F0597CC57CD}"/>
              </a:ext>
            </a:extLst>
          </p:cNvPr>
          <p:cNvSpPr>
            <a:spLocks xmlns:a="http://schemas.openxmlformats.org/drawingml/2006/main" noGrp="1"/>
          </p:cNvSpPr>
          <p:nvPr/>
        </p:nvSpPr>
        <p:spPr>
          <a:xfrm xmlns:a="http://schemas.openxmlformats.org/drawingml/2006/main">
            <a:off x="841248" y="2194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整段波形</a:t>
            </a:r>
          </a:p>
        </p:txBody>
      </p:sp>
      <p:sp>
        <p:nvSpPr>
          <p:cNvPr id="7" name="TextBox 6">
            <a:extLst xmlns:a="http://schemas.openxmlformats.org/drawingml/2006/main">
              <a:ext uri="{FF2B5EF4-FFF2-40B4-BE49-F238E27FC236}">
                <a16:creationId xmlns:a16="http://schemas.microsoft.com/office/drawing/2014/main" id="{BAC152A4-0156-435B-AD2B-583D0340F14A}"/>
              </a:ext>
            </a:extLst>
          </p:cNvPr>
          <p:cNvSpPr>
            <a:spLocks xmlns:a="http://schemas.openxmlformats.org/drawingml/2006/main" noGrp="1"/>
          </p:cNvSpPr>
          <p:nvPr/>
        </p:nvSpPr>
        <p:spPr>
          <a:xfrm xmlns:a="http://schemas.openxmlformats.org/drawingml/2006/main">
            <a:off x="6446520" y="219456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局部放大：真实样本点</a:t>
            </a:r>
          </a:p>
        </p:txBody>
      </p:sp>
      <p:sp>
        <p:nvSpPr>
          <p:cNvPr id="8" name="Connector 7">
            <a:extLst xmlns:a="http://schemas.openxmlformats.org/drawingml/2006/main">
              <a:ext uri="{FF2B5EF4-FFF2-40B4-BE49-F238E27FC236}">
                <a16:creationId xmlns:a16="http://schemas.microsoft.com/office/drawing/2014/main" id="{8DB39EC5-E34F-45D0-B063-BB1227086F92}"/>
              </a:ext>
            </a:extLst>
          </p:cNvPr>
          <p:cNvSpPr>
            <a:spLocks xmlns:a="http://schemas.openxmlformats.org/drawingml/2006/main" noGrp="1"/>
          </p:cNvSpPr>
          <p:nvPr/>
        </p:nvSpPr>
        <p:spPr>
          <a:xfrm xmlns:a="http://schemas.openxmlformats.org/drawingml/2006/main">
            <a:off x="804672" y="3794760"/>
            <a:ext cx="5029200"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7487D78D-C963-4A15-B97D-596BAC20EB0E}"/>
              </a:ext>
            </a:extLst>
          </p:cNvPr>
          <p:cNvSpPr>
            <a:spLocks xmlns:a="http://schemas.openxmlformats.org/drawingml/2006/main" noGrp="1"/>
          </p:cNvSpPr>
          <p:nvPr/>
        </p:nvSpPr>
        <p:spPr>
          <a:xfrm xmlns:a="http://schemas.openxmlformats.org/drawingml/2006/main">
            <a:off x="850392"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D6B0AA4-A43D-4B02-A23A-8DABB18D362F}"/>
              </a:ext>
            </a:extLst>
          </p:cNvPr>
          <p:cNvSpPr>
            <a:spLocks xmlns:a="http://schemas.openxmlformats.org/drawingml/2006/main" noGrp="1"/>
          </p:cNvSpPr>
          <p:nvPr/>
        </p:nvSpPr>
        <p:spPr>
          <a:xfrm xmlns:a="http://schemas.openxmlformats.org/drawingml/2006/main" flipV="1">
            <a:off x="923544" y="3597279"/>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9341B68-647D-4A3F-A123-BE2EDA299763}"/>
              </a:ext>
            </a:extLst>
          </p:cNvPr>
          <p:cNvSpPr>
            <a:spLocks xmlns:a="http://schemas.openxmlformats.org/drawingml/2006/main" noGrp="1"/>
          </p:cNvSpPr>
          <p:nvPr/>
        </p:nvSpPr>
        <p:spPr>
          <a:xfrm xmlns:a="http://schemas.openxmlformats.org/drawingml/2006/main" flipV="1">
            <a:off x="97017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0949B14-8E93-4F17-9B99-11BD61E9DF25}"/>
              </a:ext>
            </a:extLst>
          </p:cNvPr>
          <p:cNvSpPr>
            <a:spLocks xmlns:a="http://schemas.openxmlformats.org/drawingml/2006/main" noGrp="1"/>
          </p:cNvSpPr>
          <p:nvPr/>
        </p:nvSpPr>
        <p:spPr>
          <a:xfrm xmlns:a="http://schemas.openxmlformats.org/drawingml/2006/main" flipV="1">
            <a:off x="101681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9BE5482-E7CA-491E-BE17-199A811451AC}"/>
              </a:ext>
            </a:extLst>
          </p:cNvPr>
          <p:cNvSpPr>
            <a:spLocks xmlns:a="http://schemas.openxmlformats.org/drawingml/2006/main" noGrp="1"/>
          </p:cNvSpPr>
          <p:nvPr/>
        </p:nvSpPr>
        <p:spPr>
          <a:xfrm xmlns:a="http://schemas.openxmlformats.org/drawingml/2006/main" flipV="1">
            <a:off x="106344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301A3C77-BEF2-4C7B-B5D8-E92AE8A1A226}"/>
              </a:ext>
            </a:extLst>
          </p:cNvPr>
          <p:cNvSpPr>
            <a:spLocks xmlns:a="http://schemas.openxmlformats.org/drawingml/2006/main" noGrp="1"/>
          </p:cNvSpPr>
          <p:nvPr/>
        </p:nvSpPr>
        <p:spPr>
          <a:xfrm xmlns:a="http://schemas.openxmlformats.org/drawingml/2006/main" flipV="1">
            <a:off x="111008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0BEDE64-05E0-418C-9BF3-E370C356963C}"/>
              </a:ext>
            </a:extLst>
          </p:cNvPr>
          <p:cNvSpPr>
            <a:spLocks xmlns:a="http://schemas.openxmlformats.org/drawingml/2006/main" noGrp="1"/>
          </p:cNvSpPr>
          <p:nvPr/>
        </p:nvSpPr>
        <p:spPr>
          <a:xfrm xmlns:a="http://schemas.openxmlformats.org/drawingml/2006/main" flipV="1">
            <a:off x="115671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9B29C11A-89AD-46C1-92D5-5FFCA8214058}"/>
              </a:ext>
            </a:extLst>
          </p:cNvPr>
          <p:cNvSpPr>
            <a:spLocks xmlns:a="http://schemas.openxmlformats.org/drawingml/2006/main" noGrp="1"/>
          </p:cNvSpPr>
          <p:nvPr/>
        </p:nvSpPr>
        <p:spPr>
          <a:xfrm xmlns:a="http://schemas.openxmlformats.org/drawingml/2006/main" flipV="1">
            <a:off x="120335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3281B87-8937-430F-8D34-D1F2C1EFF337}"/>
              </a:ext>
            </a:extLst>
          </p:cNvPr>
          <p:cNvSpPr>
            <a:spLocks xmlns:a="http://schemas.openxmlformats.org/drawingml/2006/main" noGrp="1"/>
          </p:cNvSpPr>
          <p:nvPr/>
        </p:nvSpPr>
        <p:spPr>
          <a:xfrm xmlns:a="http://schemas.openxmlformats.org/drawingml/2006/main" flipV="1">
            <a:off x="124998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474EB46-A81B-4036-A966-13009FBD5AE0}"/>
              </a:ext>
            </a:extLst>
          </p:cNvPr>
          <p:cNvSpPr>
            <a:spLocks xmlns:a="http://schemas.openxmlformats.org/drawingml/2006/main" noGrp="1"/>
          </p:cNvSpPr>
          <p:nvPr/>
        </p:nvSpPr>
        <p:spPr>
          <a:xfrm xmlns:a="http://schemas.openxmlformats.org/drawingml/2006/main" flipV="1">
            <a:off x="129661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9DACF00B-C482-4CDE-B938-F53E2701DD4D}"/>
              </a:ext>
            </a:extLst>
          </p:cNvPr>
          <p:cNvSpPr>
            <a:spLocks xmlns:a="http://schemas.openxmlformats.org/drawingml/2006/main" noGrp="1"/>
          </p:cNvSpPr>
          <p:nvPr/>
        </p:nvSpPr>
        <p:spPr>
          <a:xfrm xmlns:a="http://schemas.openxmlformats.org/drawingml/2006/main" flipV="1">
            <a:off x="1343253" y="3124037"/>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A2CDBEEB-E0AD-42FA-A36E-FE644D0EB231}"/>
              </a:ext>
            </a:extLst>
          </p:cNvPr>
          <p:cNvSpPr>
            <a:spLocks xmlns:a="http://schemas.openxmlformats.org/drawingml/2006/main" noGrp="1"/>
          </p:cNvSpPr>
          <p:nvPr/>
        </p:nvSpPr>
        <p:spPr>
          <a:xfrm xmlns:a="http://schemas.openxmlformats.org/drawingml/2006/main" flipV="1">
            <a:off x="1389888" y="311712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0607271-1E07-44EB-A26D-9D1C9EC75DC9}"/>
              </a:ext>
            </a:extLst>
          </p:cNvPr>
          <p:cNvSpPr>
            <a:spLocks xmlns:a="http://schemas.openxmlformats.org/drawingml/2006/main" noGrp="1"/>
          </p:cNvSpPr>
          <p:nvPr/>
        </p:nvSpPr>
        <p:spPr>
          <a:xfrm xmlns:a="http://schemas.openxmlformats.org/drawingml/2006/main">
            <a:off x="143652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ADCF9B9E-D98C-47CC-8F3C-D8258CF49BFB}"/>
              </a:ext>
            </a:extLst>
          </p:cNvPr>
          <p:cNvSpPr>
            <a:spLocks xmlns:a="http://schemas.openxmlformats.org/drawingml/2006/main" noGrp="1"/>
          </p:cNvSpPr>
          <p:nvPr/>
        </p:nvSpPr>
        <p:spPr>
          <a:xfrm xmlns:a="http://schemas.openxmlformats.org/drawingml/2006/main">
            <a:off x="148315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FC342B41-DEB3-461A-AB7D-C2D3AD09EC69}"/>
              </a:ext>
            </a:extLst>
          </p:cNvPr>
          <p:cNvSpPr>
            <a:spLocks xmlns:a="http://schemas.openxmlformats.org/drawingml/2006/main" noGrp="1"/>
          </p:cNvSpPr>
          <p:nvPr/>
        </p:nvSpPr>
        <p:spPr>
          <a:xfrm xmlns:a="http://schemas.openxmlformats.org/drawingml/2006/main">
            <a:off x="152979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9C94ADA-7070-4AEB-8F2B-2BE6DC527C80}"/>
              </a:ext>
            </a:extLst>
          </p:cNvPr>
          <p:cNvSpPr>
            <a:spLocks xmlns:a="http://schemas.openxmlformats.org/drawingml/2006/main" noGrp="1"/>
          </p:cNvSpPr>
          <p:nvPr/>
        </p:nvSpPr>
        <p:spPr>
          <a:xfrm xmlns:a="http://schemas.openxmlformats.org/drawingml/2006/main">
            <a:off x="157642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D849AEE8-BE68-4C5F-B2F9-BF33C881D3A2}"/>
              </a:ext>
            </a:extLst>
          </p:cNvPr>
          <p:cNvSpPr>
            <a:spLocks xmlns:a="http://schemas.openxmlformats.org/drawingml/2006/main" noGrp="1"/>
          </p:cNvSpPr>
          <p:nvPr/>
        </p:nvSpPr>
        <p:spPr>
          <a:xfrm xmlns:a="http://schemas.openxmlformats.org/drawingml/2006/main">
            <a:off x="162306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E1BAFEAE-E47F-438C-B51E-401C6F85A3C9}"/>
              </a:ext>
            </a:extLst>
          </p:cNvPr>
          <p:cNvSpPr>
            <a:spLocks xmlns:a="http://schemas.openxmlformats.org/drawingml/2006/main" noGrp="1"/>
          </p:cNvSpPr>
          <p:nvPr/>
        </p:nvSpPr>
        <p:spPr>
          <a:xfrm xmlns:a="http://schemas.openxmlformats.org/drawingml/2006/main">
            <a:off x="166969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8B8415F9-0DE7-4D53-AAD8-7E8A737DF1F9}"/>
              </a:ext>
            </a:extLst>
          </p:cNvPr>
          <p:cNvSpPr>
            <a:spLocks xmlns:a="http://schemas.openxmlformats.org/drawingml/2006/main" noGrp="1"/>
          </p:cNvSpPr>
          <p:nvPr/>
        </p:nvSpPr>
        <p:spPr>
          <a:xfrm xmlns:a="http://schemas.openxmlformats.org/drawingml/2006/main">
            <a:off x="171632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1CAEE8CF-C061-4CED-8E58-4C2AA6A0C9AD}"/>
              </a:ext>
            </a:extLst>
          </p:cNvPr>
          <p:cNvSpPr>
            <a:spLocks xmlns:a="http://schemas.openxmlformats.org/drawingml/2006/main" noGrp="1"/>
          </p:cNvSpPr>
          <p:nvPr/>
        </p:nvSpPr>
        <p:spPr>
          <a:xfrm xmlns:a="http://schemas.openxmlformats.org/drawingml/2006/main">
            <a:off x="176296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794269B7-4284-434A-AE00-EECF9B82E44F}"/>
              </a:ext>
            </a:extLst>
          </p:cNvPr>
          <p:cNvSpPr>
            <a:spLocks xmlns:a="http://schemas.openxmlformats.org/drawingml/2006/main" noGrp="1"/>
          </p:cNvSpPr>
          <p:nvPr/>
        </p:nvSpPr>
        <p:spPr>
          <a:xfrm xmlns:a="http://schemas.openxmlformats.org/drawingml/2006/main">
            <a:off x="1809597" y="3421080"/>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4AC3CD1-C77F-442B-8252-4E6299289E93}"/>
              </a:ext>
            </a:extLst>
          </p:cNvPr>
          <p:cNvSpPr>
            <a:spLocks xmlns:a="http://schemas.openxmlformats.org/drawingml/2006/main" noGrp="1"/>
          </p:cNvSpPr>
          <p:nvPr/>
        </p:nvSpPr>
        <p:spPr>
          <a:xfrm xmlns:a="http://schemas.openxmlformats.org/drawingml/2006/main">
            <a:off x="1856232" y="3494894"/>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DA16D5D8-D16A-42F3-B6E8-916B4B237538}"/>
              </a:ext>
            </a:extLst>
          </p:cNvPr>
          <p:cNvSpPr>
            <a:spLocks xmlns:a="http://schemas.openxmlformats.org/drawingml/2006/main" noGrp="1"/>
          </p:cNvSpPr>
          <p:nvPr/>
        </p:nvSpPr>
        <p:spPr>
          <a:xfrm xmlns:a="http://schemas.openxmlformats.org/drawingml/2006/main">
            <a:off x="190286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B629F633-3726-4689-B15D-16F25F089C19}"/>
              </a:ext>
            </a:extLst>
          </p:cNvPr>
          <p:cNvSpPr>
            <a:spLocks xmlns:a="http://schemas.openxmlformats.org/drawingml/2006/main" noGrp="1"/>
          </p:cNvSpPr>
          <p:nvPr/>
        </p:nvSpPr>
        <p:spPr>
          <a:xfrm xmlns:a="http://schemas.openxmlformats.org/drawingml/2006/main">
            <a:off x="194950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63907CA9-AA0D-4B87-8D30-BBA7B419611E}"/>
              </a:ext>
            </a:extLst>
          </p:cNvPr>
          <p:cNvSpPr>
            <a:spLocks xmlns:a="http://schemas.openxmlformats.org/drawingml/2006/main" noGrp="1"/>
          </p:cNvSpPr>
          <p:nvPr/>
        </p:nvSpPr>
        <p:spPr>
          <a:xfrm xmlns:a="http://schemas.openxmlformats.org/drawingml/2006/main">
            <a:off x="199613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F8D314F-CB5E-47FA-9D22-593B5E6D2AA8}"/>
              </a:ext>
            </a:extLst>
          </p:cNvPr>
          <p:cNvSpPr>
            <a:spLocks xmlns:a="http://schemas.openxmlformats.org/drawingml/2006/main" noGrp="1"/>
          </p:cNvSpPr>
          <p:nvPr/>
        </p:nvSpPr>
        <p:spPr>
          <a:xfrm xmlns:a="http://schemas.openxmlformats.org/drawingml/2006/main">
            <a:off x="204276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C0F282CF-163D-4ED1-A604-9B908CEEAD83}"/>
              </a:ext>
            </a:extLst>
          </p:cNvPr>
          <p:cNvSpPr>
            <a:spLocks xmlns:a="http://schemas.openxmlformats.org/drawingml/2006/main" noGrp="1"/>
          </p:cNvSpPr>
          <p:nvPr/>
        </p:nvSpPr>
        <p:spPr>
          <a:xfrm xmlns:a="http://schemas.openxmlformats.org/drawingml/2006/main">
            <a:off x="208940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152CEBF-6755-460F-9859-0BC2FFA5B811}"/>
              </a:ext>
            </a:extLst>
          </p:cNvPr>
          <p:cNvSpPr>
            <a:spLocks xmlns:a="http://schemas.openxmlformats.org/drawingml/2006/main" noGrp="1"/>
          </p:cNvSpPr>
          <p:nvPr/>
        </p:nvSpPr>
        <p:spPr>
          <a:xfrm xmlns:a="http://schemas.openxmlformats.org/drawingml/2006/main">
            <a:off x="213603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5BA94150-2EDA-465D-A004-605976F8A214}"/>
              </a:ext>
            </a:extLst>
          </p:cNvPr>
          <p:cNvSpPr>
            <a:spLocks xmlns:a="http://schemas.openxmlformats.org/drawingml/2006/main" noGrp="1"/>
          </p:cNvSpPr>
          <p:nvPr/>
        </p:nvSpPr>
        <p:spPr>
          <a:xfrm xmlns:a="http://schemas.openxmlformats.org/drawingml/2006/main">
            <a:off x="218267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487C7FE9-E73C-447D-9B12-E140A9DF0E63}"/>
              </a:ext>
            </a:extLst>
          </p:cNvPr>
          <p:cNvSpPr>
            <a:spLocks xmlns:a="http://schemas.openxmlformats.org/drawingml/2006/main" noGrp="1"/>
          </p:cNvSpPr>
          <p:nvPr/>
        </p:nvSpPr>
        <p:spPr>
          <a:xfrm xmlns:a="http://schemas.openxmlformats.org/drawingml/2006/main">
            <a:off x="222930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E3096BB-7777-45DE-8E6D-36E3820B60FA}"/>
              </a:ext>
            </a:extLst>
          </p:cNvPr>
          <p:cNvSpPr>
            <a:spLocks xmlns:a="http://schemas.openxmlformats.org/drawingml/2006/main" noGrp="1"/>
          </p:cNvSpPr>
          <p:nvPr/>
        </p:nvSpPr>
        <p:spPr>
          <a:xfrm xmlns:a="http://schemas.openxmlformats.org/drawingml/2006/main">
            <a:off x="227594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FF953E4-7913-447E-8E88-A8A60A20728C}"/>
              </a:ext>
            </a:extLst>
          </p:cNvPr>
          <p:cNvSpPr>
            <a:spLocks xmlns:a="http://schemas.openxmlformats.org/drawingml/2006/main" noGrp="1"/>
          </p:cNvSpPr>
          <p:nvPr/>
        </p:nvSpPr>
        <p:spPr>
          <a:xfrm xmlns:a="http://schemas.openxmlformats.org/drawingml/2006/main">
            <a:off x="232257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C1EB02C4-8945-4BE1-82DD-8B4DF3CAA8C7}"/>
              </a:ext>
            </a:extLst>
          </p:cNvPr>
          <p:cNvSpPr>
            <a:spLocks xmlns:a="http://schemas.openxmlformats.org/drawingml/2006/main" noGrp="1"/>
          </p:cNvSpPr>
          <p:nvPr/>
        </p:nvSpPr>
        <p:spPr>
          <a:xfrm xmlns:a="http://schemas.openxmlformats.org/drawingml/2006/main">
            <a:off x="236921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0CB4663-2A44-4F58-B140-2D0AA2F5F51D}"/>
              </a:ext>
            </a:extLst>
          </p:cNvPr>
          <p:cNvSpPr>
            <a:spLocks xmlns:a="http://schemas.openxmlformats.org/drawingml/2006/main" noGrp="1"/>
          </p:cNvSpPr>
          <p:nvPr/>
        </p:nvSpPr>
        <p:spPr>
          <a:xfrm xmlns:a="http://schemas.openxmlformats.org/drawingml/2006/main">
            <a:off x="241584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CA2C07D9-4302-4FE6-92D6-2C7968DF3546}"/>
              </a:ext>
            </a:extLst>
          </p:cNvPr>
          <p:cNvSpPr>
            <a:spLocks xmlns:a="http://schemas.openxmlformats.org/drawingml/2006/main" noGrp="1"/>
          </p:cNvSpPr>
          <p:nvPr/>
        </p:nvSpPr>
        <p:spPr>
          <a:xfrm xmlns:a="http://schemas.openxmlformats.org/drawingml/2006/main">
            <a:off x="246247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F542925C-93D1-4837-9756-0EC0AADFE660}"/>
              </a:ext>
            </a:extLst>
          </p:cNvPr>
          <p:cNvSpPr>
            <a:spLocks xmlns:a="http://schemas.openxmlformats.org/drawingml/2006/main" noGrp="1"/>
          </p:cNvSpPr>
          <p:nvPr/>
        </p:nvSpPr>
        <p:spPr>
          <a:xfrm xmlns:a="http://schemas.openxmlformats.org/drawingml/2006/main">
            <a:off x="250911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FF21C8D0-1BB2-4DFF-9D15-BA654CA2EB61}"/>
              </a:ext>
            </a:extLst>
          </p:cNvPr>
          <p:cNvSpPr>
            <a:spLocks xmlns:a="http://schemas.openxmlformats.org/drawingml/2006/main" noGrp="1"/>
          </p:cNvSpPr>
          <p:nvPr/>
        </p:nvSpPr>
        <p:spPr>
          <a:xfrm xmlns:a="http://schemas.openxmlformats.org/drawingml/2006/main">
            <a:off x="255574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C7531AC-8AC2-40BC-9011-3129F7AE09FD}"/>
              </a:ext>
            </a:extLst>
          </p:cNvPr>
          <p:cNvSpPr>
            <a:spLocks xmlns:a="http://schemas.openxmlformats.org/drawingml/2006/main" noGrp="1"/>
          </p:cNvSpPr>
          <p:nvPr/>
        </p:nvSpPr>
        <p:spPr>
          <a:xfrm xmlns:a="http://schemas.openxmlformats.org/drawingml/2006/main" flipV="1">
            <a:off x="260238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62B4447-9FDB-4DA8-B059-3182E8A898F4}"/>
              </a:ext>
            </a:extLst>
          </p:cNvPr>
          <p:cNvSpPr>
            <a:spLocks xmlns:a="http://schemas.openxmlformats.org/drawingml/2006/main" noGrp="1"/>
          </p:cNvSpPr>
          <p:nvPr/>
        </p:nvSpPr>
        <p:spPr>
          <a:xfrm xmlns:a="http://schemas.openxmlformats.org/drawingml/2006/main" flipV="1">
            <a:off x="264901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3D92A1FC-B67D-4A5B-A9C9-720DA477D36E}"/>
              </a:ext>
            </a:extLst>
          </p:cNvPr>
          <p:cNvSpPr>
            <a:spLocks xmlns:a="http://schemas.openxmlformats.org/drawingml/2006/main" noGrp="1"/>
          </p:cNvSpPr>
          <p:nvPr/>
        </p:nvSpPr>
        <p:spPr>
          <a:xfrm xmlns:a="http://schemas.openxmlformats.org/drawingml/2006/main" flipV="1">
            <a:off x="269565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88959F7-39D0-4ED8-A35B-19B6AEC53052}"/>
              </a:ext>
            </a:extLst>
          </p:cNvPr>
          <p:cNvSpPr>
            <a:spLocks xmlns:a="http://schemas.openxmlformats.org/drawingml/2006/main" noGrp="1"/>
          </p:cNvSpPr>
          <p:nvPr/>
        </p:nvSpPr>
        <p:spPr>
          <a:xfrm xmlns:a="http://schemas.openxmlformats.org/drawingml/2006/main" flipV="1">
            <a:off x="274228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48B14BE2-8E81-4DD7-B295-44314DE87C5B}"/>
              </a:ext>
            </a:extLst>
          </p:cNvPr>
          <p:cNvSpPr>
            <a:spLocks xmlns:a="http://schemas.openxmlformats.org/drawingml/2006/main" noGrp="1"/>
          </p:cNvSpPr>
          <p:nvPr/>
        </p:nvSpPr>
        <p:spPr>
          <a:xfrm xmlns:a="http://schemas.openxmlformats.org/drawingml/2006/main" flipV="1">
            <a:off x="278892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FA06E789-66C7-4DD6-8F48-B6E7A9A64688}"/>
              </a:ext>
            </a:extLst>
          </p:cNvPr>
          <p:cNvSpPr>
            <a:spLocks xmlns:a="http://schemas.openxmlformats.org/drawingml/2006/main" noGrp="1"/>
          </p:cNvSpPr>
          <p:nvPr/>
        </p:nvSpPr>
        <p:spPr>
          <a:xfrm xmlns:a="http://schemas.openxmlformats.org/drawingml/2006/main" flipV="1">
            <a:off x="283555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73A8A53-F05D-4D1F-B82F-39FEE2B8CE95}"/>
              </a:ext>
            </a:extLst>
          </p:cNvPr>
          <p:cNvSpPr>
            <a:spLocks xmlns:a="http://schemas.openxmlformats.org/drawingml/2006/main" noGrp="1"/>
          </p:cNvSpPr>
          <p:nvPr/>
        </p:nvSpPr>
        <p:spPr>
          <a:xfrm xmlns:a="http://schemas.openxmlformats.org/drawingml/2006/main" flipV="1">
            <a:off x="288218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45AFF46-F0D0-4F6B-9DED-420E7702457C}"/>
              </a:ext>
            </a:extLst>
          </p:cNvPr>
          <p:cNvSpPr>
            <a:spLocks xmlns:a="http://schemas.openxmlformats.org/drawingml/2006/main" noGrp="1"/>
          </p:cNvSpPr>
          <p:nvPr/>
        </p:nvSpPr>
        <p:spPr>
          <a:xfrm xmlns:a="http://schemas.openxmlformats.org/drawingml/2006/main" flipV="1">
            <a:off x="292882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BC1DA55-2040-4B71-9558-F030BA271951}"/>
              </a:ext>
            </a:extLst>
          </p:cNvPr>
          <p:cNvSpPr>
            <a:spLocks xmlns:a="http://schemas.openxmlformats.org/drawingml/2006/main" noGrp="1"/>
          </p:cNvSpPr>
          <p:nvPr/>
        </p:nvSpPr>
        <p:spPr>
          <a:xfrm xmlns:a="http://schemas.openxmlformats.org/drawingml/2006/main" flipV="1">
            <a:off x="2975457" y="4094625"/>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11A5FD36-7CF5-4C95-A066-DD042E66C4C0}"/>
              </a:ext>
            </a:extLst>
          </p:cNvPr>
          <p:cNvSpPr>
            <a:spLocks xmlns:a="http://schemas.openxmlformats.org/drawingml/2006/main" noGrp="1"/>
          </p:cNvSpPr>
          <p:nvPr/>
        </p:nvSpPr>
        <p:spPr>
          <a:xfrm xmlns:a="http://schemas.openxmlformats.org/drawingml/2006/main" flipV="1">
            <a:off x="3022091" y="4016082"/>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4323A357-8C28-45BD-9416-7DF02386E9C5}"/>
              </a:ext>
            </a:extLst>
          </p:cNvPr>
          <p:cNvSpPr>
            <a:spLocks xmlns:a="http://schemas.openxmlformats.org/drawingml/2006/main" noGrp="1"/>
          </p:cNvSpPr>
          <p:nvPr/>
        </p:nvSpPr>
        <p:spPr>
          <a:xfrm xmlns:a="http://schemas.openxmlformats.org/drawingml/2006/main" flipV="1">
            <a:off x="306872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2B6599-17BA-47BF-A11E-846FCA7F3CB0}"/>
              </a:ext>
            </a:extLst>
          </p:cNvPr>
          <p:cNvSpPr>
            <a:spLocks xmlns:a="http://schemas.openxmlformats.org/drawingml/2006/main" noGrp="1"/>
          </p:cNvSpPr>
          <p:nvPr/>
        </p:nvSpPr>
        <p:spPr>
          <a:xfrm xmlns:a="http://schemas.openxmlformats.org/drawingml/2006/main" flipV="1">
            <a:off x="311536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0E1CBD8D-BAD2-4BD1-8304-7EFDF2629841}"/>
              </a:ext>
            </a:extLst>
          </p:cNvPr>
          <p:cNvSpPr>
            <a:spLocks xmlns:a="http://schemas.openxmlformats.org/drawingml/2006/main" noGrp="1"/>
          </p:cNvSpPr>
          <p:nvPr/>
        </p:nvSpPr>
        <p:spPr>
          <a:xfrm xmlns:a="http://schemas.openxmlformats.org/drawingml/2006/main" flipV="1">
            <a:off x="316199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A990466-601E-40DF-A689-FE263BB31104}"/>
              </a:ext>
            </a:extLst>
          </p:cNvPr>
          <p:cNvSpPr>
            <a:spLocks xmlns:a="http://schemas.openxmlformats.org/drawingml/2006/main" noGrp="1"/>
          </p:cNvSpPr>
          <p:nvPr/>
        </p:nvSpPr>
        <p:spPr>
          <a:xfrm xmlns:a="http://schemas.openxmlformats.org/drawingml/2006/main" flipV="1">
            <a:off x="320862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15EE446-6F2A-409C-A5F6-456C0FB97E61}"/>
              </a:ext>
            </a:extLst>
          </p:cNvPr>
          <p:cNvSpPr>
            <a:spLocks xmlns:a="http://schemas.openxmlformats.org/drawingml/2006/main" noGrp="1"/>
          </p:cNvSpPr>
          <p:nvPr/>
        </p:nvSpPr>
        <p:spPr>
          <a:xfrm xmlns:a="http://schemas.openxmlformats.org/drawingml/2006/main" flipV="1">
            <a:off x="3255263" y="3597279"/>
            <a:ext cx="46635"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2448B1B8-829E-460B-9644-2DD2A1150EC7}"/>
              </a:ext>
            </a:extLst>
          </p:cNvPr>
          <p:cNvSpPr>
            <a:spLocks xmlns:a="http://schemas.openxmlformats.org/drawingml/2006/main" noGrp="1"/>
          </p:cNvSpPr>
          <p:nvPr/>
        </p:nvSpPr>
        <p:spPr>
          <a:xfrm xmlns:a="http://schemas.openxmlformats.org/drawingml/2006/main" flipV="1">
            <a:off x="330189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303FFB5-732D-4E20-9B6E-34C836CEAF1D}"/>
              </a:ext>
            </a:extLst>
          </p:cNvPr>
          <p:cNvSpPr>
            <a:spLocks xmlns:a="http://schemas.openxmlformats.org/drawingml/2006/main" noGrp="1"/>
          </p:cNvSpPr>
          <p:nvPr/>
        </p:nvSpPr>
        <p:spPr>
          <a:xfrm xmlns:a="http://schemas.openxmlformats.org/drawingml/2006/main" flipV="1">
            <a:off x="334853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F8A813C-7537-4C6D-AF6A-0BBC10807B0F}"/>
              </a:ext>
            </a:extLst>
          </p:cNvPr>
          <p:cNvSpPr>
            <a:spLocks xmlns:a="http://schemas.openxmlformats.org/drawingml/2006/main" noGrp="1"/>
          </p:cNvSpPr>
          <p:nvPr/>
        </p:nvSpPr>
        <p:spPr>
          <a:xfrm xmlns:a="http://schemas.openxmlformats.org/drawingml/2006/main" flipV="1">
            <a:off x="339516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A21F48E-11E6-4FB9-8EFC-40F2C702DEF3}"/>
              </a:ext>
            </a:extLst>
          </p:cNvPr>
          <p:cNvSpPr>
            <a:spLocks xmlns:a="http://schemas.openxmlformats.org/drawingml/2006/main" noGrp="1"/>
          </p:cNvSpPr>
          <p:nvPr/>
        </p:nvSpPr>
        <p:spPr>
          <a:xfrm xmlns:a="http://schemas.openxmlformats.org/drawingml/2006/main" flipV="1">
            <a:off x="344180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CC0595C0-05B2-4241-BA6F-3A84844E7DD3}"/>
              </a:ext>
            </a:extLst>
          </p:cNvPr>
          <p:cNvSpPr>
            <a:spLocks xmlns:a="http://schemas.openxmlformats.org/drawingml/2006/main" noGrp="1"/>
          </p:cNvSpPr>
          <p:nvPr/>
        </p:nvSpPr>
        <p:spPr>
          <a:xfrm xmlns:a="http://schemas.openxmlformats.org/drawingml/2006/main" flipV="1">
            <a:off x="348843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6D666CA6-2940-434D-9426-98E6EC7AEDEC}"/>
              </a:ext>
            </a:extLst>
          </p:cNvPr>
          <p:cNvSpPr>
            <a:spLocks xmlns:a="http://schemas.openxmlformats.org/drawingml/2006/main" noGrp="1"/>
          </p:cNvSpPr>
          <p:nvPr/>
        </p:nvSpPr>
        <p:spPr>
          <a:xfrm xmlns:a="http://schemas.openxmlformats.org/drawingml/2006/main" flipV="1">
            <a:off x="353507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D78AB4D-F258-4BB9-8E60-AEBA09BFB915}"/>
              </a:ext>
            </a:extLst>
          </p:cNvPr>
          <p:cNvSpPr>
            <a:spLocks xmlns:a="http://schemas.openxmlformats.org/drawingml/2006/main" noGrp="1"/>
          </p:cNvSpPr>
          <p:nvPr/>
        </p:nvSpPr>
        <p:spPr>
          <a:xfrm xmlns:a="http://schemas.openxmlformats.org/drawingml/2006/main" flipV="1">
            <a:off x="358170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270E3E0-BDDD-4E54-8272-2B7BFF8D5F4B}"/>
              </a:ext>
            </a:extLst>
          </p:cNvPr>
          <p:cNvSpPr>
            <a:spLocks xmlns:a="http://schemas.openxmlformats.org/drawingml/2006/main" noGrp="1"/>
          </p:cNvSpPr>
          <p:nvPr/>
        </p:nvSpPr>
        <p:spPr>
          <a:xfrm xmlns:a="http://schemas.openxmlformats.org/drawingml/2006/main" flipV="1">
            <a:off x="362833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1FD99A0-4DA4-4FC6-9170-98A318F7F2A7}"/>
              </a:ext>
            </a:extLst>
          </p:cNvPr>
          <p:cNvSpPr>
            <a:spLocks xmlns:a="http://schemas.openxmlformats.org/drawingml/2006/main" noGrp="1"/>
          </p:cNvSpPr>
          <p:nvPr/>
        </p:nvSpPr>
        <p:spPr>
          <a:xfrm xmlns:a="http://schemas.openxmlformats.org/drawingml/2006/main" flipV="1">
            <a:off x="3674973" y="3124037"/>
            <a:ext cx="46634"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F83CB90B-7CEC-4C3C-BC83-144C71BD9955}"/>
              </a:ext>
            </a:extLst>
          </p:cNvPr>
          <p:cNvSpPr>
            <a:spLocks xmlns:a="http://schemas.openxmlformats.org/drawingml/2006/main" noGrp="1"/>
          </p:cNvSpPr>
          <p:nvPr/>
        </p:nvSpPr>
        <p:spPr>
          <a:xfrm xmlns:a="http://schemas.openxmlformats.org/drawingml/2006/main" flipV="1">
            <a:off x="3721607" y="3117122"/>
            <a:ext cx="46635"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C008529-D613-44FA-A508-1EA42D8555FB}"/>
              </a:ext>
            </a:extLst>
          </p:cNvPr>
          <p:cNvSpPr>
            <a:spLocks xmlns:a="http://schemas.openxmlformats.org/drawingml/2006/main" noGrp="1"/>
          </p:cNvSpPr>
          <p:nvPr/>
        </p:nvSpPr>
        <p:spPr>
          <a:xfrm xmlns:a="http://schemas.openxmlformats.org/drawingml/2006/main">
            <a:off x="376824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50B20F7-F148-4F2D-B9D6-E5E94F9500EE}"/>
              </a:ext>
            </a:extLst>
          </p:cNvPr>
          <p:cNvSpPr>
            <a:spLocks xmlns:a="http://schemas.openxmlformats.org/drawingml/2006/main" noGrp="1"/>
          </p:cNvSpPr>
          <p:nvPr/>
        </p:nvSpPr>
        <p:spPr>
          <a:xfrm xmlns:a="http://schemas.openxmlformats.org/drawingml/2006/main">
            <a:off x="381487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AABA3ACF-4E57-4A54-9C74-50CD4BCC1ADF}"/>
              </a:ext>
            </a:extLst>
          </p:cNvPr>
          <p:cNvSpPr>
            <a:spLocks xmlns:a="http://schemas.openxmlformats.org/drawingml/2006/main" noGrp="1"/>
          </p:cNvSpPr>
          <p:nvPr/>
        </p:nvSpPr>
        <p:spPr>
          <a:xfrm xmlns:a="http://schemas.openxmlformats.org/drawingml/2006/main">
            <a:off x="386151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60433845-212A-4D87-8621-902D30A6B5C9}"/>
              </a:ext>
            </a:extLst>
          </p:cNvPr>
          <p:cNvSpPr>
            <a:spLocks xmlns:a="http://schemas.openxmlformats.org/drawingml/2006/main" noGrp="1"/>
          </p:cNvSpPr>
          <p:nvPr/>
        </p:nvSpPr>
        <p:spPr>
          <a:xfrm xmlns:a="http://schemas.openxmlformats.org/drawingml/2006/main">
            <a:off x="390814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A4CB04EB-12AF-4214-8E32-FCB3F8CC27B2}"/>
              </a:ext>
            </a:extLst>
          </p:cNvPr>
          <p:cNvSpPr>
            <a:spLocks xmlns:a="http://schemas.openxmlformats.org/drawingml/2006/main" noGrp="1"/>
          </p:cNvSpPr>
          <p:nvPr/>
        </p:nvSpPr>
        <p:spPr>
          <a:xfrm xmlns:a="http://schemas.openxmlformats.org/drawingml/2006/main">
            <a:off x="395478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DB8F5557-E62E-44CF-8EBA-E44B9255EEC3}"/>
              </a:ext>
            </a:extLst>
          </p:cNvPr>
          <p:cNvSpPr>
            <a:spLocks xmlns:a="http://schemas.openxmlformats.org/drawingml/2006/main" noGrp="1"/>
          </p:cNvSpPr>
          <p:nvPr/>
        </p:nvSpPr>
        <p:spPr>
          <a:xfrm xmlns:a="http://schemas.openxmlformats.org/drawingml/2006/main">
            <a:off x="400141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B767E1D-1886-4A27-B708-F7D247272B84}"/>
              </a:ext>
            </a:extLst>
          </p:cNvPr>
          <p:cNvSpPr>
            <a:spLocks xmlns:a="http://schemas.openxmlformats.org/drawingml/2006/main" noGrp="1"/>
          </p:cNvSpPr>
          <p:nvPr/>
        </p:nvSpPr>
        <p:spPr>
          <a:xfrm xmlns:a="http://schemas.openxmlformats.org/drawingml/2006/main">
            <a:off x="404804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74D5008-13E1-4E51-9EC3-A13DE9B5F6A3}"/>
              </a:ext>
            </a:extLst>
          </p:cNvPr>
          <p:cNvSpPr>
            <a:spLocks xmlns:a="http://schemas.openxmlformats.org/drawingml/2006/main" noGrp="1"/>
          </p:cNvSpPr>
          <p:nvPr/>
        </p:nvSpPr>
        <p:spPr>
          <a:xfrm xmlns:a="http://schemas.openxmlformats.org/drawingml/2006/main">
            <a:off x="409468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48BAEAD5-68E5-45EF-8BF1-357F59CE8477}"/>
              </a:ext>
            </a:extLst>
          </p:cNvPr>
          <p:cNvSpPr>
            <a:spLocks xmlns:a="http://schemas.openxmlformats.org/drawingml/2006/main" noGrp="1"/>
          </p:cNvSpPr>
          <p:nvPr/>
        </p:nvSpPr>
        <p:spPr>
          <a:xfrm xmlns:a="http://schemas.openxmlformats.org/drawingml/2006/main">
            <a:off x="4141317" y="3421080"/>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40ED9C1B-EF5E-41A7-9792-77571E9F42FB}"/>
              </a:ext>
            </a:extLst>
          </p:cNvPr>
          <p:cNvSpPr>
            <a:spLocks xmlns:a="http://schemas.openxmlformats.org/drawingml/2006/main" noGrp="1"/>
          </p:cNvSpPr>
          <p:nvPr/>
        </p:nvSpPr>
        <p:spPr>
          <a:xfrm xmlns:a="http://schemas.openxmlformats.org/drawingml/2006/main">
            <a:off x="4187951" y="3494894"/>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D4E6BBE2-E231-4512-BF0D-E8FBED4C49EE}"/>
              </a:ext>
            </a:extLst>
          </p:cNvPr>
          <p:cNvSpPr>
            <a:spLocks xmlns:a="http://schemas.openxmlformats.org/drawingml/2006/main" noGrp="1"/>
          </p:cNvSpPr>
          <p:nvPr/>
        </p:nvSpPr>
        <p:spPr>
          <a:xfrm xmlns:a="http://schemas.openxmlformats.org/drawingml/2006/main">
            <a:off x="423458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CE978608-DF7B-45F4-86CF-A4E96034D4C6}"/>
              </a:ext>
            </a:extLst>
          </p:cNvPr>
          <p:cNvSpPr>
            <a:spLocks xmlns:a="http://schemas.openxmlformats.org/drawingml/2006/main" noGrp="1"/>
          </p:cNvSpPr>
          <p:nvPr/>
        </p:nvSpPr>
        <p:spPr>
          <a:xfrm xmlns:a="http://schemas.openxmlformats.org/drawingml/2006/main">
            <a:off x="428122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59AE975B-73ED-4420-B505-8968C4D961A5}"/>
              </a:ext>
            </a:extLst>
          </p:cNvPr>
          <p:cNvSpPr>
            <a:spLocks xmlns:a="http://schemas.openxmlformats.org/drawingml/2006/main" noGrp="1"/>
          </p:cNvSpPr>
          <p:nvPr/>
        </p:nvSpPr>
        <p:spPr>
          <a:xfrm xmlns:a="http://schemas.openxmlformats.org/drawingml/2006/main">
            <a:off x="432785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192FA127-F2E9-45EA-AEE1-3DF86AEB4747}"/>
              </a:ext>
            </a:extLst>
          </p:cNvPr>
          <p:cNvSpPr>
            <a:spLocks xmlns:a="http://schemas.openxmlformats.org/drawingml/2006/main" noGrp="1"/>
          </p:cNvSpPr>
          <p:nvPr/>
        </p:nvSpPr>
        <p:spPr>
          <a:xfrm xmlns:a="http://schemas.openxmlformats.org/drawingml/2006/main">
            <a:off x="437448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AA0FAF-7AE3-4D7B-8279-07D0A94B12D0}"/>
              </a:ext>
            </a:extLst>
          </p:cNvPr>
          <p:cNvSpPr>
            <a:spLocks xmlns:a="http://schemas.openxmlformats.org/drawingml/2006/main" noGrp="1"/>
          </p:cNvSpPr>
          <p:nvPr/>
        </p:nvSpPr>
        <p:spPr>
          <a:xfrm xmlns:a="http://schemas.openxmlformats.org/drawingml/2006/main">
            <a:off x="442112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7FD16BAF-B880-4FD8-8555-FE2F50E98568}"/>
              </a:ext>
            </a:extLst>
          </p:cNvPr>
          <p:cNvSpPr>
            <a:spLocks xmlns:a="http://schemas.openxmlformats.org/drawingml/2006/main" noGrp="1"/>
          </p:cNvSpPr>
          <p:nvPr/>
        </p:nvSpPr>
        <p:spPr>
          <a:xfrm xmlns:a="http://schemas.openxmlformats.org/drawingml/2006/main">
            <a:off x="446775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E696D058-26EB-422E-9AF9-545C445D9E8C}"/>
              </a:ext>
            </a:extLst>
          </p:cNvPr>
          <p:cNvSpPr>
            <a:spLocks xmlns:a="http://schemas.openxmlformats.org/drawingml/2006/main" noGrp="1"/>
          </p:cNvSpPr>
          <p:nvPr/>
        </p:nvSpPr>
        <p:spPr>
          <a:xfrm xmlns:a="http://schemas.openxmlformats.org/drawingml/2006/main">
            <a:off x="451439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B8985B43-9CA8-4A43-9A3F-73435E811C1E}"/>
              </a:ext>
            </a:extLst>
          </p:cNvPr>
          <p:cNvSpPr>
            <a:spLocks xmlns:a="http://schemas.openxmlformats.org/drawingml/2006/main" noGrp="1"/>
          </p:cNvSpPr>
          <p:nvPr/>
        </p:nvSpPr>
        <p:spPr>
          <a:xfrm xmlns:a="http://schemas.openxmlformats.org/drawingml/2006/main">
            <a:off x="456102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A5C618C-8D1E-4143-A0D3-0A2288E144B4}"/>
              </a:ext>
            </a:extLst>
          </p:cNvPr>
          <p:cNvSpPr>
            <a:spLocks xmlns:a="http://schemas.openxmlformats.org/drawingml/2006/main" noGrp="1"/>
          </p:cNvSpPr>
          <p:nvPr/>
        </p:nvSpPr>
        <p:spPr>
          <a:xfrm xmlns:a="http://schemas.openxmlformats.org/drawingml/2006/main">
            <a:off x="460766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A96E2BB-A3CC-4EE7-AC01-66098B7316B9}"/>
              </a:ext>
            </a:extLst>
          </p:cNvPr>
          <p:cNvSpPr>
            <a:spLocks xmlns:a="http://schemas.openxmlformats.org/drawingml/2006/main" noGrp="1"/>
          </p:cNvSpPr>
          <p:nvPr/>
        </p:nvSpPr>
        <p:spPr>
          <a:xfrm xmlns:a="http://schemas.openxmlformats.org/drawingml/2006/main">
            <a:off x="465429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51CFB502-053F-4EDC-A6D6-2F98031E3EE4}"/>
              </a:ext>
            </a:extLst>
          </p:cNvPr>
          <p:cNvSpPr>
            <a:spLocks xmlns:a="http://schemas.openxmlformats.org/drawingml/2006/main" noGrp="1"/>
          </p:cNvSpPr>
          <p:nvPr/>
        </p:nvSpPr>
        <p:spPr>
          <a:xfrm xmlns:a="http://schemas.openxmlformats.org/drawingml/2006/main">
            <a:off x="470093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49F2BF0-FAE3-4D71-BA21-90F35A6DD63F}"/>
              </a:ext>
            </a:extLst>
          </p:cNvPr>
          <p:cNvSpPr>
            <a:spLocks xmlns:a="http://schemas.openxmlformats.org/drawingml/2006/main" noGrp="1"/>
          </p:cNvSpPr>
          <p:nvPr/>
        </p:nvSpPr>
        <p:spPr>
          <a:xfrm xmlns:a="http://schemas.openxmlformats.org/drawingml/2006/main">
            <a:off x="474756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D54A9187-2FC8-47EA-B10C-654C989D71F8}"/>
              </a:ext>
            </a:extLst>
          </p:cNvPr>
          <p:cNvSpPr>
            <a:spLocks xmlns:a="http://schemas.openxmlformats.org/drawingml/2006/main" noGrp="1"/>
          </p:cNvSpPr>
          <p:nvPr/>
        </p:nvSpPr>
        <p:spPr>
          <a:xfrm xmlns:a="http://schemas.openxmlformats.org/drawingml/2006/main">
            <a:off x="479419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BE628574-BCD9-4E2E-8CFC-0727FE465AA2}"/>
              </a:ext>
            </a:extLst>
          </p:cNvPr>
          <p:cNvSpPr>
            <a:spLocks xmlns:a="http://schemas.openxmlformats.org/drawingml/2006/main" noGrp="1"/>
          </p:cNvSpPr>
          <p:nvPr/>
        </p:nvSpPr>
        <p:spPr>
          <a:xfrm xmlns:a="http://schemas.openxmlformats.org/drawingml/2006/main">
            <a:off x="484083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BD57A38-7815-4F3B-877D-050E09E36013}"/>
              </a:ext>
            </a:extLst>
          </p:cNvPr>
          <p:cNvSpPr>
            <a:spLocks xmlns:a="http://schemas.openxmlformats.org/drawingml/2006/main" noGrp="1"/>
          </p:cNvSpPr>
          <p:nvPr/>
        </p:nvSpPr>
        <p:spPr>
          <a:xfrm xmlns:a="http://schemas.openxmlformats.org/drawingml/2006/main">
            <a:off x="488746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05C10021-717C-4545-A72F-4FF8812AB375}"/>
              </a:ext>
            </a:extLst>
          </p:cNvPr>
          <p:cNvSpPr>
            <a:spLocks xmlns:a="http://schemas.openxmlformats.org/drawingml/2006/main" noGrp="1"/>
          </p:cNvSpPr>
          <p:nvPr/>
        </p:nvSpPr>
        <p:spPr>
          <a:xfrm xmlns:a="http://schemas.openxmlformats.org/drawingml/2006/main" flipV="1">
            <a:off x="493410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1FCEB968-45DF-4F33-A311-5C43244BB2DD}"/>
              </a:ext>
            </a:extLst>
          </p:cNvPr>
          <p:cNvSpPr>
            <a:spLocks xmlns:a="http://schemas.openxmlformats.org/drawingml/2006/main" noGrp="1"/>
          </p:cNvSpPr>
          <p:nvPr/>
        </p:nvSpPr>
        <p:spPr>
          <a:xfrm xmlns:a="http://schemas.openxmlformats.org/drawingml/2006/main" flipV="1">
            <a:off x="498073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A463E01B-E984-4B01-8F2D-EAB39A43AD46}"/>
              </a:ext>
            </a:extLst>
          </p:cNvPr>
          <p:cNvSpPr>
            <a:spLocks xmlns:a="http://schemas.openxmlformats.org/drawingml/2006/main" noGrp="1"/>
          </p:cNvSpPr>
          <p:nvPr/>
        </p:nvSpPr>
        <p:spPr>
          <a:xfrm xmlns:a="http://schemas.openxmlformats.org/drawingml/2006/main" flipV="1">
            <a:off x="502737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8289B99-1AD6-4487-9E54-A2322417FB59}"/>
              </a:ext>
            </a:extLst>
          </p:cNvPr>
          <p:cNvSpPr>
            <a:spLocks xmlns:a="http://schemas.openxmlformats.org/drawingml/2006/main" noGrp="1"/>
          </p:cNvSpPr>
          <p:nvPr/>
        </p:nvSpPr>
        <p:spPr>
          <a:xfrm xmlns:a="http://schemas.openxmlformats.org/drawingml/2006/main" flipV="1">
            <a:off x="507400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3BC740BE-5029-4607-AF32-B69133521F1F}"/>
              </a:ext>
            </a:extLst>
          </p:cNvPr>
          <p:cNvSpPr>
            <a:spLocks xmlns:a="http://schemas.openxmlformats.org/drawingml/2006/main" noGrp="1"/>
          </p:cNvSpPr>
          <p:nvPr/>
        </p:nvSpPr>
        <p:spPr>
          <a:xfrm xmlns:a="http://schemas.openxmlformats.org/drawingml/2006/main" flipV="1">
            <a:off x="512064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C73A5878-D29A-4F9B-8094-284E3E529DEC}"/>
              </a:ext>
            </a:extLst>
          </p:cNvPr>
          <p:cNvSpPr>
            <a:spLocks xmlns:a="http://schemas.openxmlformats.org/drawingml/2006/main" noGrp="1"/>
          </p:cNvSpPr>
          <p:nvPr/>
        </p:nvSpPr>
        <p:spPr>
          <a:xfrm xmlns:a="http://schemas.openxmlformats.org/drawingml/2006/main" flipV="1">
            <a:off x="516727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CC35F2DF-F20B-4EBF-AFF7-5938DBB0CAC6}"/>
              </a:ext>
            </a:extLst>
          </p:cNvPr>
          <p:cNvSpPr>
            <a:spLocks xmlns:a="http://schemas.openxmlformats.org/drawingml/2006/main" noGrp="1"/>
          </p:cNvSpPr>
          <p:nvPr/>
        </p:nvSpPr>
        <p:spPr>
          <a:xfrm xmlns:a="http://schemas.openxmlformats.org/drawingml/2006/main" flipV="1">
            <a:off x="521390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54625A1-DF1D-49B4-A093-6CBA77A82C06}"/>
              </a:ext>
            </a:extLst>
          </p:cNvPr>
          <p:cNvSpPr>
            <a:spLocks xmlns:a="http://schemas.openxmlformats.org/drawingml/2006/main" noGrp="1"/>
          </p:cNvSpPr>
          <p:nvPr/>
        </p:nvSpPr>
        <p:spPr>
          <a:xfrm xmlns:a="http://schemas.openxmlformats.org/drawingml/2006/main" flipV="1">
            <a:off x="526054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AB77B56-6FE8-492D-A3B6-82E029BDAD5D}"/>
              </a:ext>
            </a:extLst>
          </p:cNvPr>
          <p:cNvSpPr>
            <a:spLocks xmlns:a="http://schemas.openxmlformats.org/drawingml/2006/main" noGrp="1"/>
          </p:cNvSpPr>
          <p:nvPr/>
        </p:nvSpPr>
        <p:spPr>
          <a:xfrm xmlns:a="http://schemas.openxmlformats.org/drawingml/2006/main" flipV="1">
            <a:off x="5307177" y="4094625"/>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3DEEE476-C7ED-4D8E-AEEE-FF0AB2F5BC7C}"/>
              </a:ext>
            </a:extLst>
          </p:cNvPr>
          <p:cNvSpPr>
            <a:spLocks xmlns:a="http://schemas.openxmlformats.org/drawingml/2006/main" noGrp="1"/>
          </p:cNvSpPr>
          <p:nvPr/>
        </p:nvSpPr>
        <p:spPr>
          <a:xfrm xmlns:a="http://schemas.openxmlformats.org/drawingml/2006/main" flipV="1">
            <a:off x="5353812" y="4016082"/>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8ABBD39B-890D-49EC-BDA2-0E7020BB17D0}"/>
              </a:ext>
            </a:extLst>
          </p:cNvPr>
          <p:cNvSpPr>
            <a:spLocks xmlns:a="http://schemas.openxmlformats.org/drawingml/2006/main" noGrp="1"/>
          </p:cNvSpPr>
          <p:nvPr/>
        </p:nvSpPr>
        <p:spPr>
          <a:xfrm xmlns:a="http://schemas.openxmlformats.org/drawingml/2006/main" flipV="1">
            <a:off x="540044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EF308FDD-CF6E-4DEC-BE74-F8AAD613A62A}"/>
              </a:ext>
            </a:extLst>
          </p:cNvPr>
          <p:cNvSpPr>
            <a:spLocks xmlns:a="http://schemas.openxmlformats.org/drawingml/2006/main" noGrp="1"/>
          </p:cNvSpPr>
          <p:nvPr/>
        </p:nvSpPr>
        <p:spPr>
          <a:xfrm xmlns:a="http://schemas.openxmlformats.org/drawingml/2006/main" flipV="1">
            <a:off x="544708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F5CDA139-C478-4467-89EC-35000EACDCA8}"/>
              </a:ext>
            </a:extLst>
          </p:cNvPr>
          <p:cNvSpPr>
            <a:spLocks xmlns:a="http://schemas.openxmlformats.org/drawingml/2006/main" noGrp="1"/>
          </p:cNvSpPr>
          <p:nvPr/>
        </p:nvSpPr>
        <p:spPr>
          <a:xfrm xmlns:a="http://schemas.openxmlformats.org/drawingml/2006/main" flipV="1">
            <a:off x="549371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Connector 110">
            <a:extLst xmlns:a="http://schemas.openxmlformats.org/drawingml/2006/main">
              <a:ext uri="{FF2B5EF4-FFF2-40B4-BE49-F238E27FC236}">
                <a16:creationId xmlns:a16="http://schemas.microsoft.com/office/drawing/2014/main" id="{61660B30-42AE-4833-803B-531A817AECEB}"/>
              </a:ext>
            </a:extLst>
          </p:cNvPr>
          <p:cNvSpPr>
            <a:spLocks xmlns:a="http://schemas.openxmlformats.org/drawingml/2006/main" noGrp="1"/>
          </p:cNvSpPr>
          <p:nvPr/>
        </p:nvSpPr>
        <p:spPr>
          <a:xfrm xmlns:a="http://schemas.openxmlformats.org/drawingml/2006/main" flipV="1">
            <a:off x="554034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Connector 111">
            <a:extLst xmlns:a="http://schemas.openxmlformats.org/drawingml/2006/main">
              <a:ext uri="{FF2B5EF4-FFF2-40B4-BE49-F238E27FC236}">
                <a16:creationId xmlns:a16="http://schemas.microsoft.com/office/drawing/2014/main" id="{14D69227-E206-400A-A3D8-1A7752803A09}"/>
              </a:ext>
            </a:extLst>
          </p:cNvPr>
          <p:cNvSpPr>
            <a:spLocks xmlns:a="http://schemas.openxmlformats.org/drawingml/2006/main" noGrp="1"/>
          </p:cNvSpPr>
          <p:nvPr/>
        </p:nvSpPr>
        <p:spPr>
          <a:xfrm xmlns:a="http://schemas.openxmlformats.org/drawingml/2006/main">
            <a:off x="6446520" y="3794760"/>
            <a:ext cx="4892039"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3" name="Connector 112">
            <a:extLst xmlns:a="http://schemas.openxmlformats.org/drawingml/2006/main">
              <a:ext uri="{FF2B5EF4-FFF2-40B4-BE49-F238E27FC236}">
                <a16:creationId xmlns:a16="http://schemas.microsoft.com/office/drawing/2014/main" id="{BC80EEAD-5B51-4977-8AE1-FF97EC128D7D}"/>
              </a:ext>
            </a:extLst>
          </p:cNvPr>
          <p:cNvSpPr>
            <a:spLocks xmlns:a="http://schemas.openxmlformats.org/drawingml/2006/main" noGrp="1"/>
          </p:cNvSpPr>
          <p:nvPr/>
        </p:nvSpPr>
        <p:spPr>
          <a:xfrm xmlns:a="http://schemas.openxmlformats.org/drawingml/2006/main">
            <a:off x="6492240"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Connector 115">
            <a:extLst xmlns:a="http://schemas.openxmlformats.org/drawingml/2006/main">
              <a:ext uri="{FF2B5EF4-FFF2-40B4-BE49-F238E27FC236}">
                <a16:creationId xmlns:a16="http://schemas.microsoft.com/office/drawing/2014/main" id="{65ECB0F6-2BEE-422F-9BEF-799ED5488743}"/>
              </a:ext>
            </a:extLst>
          </p:cNvPr>
          <p:cNvSpPr>
            <a:spLocks xmlns:a="http://schemas.openxmlformats.org/drawingml/2006/main" noGrp="1"/>
          </p:cNvSpPr>
          <p:nvPr/>
        </p:nvSpPr>
        <p:spPr>
          <a:xfrm xmlns:a="http://schemas.openxmlformats.org/drawingml/2006/main" flipV="1">
            <a:off x="6565392" y="3621856"/>
            <a:ext cx="45262" cy="5824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7" name="Connector 116">
            <a:extLst xmlns:a="http://schemas.openxmlformats.org/drawingml/2006/main">
              <a:ext uri="{FF2B5EF4-FFF2-40B4-BE49-F238E27FC236}">
                <a16:creationId xmlns:a16="http://schemas.microsoft.com/office/drawing/2014/main" id="{E88664EE-0527-43D8-A0D5-4F88B83A5916}"/>
              </a:ext>
            </a:extLst>
          </p:cNvPr>
          <p:cNvSpPr>
            <a:spLocks xmlns:a="http://schemas.openxmlformats.org/drawingml/2006/main" noGrp="1"/>
          </p:cNvSpPr>
          <p:nvPr/>
        </p:nvSpPr>
        <p:spPr>
          <a:xfrm xmlns:a="http://schemas.openxmlformats.org/drawingml/2006/main" flipV="1">
            <a:off x="6610654" y="3564953"/>
            <a:ext cx="45263" cy="56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Connector 117">
            <a:extLst xmlns:a="http://schemas.openxmlformats.org/drawingml/2006/main">
              <a:ext uri="{FF2B5EF4-FFF2-40B4-BE49-F238E27FC236}">
                <a16:creationId xmlns:a16="http://schemas.microsoft.com/office/drawing/2014/main" id="{FCE9C519-9C11-4D19-8DD1-CE8B5BA524C7}"/>
              </a:ext>
            </a:extLst>
          </p:cNvPr>
          <p:cNvSpPr>
            <a:spLocks xmlns:a="http://schemas.openxmlformats.org/drawingml/2006/main" noGrp="1"/>
          </p:cNvSpPr>
          <p:nvPr/>
        </p:nvSpPr>
        <p:spPr>
          <a:xfrm xmlns:a="http://schemas.openxmlformats.org/drawingml/2006/main" flipV="1">
            <a:off x="6655917" y="3509827"/>
            <a:ext cx="45263" cy="551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F4258EEA-C3D9-4979-97B8-A37B303BAEF9}"/>
              </a:ext>
            </a:extLst>
          </p:cNvPr>
          <p:cNvSpPr>
            <a:spLocks xmlns:a="http://schemas.openxmlformats.org/drawingml/2006/main" noGrp="1"/>
          </p:cNvSpPr>
          <p:nvPr/>
        </p:nvSpPr>
        <p:spPr>
          <a:xfrm xmlns:a="http://schemas.openxmlformats.org/drawingml/2006/main" flipV="1">
            <a:off x="6701180" y="3456905"/>
            <a:ext cx="45263" cy="529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Connector 119">
            <a:extLst xmlns:a="http://schemas.openxmlformats.org/drawingml/2006/main">
              <a:ext uri="{FF2B5EF4-FFF2-40B4-BE49-F238E27FC236}">
                <a16:creationId xmlns:a16="http://schemas.microsoft.com/office/drawing/2014/main" id="{92888528-9F40-4388-9057-85EFC99BF240}"/>
              </a:ext>
            </a:extLst>
          </p:cNvPr>
          <p:cNvSpPr>
            <a:spLocks xmlns:a="http://schemas.openxmlformats.org/drawingml/2006/main" noGrp="1"/>
          </p:cNvSpPr>
          <p:nvPr/>
        </p:nvSpPr>
        <p:spPr>
          <a:xfrm xmlns:a="http://schemas.openxmlformats.org/drawingml/2006/main" flipV="1">
            <a:off x="6746443" y="3406595"/>
            <a:ext cx="45262" cy="5031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1" name="Connector 120">
            <a:extLst xmlns:a="http://schemas.openxmlformats.org/drawingml/2006/main">
              <a:ext uri="{FF2B5EF4-FFF2-40B4-BE49-F238E27FC236}">
                <a16:creationId xmlns:a16="http://schemas.microsoft.com/office/drawing/2014/main" id="{098238D9-E8A1-4947-918A-1A22CCD5F3C5}"/>
              </a:ext>
            </a:extLst>
          </p:cNvPr>
          <p:cNvSpPr>
            <a:spLocks xmlns:a="http://schemas.openxmlformats.org/drawingml/2006/main" noGrp="1"/>
          </p:cNvSpPr>
          <p:nvPr/>
        </p:nvSpPr>
        <p:spPr>
          <a:xfrm xmlns:a="http://schemas.openxmlformats.org/drawingml/2006/main" flipV="1">
            <a:off x="6791705" y="3359287"/>
            <a:ext cx="45263" cy="473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Connector 121">
            <a:extLst xmlns:a="http://schemas.openxmlformats.org/drawingml/2006/main">
              <a:ext uri="{FF2B5EF4-FFF2-40B4-BE49-F238E27FC236}">
                <a16:creationId xmlns:a16="http://schemas.microsoft.com/office/drawing/2014/main" id="{EAF824B9-CA74-494A-BA94-0D28AB71B044}"/>
              </a:ext>
            </a:extLst>
          </p:cNvPr>
          <p:cNvSpPr>
            <a:spLocks xmlns:a="http://schemas.openxmlformats.org/drawingml/2006/main" noGrp="1"/>
          </p:cNvSpPr>
          <p:nvPr/>
        </p:nvSpPr>
        <p:spPr>
          <a:xfrm xmlns:a="http://schemas.openxmlformats.org/drawingml/2006/main" flipV="1">
            <a:off x="6836968" y="3315346"/>
            <a:ext cx="45263" cy="43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Connector 122">
            <a:extLst xmlns:a="http://schemas.openxmlformats.org/drawingml/2006/main">
              <a:ext uri="{FF2B5EF4-FFF2-40B4-BE49-F238E27FC236}">
                <a16:creationId xmlns:a16="http://schemas.microsoft.com/office/drawing/2014/main" id="{5B8ACDF1-11BE-445D-BDF2-36009A86B267}"/>
              </a:ext>
            </a:extLst>
          </p:cNvPr>
          <p:cNvSpPr>
            <a:spLocks xmlns:a="http://schemas.openxmlformats.org/drawingml/2006/main" noGrp="1"/>
          </p:cNvSpPr>
          <p:nvPr/>
        </p:nvSpPr>
        <p:spPr>
          <a:xfrm xmlns:a="http://schemas.openxmlformats.org/drawingml/2006/main" flipV="1">
            <a:off x="6882231" y="3275112"/>
            <a:ext cx="45263" cy="4023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4C292FEE-A49D-4F0E-B648-448D57FD0B0B}"/>
              </a:ext>
            </a:extLst>
          </p:cNvPr>
          <p:cNvSpPr>
            <a:spLocks xmlns:a="http://schemas.openxmlformats.org/drawingml/2006/main" noGrp="1"/>
          </p:cNvSpPr>
          <p:nvPr/>
        </p:nvSpPr>
        <p:spPr>
          <a:xfrm xmlns:a="http://schemas.openxmlformats.org/drawingml/2006/main" flipV="1">
            <a:off x="6927494" y="3238897"/>
            <a:ext cx="45263" cy="362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FF404B16-D46F-47F9-847F-235750268DD2}"/>
              </a:ext>
            </a:extLst>
          </p:cNvPr>
          <p:cNvSpPr>
            <a:spLocks xmlns:a="http://schemas.openxmlformats.org/drawingml/2006/main" noGrp="1"/>
          </p:cNvSpPr>
          <p:nvPr/>
        </p:nvSpPr>
        <p:spPr>
          <a:xfrm xmlns:a="http://schemas.openxmlformats.org/drawingml/2006/main" flipV="1">
            <a:off x="6972757" y="3206980"/>
            <a:ext cx="45263" cy="319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B9C7E7C1-5ADD-44C9-BCFA-9F1440B4E638}"/>
              </a:ext>
            </a:extLst>
          </p:cNvPr>
          <p:cNvSpPr>
            <a:spLocks xmlns:a="http://schemas.openxmlformats.org/drawingml/2006/main" noGrp="1"/>
          </p:cNvSpPr>
          <p:nvPr/>
        </p:nvSpPr>
        <p:spPr>
          <a:xfrm xmlns:a="http://schemas.openxmlformats.org/drawingml/2006/main" flipV="1">
            <a:off x="7018020" y="3179608"/>
            <a:ext cx="45262" cy="273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A051EBD5-1688-45B0-BF42-D71DAEB49001}"/>
              </a:ext>
            </a:extLst>
          </p:cNvPr>
          <p:cNvSpPr>
            <a:spLocks xmlns:a="http://schemas.openxmlformats.org/drawingml/2006/main" noGrp="1"/>
          </p:cNvSpPr>
          <p:nvPr/>
        </p:nvSpPr>
        <p:spPr>
          <a:xfrm xmlns:a="http://schemas.openxmlformats.org/drawingml/2006/main" flipV="1">
            <a:off x="7063282" y="3156993"/>
            <a:ext cx="45263" cy="2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EE8B054D-2968-4C61-8CB6-A417AD61C58A}"/>
              </a:ext>
            </a:extLst>
          </p:cNvPr>
          <p:cNvSpPr>
            <a:spLocks xmlns:a="http://schemas.openxmlformats.org/drawingml/2006/main" noGrp="1"/>
          </p:cNvSpPr>
          <p:nvPr/>
        </p:nvSpPr>
        <p:spPr>
          <a:xfrm xmlns:a="http://schemas.openxmlformats.org/drawingml/2006/main" flipV="1">
            <a:off x="7108545" y="3139310"/>
            <a:ext cx="45263" cy="17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50271C3B-9A82-4BE3-8602-BD93A105ED4A}"/>
              </a:ext>
            </a:extLst>
          </p:cNvPr>
          <p:cNvSpPr>
            <a:spLocks xmlns:a="http://schemas.openxmlformats.org/drawingml/2006/main" noGrp="1"/>
          </p:cNvSpPr>
          <p:nvPr/>
        </p:nvSpPr>
        <p:spPr>
          <a:xfrm xmlns:a="http://schemas.openxmlformats.org/drawingml/2006/main" flipV="1">
            <a:off x="7153808" y="3126695"/>
            <a:ext cx="45263" cy="1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087CCCED-8F10-42F1-8D36-B680E8EE7AC0}"/>
              </a:ext>
            </a:extLst>
          </p:cNvPr>
          <p:cNvSpPr>
            <a:spLocks xmlns:a="http://schemas.openxmlformats.org/drawingml/2006/main" noGrp="1"/>
          </p:cNvSpPr>
          <p:nvPr/>
        </p:nvSpPr>
        <p:spPr>
          <a:xfrm xmlns:a="http://schemas.openxmlformats.org/drawingml/2006/main" flipV="1">
            <a:off x="7199071" y="3119246"/>
            <a:ext cx="45262" cy="74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B8130F93-54FF-4AA8-9D59-A2BA5CA85DB9}"/>
              </a:ext>
            </a:extLst>
          </p:cNvPr>
          <p:cNvSpPr>
            <a:spLocks xmlns:a="http://schemas.openxmlformats.org/drawingml/2006/main" noGrp="1"/>
          </p:cNvSpPr>
          <p:nvPr/>
        </p:nvSpPr>
        <p:spPr>
          <a:xfrm xmlns:a="http://schemas.openxmlformats.org/drawingml/2006/main" flipV="1">
            <a:off x="7244333" y="3117021"/>
            <a:ext cx="45263" cy="222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D4C23F65-1D44-43A8-A9EB-13C68945F92E}"/>
              </a:ext>
            </a:extLst>
          </p:cNvPr>
          <p:cNvSpPr>
            <a:spLocks xmlns:a="http://schemas.openxmlformats.org/drawingml/2006/main" noGrp="1"/>
          </p:cNvSpPr>
          <p:nvPr/>
        </p:nvSpPr>
        <p:spPr>
          <a:xfrm xmlns:a="http://schemas.openxmlformats.org/drawingml/2006/main">
            <a:off x="7289596" y="3117021"/>
            <a:ext cx="45263" cy="30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669F1B38-86C8-411D-BEAB-F33C23A34888}"/>
              </a:ext>
            </a:extLst>
          </p:cNvPr>
          <p:cNvSpPr>
            <a:spLocks xmlns:a="http://schemas.openxmlformats.org/drawingml/2006/main" noGrp="1"/>
          </p:cNvSpPr>
          <p:nvPr/>
        </p:nvSpPr>
        <p:spPr>
          <a:xfrm xmlns:a="http://schemas.openxmlformats.org/drawingml/2006/main">
            <a:off x="7334859" y="3120037"/>
            <a:ext cx="45263" cy="82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A0CE826E-9A1F-40DA-A7C0-9F6D2F65D21B}"/>
              </a:ext>
            </a:extLst>
          </p:cNvPr>
          <p:cNvSpPr>
            <a:spLocks xmlns:a="http://schemas.openxmlformats.org/drawingml/2006/main" noGrp="1"/>
          </p:cNvSpPr>
          <p:nvPr/>
        </p:nvSpPr>
        <p:spPr>
          <a:xfrm xmlns:a="http://schemas.openxmlformats.org/drawingml/2006/main">
            <a:off x="7380122" y="3128270"/>
            <a:ext cx="45263" cy="1338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285477D-1BAE-4A88-9782-C1B4BA857C6C}"/>
              </a:ext>
            </a:extLst>
          </p:cNvPr>
          <p:cNvSpPr>
            <a:spLocks xmlns:a="http://schemas.openxmlformats.org/drawingml/2006/main" noGrp="1"/>
          </p:cNvSpPr>
          <p:nvPr/>
        </p:nvSpPr>
        <p:spPr>
          <a:xfrm xmlns:a="http://schemas.openxmlformats.org/drawingml/2006/main">
            <a:off x="7425385" y="3141657"/>
            <a:ext cx="45263" cy="184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8EC108CC-A4CB-484B-996A-8BA6B4007E25}"/>
              </a:ext>
            </a:extLst>
          </p:cNvPr>
          <p:cNvSpPr>
            <a:spLocks xmlns:a="http://schemas.openxmlformats.org/drawingml/2006/main" noGrp="1"/>
          </p:cNvSpPr>
          <p:nvPr/>
        </p:nvSpPr>
        <p:spPr>
          <a:xfrm xmlns:a="http://schemas.openxmlformats.org/drawingml/2006/main">
            <a:off x="7470648" y="3160094"/>
            <a:ext cx="45262" cy="233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8362E108-F998-4B67-8565-DC3A1E621D06}"/>
              </a:ext>
            </a:extLst>
          </p:cNvPr>
          <p:cNvSpPr>
            <a:spLocks xmlns:a="http://schemas.openxmlformats.org/drawingml/2006/main" noGrp="1"/>
          </p:cNvSpPr>
          <p:nvPr/>
        </p:nvSpPr>
        <p:spPr>
          <a:xfrm xmlns:a="http://schemas.openxmlformats.org/drawingml/2006/main">
            <a:off x="7515910" y="3183439"/>
            <a:ext cx="45263" cy="280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F0073614-8019-421A-8DC5-7773D746CF2B}"/>
              </a:ext>
            </a:extLst>
          </p:cNvPr>
          <p:cNvSpPr>
            <a:spLocks xmlns:a="http://schemas.openxmlformats.org/drawingml/2006/main" noGrp="1"/>
          </p:cNvSpPr>
          <p:nvPr/>
        </p:nvSpPr>
        <p:spPr>
          <a:xfrm xmlns:a="http://schemas.openxmlformats.org/drawingml/2006/main">
            <a:off x="7561173" y="3211511"/>
            <a:ext cx="45263" cy="3258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609928DE-96CE-487A-AD93-FF0BB6D4FAD2}"/>
              </a:ext>
            </a:extLst>
          </p:cNvPr>
          <p:cNvSpPr>
            <a:spLocks xmlns:a="http://schemas.openxmlformats.org/drawingml/2006/main" noGrp="1"/>
          </p:cNvSpPr>
          <p:nvPr/>
        </p:nvSpPr>
        <p:spPr>
          <a:xfrm xmlns:a="http://schemas.openxmlformats.org/drawingml/2006/main">
            <a:off x="7606436" y="3244093"/>
            <a:ext cx="45263" cy="368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389FBFB7-C5A1-484F-AE6E-DC5848A1F4B0}"/>
              </a:ext>
            </a:extLst>
          </p:cNvPr>
          <p:cNvSpPr>
            <a:spLocks xmlns:a="http://schemas.openxmlformats.org/drawingml/2006/main" noGrp="1"/>
          </p:cNvSpPr>
          <p:nvPr/>
        </p:nvSpPr>
        <p:spPr>
          <a:xfrm xmlns:a="http://schemas.openxmlformats.org/drawingml/2006/main">
            <a:off x="7651699" y="3280934"/>
            <a:ext cx="45263" cy="408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56002F90-8485-467D-ACDE-DAAA05A4CAF6}"/>
              </a:ext>
            </a:extLst>
          </p:cNvPr>
          <p:cNvSpPr>
            <a:spLocks xmlns:a="http://schemas.openxmlformats.org/drawingml/2006/main" noGrp="1"/>
          </p:cNvSpPr>
          <p:nvPr/>
        </p:nvSpPr>
        <p:spPr>
          <a:xfrm xmlns:a="http://schemas.openxmlformats.org/drawingml/2006/main">
            <a:off x="7696962" y="3321747"/>
            <a:ext cx="45262" cy="444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AD5931AB-9480-4434-9285-B7A416961CFB}"/>
              </a:ext>
            </a:extLst>
          </p:cNvPr>
          <p:cNvSpPr>
            <a:spLocks xmlns:a="http://schemas.openxmlformats.org/drawingml/2006/main" noGrp="1"/>
          </p:cNvSpPr>
          <p:nvPr/>
        </p:nvSpPr>
        <p:spPr>
          <a:xfrm xmlns:a="http://schemas.openxmlformats.org/drawingml/2006/main">
            <a:off x="7742224" y="3366219"/>
            <a:ext cx="45263" cy="477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5963FF52-27FC-4805-9E75-7F844EC820F5}"/>
              </a:ext>
            </a:extLst>
          </p:cNvPr>
          <p:cNvSpPr>
            <a:spLocks xmlns:a="http://schemas.openxmlformats.org/drawingml/2006/main" noGrp="1"/>
          </p:cNvSpPr>
          <p:nvPr/>
        </p:nvSpPr>
        <p:spPr>
          <a:xfrm xmlns:a="http://schemas.openxmlformats.org/drawingml/2006/main">
            <a:off x="7787487" y="3414004"/>
            <a:ext cx="45263" cy="507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171F5910-0EBA-406D-AAEB-D984EEC8D304}"/>
              </a:ext>
            </a:extLst>
          </p:cNvPr>
          <p:cNvSpPr>
            <a:spLocks xmlns:a="http://schemas.openxmlformats.org/drawingml/2006/main" noGrp="1"/>
          </p:cNvSpPr>
          <p:nvPr/>
        </p:nvSpPr>
        <p:spPr>
          <a:xfrm xmlns:a="http://schemas.openxmlformats.org/drawingml/2006/main">
            <a:off x="7832750" y="3464734"/>
            <a:ext cx="45263" cy="532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AA16AB96-0032-43F6-B013-8F34B1DC3249}"/>
              </a:ext>
            </a:extLst>
          </p:cNvPr>
          <p:cNvSpPr>
            <a:spLocks xmlns:a="http://schemas.openxmlformats.org/drawingml/2006/main" noGrp="1"/>
          </p:cNvSpPr>
          <p:nvPr/>
        </p:nvSpPr>
        <p:spPr>
          <a:xfrm xmlns:a="http://schemas.openxmlformats.org/drawingml/2006/main">
            <a:off x="7878013" y="3518015"/>
            <a:ext cx="45262" cy="554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1686A49C-2401-45C1-9E55-0C1E7FD0CFB0}"/>
              </a:ext>
            </a:extLst>
          </p:cNvPr>
          <p:cNvSpPr>
            <a:spLocks xmlns:a="http://schemas.openxmlformats.org/drawingml/2006/main" noGrp="1"/>
          </p:cNvSpPr>
          <p:nvPr/>
        </p:nvSpPr>
        <p:spPr>
          <a:xfrm xmlns:a="http://schemas.openxmlformats.org/drawingml/2006/main">
            <a:off x="7923275" y="3573437"/>
            <a:ext cx="45263" cy="571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598F5E2A-81B7-4700-B4B9-AF3BCBE3F40F}"/>
              </a:ext>
            </a:extLst>
          </p:cNvPr>
          <p:cNvSpPr>
            <a:spLocks xmlns:a="http://schemas.openxmlformats.org/drawingml/2006/main" noGrp="1"/>
          </p:cNvSpPr>
          <p:nvPr/>
        </p:nvSpPr>
        <p:spPr>
          <a:xfrm xmlns:a="http://schemas.openxmlformats.org/drawingml/2006/main">
            <a:off x="7968538" y="3630570"/>
            <a:ext cx="45263" cy="584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A4762550-867F-487D-99CD-8D90CEBA1546}"/>
              </a:ext>
            </a:extLst>
          </p:cNvPr>
          <p:cNvSpPr>
            <a:spLocks xmlns:a="http://schemas.openxmlformats.org/drawingml/2006/main" noGrp="1"/>
          </p:cNvSpPr>
          <p:nvPr/>
        </p:nvSpPr>
        <p:spPr>
          <a:xfrm xmlns:a="http://schemas.openxmlformats.org/drawingml/2006/main">
            <a:off x="8013801" y="3688973"/>
            <a:ext cx="45263" cy="592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A2618DA4-890E-47E5-ABBC-D4DFBB9969BE}"/>
              </a:ext>
            </a:extLst>
          </p:cNvPr>
          <p:cNvSpPr>
            <a:spLocks xmlns:a="http://schemas.openxmlformats.org/drawingml/2006/main" noGrp="1"/>
          </p:cNvSpPr>
          <p:nvPr/>
        </p:nvSpPr>
        <p:spPr>
          <a:xfrm xmlns:a="http://schemas.openxmlformats.org/drawingml/2006/main">
            <a:off x="8059064" y="3748193"/>
            <a:ext cx="45263" cy="595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9F4EB909-AB3C-43FA-8E34-EE2DEE1631B7}"/>
              </a:ext>
            </a:extLst>
          </p:cNvPr>
          <p:cNvSpPr>
            <a:spLocks xmlns:a="http://schemas.openxmlformats.org/drawingml/2006/main" noGrp="1"/>
          </p:cNvSpPr>
          <p:nvPr/>
        </p:nvSpPr>
        <p:spPr>
          <a:xfrm xmlns:a="http://schemas.openxmlformats.org/drawingml/2006/main">
            <a:off x="8104327" y="3807774"/>
            <a:ext cx="45263" cy="594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620C4459-FB21-41ED-8CF7-0FDAE1BC72B1}"/>
              </a:ext>
            </a:extLst>
          </p:cNvPr>
          <p:cNvSpPr>
            <a:spLocks xmlns:a="http://schemas.openxmlformats.org/drawingml/2006/main" noGrp="1"/>
          </p:cNvSpPr>
          <p:nvPr/>
        </p:nvSpPr>
        <p:spPr>
          <a:xfrm xmlns:a="http://schemas.openxmlformats.org/drawingml/2006/main">
            <a:off x="8149590" y="3867254"/>
            <a:ext cx="45262" cy="589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604EA99-607D-4069-A4EE-CCE956738B76}"/>
              </a:ext>
            </a:extLst>
          </p:cNvPr>
          <p:cNvSpPr>
            <a:spLocks xmlns:a="http://schemas.openxmlformats.org/drawingml/2006/main" noGrp="1"/>
          </p:cNvSpPr>
          <p:nvPr/>
        </p:nvSpPr>
        <p:spPr>
          <a:xfrm xmlns:a="http://schemas.openxmlformats.org/drawingml/2006/main">
            <a:off x="8194852" y="3926174"/>
            <a:ext cx="45263" cy="57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370B22CD-B90E-417C-8C71-33A795953C3F}"/>
              </a:ext>
            </a:extLst>
          </p:cNvPr>
          <p:cNvSpPr>
            <a:spLocks xmlns:a="http://schemas.openxmlformats.org/drawingml/2006/main" noGrp="1"/>
          </p:cNvSpPr>
          <p:nvPr/>
        </p:nvSpPr>
        <p:spPr>
          <a:xfrm xmlns:a="http://schemas.openxmlformats.org/drawingml/2006/main">
            <a:off x="8240115" y="3984077"/>
            <a:ext cx="45263" cy="564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6FE6E5EA-0E76-43D7-8705-06E4355925A0}"/>
              </a:ext>
            </a:extLst>
          </p:cNvPr>
          <p:cNvSpPr>
            <a:spLocks xmlns:a="http://schemas.openxmlformats.org/drawingml/2006/main" noGrp="1"/>
          </p:cNvSpPr>
          <p:nvPr/>
        </p:nvSpPr>
        <p:spPr>
          <a:xfrm xmlns:a="http://schemas.openxmlformats.org/drawingml/2006/main">
            <a:off x="8285378" y="4040516"/>
            <a:ext cx="45263" cy="545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FFCFAFD1-2A0E-41E8-ACAB-73137FEEB5A5}"/>
              </a:ext>
            </a:extLst>
          </p:cNvPr>
          <p:cNvSpPr>
            <a:spLocks xmlns:a="http://schemas.openxmlformats.org/drawingml/2006/main" noGrp="1"/>
          </p:cNvSpPr>
          <p:nvPr/>
        </p:nvSpPr>
        <p:spPr>
          <a:xfrm xmlns:a="http://schemas.openxmlformats.org/drawingml/2006/main">
            <a:off x="8330641" y="4095055"/>
            <a:ext cx="45263" cy="522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637B5339-BCDC-4589-B600-7436E7185D64}"/>
              </a:ext>
            </a:extLst>
          </p:cNvPr>
          <p:cNvSpPr>
            <a:spLocks xmlns:a="http://schemas.openxmlformats.org/drawingml/2006/main" noGrp="1"/>
          </p:cNvSpPr>
          <p:nvPr/>
        </p:nvSpPr>
        <p:spPr>
          <a:xfrm xmlns:a="http://schemas.openxmlformats.org/drawingml/2006/main">
            <a:off x="8375904" y="4147272"/>
            <a:ext cx="45262" cy="494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D19E7C7B-CAB6-46BB-A427-9E2CD4082D1F}"/>
              </a:ext>
            </a:extLst>
          </p:cNvPr>
          <p:cNvSpPr>
            <a:spLocks xmlns:a="http://schemas.openxmlformats.org/drawingml/2006/main" noGrp="1"/>
          </p:cNvSpPr>
          <p:nvPr/>
        </p:nvSpPr>
        <p:spPr>
          <a:xfrm xmlns:a="http://schemas.openxmlformats.org/drawingml/2006/main">
            <a:off x="8421166" y="4196763"/>
            <a:ext cx="45263" cy="463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A4939C6A-319D-4534-8BDD-E5193DB24C50}"/>
              </a:ext>
            </a:extLst>
          </p:cNvPr>
          <p:cNvSpPr>
            <a:spLocks xmlns:a="http://schemas.openxmlformats.org/drawingml/2006/main" noGrp="1"/>
          </p:cNvSpPr>
          <p:nvPr/>
        </p:nvSpPr>
        <p:spPr>
          <a:xfrm xmlns:a="http://schemas.openxmlformats.org/drawingml/2006/main">
            <a:off x="8466429" y="4243146"/>
            <a:ext cx="45263" cy="42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07D408B5-6190-44C5-A036-0C4A603F3497}"/>
              </a:ext>
            </a:extLst>
          </p:cNvPr>
          <p:cNvSpPr>
            <a:spLocks xmlns:a="http://schemas.openxmlformats.org/drawingml/2006/main" noGrp="1"/>
          </p:cNvSpPr>
          <p:nvPr/>
        </p:nvSpPr>
        <p:spPr>
          <a:xfrm xmlns:a="http://schemas.openxmlformats.org/drawingml/2006/main">
            <a:off x="8511692" y="4286061"/>
            <a:ext cx="45263" cy="391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E25E2A62-F151-411C-8978-3F7A149E3429}"/>
              </a:ext>
            </a:extLst>
          </p:cNvPr>
          <p:cNvSpPr>
            <a:spLocks xmlns:a="http://schemas.openxmlformats.org/drawingml/2006/main" noGrp="1"/>
          </p:cNvSpPr>
          <p:nvPr/>
        </p:nvSpPr>
        <p:spPr>
          <a:xfrm xmlns:a="http://schemas.openxmlformats.org/drawingml/2006/main">
            <a:off x="8556955" y="4325177"/>
            <a:ext cx="45262" cy="350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D57837CE-9F41-4930-BDDF-8F46DC9E3BEE}"/>
              </a:ext>
            </a:extLst>
          </p:cNvPr>
          <p:cNvSpPr>
            <a:spLocks xmlns:a="http://schemas.openxmlformats.org/drawingml/2006/main" noGrp="1"/>
          </p:cNvSpPr>
          <p:nvPr/>
        </p:nvSpPr>
        <p:spPr>
          <a:xfrm xmlns:a="http://schemas.openxmlformats.org/drawingml/2006/main">
            <a:off x="8602217" y="4360191"/>
            <a:ext cx="45263" cy="306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656F323C-BD36-4F6A-ADA0-3F345EE8D821}"/>
              </a:ext>
            </a:extLst>
          </p:cNvPr>
          <p:cNvSpPr>
            <a:spLocks xmlns:a="http://schemas.openxmlformats.org/drawingml/2006/main" noGrp="1"/>
          </p:cNvSpPr>
          <p:nvPr/>
        </p:nvSpPr>
        <p:spPr>
          <a:xfrm xmlns:a="http://schemas.openxmlformats.org/drawingml/2006/main">
            <a:off x="8647480" y="4390833"/>
            <a:ext cx="45263" cy="26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FA033539-A030-42BA-9D31-3E8D72C7DBED}"/>
              </a:ext>
            </a:extLst>
          </p:cNvPr>
          <p:cNvSpPr>
            <a:spLocks xmlns:a="http://schemas.openxmlformats.org/drawingml/2006/main" noGrp="1"/>
          </p:cNvSpPr>
          <p:nvPr/>
        </p:nvSpPr>
        <p:spPr>
          <a:xfrm xmlns:a="http://schemas.openxmlformats.org/drawingml/2006/main">
            <a:off x="8692743" y="4416866"/>
            <a:ext cx="45263" cy="212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1FB2C844-320A-452C-A263-F1C1B7013AC9}"/>
              </a:ext>
            </a:extLst>
          </p:cNvPr>
          <p:cNvSpPr>
            <a:spLocks xmlns:a="http://schemas.openxmlformats.org/drawingml/2006/main" noGrp="1"/>
          </p:cNvSpPr>
          <p:nvPr/>
        </p:nvSpPr>
        <p:spPr>
          <a:xfrm xmlns:a="http://schemas.openxmlformats.org/drawingml/2006/main">
            <a:off x="8738006" y="4438088"/>
            <a:ext cx="45263" cy="162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428881A2-C0CF-4353-91EE-527FC59C81CC}"/>
              </a:ext>
            </a:extLst>
          </p:cNvPr>
          <p:cNvSpPr>
            <a:spLocks xmlns:a="http://schemas.openxmlformats.org/drawingml/2006/main" noGrp="1"/>
          </p:cNvSpPr>
          <p:nvPr/>
        </p:nvSpPr>
        <p:spPr>
          <a:xfrm xmlns:a="http://schemas.openxmlformats.org/drawingml/2006/main">
            <a:off x="8783269" y="4454335"/>
            <a:ext cx="45263" cy="111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D7037814-6D9F-4054-A6CB-C7F85909490C}"/>
              </a:ext>
            </a:extLst>
          </p:cNvPr>
          <p:cNvSpPr>
            <a:spLocks xmlns:a="http://schemas.openxmlformats.org/drawingml/2006/main" noGrp="1"/>
          </p:cNvSpPr>
          <p:nvPr/>
        </p:nvSpPr>
        <p:spPr>
          <a:xfrm xmlns:a="http://schemas.openxmlformats.org/drawingml/2006/main">
            <a:off x="8828532" y="4465482"/>
            <a:ext cx="45262" cy="59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4B1B9043-8AFF-47B5-8FEE-0B341D5157E3}"/>
              </a:ext>
            </a:extLst>
          </p:cNvPr>
          <p:cNvSpPr>
            <a:spLocks xmlns:a="http://schemas.openxmlformats.org/drawingml/2006/main" noGrp="1"/>
          </p:cNvSpPr>
          <p:nvPr/>
        </p:nvSpPr>
        <p:spPr>
          <a:xfrm xmlns:a="http://schemas.openxmlformats.org/drawingml/2006/main">
            <a:off x="8873794" y="4471443"/>
            <a:ext cx="45263" cy="7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2E6D5FDE-42F1-4AA7-98DD-BD2DE91CAA55}"/>
              </a:ext>
            </a:extLst>
          </p:cNvPr>
          <p:cNvSpPr>
            <a:spLocks xmlns:a="http://schemas.openxmlformats.org/drawingml/2006/main" noGrp="1"/>
          </p:cNvSpPr>
          <p:nvPr/>
        </p:nvSpPr>
        <p:spPr>
          <a:xfrm xmlns:a="http://schemas.openxmlformats.org/drawingml/2006/main" flipV="1">
            <a:off x="8919057" y="4467660"/>
            <a:ext cx="45263" cy="45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8876C76A-4C99-4BCD-8A84-7920A7AED9CE}"/>
              </a:ext>
            </a:extLst>
          </p:cNvPr>
          <p:cNvSpPr>
            <a:spLocks xmlns:a="http://schemas.openxmlformats.org/drawingml/2006/main" noGrp="1"/>
          </p:cNvSpPr>
          <p:nvPr/>
        </p:nvSpPr>
        <p:spPr>
          <a:xfrm xmlns:a="http://schemas.openxmlformats.org/drawingml/2006/main" flipV="1">
            <a:off x="8964320" y="4457946"/>
            <a:ext cx="45263" cy="97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08FD7590-871D-426C-9D84-F70E11D890A3}"/>
              </a:ext>
            </a:extLst>
          </p:cNvPr>
          <p:cNvSpPr>
            <a:spLocks xmlns:a="http://schemas.openxmlformats.org/drawingml/2006/main" noGrp="1"/>
          </p:cNvSpPr>
          <p:nvPr/>
        </p:nvSpPr>
        <p:spPr>
          <a:xfrm xmlns:a="http://schemas.openxmlformats.org/drawingml/2006/main" flipV="1">
            <a:off x="9009583" y="4443104"/>
            <a:ext cx="45263" cy="148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62815470-64AB-44A1-9AA6-E22589ECD6E6}"/>
              </a:ext>
            </a:extLst>
          </p:cNvPr>
          <p:cNvSpPr>
            <a:spLocks xmlns:a="http://schemas.openxmlformats.org/drawingml/2006/main" noGrp="1"/>
          </p:cNvSpPr>
          <p:nvPr/>
        </p:nvSpPr>
        <p:spPr>
          <a:xfrm xmlns:a="http://schemas.openxmlformats.org/drawingml/2006/main" flipV="1">
            <a:off x="9054846" y="4423249"/>
            <a:ext cx="45262" cy="198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39DC9C9F-48F3-4AB4-8304-2BAEC1D5FFFE}"/>
              </a:ext>
            </a:extLst>
          </p:cNvPr>
          <p:cNvSpPr>
            <a:spLocks xmlns:a="http://schemas.openxmlformats.org/drawingml/2006/main" noGrp="1"/>
          </p:cNvSpPr>
          <p:nvPr/>
        </p:nvSpPr>
        <p:spPr>
          <a:xfrm xmlns:a="http://schemas.openxmlformats.org/drawingml/2006/main" flipV="1">
            <a:off x="9100108" y="4398533"/>
            <a:ext cx="45263" cy="247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A27E3146-5985-4201-958F-42FB93A89B3C}"/>
              </a:ext>
            </a:extLst>
          </p:cNvPr>
          <p:cNvSpPr>
            <a:spLocks xmlns:a="http://schemas.openxmlformats.org/drawingml/2006/main" noGrp="1"/>
          </p:cNvSpPr>
          <p:nvPr/>
        </p:nvSpPr>
        <p:spPr>
          <a:xfrm xmlns:a="http://schemas.openxmlformats.org/drawingml/2006/main" flipV="1">
            <a:off x="9145371" y="4369149"/>
            <a:ext cx="45263" cy="2938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3E48CC86-4957-4DFA-93E7-8F5D4F5039D0}"/>
              </a:ext>
            </a:extLst>
          </p:cNvPr>
          <p:cNvSpPr>
            <a:spLocks xmlns:a="http://schemas.openxmlformats.org/drawingml/2006/main" noGrp="1"/>
          </p:cNvSpPr>
          <p:nvPr/>
        </p:nvSpPr>
        <p:spPr>
          <a:xfrm xmlns:a="http://schemas.openxmlformats.org/drawingml/2006/main" flipV="1">
            <a:off x="9190634" y="4335323"/>
            <a:ext cx="45263" cy="338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CEA4DEDB-9072-4330-AF8C-5635AE586E6C}"/>
              </a:ext>
            </a:extLst>
          </p:cNvPr>
          <p:cNvSpPr>
            <a:spLocks xmlns:a="http://schemas.openxmlformats.org/drawingml/2006/main" noGrp="1"/>
          </p:cNvSpPr>
          <p:nvPr/>
        </p:nvSpPr>
        <p:spPr>
          <a:xfrm xmlns:a="http://schemas.openxmlformats.org/drawingml/2006/main" flipV="1">
            <a:off x="9235897" y="4297316"/>
            <a:ext cx="45262" cy="380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9E39A186-891D-489A-B706-10EEED3D2B97}"/>
              </a:ext>
            </a:extLst>
          </p:cNvPr>
          <p:cNvSpPr>
            <a:spLocks xmlns:a="http://schemas.openxmlformats.org/drawingml/2006/main" noGrp="1"/>
          </p:cNvSpPr>
          <p:nvPr/>
        </p:nvSpPr>
        <p:spPr>
          <a:xfrm xmlns:a="http://schemas.openxmlformats.org/drawingml/2006/main" flipV="1">
            <a:off x="9281159" y="4255424"/>
            <a:ext cx="45263" cy="418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60E58932-4AE4-4BFE-B4E6-E54D8E0B6CD7}"/>
              </a:ext>
            </a:extLst>
          </p:cNvPr>
          <p:cNvSpPr>
            <a:spLocks xmlns:a="http://schemas.openxmlformats.org/drawingml/2006/main" noGrp="1"/>
          </p:cNvSpPr>
          <p:nvPr/>
        </p:nvSpPr>
        <p:spPr>
          <a:xfrm xmlns:a="http://schemas.openxmlformats.org/drawingml/2006/main" flipV="1">
            <a:off x="9326422" y="4209970"/>
            <a:ext cx="45263" cy="4545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CAB3DF8B-9159-4FBB-AC55-5909275F0B6B}"/>
              </a:ext>
            </a:extLst>
          </p:cNvPr>
          <p:cNvSpPr>
            <a:spLocks xmlns:a="http://schemas.openxmlformats.org/drawingml/2006/main" noGrp="1"/>
          </p:cNvSpPr>
          <p:nvPr/>
        </p:nvSpPr>
        <p:spPr>
          <a:xfrm xmlns:a="http://schemas.openxmlformats.org/drawingml/2006/main" flipV="1">
            <a:off x="9371685" y="4161304"/>
            <a:ext cx="45263" cy="4866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6D1A9600-38E7-4106-9DFD-5586D7C4B88A}"/>
              </a:ext>
            </a:extLst>
          </p:cNvPr>
          <p:cNvSpPr>
            <a:spLocks xmlns:a="http://schemas.openxmlformats.org/drawingml/2006/main" noGrp="1"/>
          </p:cNvSpPr>
          <p:nvPr/>
        </p:nvSpPr>
        <p:spPr>
          <a:xfrm xmlns:a="http://schemas.openxmlformats.org/drawingml/2006/main" flipV="1">
            <a:off x="9416948" y="4109805"/>
            <a:ext cx="45263" cy="514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6AD29E7E-C420-470B-9468-2820C1F1C9EC}"/>
              </a:ext>
            </a:extLst>
          </p:cNvPr>
          <p:cNvSpPr>
            <a:spLocks xmlns:a="http://schemas.openxmlformats.org/drawingml/2006/main" noGrp="1"/>
          </p:cNvSpPr>
          <p:nvPr/>
        </p:nvSpPr>
        <p:spPr>
          <a:xfrm xmlns:a="http://schemas.openxmlformats.org/drawingml/2006/main" flipV="1">
            <a:off x="9462211" y="4055869"/>
            <a:ext cx="45263" cy="5393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44776A5B-A2C9-4EE5-910D-0F6D8ADFF832}"/>
              </a:ext>
            </a:extLst>
          </p:cNvPr>
          <p:cNvSpPr>
            <a:spLocks xmlns:a="http://schemas.openxmlformats.org/drawingml/2006/main" noGrp="1"/>
          </p:cNvSpPr>
          <p:nvPr/>
        </p:nvSpPr>
        <p:spPr>
          <a:xfrm xmlns:a="http://schemas.openxmlformats.org/drawingml/2006/main" flipV="1">
            <a:off x="9507474" y="3999914"/>
            <a:ext cx="45262" cy="559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FD7BC6F0-2513-46B2-BEC5-42F2006A3DC3}"/>
              </a:ext>
            </a:extLst>
          </p:cNvPr>
          <p:cNvSpPr>
            <a:spLocks xmlns:a="http://schemas.openxmlformats.org/drawingml/2006/main" noGrp="1"/>
          </p:cNvSpPr>
          <p:nvPr/>
        </p:nvSpPr>
        <p:spPr>
          <a:xfrm xmlns:a="http://schemas.openxmlformats.org/drawingml/2006/main" flipV="1">
            <a:off x="9552736" y="3942373"/>
            <a:ext cx="45263" cy="575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45CA036C-0005-46CE-8A55-D59D7326B3F5}"/>
              </a:ext>
            </a:extLst>
          </p:cNvPr>
          <p:cNvSpPr>
            <a:spLocks xmlns:a="http://schemas.openxmlformats.org/drawingml/2006/main" noGrp="1"/>
          </p:cNvSpPr>
          <p:nvPr/>
        </p:nvSpPr>
        <p:spPr>
          <a:xfrm xmlns:a="http://schemas.openxmlformats.org/drawingml/2006/main" flipV="1">
            <a:off x="9597999" y="3883690"/>
            <a:ext cx="45263" cy="58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99056751-047F-4C4D-9372-6D6D22D3C117}"/>
              </a:ext>
            </a:extLst>
          </p:cNvPr>
          <p:cNvSpPr>
            <a:spLocks xmlns:a="http://schemas.openxmlformats.org/drawingml/2006/main" noGrp="1"/>
          </p:cNvSpPr>
          <p:nvPr/>
        </p:nvSpPr>
        <p:spPr>
          <a:xfrm xmlns:a="http://schemas.openxmlformats.org/drawingml/2006/main" flipV="1">
            <a:off x="9643262" y="3824319"/>
            <a:ext cx="45263" cy="5937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CDD852A-7533-47B9-8D1F-C7B35EF71270}"/>
              </a:ext>
            </a:extLst>
          </p:cNvPr>
          <p:cNvSpPr>
            <a:spLocks xmlns:a="http://schemas.openxmlformats.org/drawingml/2006/main" noGrp="1"/>
          </p:cNvSpPr>
          <p:nvPr/>
        </p:nvSpPr>
        <p:spPr>
          <a:xfrm xmlns:a="http://schemas.openxmlformats.org/drawingml/2006/main" flipV="1">
            <a:off x="9688525" y="3764720"/>
            <a:ext cx="45263" cy="595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50441417-E79C-4348-AA9B-755071FE0C34}"/>
              </a:ext>
            </a:extLst>
          </p:cNvPr>
          <p:cNvSpPr>
            <a:spLocks xmlns:a="http://schemas.openxmlformats.org/drawingml/2006/main" noGrp="1"/>
          </p:cNvSpPr>
          <p:nvPr/>
        </p:nvSpPr>
        <p:spPr>
          <a:xfrm xmlns:a="http://schemas.openxmlformats.org/drawingml/2006/main" flipV="1">
            <a:off x="9733788" y="3705353"/>
            <a:ext cx="45262" cy="59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C2DCCBFF-F8C0-4693-A421-4823B9E85ECA}"/>
              </a:ext>
            </a:extLst>
          </p:cNvPr>
          <p:cNvSpPr>
            <a:spLocks xmlns:a="http://schemas.openxmlformats.org/drawingml/2006/main" noGrp="1"/>
          </p:cNvSpPr>
          <p:nvPr/>
        </p:nvSpPr>
        <p:spPr>
          <a:xfrm xmlns:a="http://schemas.openxmlformats.org/drawingml/2006/main" flipV="1">
            <a:off x="9779050" y="3646678"/>
            <a:ext cx="45263" cy="5867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1728B860-8778-453D-8B4A-17C8CB8B2C2C}"/>
              </a:ext>
            </a:extLst>
          </p:cNvPr>
          <p:cNvSpPr>
            <a:spLocks xmlns:a="http://schemas.openxmlformats.org/drawingml/2006/main" noGrp="1"/>
          </p:cNvSpPr>
          <p:nvPr/>
        </p:nvSpPr>
        <p:spPr>
          <a:xfrm xmlns:a="http://schemas.openxmlformats.org/drawingml/2006/main" flipV="1">
            <a:off x="9824313" y="3589148"/>
            <a:ext cx="45263" cy="575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B991150-AE45-402F-B5CE-92B7F6A47338}"/>
              </a:ext>
            </a:extLst>
          </p:cNvPr>
          <p:cNvSpPr>
            <a:spLocks xmlns:a="http://schemas.openxmlformats.org/drawingml/2006/main" noGrp="1"/>
          </p:cNvSpPr>
          <p:nvPr/>
        </p:nvSpPr>
        <p:spPr>
          <a:xfrm xmlns:a="http://schemas.openxmlformats.org/drawingml/2006/main" flipV="1">
            <a:off x="9869576" y="3533207"/>
            <a:ext cx="45263" cy="55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D2596731-8AD3-4B83-9E31-1B865A508E83}"/>
              </a:ext>
            </a:extLst>
          </p:cNvPr>
          <p:cNvSpPr>
            <a:spLocks xmlns:a="http://schemas.openxmlformats.org/drawingml/2006/main" noGrp="1"/>
          </p:cNvSpPr>
          <p:nvPr/>
        </p:nvSpPr>
        <p:spPr>
          <a:xfrm xmlns:a="http://schemas.openxmlformats.org/drawingml/2006/main" flipV="1">
            <a:off x="9914839" y="3479289"/>
            <a:ext cx="45262" cy="5391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1EDCE218-B8DC-4EB6-8200-8ABA34BEE196}"/>
              </a:ext>
            </a:extLst>
          </p:cNvPr>
          <p:cNvSpPr>
            <a:spLocks xmlns:a="http://schemas.openxmlformats.org/drawingml/2006/main" noGrp="1"/>
          </p:cNvSpPr>
          <p:nvPr/>
        </p:nvSpPr>
        <p:spPr>
          <a:xfrm xmlns:a="http://schemas.openxmlformats.org/drawingml/2006/main" flipV="1">
            <a:off x="9960101" y="3427811"/>
            <a:ext cx="45263" cy="514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E6204568-FAAD-4F32-BAE0-7F82A261134E}"/>
              </a:ext>
            </a:extLst>
          </p:cNvPr>
          <p:cNvSpPr>
            <a:spLocks xmlns:a="http://schemas.openxmlformats.org/drawingml/2006/main" noGrp="1"/>
          </p:cNvSpPr>
          <p:nvPr/>
        </p:nvSpPr>
        <p:spPr>
          <a:xfrm xmlns:a="http://schemas.openxmlformats.org/drawingml/2006/main" flipV="1">
            <a:off x="10005364" y="3379170"/>
            <a:ext cx="45263" cy="486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591E0088-C0F3-44BC-988B-197EA54E98C1}"/>
              </a:ext>
            </a:extLst>
          </p:cNvPr>
          <p:cNvSpPr>
            <a:spLocks xmlns:a="http://schemas.openxmlformats.org/drawingml/2006/main" noGrp="1"/>
          </p:cNvSpPr>
          <p:nvPr/>
        </p:nvSpPr>
        <p:spPr>
          <a:xfrm xmlns:a="http://schemas.openxmlformats.org/drawingml/2006/main" flipV="1">
            <a:off x="10050627" y="3333743"/>
            <a:ext cx="45263" cy="454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5DCB98C8-3B2F-4806-A90D-6FD7DCE1BC34}"/>
              </a:ext>
            </a:extLst>
          </p:cNvPr>
          <p:cNvSpPr>
            <a:spLocks xmlns:a="http://schemas.openxmlformats.org/drawingml/2006/main" noGrp="1"/>
          </p:cNvSpPr>
          <p:nvPr/>
        </p:nvSpPr>
        <p:spPr>
          <a:xfrm xmlns:a="http://schemas.openxmlformats.org/drawingml/2006/main" flipV="1">
            <a:off x="10095890" y="3291881"/>
            <a:ext cx="45263" cy="418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53AED91-CD94-41C3-9D8C-5D76E1E56107}"/>
              </a:ext>
            </a:extLst>
          </p:cNvPr>
          <p:cNvSpPr>
            <a:spLocks xmlns:a="http://schemas.openxmlformats.org/drawingml/2006/main" noGrp="1"/>
          </p:cNvSpPr>
          <p:nvPr/>
        </p:nvSpPr>
        <p:spPr>
          <a:xfrm xmlns:a="http://schemas.openxmlformats.org/drawingml/2006/main" flipV="1">
            <a:off x="10141153" y="3253907"/>
            <a:ext cx="45262" cy="379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A26DB0F3-6498-46E9-BB04-33E05A14A736}"/>
              </a:ext>
            </a:extLst>
          </p:cNvPr>
          <p:cNvSpPr>
            <a:spLocks xmlns:a="http://schemas.openxmlformats.org/drawingml/2006/main" noGrp="1"/>
          </p:cNvSpPr>
          <p:nvPr/>
        </p:nvSpPr>
        <p:spPr>
          <a:xfrm xmlns:a="http://schemas.openxmlformats.org/drawingml/2006/main" flipV="1">
            <a:off x="10186415" y="3220116"/>
            <a:ext cx="45263" cy="337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D537FE5C-64C4-4E58-8955-AB5F2478A477}"/>
              </a:ext>
            </a:extLst>
          </p:cNvPr>
          <p:cNvSpPr>
            <a:spLocks xmlns:a="http://schemas.openxmlformats.org/drawingml/2006/main" noGrp="1"/>
          </p:cNvSpPr>
          <p:nvPr/>
        </p:nvSpPr>
        <p:spPr>
          <a:xfrm xmlns:a="http://schemas.openxmlformats.org/drawingml/2006/main" flipV="1">
            <a:off x="10231678" y="3190768"/>
            <a:ext cx="45263" cy="293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EC486E94-DC99-4DE6-9CB2-2AE10ABBFEF4}"/>
              </a:ext>
            </a:extLst>
          </p:cNvPr>
          <p:cNvSpPr>
            <a:spLocks xmlns:a="http://schemas.openxmlformats.org/drawingml/2006/main" noGrp="1"/>
          </p:cNvSpPr>
          <p:nvPr/>
        </p:nvSpPr>
        <p:spPr>
          <a:xfrm xmlns:a="http://schemas.openxmlformats.org/drawingml/2006/main" flipV="1">
            <a:off x="10276941" y="3166091"/>
            <a:ext cx="45263" cy="2467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989879F8-E318-4A37-A15C-669F2EA0699F}"/>
              </a:ext>
            </a:extLst>
          </p:cNvPr>
          <p:cNvSpPr>
            <a:spLocks xmlns:a="http://schemas.openxmlformats.org/drawingml/2006/main" noGrp="1"/>
          </p:cNvSpPr>
          <p:nvPr/>
        </p:nvSpPr>
        <p:spPr>
          <a:xfrm xmlns:a="http://schemas.openxmlformats.org/drawingml/2006/main" flipV="1">
            <a:off x="10322204" y="3146275"/>
            <a:ext cx="45263" cy="198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1427E56C-7029-4217-81B5-8902F95FF719}"/>
              </a:ext>
            </a:extLst>
          </p:cNvPr>
          <p:cNvSpPr>
            <a:spLocks xmlns:a="http://schemas.openxmlformats.org/drawingml/2006/main" noGrp="1"/>
          </p:cNvSpPr>
          <p:nvPr/>
        </p:nvSpPr>
        <p:spPr>
          <a:xfrm xmlns:a="http://schemas.openxmlformats.org/drawingml/2006/main" flipV="1">
            <a:off x="10367467" y="3131474"/>
            <a:ext cx="45263" cy="148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7E705734-04DC-4404-BB5A-138EAEDF5302}"/>
              </a:ext>
            </a:extLst>
          </p:cNvPr>
          <p:cNvSpPr>
            <a:spLocks xmlns:a="http://schemas.openxmlformats.org/drawingml/2006/main" noGrp="1"/>
          </p:cNvSpPr>
          <p:nvPr/>
        </p:nvSpPr>
        <p:spPr>
          <a:xfrm xmlns:a="http://schemas.openxmlformats.org/drawingml/2006/main" flipV="1">
            <a:off x="10412730" y="3121802"/>
            <a:ext cx="45262" cy="96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AF4FF33E-0CD6-4FFE-AF64-8CE92A773439}"/>
              </a:ext>
            </a:extLst>
          </p:cNvPr>
          <p:cNvSpPr>
            <a:spLocks xmlns:a="http://schemas.openxmlformats.org/drawingml/2006/main" noGrp="1"/>
          </p:cNvSpPr>
          <p:nvPr/>
        </p:nvSpPr>
        <p:spPr>
          <a:xfrm xmlns:a="http://schemas.openxmlformats.org/drawingml/2006/main" flipV="1">
            <a:off x="10457992" y="3117333"/>
            <a:ext cx="45263" cy="44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CBC58B54-BA98-4599-A9A4-899C437FAC11}"/>
              </a:ext>
            </a:extLst>
          </p:cNvPr>
          <p:cNvSpPr>
            <a:spLocks xmlns:a="http://schemas.openxmlformats.org/drawingml/2006/main" noGrp="1"/>
          </p:cNvSpPr>
          <p:nvPr/>
        </p:nvSpPr>
        <p:spPr>
          <a:xfrm xmlns:a="http://schemas.openxmlformats.org/drawingml/2006/main">
            <a:off x="10503255" y="3117333"/>
            <a:ext cx="45263" cy="7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968F4203-5529-4091-834C-7DA81F4EA793}"/>
              </a:ext>
            </a:extLst>
          </p:cNvPr>
          <p:cNvSpPr>
            <a:spLocks xmlns:a="http://schemas.openxmlformats.org/drawingml/2006/main" noGrp="1"/>
          </p:cNvSpPr>
          <p:nvPr/>
        </p:nvSpPr>
        <p:spPr>
          <a:xfrm xmlns:a="http://schemas.openxmlformats.org/drawingml/2006/main">
            <a:off x="10548518" y="3118103"/>
            <a:ext cx="45263" cy="60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C2C16865-C4C6-47EE-BFFA-B8453C8B6FC8}"/>
              </a:ext>
            </a:extLst>
          </p:cNvPr>
          <p:cNvSpPr>
            <a:spLocks xmlns:a="http://schemas.openxmlformats.org/drawingml/2006/main" noGrp="1"/>
          </p:cNvSpPr>
          <p:nvPr/>
        </p:nvSpPr>
        <p:spPr>
          <a:xfrm xmlns:a="http://schemas.openxmlformats.org/drawingml/2006/main">
            <a:off x="10593781" y="3124106"/>
            <a:ext cx="45262" cy="111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7BE6C9DD-BD32-426B-8ED9-ECE247D1F798}"/>
              </a:ext>
            </a:extLst>
          </p:cNvPr>
          <p:cNvSpPr>
            <a:spLocks xmlns:a="http://schemas.openxmlformats.org/drawingml/2006/main" noGrp="1"/>
          </p:cNvSpPr>
          <p:nvPr/>
        </p:nvSpPr>
        <p:spPr>
          <a:xfrm xmlns:a="http://schemas.openxmlformats.org/drawingml/2006/main">
            <a:off x="10639043" y="3135294"/>
            <a:ext cx="45263" cy="162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DAEFCA79-6FC4-43BC-BA97-B9C951BE7D97}"/>
              </a:ext>
            </a:extLst>
          </p:cNvPr>
          <p:cNvSpPr>
            <a:spLocks xmlns:a="http://schemas.openxmlformats.org/drawingml/2006/main" noGrp="1"/>
          </p:cNvSpPr>
          <p:nvPr/>
        </p:nvSpPr>
        <p:spPr>
          <a:xfrm xmlns:a="http://schemas.openxmlformats.org/drawingml/2006/main">
            <a:off x="10684306" y="3151582"/>
            <a:ext cx="45263" cy="212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3ACB3FA1-D434-493B-8006-8988C68522FA}"/>
              </a:ext>
            </a:extLst>
          </p:cNvPr>
          <p:cNvSpPr>
            <a:spLocks xmlns:a="http://schemas.openxmlformats.org/drawingml/2006/main" noGrp="1"/>
          </p:cNvSpPr>
          <p:nvPr/>
        </p:nvSpPr>
        <p:spPr>
          <a:xfrm xmlns:a="http://schemas.openxmlformats.org/drawingml/2006/main">
            <a:off x="10729569" y="3172844"/>
            <a:ext cx="45263" cy="260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AD63BD0B-41BE-4A59-B803-64BD2938A2BD}"/>
              </a:ext>
            </a:extLst>
          </p:cNvPr>
          <p:cNvSpPr>
            <a:spLocks xmlns:a="http://schemas.openxmlformats.org/drawingml/2006/main" noGrp="1"/>
          </p:cNvSpPr>
          <p:nvPr/>
        </p:nvSpPr>
        <p:spPr>
          <a:xfrm xmlns:a="http://schemas.openxmlformats.org/drawingml/2006/main">
            <a:off x="10774832" y="3198914"/>
            <a:ext cx="45263" cy="306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FB1E3548-99C8-449C-9BBB-36CF35567755}"/>
              </a:ext>
            </a:extLst>
          </p:cNvPr>
          <p:cNvSpPr>
            <a:spLocks xmlns:a="http://schemas.openxmlformats.org/drawingml/2006/main" noGrp="1"/>
          </p:cNvSpPr>
          <p:nvPr/>
        </p:nvSpPr>
        <p:spPr>
          <a:xfrm xmlns:a="http://schemas.openxmlformats.org/drawingml/2006/main">
            <a:off x="10820095" y="3229592"/>
            <a:ext cx="45262" cy="350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BA74FF26-9761-4D66-8984-D4EEF39013F6}"/>
              </a:ext>
            </a:extLst>
          </p:cNvPr>
          <p:cNvSpPr>
            <a:spLocks xmlns:a="http://schemas.openxmlformats.org/drawingml/2006/main" noGrp="1"/>
          </p:cNvSpPr>
          <p:nvPr/>
        </p:nvSpPr>
        <p:spPr>
          <a:xfrm xmlns:a="http://schemas.openxmlformats.org/drawingml/2006/main">
            <a:off x="10865357" y="3264641"/>
            <a:ext cx="45263" cy="391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070E0D3-D911-4C9F-A150-5BBA6CAF0379}"/>
              </a:ext>
            </a:extLst>
          </p:cNvPr>
          <p:cNvSpPr>
            <a:spLocks xmlns:a="http://schemas.openxmlformats.org/drawingml/2006/main" noGrp="1"/>
          </p:cNvSpPr>
          <p:nvPr/>
        </p:nvSpPr>
        <p:spPr>
          <a:xfrm xmlns:a="http://schemas.openxmlformats.org/drawingml/2006/main">
            <a:off x="10910620" y="3303789"/>
            <a:ext cx="45263" cy="4294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3930D919-0991-4EE6-BEEF-A7F60E1BD4B5}"/>
              </a:ext>
            </a:extLst>
          </p:cNvPr>
          <p:cNvSpPr>
            <a:spLocks xmlns:a="http://schemas.openxmlformats.org/drawingml/2006/main" noGrp="1"/>
          </p:cNvSpPr>
          <p:nvPr/>
        </p:nvSpPr>
        <p:spPr>
          <a:xfrm xmlns:a="http://schemas.openxmlformats.org/drawingml/2006/main">
            <a:off x="10955883" y="3346733"/>
            <a:ext cx="45263" cy="464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A9789D4C-09DF-4E4E-B6AE-08A967DDF1ED}"/>
              </a:ext>
            </a:extLst>
          </p:cNvPr>
          <p:cNvSpPr>
            <a:spLocks xmlns:a="http://schemas.openxmlformats.org/drawingml/2006/main" noGrp="1"/>
          </p:cNvSpPr>
          <p:nvPr/>
        </p:nvSpPr>
        <p:spPr>
          <a:xfrm xmlns:a="http://schemas.openxmlformats.org/drawingml/2006/main">
            <a:off x="11001146" y="3393142"/>
            <a:ext cx="45263" cy="495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7071DB22-BC8D-4B8D-A17D-66A4F68C8733}"/>
              </a:ext>
            </a:extLst>
          </p:cNvPr>
          <p:cNvSpPr>
            <a:spLocks xmlns:a="http://schemas.openxmlformats.org/drawingml/2006/main" noGrp="1"/>
          </p:cNvSpPr>
          <p:nvPr/>
        </p:nvSpPr>
        <p:spPr>
          <a:xfrm xmlns:a="http://schemas.openxmlformats.org/drawingml/2006/main">
            <a:off x="11046409" y="3442657"/>
            <a:ext cx="45263" cy="522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Oval 215">
            <a:extLst xmlns:a="http://schemas.openxmlformats.org/drawingml/2006/main">
              <a:ext uri="{FF2B5EF4-FFF2-40B4-BE49-F238E27FC236}">
                <a16:creationId xmlns:a16="http://schemas.microsoft.com/office/drawing/2014/main" id="{C0ED6CDE-3A29-4BCE-B1D7-FF750D7BA8FA}"/>
              </a:ext>
            </a:extLst>
          </p:cNvPr>
          <p:cNvSpPr>
            <a:spLocks xmlns:a="http://schemas.openxmlformats.org/drawingml/2006/main" noGrp="1"/>
          </p:cNvSpPr>
          <p:nvPr/>
        </p:nvSpPr>
        <p:spPr>
          <a:xfrm xmlns:a="http://schemas.openxmlformats.org/drawingml/2006/main">
            <a:off x="6507784" y="3622488"/>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7" name="Oval 216">
            <a:extLst xmlns:a="http://schemas.openxmlformats.org/drawingml/2006/main">
              <a:ext uri="{FF2B5EF4-FFF2-40B4-BE49-F238E27FC236}">
                <a16:creationId xmlns:a16="http://schemas.microsoft.com/office/drawing/2014/main" id="{712F4FCF-4890-4AA0-AB38-19EFF0784A08}"/>
              </a:ext>
            </a:extLst>
          </p:cNvPr>
          <p:cNvSpPr>
            <a:spLocks xmlns:a="http://schemas.openxmlformats.org/drawingml/2006/main" noGrp="1"/>
          </p:cNvSpPr>
          <p:nvPr/>
        </p:nvSpPr>
        <p:spPr>
          <a:xfrm xmlns:a="http://schemas.openxmlformats.org/drawingml/2006/main">
            <a:off x="6809536" y="32719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8" name="Oval 217">
            <a:extLst xmlns:a="http://schemas.openxmlformats.org/drawingml/2006/main">
              <a:ext uri="{FF2B5EF4-FFF2-40B4-BE49-F238E27FC236}">
                <a16:creationId xmlns:a16="http://schemas.microsoft.com/office/drawing/2014/main" id="{6F0A464A-4342-4BB3-A378-AD66842F1296}"/>
              </a:ext>
            </a:extLst>
          </p:cNvPr>
          <p:cNvSpPr>
            <a:spLocks xmlns:a="http://schemas.openxmlformats.org/drawingml/2006/main" noGrp="1"/>
          </p:cNvSpPr>
          <p:nvPr/>
        </p:nvSpPr>
        <p:spPr>
          <a:xfrm xmlns:a="http://schemas.openxmlformats.org/drawingml/2006/main">
            <a:off x="7111288" y="30769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9" name="Oval 218">
            <a:extLst xmlns:a="http://schemas.openxmlformats.org/drawingml/2006/main">
              <a:ext uri="{FF2B5EF4-FFF2-40B4-BE49-F238E27FC236}">
                <a16:creationId xmlns:a16="http://schemas.microsoft.com/office/drawing/2014/main" id="{456438F0-C2E1-4944-AC53-C9780B6C57F0}"/>
              </a:ext>
            </a:extLst>
          </p:cNvPr>
          <p:cNvSpPr>
            <a:spLocks xmlns:a="http://schemas.openxmlformats.org/drawingml/2006/main" noGrp="1"/>
          </p:cNvSpPr>
          <p:nvPr/>
        </p:nvSpPr>
        <p:spPr>
          <a:xfrm xmlns:a="http://schemas.openxmlformats.org/drawingml/2006/main">
            <a:off x="7413040" y="310248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0" name="Oval 219">
            <a:extLst xmlns:a="http://schemas.openxmlformats.org/drawingml/2006/main">
              <a:ext uri="{FF2B5EF4-FFF2-40B4-BE49-F238E27FC236}">
                <a16:creationId xmlns:a16="http://schemas.microsoft.com/office/drawing/2014/main" id="{7DB7A9AF-BCA6-45FC-8DE5-10D2684B3C9A}"/>
              </a:ext>
            </a:extLst>
          </p:cNvPr>
          <p:cNvSpPr>
            <a:spLocks xmlns:a="http://schemas.openxmlformats.org/drawingml/2006/main" noGrp="1"/>
          </p:cNvSpPr>
          <p:nvPr/>
        </p:nvSpPr>
        <p:spPr>
          <a:xfrm xmlns:a="http://schemas.openxmlformats.org/drawingml/2006/main">
            <a:off x="7714792" y="3340123"/>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1" name="Oval 220">
            <a:extLst xmlns:a="http://schemas.openxmlformats.org/drawingml/2006/main">
              <a:ext uri="{FF2B5EF4-FFF2-40B4-BE49-F238E27FC236}">
                <a16:creationId xmlns:a16="http://schemas.microsoft.com/office/drawing/2014/main" id="{B422F66B-770B-439B-8A60-4F82EBEE91EF}"/>
              </a:ext>
            </a:extLst>
          </p:cNvPr>
          <p:cNvSpPr>
            <a:spLocks xmlns:a="http://schemas.openxmlformats.org/drawingml/2006/main" noGrp="1"/>
          </p:cNvSpPr>
          <p:nvPr/>
        </p:nvSpPr>
        <p:spPr>
          <a:xfrm xmlns:a="http://schemas.openxmlformats.org/drawingml/2006/main">
            <a:off x="8016544" y="37104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2" name="Oval 221">
            <a:extLst xmlns:a="http://schemas.openxmlformats.org/drawingml/2006/main">
              <a:ext uri="{FF2B5EF4-FFF2-40B4-BE49-F238E27FC236}">
                <a16:creationId xmlns:a16="http://schemas.microsoft.com/office/drawing/2014/main" id="{7410D913-4BAE-4CD0-AE99-4FD8CA6F8252}"/>
              </a:ext>
            </a:extLst>
          </p:cNvPr>
          <p:cNvSpPr>
            <a:spLocks xmlns:a="http://schemas.openxmlformats.org/drawingml/2006/main" noGrp="1"/>
          </p:cNvSpPr>
          <p:nvPr/>
        </p:nvSpPr>
        <p:spPr>
          <a:xfrm xmlns:a="http://schemas.openxmlformats.org/drawingml/2006/main">
            <a:off x="8318296" y="408966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3" name="Oval 222">
            <a:extLst xmlns:a="http://schemas.openxmlformats.org/drawingml/2006/main">
              <a:ext uri="{FF2B5EF4-FFF2-40B4-BE49-F238E27FC236}">
                <a16:creationId xmlns:a16="http://schemas.microsoft.com/office/drawing/2014/main" id="{32B72B53-8BA8-40B9-95FE-A8D13ECF6CBA}"/>
              </a:ext>
            </a:extLst>
          </p:cNvPr>
          <p:cNvSpPr>
            <a:spLocks xmlns:a="http://schemas.openxmlformats.org/drawingml/2006/main" noGrp="1"/>
          </p:cNvSpPr>
          <p:nvPr/>
        </p:nvSpPr>
        <p:spPr>
          <a:xfrm xmlns:a="http://schemas.openxmlformats.org/drawingml/2006/main">
            <a:off x="8620048" y="435110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EBCCBD9F-F180-44A7-9A41-87AC26011563}"/>
              </a:ext>
            </a:extLst>
          </p:cNvPr>
          <p:cNvSpPr>
            <a:spLocks xmlns:a="http://schemas.openxmlformats.org/drawingml/2006/main" noGrp="1"/>
          </p:cNvSpPr>
          <p:nvPr/>
        </p:nvSpPr>
        <p:spPr>
          <a:xfrm xmlns:a="http://schemas.openxmlformats.org/drawingml/2006/main">
            <a:off x="8921800" y="44073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00CDCC79-1B94-4FE8-A503-222B135C5DDA}"/>
              </a:ext>
            </a:extLst>
          </p:cNvPr>
          <p:cNvSpPr>
            <a:spLocks xmlns:a="http://schemas.openxmlformats.org/drawingml/2006/main" noGrp="1"/>
          </p:cNvSpPr>
          <p:nvPr/>
        </p:nvSpPr>
        <p:spPr>
          <a:xfrm xmlns:a="http://schemas.openxmlformats.org/drawingml/2006/main">
            <a:off x="9223552" y="423970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29BF9EE3-4B20-4144-A4D1-81ACBC0DA974}"/>
              </a:ext>
            </a:extLst>
          </p:cNvPr>
          <p:cNvSpPr>
            <a:spLocks xmlns:a="http://schemas.openxmlformats.org/drawingml/2006/main" noGrp="1"/>
          </p:cNvSpPr>
          <p:nvPr/>
        </p:nvSpPr>
        <p:spPr>
          <a:xfrm xmlns:a="http://schemas.openxmlformats.org/drawingml/2006/main">
            <a:off x="9525304" y="39040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DA377E64-F00E-4C40-AED3-61055F8A84D9}"/>
              </a:ext>
            </a:extLst>
          </p:cNvPr>
          <p:cNvSpPr>
            <a:spLocks xmlns:a="http://schemas.openxmlformats.org/drawingml/2006/main" noGrp="1"/>
          </p:cNvSpPr>
          <p:nvPr/>
        </p:nvSpPr>
        <p:spPr>
          <a:xfrm xmlns:a="http://schemas.openxmlformats.org/drawingml/2006/main">
            <a:off x="9827056" y="35126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1CAFD8C7-F336-4B60-A130-DCB4AFDB419F}"/>
              </a:ext>
            </a:extLst>
          </p:cNvPr>
          <p:cNvSpPr>
            <a:spLocks xmlns:a="http://schemas.openxmlformats.org/drawingml/2006/main" noGrp="1"/>
          </p:cNvSpPr>
          <p:nvPr/>
        </p:nvSpPr>
        <p:spPr>
          <a:xfrm xmlns:a="http://schemas.openxmlformats.org/drawingml/2006/main">
            <a:off x="10128808" y="319630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FEEB901E-1FA8-457D-ABFC-52ADE016D4A1}"/>
              </a:ext>
            </a:extLst>
          </p:cNvPr>
          <p:cNvSpPr>
            <a:spLocks xmlns:a="http://schemas.openxmlformats.org/drawingml/2006/main" noGrp="1"/>
          </p:cNvSpPr>
          <p:nvPr/>
        </p:nvSpPr>
        <p:spPr>
          <a:xfrm xmlns:a="http://schemas.openxmlformats.org/drawingml/2006/main">
            <a:off x="10430560" y="3060634"/>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5848FCFB-5F31-464B-B5B2-17F76AFEA46F}"/>
              </a:ext>
            </a:extLst>
          </p:cNvPr>
          <p:cNvSpPr>
            <a:spLocks xmlns:a="http://schemas.openxmlformats.org/drawingml/2006/main" noGrp="1"/>
          </p:cNvSpPr>
          <p:nvPr/>
        </p:nvSpPr>
        <p:spPr>
          <a:xfrm xmlns:a="http://schemas.openxmlformats.org/drawingml/2006/main">
            <a:off x="10732312" y="3151032"/>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TextBox 230">
            <a:extLst xmlns:a="http://schemas.openxmlformats.org/drawingml/2006/main">
              <a:ext uri="{FF2B5EF4-FFF2-40B4-BE49-F238E27FC236}">
                <a16:creationId xmlns:a16="http://schemas.microsoft.com/office/drawing/2014/main" id="{352F6421-F558-451A-89BB-FF468D3A9BE1}"/>
              </a:ext>
            </a:extLst>
          </p:cNvPr>
          <p:cNvSpPr>
            <a:spLocks xmlns:a="http://schemas.openxmlformats.org/drawingml/2006/main" noGrp="1"/>
          </p:cNvSpPr>
          <p:nvPr/>
        </p:nvSpPr>
        <p:spPr>
          <a:xfrm xmlns:a="http://schemas.openxmlformats.org/drawingml/2006/main">
            <a:off x="877824" y="5458968"/>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先预测：放大到足够短的时间，会出现什么？</a:t>
            </a:r>
          </a:p>
        </p:txBody>
      </p:sp>
      <p:sp>
        <p:nvSpPr>
          <p:cNvPr id="10" name="TextBox 9">
            <a:extLst xmlns:a="http://schemas.openxmlformats.org/drawingml/2006/main">
              <a:ext uri="{FF2B5EF4-FFF2-40B4-BE49-F238E27FC236}">
                <a16:creationId xmlns:a16="http://schemas.microsoft.com/office/drawing/2014/main" id="{597BE9DA-8112-4997-917E-CD27991FFEAB}"/>
              </a:ext>
            </a:extLst>
          </p:cNvPr>
          <p:cNvSpPr>
            <a:spLocks xmlns:a="http://schemas.openxmlformats.org/drawingml/2006/main" noGrp="1"/>
          </p:cNvSpPr>
          <p:nvPr/>
        </p:nvSpPr>
        <p:spPr>
          <a:xfrm xmlns:a="http://schemas.openxmlformats.org/drawingml/2006/main">
            <a:off x="1000125"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4" name="TextBox 113">
            <a:extLst xmlns:a="http://schemas.openxmlformats.org/drawingml/2006/main">
              <a:ext uri="{FF2B5EF4-FFF2-40B4-BE49-F238E27FC236}">
                <a16:creationId xmlns:a16="http://schemas.microsoft.com/office/drawing/2014/main" id="{00CA164B-5B22-4BA7-BBD4-3BC22B7E0F8C}"/>
              </a:ext>
            </a:extLst>
          </p:cNvPr>
          <p:cNvSpPr>
            <a:spLocks xmlns:a="http://schemas.openxmlformats.org/drawingml/2006/main" noGrp="1"/>
          </p:cNvSpPr>
          <p:nvPr/>
        </p:nvSpPr>
        <p:spPr>
          <a:xfrm xmlns:a="http://schemas.openxmlformats.org/drawingml/2006/main">
            <a:off x="6667500"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extBox 10">
            <a:extLst xmlns:a="http://schemas.openxmlformats.org/drawingml/2006/main">
              <a:ext uri="{FF2B5EF4-FFF2-40B4-BE49-F238E27FC236}">
                <a16:creationId xmlns:a16="http://schemas.microsoft.com/office/drawing/2014/main" id="{CAA9A1EA-1E57-4EA0-8296-C47679D481CA}"/>
              </a:ext>
            </a:extLst>
          </p:cNvPr>
          <p:cNvSpPr>
            <a:spLocks xmlns:a="http://schemas.openxmlformats.org/drawingml/2006/main" noGrp="1"/>
          </p:cNvSpPr>
          <p:nvPr/>
        </p:nvSpPr>
        <p:spPr>
          <a:xfrm xmlns:a="http://schemas.openxmlformats.org/drawingml/2006/main">
            <a:off x="49053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15" name="TextBox 114">
            <a:extLst xmlns:a="http://schemas.openxmlformats.org/drawingml/2006/main">
              <a:ext uri="{FF2B5EF4-FFF2-40B4-BE49-F238E27FC236}">
                <a16:creationId xmlns:a16="http://schemas.microsoft.com/office/drawing/2014/main" id="{EC805999-1700-4EE9-BD69-4CF45C996E3E}"/>
              </a:ext>
            </a:extLst>
          </p:cNvPr>
          <p:cNvSpPr>
            <a:spLocks xmlns:a="http://schemas.openxmlformats.org/drawingml/2006/main" noGrp="1"/>
          </p:cNvSpPr>
          <p:nvPr/>
        </p:nvSpPr>
        <p:spPr>
          <a:xfrm xmlns:a="http://schemas.openxmlformats.org/drawingml/2006/main">
            <a:off x="104298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7545034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6320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63200" y="46577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 xmlns:a="http://schemas.openxmlformats.org/drawingml/2006/main">
        <p:nvSpPr>
          <p:cNvPr id="33" name="TextBox 32"/>
          <p:cNvSpPr txBox="1"/>
          <p:nvPr/>
        </p:nvSpPr>
        <p:spPr>
          <a:xfrm>
            <a:off x="8577072" y="2221992"/>
            <a:ext cx="2962656" cy="438912"/>
          </a:xfrm>
          <a:prstGeom prst="rect">
            <a:avLst/>
          </a:prstGeom>
          <a:noFill/>
        </p:spPr>
        <p:txBody>
          <a:bodyPr wrap="square" lIns="0" rIns="0" tIns="0" bIns="0" anchor="ctr">
            <a:spAutoFit/>
          </a:bodyPr>
          <a:lstStyle/>
          <a:p>
            <a:pPr>
              <a:spcAft>
                <a:spcPts val="200"/>
              </a:spcAft>
              <a:defRPr sz="1800" b="1">
                <a:solidFill>
                  <a:srgbClr val="8C64E1"/>
                </a:solidFill>
                <a:latin typeface="Alibaba PuHuiTi 3.0 115 Black"/>
              </a:defRPr>
            </a:pPr>
            <a:r>
              <a:t>在1秒内：1个采样点</a:t>
            </a:r>
          </a:p>
        </p:txBody>
      </p:sp>
      <p:sp xmlns:a="http://schemas.openxmlformats.org/drawingml/2006/main">
        <p:nvSpPr>
          <p:cNvPr id="34" name="TextBox 33"/>
          <p:cNvSpPr txBox="1"/>
          <p:nvPr/>
        </p:nvSpPr>
        <p:spPr>
          <a:xfrm>
            <a:off x="8577072" y="3813048"/>
            <a:ext cx="2962656" cy="438912"/>
          </a:xfrm>
          <a:prstGeom prst="rect">
            <a:avLst/>
          </a:prstGeom>
          <a:noFill/>
        </p:spPr>
        <p:txBody>
          <a:bodyPr wrap="square" lIns="0" rIns="0" tIns="0" bIns="0" anchor="ctr">
            <a:spAutoFit/>
          </a:bodyPr>
          <a:lstStyle/>
          <a:p>
            <a:pPr>
              <a:spcAft>
                <a:spcPts val="200"/>
              </a:spcAft>
              <a:defRPr sz="1800" b="1">
                <a:solidFill>
                  <a:srgbClr val="007C9B"/>
                </a:solidFill>
                <a:latin typeface="Alibaba PuHuiTi 3.0 115 Black"/>
              </a:defRPr>
            </a:pPr>
            <a:r>
              <a:t>在1秒内：2个采样点</a:t>
            </a:r>
          </a:p>
        </p:txBody>
      </p:sp>
    </p:spTree>
    <p:extLst>
      <p:ext uri="{BB962C8B-B14F-4D97-AF65-F5344CB8AC3E}">
        <p14:creationId xmlns:p14="http://schemas.microsoft.com/office/powerpoint/2010/main" val="16019148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Connector 4">
            <a:extLst xmlns:a="http://schemas.openxmlformats.org/drawingml/2006/main">
              <a:ext uri="{FF2B5EF4-FFF2-40B4-BE49-F238E27FC236}">
                <a16:creationId xmlns:a16="http://schemas.microsoft.com/office/drawing/2014/main" id="{EF2326E8-2BEB-41DE-A6E1-6E5CF1A54652}"/>
              </a:ext>
            </a:extLst>
          </p:cNvPr>
          <p:cNvSpPr>
            <a:spLocks xmlns:a="http://schemas.openxmlformats.org/drawingml/2006/main" noGrp="1"/>
          </p:cNvSpPr>
          <p:nvPr/>
        </p:nvSpPr>
        <p:spPr>
          <a:xfrm xmlns:a="http://schemas.openxmlformats.org/drawingml/2006/main">
            <a:off x="1005840" y="243230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03BFAE81-862B-4625-98B6-7189CE73B280}"/>
              </a:ext>
            </a:extLst>
          </p:cNvPr>
          <p:cNvSpPr>
            <a:spLocks xmlns:a="http://schemas.openxmlformats.org/drawingml/2006/main" noGrp="1"/>
          </p:cNvSpPr>
          <p:nvPr/>
        </p:nvSpPr>
        <p:spPr>
          <a:xfrm xmlns:a="http://schemas.openxmlformats.org/drawingml/2006/main">
            <a:off x="1097280" y="173736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7C9AC72-931A-4657-BBB3-257690B3BD05}"/>
              </a:ext>
            </a:extLst>
          </p:cNvPr>
          <p:cNvSpPr>
            <a:spLocks xmlns:a="http://schemas.openxmlformats.org/drawingml/2006/main" noGrp="1"/>
          </p:cNvSpPr>
          <p:nvPr/>
        </p:nvSpPr>
        <p:spPr>
          <a:xfrm xmlns:a="http://schemas.openxmlformats.org/drawingml/2006/main">
            <a:off x="1005840" y="119786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采样点较少</a:t>
            </a:r>
          </a:p>
        </p:txBody>
      </p:sp>
      <p:sp>
        <p:nvSpPr>
          <p:cNvPr id="10" name="Connector 9">
            <a:extLst xmlns:a="http://schemas.openxmlformats.org/drawingml/2006/main">
              <a:ext uri="{FF2B5EF4-FFF2-40B4-BE49-F238E27FC236}">
                <a16:creationId xmlns:a16="http://schemas.microsoft.com/office/drawing/2014/main" id="{02E739F7-A272-485B-8878-C3D00FDFCF6A}"/>
              </a:ext>
            </a:extLst>
          </p:cNvPr>
          <p:cNvSpPr>
            <a:spLocks xmlns:a="http://schemas.openxmlformats.org/drawingml/2006/main" noGrp="1"/>
          </p:cNvSpPr>
          <p:nvPr/>
        </p:nvSpPr>
        <p:spPr>
          <a:xfrm xmlns:a="http://schemas.openxmlformats.org/drawingml/2006/main" flipV="1">
            <a:off x="1124712" y="235864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99BEED9-A7C7-4770-9823-3F66C07734A8}"/>
              </a:ext>
            </a:extLst>
          </p:cNvPr>
          <p:cNvSpPr>
            <a:spLocks xmlns:a="http://schemas.openxmlformats.org/drawingml/2006/main" noGrp="1"/>
          </p:cNvSpPr>
          <p:nvPr/>
        </p:nvSpPr>
        <p:spPr>
          <a:xfrm xmlns:a="http://schemas.openxmlformats.org/drawingml/2006/main" flipV="1">
            <a:off x="1215786" y="229946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66FA9914-ECBF-421F-872D-52D9538B83D3}"/>
              </a:ext>
            </a:extLst>
          </p:cNvPr>
          <p:cNvSpPr>
            <a:spLocks xmlns:a="http://schemas.openxmlformats.org/drawingml/2006/main" noGrp="1"/>
          </p:cNvSpPr>
          <p:nvPr/>
        </p:nvSpPr>
        <p:spPr>
          <a:xfrm xmlns:a="http://schemas.openxmlformats.org/drawingml/2006/main" flipV="1">
            <a:off x="1306860" y="224180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F0B4DB-DD5A-4230-8EAD-A42EA0D788AA}"/>
              </a:ext>
            </a:extLst>
          </p:cNvPr>
          <p:cNvSpPr>
            <a:spLocks xmlns:a="http://schemas.openxmlformats.org/drawingml/2006/main" noGrp="1"/>
          </p:cNvSpPr>
          <p:nvPr/>
        </p:nvSpPr>
        <p:spPr>
          <a:xfrm xmlns:a="http://schemas.openxmlformats.org/drawingml/2006/main" flipV="1">
            <a:off x="1397934" y="218640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BA00C5F-2E70-4C32-906A-44C18BEB71D0}"/>
              </a:ext>
            </a:extLst>
          </p:cNvPr>
          <p:cNvSpPr>
            <a:spLocks xmlns:a="http://schemas.openxmlformats.org/drawingml/2006/main" noGrp="1"/>
          </p:cNvSpPr>
          <p:nvPr/>
        </p:nvSpPr>
        <p:spPr>
          <a:xfrm xmlns:a="http://schemas.openxmlformats.org/drawingml/2006/main" flipV="1">
            <a:off x="1489008" y="213397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A2D80A-9144-430E-BABF-73785DD1F941}"/>
              </a:ext>
            </a:extLst>
          </p:cNvPr>
          <p:cNvSpPr>
            <a:spLocks xmlns:a="http://schemas.openxmlformats.org/drawingml/2006/main" noGrp="1"/>
          </p:cNvSpPr>
          <p:nvPr/>
        </p:nvSpPr>
        <p:spPr>
          <a:xfrm xmlns:a="http://schemas.openxmlformats.org/drawingml/2006/main" flipV="1">
            <a:off x="1580083" y="208517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C6BA23-6ED5-470D-8AC8-D90D4297E9FB}"/>
              </a:ext>
            </a:extLst>
          </p:cNvPr>
          <p:cNvSpPr>
            <a:spLocks xmlns:a="http://schemas.openxmlformats.org/drawingml/2006/main" noGrp="1"/>
          </p:cNvSpPr>
          <p:nvPr/>
        </p:nvSpPr>
        <p:spPr>
          <a:xfrm xmlns:a="http://schemas.openxmlformats.org/drawingml/2006/main" flipV="1">
            <a:off x="1671157" y="204063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47A2244-0263-4B1F-B69F-6A968BAA7EED}"/>
              </a:ext>
            </a:extLst>
          </p:cNvPr>
          <p:cNvSpPr>
            <a:spLocks xmlns:a="http://schemas.openxmlformats.org/drawingml/2006/main" noGrp="1"/>
          </p:cNvSpPr>
          <p:nvPr/>
        </p:nvSpPr>
        <p:spPr>
          <a:xfrm xmlns:a="http://schemas.openxmlformats.org/drawingml/2006/main" flipV="1">
            <a:off x="1762231" y="200093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57D594-BC2A-4462-8F1C-F605D3689FF9}"/>
              </a:ext>
            </a:extLst>
          </p:cNvPr>
          <p:cNvSpPr>
            <a:spLocks xmlns:a="http://schemas.openxmlformats.org/drawingml/2006/main" noGrp="1"/>
          </p:cNvSpPr>
          <p:nvPr/>
        </p:nvSpPr>
        <p:spPr>
          <a:xfrm xmlns:a="http://schemas.openxmlformats.org/drawingml/2006/main" flipV="1">
            <a:off x="1853305" y="196656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5FAA943-CCAC-4CB7-9A6A-ABE426D3D438}"/>
              </a:ext>
            </a:extLst>
          </p:cNvPr>
          <p:cNvSpPr>
            <a:spLocks xmlns:a="http://schemas.openxmlformats.org/drawingml/2006/main" noGrp="1"/>
          </p:cNvSpPr>
          <p:nvPr/>
        </p:nvSpPr>
        <p:spPr>
          <a:xfrm xmlns:a="http://schemas.openxmlformats.org/drawingml/2006/main" flipV="1">
            <a:off x="1944380" y="193796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61C2E4A-9F2E-4A23-BC8F-766082F860A1}"/>
              </a:ext>
            </a:extLst>
          </p:cNvPr>
          <p:cNvSpPr>
            <a:spLocks xmlns:a="http://schemas.openxmlformats.org/drawingml/2006/main" noGrp="1"/>
          </p:cNvSpPr>
          <p:nvPr/>
        </p:nvSpPr>
        <p:spPr>
          <a:xfrm xmlns:a="http://schemas.openxmlformats.org/drawingml/2006/main" flipV="1">
            <a:off x="2035454" y="191551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71410FF-BDBB-443D-8E9A-47FD80FF59EE}"/>
              </a:ext>
            </a:extLst>
          </p:cNvPr>
          <p:cNvSpPr>
            <a:spLocks xmlns:a="http://schemas.openxmlformats.org/drawingml/2006/main" noGrp="1"/>
          </p:cNvSpPr>
          <p:nvPr/>
        </p:nvSpPr>
        <p:spPr>
          <a:xfrm xmlns:a="http://schemas.openxmlformats.org/drawingml/2006/main" flipV="1">
            <a:off x="2126528" y="189948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7BF9EFA-E85A-49FC-95C9-51293B39D4AE}"/>
              </a:ext>
            </a:extLst>
          </p:cNvPr>
          <p:cNvSpPr>
            <a:spLocks xmlns:a="http://schemas.openxmlformats.org/drawingml/2006/main" noGrp="1"/>
          </p:cNvSpPr>
          <p:nvPr/>
        </p:nvSpPr>
        <p:spPr>
          <a:xfrm xmlns:a="http://schemas.openxmlformats.org/drawingml/2006/main" flipV="1">
            <a:off x="2217602" y="189009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669555B-4EC5-4AAA-B702-903E97E9CAAA}"/>
              </a:ext>
            </a:extLst>
          </p:cNvPr>
          <p:cNvSpPr>
            <a:spLocks xmlns:a="http://schemas.openxmlformats.org/drawingml/2006/main" noGrp="1"/>
          </p:cNvSpPr>
          <p:nvPr/>
        </p:nvSpPr>
        <p:spPr>
          <a:xfrm xmlns:a="http://schemas.openxmlformats.org/drawingml/2006/main" flipV="1">
            <a:off x="2308677" y="188745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8101D742-56F7-4D60-9D61-2B0F82FFE35B}"/>
              </a:ext>
            </a:extLst>
          </p:cNvPr>
          <p:cNvSpPr>
            <a:spLocks xmlns:a="http://schemas.openxmlformats.org/drawingml/2006/main" noGrp="1"/>
          </p:cNvSpPr>
          <p:nvPr/>
        </p:nvSpPr>
        <p:spPr>
          <a:xfrm xmlns:a="http://schemas.openxmlformats.org/drawingml/2006/main">
            <a:off x="2399751" y="188745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CCEBA3D-2C42-4476-9454-AFB7FBFBBD37}"/>
              </a:ext>
            </a:extLst>
          </p:cNvPr>
          <p:cNvSpPr>
            <a:spLocks xmlns:a="http://schemas.openxmlformats.org/drawingml/2006/main" noGrp="1"/>
          </p:cNvSpPr>
          <p:nvPr/>
        </p:nvSpPr>
        <p:spPr>
          <a:xfrm xmlns:a="http://schemas.openxmlformats.org/drawingml/2006/main">
            <a:off x="2490825" y="189160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AC9C40D-666A-495D-BC81-8DF7C1B52353}"/>
              </a:ext>
            </a:extLst>
          </p:cNvPr>
          <p:cNvSpPr>
            <a:spLocks xmlns:a="http://schemas.openxmlformats.org/drawingml/2006/main" noGrp="1"/>
          </p:cNvSpPr>
          <p:nvPr/>
        </p:nvSpPr>
        <p:spPr>
          <a:xfrm xmlns:a="http://schemas.openxmlformats.org/drawingml/2006/main">
            <a:off x="2581899" y="190248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E3849F7-D153-4C9A-A0F1-9F8507158138}"/>
              </a:ext>
            </a:extLst>
          </p:cNvPr>
          <p:cNvSpPr>
            <a:spLocks xmlns:a="http://schemas.openxmlformats.org/drawingml/2006/main" noGrp="1"/>
          </p:cNvSpPr>
          <p:nvPr/>
        </p:nvSpPr>
        <p:spPr>
          <a:xfrm xmlns:a="http://schemas.openxmlformats.org/drawingml/2006/main">
            <a:off x="2672974" y="191995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65E0C095-90CA-43CA-BC79-6971A82DD9BF}"/>
              </a:ext>
            </a:extLst>
          </p:cNvPr>
          <p:cNvSpPr>
            <a:spLocks xmlns:a="http://schemas.openxmlformats.org/drawingml/2006/main" noGrp="1"/>
          </p:cNvSpPr>
          <p:nvPr/>
        </p:nvSpPr>
        <p:spPr>
          <a:xfrm xmlns:a="http://schemas.openxmlformats.org/drawingml/2006/main">
            <a:off x="2764048" y="194380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09687552-112D-456A-959E-BE5735DCD838}"/>
              </a:ext>
            </a:extLst>
          </p:cNvPr>
          <p:cNvSpPr>
            <a:spLocks xmlns:a="http://schemas.openxmlformats.org/drawingml/2006/main" noGrp="1"/>
          </p:cNvSpPr>
          <p:nvPr/>
        </p:nvSpPr>
        <p:spPr>
          <a:xfrm xmlns:a="http://schemas.openxmlformats.org/drawingml/2006/main">
            <a:off x="2855122" y="197371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7B9D745F-41C3-4E35-9907-8033DE0BB3D4}"/>
              </a:ext>
            </a:extLst>
          </p:cNvPr>
          <p:cNvSpPr>
            <a:spLocks xmlns:a="http://schemas.openxmlformats.org/drawingml/2006/main" noGrp="1"/>
          </p:cNvSpPr>
          <p:nvPr/>
        </p:nvSpPr>
        <p:spPr>
          <a:xfrm xmlns:a="http://schemas.openxmlformats.org/drawingml/2006/main">
            <a:off x="2946196" y="200931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99839F3-BB95-400D-A5B3-E34FEE55AD95}"/>
              </a:ext>
            </a:extLst>
          </p:cNvPr>
          <p:cNvSpPr>
            <a:spLocks xmlns:a="http://schemas.openxmlformats.org/drawingml/2006/main" noGrp="1"/>
          </p:cNvSpPr>
          <p:nvPr/>
        </p:nvSpPr>
        <p:spPr>
          <a:xfrm xmlns:a="http://schemas.openxmlformats.org/drawingml/2006/main">
            <a:off x="3037271" y="205013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236486BB-9568-4C84-B8DD-E9B3C1472615}"/>
              </a:ext>
            </a:extLst>
          </p:cNvPr>
          <p:cNvSpPr>
            <a:spLocks xmlns:a="http://schemas.openxmlformats.org/drawingml/2006/main" noGrp="1"/>
          </p:cNvSpPr>
          <p:nvPr/>
        </p:nvSpPr>
        <p:spPr>
          <a:xfrm xmlns:a="http://schemas.openxmlformats.org/drawingml/2006/main">
            <a:off x="3128345" y="209567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F4A777F8-E85E-4374-99BD-3D58822C55AE}"/>
              </a:ext>
            </a:extLst>
          </p:cNvPr>
          <p:cNvSpPr>
            <a:spLocks xmlns:a="http://schemas.openxmlformats.org/drawingml/2006/main" noGrp="1"/>
          </p:cNvSpPr>
          <p:nvPr/>
        </p:nvSpPr>
        <p:spPr>
          <a:xfrm xmlns:a="http://schemas.openxmlformats.org/drawingml/2006/main">
            <a:off x="3219419" y="214533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43C82847-3020-4417-B571-6B1C5EB6E031}"/>
              </a:ext>
            </a:extLst>
          </p:cNvPr>
          <p:cNvSpPr>
            <a:spLocks xmlns:a="http://schemas.openxmlformats.org/drawingml/2006/main" noGrp="1"/>
          </p:cNvSpPr>
          <p:nvPr/>
        </p:nvSpPr>
        <p:spPr>
          <a:xfrm xmlns:a="http://schemas.openxmlformats.org/drawingml/2006/main">
            <a:off x="3310493" y="219848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3E81DC30-7513-4B58-B633-2A5BC3DDA920}"/>
              </a:ext>
            </a:extLst>
          </p:cNvPr>
          <p:cNvSpPr>
            <a:spLocks xmlns:a="http://schemas.openxmlformats.org/drawingml/2006/main" noGrp="1"/>
          </p:cNvSpPr>
          <p:nvPr/>
        </p:nvSpPr>
        <p:spPr>
          <a:xfrm xmlns:a="http://schemas.openxmlformats.org/drawingml/2006/main">
            <a:off x="3401568" y="225444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196623C-BB90-4492-A9B3-E8659DC89767}"/>
              </a:ext>
            </a:extLst>
          </p:cNvPr>
          <p:cNvSpPr>
            <a:spLocks xmlns:a="http://schemas.openxmlformats.org/drawingml/2006/main" noGrp="1"/>
          </p:cNvSpPr>
          <p:nvPr/>
        </p:nvSpPr>
        <p:spPr>
          <a:xfrm xmlns:a="http://schemas.openxmlformats.org/drawingml/2006/main">
            <a:off x="3492642" y="231250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1141BEFD-415C-4D0E-B365-7BAE5E360066}"/>
              </a:ext>
            </a:extLst>
          </p:cNvPr>
          <p:cNvSpPr>
            <a:spLocks xmlns:a="http://schemas.openxmlformats.org/drawingml/2006/main" noGrp="1"/>
          </p:cNvSpPr>
          <p:nvPr/>
        </p:nvSpPr>
        <p:spPr>
          <a:xfrm xmlns:a="http://schemas.openxmlformats.org/drawingml/2006/main">
            <a:off x="3583716" y="237192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2DE280-54A2-4D22-A93D-60E7A2A92D1C}"/>
              </a:ext>
            </a:extLst>
          </p:cNvPr>
          <p:cNvSpPr>
            <a:spLocks xmlns:a="http://schemas.openxmlformats.org/drawingml/2006/main" noGrp="1"/>
          </p:cNvSpPr>
          <p:nvPr/>
        </p:nvSpPr>
        <p:spPr>
          <a:xfrm xmlns:a="http://schemas.openxmlformats.org/drawingml/2006/main">
            <a:off x="3674790" y="243193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452033F-4514-4BC1-945A-4D5AEC4F5DC1}"/>
              </a:ext>
            </a:extLst>
          </p:cNvPr>
          <p:cNvSpPr>
            <a:spLocks xmlns:a="http://schemas.openxmlformats.org/drawingml/2006/main" noGrp="1"/>
          </p:cNvSpPr>
          <p:nvPr/>
        </p:nvSpPr>
        <p:spPr>
          <a:xfrm xmlns:a="http://schemas.openxmlformats.org/drawingml/2006/main">
            <a:off x="3765864" y="249177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A143E9-7ECC-4845-94CE-C24A41DFE1A8}"/>
              </a:ext>
            </a:extLst>
          </p:cNvPr>
          <p:cNvSpPr>
            <a:spLocks xmlns:a="http://schemas.openxmlformats.org/drawingml/2006/main" noGrp="1"/>
          </p:cNvSpPr>
          <p:nvPr/>
        </p:nvSpPr>
        <p:spPr>
          <a:xfrm xmlns:a="http://schemas.openxmlformats.org/drawingml/2006/main">
            <a:off x="3856939" y="255068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8471B56-946B-4F67-AFBC-DF1F9B765CA8}"/>
              </a:ext>
            </a:extLst>
          </p:cNvPr>
          <p:cNvSpPr>
            <a:spLocks xmlns:a="http://schemas.openxmlformats.org/drawingml/2006/main" noGrp="1"/>
          </p:cNvSpPr>
          <p:nvPr/>
        </p:nvSpPr>
        <p:spPr>
          <a:xfrm xmlns:a="http://schemas.openxmlformats.org/drawingml/2006/main">
            <a:off x="3948013" y="260790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27EA1B38-3DDE-4DA1-AA71-2A79F63DF5EF}"/>
              </a:ext>
            </a:extLst>
          </p:cNvPr>
          <p:cNvSpPr>
            <a:spLocks xmlns:a="http://schemas.openxmlformats.org/drawingml/2006/main" noGrp="1"/>
          </p:cNvSpPr>
          <p:nvPr/>
        </p:nvSpPr>
        <p:spPr>
          <a:xfrm xmlns:a="http://schemas.openxmlformats.org/drawingml/2006/main">
            <a:off x="4039087" y="266270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054B1F51-7B0D-41E1-9781-08D3B4BF094F}"/>
              </a:ext>
            </a:extLst>
          </p:cNvPr>
          <p:cNvSpPr>
            <a:spLocks xmlns:a="http://schemas.openxmlformats.org/drawingml/2006/main" noGrp="1"/>
          </p:cNvSpPr>
          <p:nvPr/>
        </p:nvSpPr>
        <p:spPr>
          <a:xfrm xmlns:a="http://schemas.openxmlformats.org/drawingml/2006/main">
            <a:off x="4130161" y="271438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ED018FE-EFB6-4082-A5F9-3CBBA6F52F66}"/>
              </a:ext>
            </a:extLst>
          </p:cNvPr>
          <p:cNvSpPr>
            <a:spLocks xmlns:a="http://schemas.openxmlformats.org/drawingml/2006/main" noGrp="1"/>
          </p:cNvSpPr>
          <p:nvPr/>
        </p:nvSpPr>
        <p:spPr>
          <a:xfrm xmlns:a="http://schemas.openxmlformats.org/drawingml/2006/main">
            <a:off x="4221236" y="276228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881EBBD8-A7F8-4808-B815-3B3CD0E023B5}"/>
              </a:ext>
            </a:extLst>
          </p:cNvPr>
          <p:cNvSpPr>
            <a:spLocks xmlns:a="http://schemas.openxmlformats.org/drawingml/2006/main" noGrp="1"/>
          </p:cNvSpPr>
          <p:nvPr/>
        </p:nvSpPr>
        <p:spPr>
          <a:xfrm xmlns:a="http://schemas.openxmlformats.org/drawingml/2006/main">
            <a:off x="4312310" y="280579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08BC0582-CB56-4464-B639-7EA7C14DB9D2}"/>
              </a:ext>
            </a:extLst>
          </p:cNvPr>
          <p:cNvSpPr>
            <a:spLocks xmlns:a="http://schemas.openxmlformats.org/drawingml/2006/main" noGrp="1"/>
          </p:cNvSpPr>
          <p:nvPr/>
        </p:nvSpPr>
        <p:spPr>
          <a:xfrm xmlns:a="http://schemas.openxmlformats.org/drawingml/2006/main">
            <a:off x="4403384" y="284436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7AC2495-A20F-4A56-8B88-52A70C3FB25D}"/>
              </a:ext>
            </a:extLst>
          </p:cNvPr>
          <p:cNvSpPr>
            <a:spLocks xmlns:a="http://schemas.openxmlformats.org/drawingml/2006/main" noGrp="1"/>
          </p:cNvSpPr>
          <p:nvPr/>
        </p:nvSpPr>
        <p:spPr>
          <a:xfrm xmlns:a="http://schemas.openxmlformats.org/drawingml/2006/main">
            <a:off x="4494458" y="287748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6CF7D4-E2B2-411A-9220-45855953A406}"/>
              </a:ext>
            </a:extLst>
          </p:cNvPr>
          <p:cNvSpPr>
            <a:spLocks xmlns:a="http://schemas.openxmlformats.org/drawingml/2006/main" noGrp="1"/>
          </p:cNvSpPr>
          <p:nvPr/>
        </p:nvSpPr>
        <p:spPr>
          <a:xfrm xmlns:a="http://schemas.openxmlformats.org/drawingml/2006/main">
            <a:off x="4585533" y="290474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785FE859-EB83-481D-AA55-5B50495D64BD}"/>
              </a:ext>
            </a:extLst>
          </p:cNvPr>
          <p:cNvSpPr>
            <a:spLocks xmlns:a="http://schemas.openxmlformats.org/drawingml/2006/main" noGrp="1"/>
          </p:cNvSpPr>
          <p:nvPr/>
        </p:nvSpPr>
        <p:spPr>
          <a:xfrm xmlns:a="http://schemas.openxmlformats.org/drawingml/2006/main">
            <a:off x="4676607" y="292578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B6FB0C9-B43A-411F-8073-D56887610E8B}"/>
              </a:ext>
            </a:extLst>
          </p:cNvPr>
          <p:cNvSpPr>
            <a:spLocks xmlns:a="http://schemas.openxmlformats.org/drawingml/2006/main" noGrp="1"/>
          </p:cNvSpPr>
          <p:nvPr/>
        </p:nvSpPr>
        <p:spPr>
          <a:xfrm xmlns:a="http://schemas.openxmlformats.org/drawingml/2006/main">
            <a:off x="4767681" y="294035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71AA9378-6367-4B15-9B33-6108B37A1BD9}"/>
              </a:ext>
            </a:extLst>
          </p:cNvPr>
          <p:cNvSpPr>
            <a:spLocks xmlns:a="http://schemas.openxmlformats.org/drawingml/2006/main" noGrp="1"/>
          </p:cNvSpPr>
          <p:nvPr/>
        </p:nvSpPr>
        <p:spPr>
          <a:xfrm xmlns:a="http://schemas.openxmlformats.org/drawingml/2006/main">
            <a:off x="4858755" y="294825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82E76992-FA7C-4E65-9043-7FA9F7309A99}"/>
              </a:ext>
            </a:extLst>
          </p:cNvPr>
          <p:cNvSpPr>
            <a:spLocks xmlns:a="http://schemas.openxmlformats.org/drawingml/2006/main" noGrp="1"/>
          </p:cNvSpPr>
          <p:nvPr/>
        </p:nvSpPr>
        <p:spPr>
          <a:xfrm xmlns:a="http://schemas.openxmlformats.org/drawingml/2006/main" flipV="1">
            <a:off x="4949830" y="294373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00177CBC-4943-47D8-92F2-09BBEB6A15B1}"/>
              </a:ext>
            </a:extLst>
          </p:cNvPr>
          <p:cNvSpPr>
            <a:spLocks xmlns:a="http://schemas.openxmlformats.org/drawingml/2006/main" noGrp="1"/>
          </p:cNvSpPr>
          <p:nvPr/>
        </p:nvSpPr>
        <p:spPr>
          <a:xfrm xmlns:a="http://schemas.openxmlformats.org/drawingml/2006/main" flipV="1">
            <a:off x="5040904" y="293137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253FA73A-A31D-441F-AC91-0CDBA70E909F}"/>
              </a:ext>
            </a:extLst>
          </p:cNvPr>
          <p:cNvSpPr>
            <a:spLocks xmlns:a="http://schemas.openxmlformats.org/drawingml/2006/main" noGrp="1"/>
          </p:cNvSpPr>
          <p:nvPr/>
        </p:nvSpPr>
        <p:spPr>
          <a:xfrm xmlns:a="http://schemas.openxmlformats.org/drawingml/2006/main" flipV="1">
            <a:off x="5131978" y="291246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81658D9-0B53-4E4A-931B-F32C5D3600C5}"/>
              </a:ext>
            </a:extLst>
          </p:cNvPr>
          <p:cNvSpPr>
            <a:spLocks xmlns:a="http://schemas.openxmlformats.org/drawingml/2006/main" noGrp="1"/>
          </p:cNvSpPr>
          <p:nvPr/>
        </p:nvSpPr>
        <p:spPr>
          <a:xfrm xmlns:a="http://schemas.openxmlformats.org/drawingml/2006/main" flipV="1">
            <a:off x="5223052" y="288723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3E53E91-BEE0-49D6-89C5-58287829CCE5}"/>
              </a:ext>
            </a:extLst>
          </p:cNvPr>
          <p:cNvSpPr>
            <a:spLocks xmlns:a="http://schemas.openxmlformats.org/drawingml/2006/main" noGrp="1"/>
          </p:cNvSpPr>
          <p:nvPr/>
        </p:nvSpPr>
        <p:spPr>
          <a:xfrm xmlns:a="http://schemas.openxmlformats.org/drawingml/2006/main" flipV="1">
            <a:off x="5314127" y="285602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E7FEF5BB-DDAF-46D2-9DF8-D07AAD755744}"/>
              </a:ext>
            </a:extLst>
          </p:cNvPr>
          <p:cNvSpPr>
            <a:spLocks xmlns:a="http://schemas.openxmlformats.org/drawingml/2006/main" noGrp="1"/>
          </p:cNvSpPr>
          <p:nvPr/>
        </p:nvSpPr>
        <p:spPr>
          <a:xfrm xmlns:a="http://schemas.openxmlformats.org/drawingml/2006/main" flipV="1">
            <a:off x="5405201" y="281922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F69D7E0-551A-4CE6-B5C6-7F793B350741}"/>
              </a:ext>
            </a:extLst>
          </p:cNvPr>
          <p:cNvSpPr>
            <a:spLocks xmlns:a="http://schemas.openxmlformats.org/drawingml/2006/main" noGrp="1"/>
          </p:cNvSpPr>
          <p:nvPr/>
        </p:nvSpPr>
        <p:spPr>
          <a:xfrm xmlns:a="http://schemas.openxmlformats.org/drawingml/2006/main" flipV="1">
            <a:off x="5496275" y="277730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E0273D75-95DD-4758-B3A9-3E29596172D6}"/>
              </a:ext>
            </a:extLst>
          </p:cNvPr>
          <p:cNvSpPr>
            <a:spLocks xmlns:a="http://schemas.openxmlformats.org/drawingml/2006/main" noGrp="1"/>
          </p:cNvSpPr>
          <p:nvPr/>
        </p:nvSpPr>
        <p:spPr>
          <a:xfrm xmlns:a="http://schemas.openxmlformats.org/drawingml/2006/main" flipV="1">
            <a:off x="5587349" y="273080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B51AFE1-3471-461C-881E-065068881E92}"/>
              </a:ext>
            </a:extLst>
          </p:cNvPr>
          <p:cNvSpPr>
            <a:spLocks xmlns:a="http://schemas.openxmlformats.org/drawingml/2006/main" noGrp="1"/>
          </p:cNvSpPr>
          <p:nvPr/>
        </p:nvSpPr>
        <p:spPr>
          <a:xfrm xmlns:a="http://schemas.openxmlformats.org/drawingml/2006/main" flipV="1">
            <a:off x="5678424" y="268031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D94A1D8D-B82E-42A0-A42A-2C713EA158F9}"/>
              </a:ext>
            </a:extLst>
          </p:cNvPr>
          <p:cNvSpPr>
            <a:spLocks xmlns:a="http://schemas.openxmlformats.org/drawingml/2006/main" noGrp="1"/>
          </p:cNvSpPr>
          <p:nvPr/>
        </p:nvSpPr>
        <p:spPr>
          <a:xfrm xmlns:a="http://schemas.openxmlformats.org/drawingml/2006/main" flipV="1">
            <a:off x="5769498" y="262647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7124A9E1-7B1C-444B-AD09-385C3A794E87}"/>
              </a:ext>
            </a:extLst>
          </p:cNvPr>
          <p:cNvSpPr>
            <a:spLocks xmlns:a="http://schemas.openxmlformats.org/drawingml/2006/main" noGrp="1"/>
          </p:cNvSpPr>
          <p:nvPr/>
        </p:nvSpPr>
        <p:spPr>
          <a:xfrm xmlns:a="http://schemas.openxmlformats.org/drawingml/2006/main" flipV="1">
            <a:off x="5860572" y="256998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E00A3AE5-92DB-475B-A239-5E642A5EC945}"/>
              </a:ext>
            </a:extLst>
          </p:cNvPr>
          <p:cNvSpPr>
            <a:spLocks xmlns:a="http://schemas.openxmlformats.org/drawingml/2006/main" noGrp="1"/>
          </p:cNvSpPr>
          <p:nvPr/>
        </p:nvSpPr>
        <p:spPr>
          <a:xfrm xmlns:a="http://schemas.openxmlformats.org/drawingml/2006/main" flipV="1">
            <a:off x="5951646" y="251155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7560D178-9525-4C9A-A452-FDF6D396321E}"/>
              </a:ext>
            </a:extLst>
          </p:cNvPr>
          <p:cNvSpPr>
            <a:spLocks xmlns:a="http://schemas.openxmlformats.org/drawingml/2006/main" noGrp="1"/>
          </p:cNvSpPr>
          <p:nvPr/>
        </p:nvSpPr>
        <p:spPr>
          <a:xfrm xmlns:a="http://schemas.openxmlformats.org/drawingml/2006/main" flipV="1">
            <a:off x="6042720" y="245194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9B73AD60-1F8E-4872-8E48-17AC93195491}"/>
              </a:ext>
            </a:extLst>
          </p:cNvPr>
          <p:cNvSpPr>
            <a:spLocks xmlns:a="http://schemas.openxmlformats.org/drawingml/2006/main" noGrp="1"/>
          </p:cNvSpPr>
          <p:nvPr/>
        </p:nvSpPr>
        <p:spPr>
          <a:xfrm xmlns:a="http://schemas.openxmlformats.org/drawingml/2006/main" flipV="1">
            <a:off x="6133795" y="239189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B2EC409C-189C-49C2-8237-04606F7B81E7}"/>
              </a:ext>
            </a:extLst>
          </p:cNvPr>
          <p:cNvSpPr>
            <a:spLocks xmlns:a="http://schemas.openxmlformats.org/drawingml/2006/main" noGrp="1"/>
          </p:cNvSpPr>
          <p:nvPr/>
        </p:nvSpPr>
        <p:spPr>
          <a:xfrm xmlns:a="http://schemas.openxmlformats.org/drawingml/2006/main" flipV="1">
            <a:off x="6224869" y="233219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74593734-9E70-4142-A736-10DAA8FB388A}"/>
              </a:ext>
            </a:extLst>
          </p:cNvPr>
          <p:cNvSpPr>
            <a:spLocks xmlns:a="http://schemas.openxmlformats.org/drawingml/2006/main" noGrp="1"/>
          </p:cNvSpPr>
          <p:nvPr/>
        </p:nvSpPr>
        <p:spPr>
          <a:xfrm xmlns:a="http://schemas.openxmlformats.org/drawingml/2006/main" flipV="1">
            <a:off x="6315943" y="227360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AE3D9E15-4066-4D79-9C33-28066DB9B140}"/>
              </a:ext>
            </a:extLst>
          </p:cNvPr>
          <p:cNvSpPr>
            <a:spLocks xmlns:a="http://schemas.openxmlformats.org/drawingml/2006/main" noGrp="1"/>
          </p:cNvSpPr>
          <p:nvPr/>
        </p:nvSpPr>
        <p:spPr>
          <a:xfrm xmlns:a="http://schemas.openxmlformats.org/drawingml/2006/main" flipV="1">
            <a:off x="6407017" y="221685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73BAEEA3-589A-48E4-9643-D8B7FE4E05B0}"/>
              </a:ext>
            </a:extLst>
          </p:cNvPr>
          <p:cNvSpPr>
            <a:spLocks xmlns:a="http://schemas.openxmlformats.org/drawingml/2006/main" noGrp="1"/>
          </p:cNvSpPr>
          <p:nvPr/>
        </p:nvSpPr>
        <p:spPr>
          <a:xfrm xmlns:a="http://schemas.openxmlformats.org/drawingml/2006/main" flipV="1">
            <a:off x="6498092" y="216269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5020BCCC-137B-4776-B2AF-F42035D602D5}"/>
              </a:ext>
            </a:extLst>
          </p:cNvPr>
          <p:cNvSpPr>
            <a:spLocks xmlns:a="http://schemas.openxmlformats.org/drawingml/2006/main" noGrp="1"/>
          </p:cNvSpPr>
          <p:nvPr/>
        </p:nvSpPr>
        <p:spPr>
          <a:xfrm xmlns:a="http://schemas.openxmlformats.org/drawingml/2006/main" flipV="1">
            <a:off x="6589166" y="211179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D2BDA57D-4054-4B64-AE81-B90982E8C459}"/>
              </a:ext>
            </a:extLst>
          </p:cNvPr>
          <p:cNvSpPr>
            <a:spLocks xmlns:a="http://schemas.openxmlformats.org/drawingml/2006/main" noGrp="1"/>
          </p:cNvSpPr>
          <p:nvPr/>
        </p:nvSpPr>
        <p:spPr>
          <a:xfrm xmlns:a="http://schemas.openxmlformats.org/drawingml/2006/main" flipV="1">
            <a:off x="6680240" y="206481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4364E74B-FED0-447A-8652-53BD4AB34FC6}"/>
              </a:ext>
            </a:extLst>
          </p:cNvPr>
          <p:cNvSpPr>
            <a:spLocks xmlns:a="http://schemas.openxmlformats.org/drawingml/2006/main" noGrp="1"/>
          </p:cNvSpPr>
          <p:nvPr/>
        </p:nvSpPr>
        <p:spPr>
          <a:xfrm xmlns:a="http://schemas.openxmlformats.org/drawingml/2006/main" flipV="1">
            <a:off x="6771314" y="202236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76E5E6CF-9D75-44BD-83AA-E462E7003B6B}"/>
              </a:ext>
            </a:extLst>
          </p:cNvPr>
          <p:cNvSpPr>
            <a:spLocks xmlns:a="http://schemas.openxmlformats.org/drawingml/2006/main" noGrp="1"/>
          </p:cNvSpPr>
          <p:nvPr/>
        </p:nvSpPr>
        <p:spPr>
          <a:xfrm xmlns:a="http://schemas.openxmlformats.org/drawingml/2006/main" flipV="1">
            <a:off x="6862389" y="198496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F0956485-12C6-4FD2-B30B-1F8E17AACC80}"/>
              </a:ext>
            </a:extLst>
          </p:cNvPr>
          <p:cNvSpPr>
            <a:spLocks xmlns:a="http://schemas.openxmlformats.org/drawingml/2006/main" noGrp="1"/>
          </p:cNvSpPr>
          <p:nvPr/>
        </p:nvSpPr>
        <p:spPr>
          <a:xfrm xmlns:a="http://schemas.openxmlformats.org/drawingml/2006/main" flipV="1">
            <a:off x="6953463" y="195311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001D2DF-8000-4252-8C45-1C1AFBDD2594}"/>
              </a:ext>
            </a:extLst>
          </p:cNvPr>
          <p:cNvSpPr>
            <a:spLocks xmlns:a="http://schemas.openxmlformats.org/drawingml/2006/main" noGrp="1"/>
          </p:cNvSpPr>
          <p:nvPr/>
        </p:nvSpPr>
        <p:spPr>
          <a:xfrm xmlns:a="http://schemas.openxmlformats.org/drawingml/2006/main" flipV="1">
            <a:off x="7044537" y="192721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4BB40497-F084-4A44-971B-64B55ED5846C}"/>
              </a:ext>
            </a:extLst>
          </p:cNvPr>
          <p:cNvSpPr>
            <a:spLocks xmlns:a="http://schemas.openxmlformats.org/drawingml/2006/main" noGrp="1"/>
          </p:cNvSpPr>
          <p:nvPr/>
        </p:nvSpPr>
        <p:spPr>
          <a:xfrm xmlns:a="http://schemas.openxmlformats.org/drawingml/2006/main" flipV="1">
            <a:off x="7135611" y="190758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B38C147D-BCA3-4081-B4D6-CB93FF3AB32D}"/>
              </a:ext>
            </a:extLst>
          </p:cNvPr>
          <p:cNvSpPr>
            <a:spLocks xmlns:a="http://schemas.openxmlformats.org/drawingml/2006/main" noGrp="1"/>
          </p:cNvSpPr>
          <p:nvPr/>
        </p:nvSpPr>
        <p:spPr>
          <a:xfrm xmlns:a="http://schemas.openxmlformats.org/drawingml/2006/main" flipV="1">
            <a:off x="7226686" y="189448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6D54D4C9-1DC0-47AC-AF37-67318955E193}"/>
              </a:ext>
            </a:extLst>
          </p:cNvPr>
          <p:cNvSpPr>
            <a:spLocks xmlns:a="http://schemas.openxmlformats.org/drawingml/2006/main" noGrp="1"/>
          </p:cNvSpPr>
          <p:nvPr/>
        </p:nvSpPr>
        <p:spPr>
          <a:xfrm xmlns:a="http://schemas.openxmlformats.org/drawingml/2006/main" flipV="1">
            <a:off x="7317760" y="188808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D7A3174C-E325-4263-A30A-BAA9053D76FE}"/>
              </a:ext>
            </a:extLst>
          </p:cNvPr>
          <p:cNvSpPr>
            <a:spLocks xmlns:a="http://schemas.openxmlformats.org/drawingml/2006/main" noGrp="1"/>
          </p:cNvSpPr>
          <p:nvPr/>
        </p:nvSpPr>
        <p:spPr>
          <a:xfrm xmlns:a="http://schemas.openxmlformats.org/drawingml/2006/main">
            <a:off x="7408834" y="188808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835FF7F-A2CA-4B22-9775-F5FD5A5A3DDB}"/>
              </a:ext>
            </a:extLst>
          </p:cNvPr>
          <p:cNvSpPr>
            <a:spLocks xmlns:a="http://schemas.openxmlformats.org/drawingml/2006/main" noGrp="1"/>
          </p:cNvSpPr>
          <p:nvPr/>
        </p:nvSpPr>
        <p:spPr>
          <a:xfrm xmlns:a="http://schemas.openxmlformats.org/drawingml/2006/main">
            <a:off x="7499908" y="188846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60BCBAB0-D928-4D49-A723-A43508DFB8BC}"/>
              </a:ext>
            </a:extLst>
          </p:cNvPr>
          <p:cNvSpPr>
            <a:spLocks xmlns:a="http://schemas.openxmlformats.org/drawingml/2006/main" noGrp="1"/>
          </p:cNvSpPr>
          <p:nvPr/>
        </p:nvSpPr>
        <p:spPr>
          <a:xfrm xmlns:a="http://schemas.openxmlformats.org/drawingml/2006/main">
            <a:off x="7590983" y="189561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F2B9AEDB-1C22-4D8C-A0AC-F55084732A9B}"/>
              </a:ext>
            </a:extLst>
          </p:cNvPr>
          <p:cNvSpPr>
            <a:spLocks xmlns:a="http://schemas.openxmlformats.org/drawingml/2006/main" noGrp="1"/>
          </p:cNvSpPr>
          <p:nvPr/>
        </p:nvSpPr>
        <p:spPr>
          <a:xfrm xmlns:a="http://schemas.openxmlformats.org/drawingml/2006/main">
            <a:off x="7682057" y="190944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2EEEEF00-E7F1-4CF5-98C3-BF47CDD4C54D}"/>
              </a:ext>
            </a:extLst>
          </p:cNvPr>
          <p:cNvSpPr>
            <a:spLocks xmlns:a="http://schemas.openxmlformats.org/drawingml/2006/main" noGrp="1"/>
          </p:cNvSpPr>
          <p:nvPr/>
        </p:nvSpPr>
        <p:spPr>
          <a:xfrm xmlns:a="http://schemas.openxmlformats.org/drawingml/2006/main">
            <a:off x="7773131" y="192978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F04AE13E-75B5-437C-AB7C-616AC278A3B9}"/>
              </a:ext>
            </a:extLst>
          </p:cNvPr>
          <p:cNvSpPr>
            <a:spLocks xmlns:a="http://schemas.openxmlformats.org/drawingml/2006/main" noGrp="1"/>
          </p:cNvSpPr>
          <p:nvPr/>
        </p:nvSpPr>
        <p:spPr>
          <a:xfrm xmlns:a="http://schemas.openxmlformats.org/drawingml/2006/main">
            <a:off x="7864205" y="195636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BECE14F1-0459-4899-B477-2D131A356D87}"/>
              </a:ext>
            </a:extLst>
          </p:cNvPr>
          <p:cNvSpPr>
            <a:spLocks xmlns:a="http://schemas.openxmlformats.org/drawingml/2006/main" noGrp="1"/>
          </p:cNvSpPr>
          <p:nvPr/>
        </p:nvSpPr>
        <p:spPr>
          <a:xfrm xmlns:a="http://schemas.openxmlformats.org/drawingml/2006/main">
            <a:off x="7955280" y="198885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0647D5AD-772A-48B5-AFF4-A9AFC0AE8B8A}"/>
              </a:ext>
            </a:extLst>
          </p:cNvPr>
          <p:cNvSpPr>
            <a:spLocks xmlns:a="http://schemas.openxmlformats.org/drawingml/2006/main" noGrp="1"/>
          </p:cNvSpPr>
          <p:nvPr/>
        </p:nvSpPr>
        <p:spPr>
          <a:xfrm xmlns:a="http://schemas.openxmlformats.org/drawingml/2006/main">
            <a:off x="8046354" y="202683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81B79F8-765B-4E08-9406-F9CF5BF4C2B0}"/>
              </a:ext>
            </a:extLst>
          </p:cNvPr>
          <p:cNvSpPr>
            <a:spLocks xmlns:a="http://schemas.openxmlformats.org/drawingml/2006/main" noGrp="1"/>
          </p:cNvSpPr>
          <p:nvPr/>
        </p:nvSpPr>
        <p:spPr>
          <a:xfrm xmlns:a="http://schemas.openxmlformats.org/drawingml/2006/main">
            <a:off x="8137428" y="206982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9AE0221C-2E4B-425A-99B8-0F2312A7F8D6}"/>
              </a:ext>
            </a:extLst>
          </p:cNvPr>
          <p:cNvSpPr>
            <a:spLocks xmlns:a="http://schemas.openxmlformats.org/drawingml/2006/main" noGrp="1"/>
          </p:cNvSpPr>
          <p:nvPr/>
        </p:nvSpPr>
        <p:spPr>
          <a:xfrm xmlns:a="http://schemas.openxmlformats.org/drawingml/2006/main">
            <a:off x="8228502" y="211726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3ABB8F7A-F1AE-4C55-9551-810384706CB5}"/>
              </a:ext>
            </a:extLst>
          </p:cNvPr>
          <p:cNvSpPr>
            <a:spLocks xmlns:a="http://schemas.openxmlformats.org/drawingml/2006/main" noGrp="1"/>
          </p:cNvSpPr>
          <p:nvPr/>
        </p:nvSpPr>
        <p:spPr>
          <a:xfrm xmlns:a="http://schemas.openxmlformats.org/drawingml/2006/main">
            <a:off x="8319576" y="216856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EAD05DAF-6F2C-41F3-A5B7-16D8D5C35D61}"/>
              </a:ext>
            </a:extLst>
          </p:cNvPr>
          <p:cNvSpPr>
            <a:spLocks xmlns:a="http://schemas.openxmlformats.org/drawingml/2006/main" noGrp="1"/>
          </p:cNvSpPr>
          <p:nvPr/>
        </p:nvSpPr>
        <p:spPr>
          <a:xfrm xmlns:a="http://schemas.openxmlformats.org/drawingml/2006/main">
            <a:off x="8410651" y="222304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DC54539-2299-42C1-8CFB-EC6B523B00D8}"/>
              </a:ext>
            </a:extLst>
          </p:cNvPr>
          <p:cNvSpPr>
            <a:spLocks xmlns:a="http://schemas.openxmlformats.org/drawingml/2006/main" noGrp="1"/>
          </p:cNvSpPr>
          <p:nvPr/>
        </p:nvSpPr>
        <p:spPr>
          <a:xfrm xmlns:a="http://schemas.openxmlformats.org/drawingml/2006/main">
            <a:off x="8501725" y="228003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4261171B-27A2-48E1-9D7D-23CCACB4680B}"/>
              </a:ext>
            </a:extLst>
          </p:cNvPr>
          <p:cNvSpPr>
            <a:spLocks xmlns:a="http://schemas.openxmlformats.org/drawingml/2006/main" noGrp="1"/>
          </p:cNvSpPr>
          <p:nvPr/>
        </p:nvSpPr>
        <p:spPr>
          <a:xfrm xmlns:a="http://schemas.openxmlformats.org/drawingml/2006/main">
            <a:off x="8592799" y="233879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DFAC4DFF-B07C-47A3-8B8F-AE4B3B15CD43}"/>
              </a:ext>
            </a:extLst>
          </p:cNvPr>
          <p:cNvSpPr>
            <a:spLocks xmlns:a="http://schemas.openxmlformats.org/drawingml/2006/main" noGrp="1"/>
          </p:cNvSpPr>
          <p:nvPr/>
        </p:nvSpPr>
        <p:spPr>
          <a:xfrm xmlns:a="http://schemas.openxmlformats.org/drawingml/2006/main">
            <a:off x="8683873" y="239856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9A62979-82F2-4942-8938-9416666E6651}"/>
              </a:ext>
            </a:extLst>
          </p:cNvPr>
          <p:cNvSpPr>
            <a:spLocks xmlns:a="http://schemas.openxmlformats.org/drawingml/2006/main" noGrp="1"/>
          </p:cNvSpPr>
          <p:nvPr/>
        </p:nvSpPr>
        <p:spPr>
          <a:xfrm xmlns:a="http://schemas.openxmlformats.org/drawingml/2006/main">
            <a:off x="8774948" y="245859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04E7102E-455C-47C7-9A97-0A244DA67F71}"/>
              </a:ext>
            </a:extLst>
          </p:cNvPr>
          <p:cNvSpPr>
            <a:spLocks xmlns:a="http://schemas.openxmlformats.org/drawingml/2006/main" noGrp="1"/>
          </p:cNvSpPr>
          <p:nvPr/>
        </p:nvSpPr>
        <p:spPr>
          <a:xfrm xmlns:a="http://schemas.openxmlformats.org/drawingml/2006/main">
            <a:off x="8866022" y="251812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FFAF5897-25E6-4BE2-BB16-A5D22C38BD1F}"/>
              </a:ext>
            </a:extLst>
          </p:cNvPr>
          <p:cNvSpPr>
            <a:spLocks xmlns:a="http://schemas.openxmlformats.org/drawingml/2006/main" noGrp="1"/>
          </p:cNvSpPr>
          <p:nvPr/>
        </p:nvSpPr>
        <p:spPr>
          <a:xfrm xmlns:a="http://schemas.openxmlformats.org/drawingml/2006/main">
            <a:off x="8957096" y="257636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FDBA3176-49AC-4215-8F43-0F55F3F56AB7}"/>
              </a:ext>
            </a:extLst>
          </p:cNvPr>
          <p:cNvSpPr>
            <a:spLocks xmlns:a="http://schemas.openxmlformats.org/drawingml/2006/main" noGrp="1"/>
          </p:cNvSpPr>
          <p:nvPr/>
        </p:nvSpPr>
        <p:spPr>
          <a:xfrm xmlns:a="http://schemas.openxmlformats.org/drawingml/2006/main">
            <a:off x="9048170" y="263260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9759EDAA-17C6-47A2-9421-EA9C848BFC1D}"/>
              </a:ext>
            </a:extLst>
          </p:cNvPr>
          <p:cNvSpPr>
            <a:spLocks xmlns:a="http://schemas.openxmlformats.org/drawingml/2006/main" noGrp="1"/>
          </p:cNvSpPr>
          <p:nvPr/>
        </p:nvSpPr>
        <p:spPr>
          <a:xfrm xmlns:a="http://schemas.openxmlformats.org/drawingml/2006/main">
            <a:off x="9139245" y="268610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922D8C3-6789-4C7A-902A-3F8329B271BA}"/>
              </a:ext>
            </a:extLst>
          </p:cNvPr>
          <p:cNvSpPr>
            <a:spLocks xmlns:a="http://schemas.openxmlformats.org/drawingml/2006/main" noGrp="1"/>
          </p:cNvSpPr>
          <p:nvPr/>
        </p:nvSpPr>
        <p:spPr>
          <a:xfrm xmlns:a="http://schemas.openxmlformats.org/drawingml/2006/main">
            <a:off x="9230319" y="273618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72FF0AF-88D7-4990-8CF6-2E31D1891A3A}"/>
              </a:ext>
            </a:extLst>
          </p:cNvPr>
          <p:cNvSpPr>
            <a:spLocks xmlns:a="http://schemas.openxmlformats.org/drawingml/2006/main" noGrp="1"/>
          </p:cNvSpPr>
          <p:nvPr/>
        </p:nvSpPr>
        <p:spPr>
          <a:xfrm xmlns:a="http://schemas.openxmlformats.org/drawingml/2006/main">
            <a:off x="9321393" y="278220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85CE3B43-88FC-448A-9F22-1213149EEFAE}"/>
              </a:ext>
            </a:extLst>
          </p:cNvPr>
          <p:cNvSpPr>
            <a:spLocks xmlns:a="http://schemas.openxmlformats.org/drawingml/2006/main" noGrp="1"/>
          </p:cNvSpPr>
          <p:nvPr/>
        </p:nvSpPr>
        <p:spPr>
          <a:xfrm xmlns:a="http://schemas.openxmlformats.org/drawingml/2006/main">
            <a:off x="9412467" y="282357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FA14AAA-4ED4-4F3E-8E17-D3D25D64B3C0}"/>
              </a:ext>
            </a:extLst>
          </p:cNvPr>
          <p:cNvSpPr>
            <a:spLocks xmlns:a="http://schemas.openxmlformats.org/drawingml/2006/main" noGrp="1"/>
          </p:cNvSpPr>
          <p:nvPr/>
        </p:nvSpPr>
        <p:spPr>
          <a:xfrm xmlns:a="http://schemas.openxmlformats.org/drawingml/2006/main">
            <a:off x="9503542" y="285977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B0937D90-627F-4355-96D9-6DBD54803520}"/>
              </a:ext>
            </a:extLst>
          </p:cNvPr>
          <p:cNvSpPr>
            <a:spLocks xmlns:a="http://schemas.openxmlformats.org/drawingml/2006/main" noGrp="1"/>
          </p:cNvSpPr>
          <p:nvPr/>
        </p:nvSpPr>
        <p:spPr>
          <a:xfrm xmlns:a="http://schemas.openxmlformats.org/drawingml/2006/main">
            <a:off x="9594616" y="289034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9D3606CD-9904-4932-A650-7D5C8AFC2FB7}"/>
              </a:ext>
            </a:extLst>
          </p:cNvPr>
          <p:cNvSpPr>
            <a:spLocks xmlns:a="http://schemas.openxmlformats.org/drawingml/2006/main" noGrp="1"/>
          </p:cNvSpPr>
          <p:nvPr/>
        </p:nvSpPr>
        <p:spPr>
          <a:xfrm xmlns:a="http://schemas.openxmlformats.org/drawingml/2006/main">
            <a:off x="9685690" y="291488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0230A5D-BE0D-4D80-9649-6612E55C9578}"/>
              </a:ext>
            </a:extLst>
          </p:cNvPr>
          <p:cNvSpPr>
            <a:spLocks xmlns:a="http://schemas.openxmlformats.org/drawingml/2006/main" noGrp="1"/>
          </p:cNvSpPr>
          <p:nvPr/>
        </p:nvSpPr>
        <p:spPr>
          <a:xfrm xmlns:a="http://schemas.openxmlformats.org/drawingml/2006/main">
            <a:off x="9776764" y="293307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D47A0186-7B5A-444B-8FA2-69C9197A3939}"/>
              </a:ext>
            </a:extLst>
          </p:cNvPr>
          <p:cNvSpPr>
            <a:spLocks xmlns:a="http://schemas.openxmlformats.org/drawingml/2006/main" noGrp="1"/>
          </p:cNvSpPr>
          <p:nvPr/>
        </p:nvSpPr>
        <p:spPr>
          <a:xfrm xmlns:a="http://schemas.openxmlformats.org/drawingml/2006/main">
            <a:off x="9867839" y="294469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4B62C114-A233-45F7-A844-A4C0201AE293}"/>
              </a:ext>
            </a:extLst>
          </p:cNvPr>
          <p:cNvSpPr>
            <a:spLocks xmlns:a="http://schemas.openxmlformats.org/drawingml/2006/main" noGrp="1"/>
          </p:cNvSpPr>
          <p:nvPr/>
        </p:nvSpPr>
        <p:spPr>
          <a:xfrm xmlns:a="http://schemas.openxmlformats.org/drawingml/2006/main" flipV="1">
            <a:off x="9958913" y="294770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212B1BBD-BD89-48C8-A42E-9C6AD25E2C97}"/>
              </a:ext>
            </a:extLst>
          </p:cNvPr>
          <p:cNvSpPr>
            <a:spLocks xmlns:a="http://schemas.openxmlformats.org/drawingml/2006/main" noGrp="1"/>
          </p:cNvSpPr>
          <p:nvPr/>
        </p:nvSpPr>
        <p:spPr>
          <a:xfrm xmlns:a="http://schemas.openxmlformats.org/drawingml/2006/main" flipV="1">
            <a:off x="10049987" y="293906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256AC3EB-3969-41DF-8B7E-D2FD20E1B404}"/>
              </a:ext>
            </a:extLst>
          </p:cNvPr>
          <p:cNvSpPr>
            <a:spLocks xmlns:a="http://schemas.openxmlformats.org/drawingml/2006/main" noGrp="1"/>
          </p:cNvSpPr>
          <p:nvPr/>
        </p:nvSpPr>
        <p:spPr>
          <a:xfrm xmlns:a="http://schemas.openxmlformats.org/drawingml/2006/main" flipV="1">
            <a:off x="10141061" y="292376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3A94C319-E690-4FAA-AD72-55370AC8F9F0}"/>
              </a:ext>
            </a:extLst>
          </p:cNvPr>
          <p:cNvSpPr>
            <a:spLocks xmlns:a="http://schemas.openxmlformats.org/drawingml/2006/main" noGrp="1"/>
          </p:cNvSpPr>
          <p:nvPr/>
        </p:nvSpPr>
        <p:spPr>
          <a:xfrm xmlns:a="http://schemas.openxmlformats.org/drawingml/2006/main">
            <a:off x="1063447" y="235732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3D509EA6-9233-4816-8B96-AE79D8000F2E}"/>
              </a:ext>
            </a:extLst>
          </p:cNvPr>
          <p:cNvSpPr>
            <a:spLocks xmlns:a="http://schemas.openxmlformats.org/drawingml/2006/main" noGrp="1"/>
          </p:cNvSpPr>
          <p:nvPr/>
        </p:nvSpPr>
        <p:spPr>
          <a:xfrm xmlns:a="http://schemas.openxmlformats.org/drawingml/2006/main">
            <a:off x="2201875" y="1832687"/>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D42FFB1E-4293-4A47-98E4-956A3A3E2ECC}"/>
              </a:ext>
            </a:extLst>
          </p:cNvPr>
          <p:cNvSpPr>
            <a:spLocks xmlns:a="http://schemas.openxmlformats.org/drawingml/2006/main" noGrp="1"/>
          </p:cNvSpPr>
          <p:nvPr/>
        </p:nvSpPr>
        <p:spPr>
          <a:xfrm xmlns:a="http://schemas.openxmlformats.org/drawingml/2006/main">
            <a:off x="3340303" y="219318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8D0AB11C-0D35-42A9-A973-051664574E09}"/>
              </a:ext>
            </a:extLst>
          </p:cNvPr>
          <p:cNvSpPr>
            <a:spLocks xmlns:a="http://schemas.openxmlformats.org/drawingml/2006/main" noGrp="1"/>
          </p:cNvSpPr>
          <p:nvPr/>
        </p:nvSpPr>
        <p:spPr>
          <a:xfrm xmlns:a="http://schemas.openxmlformats.org/drawingml/2006/main">
            <a:off x="4478731" y="283060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99153E9E-B220-490A-AB7F-2A6623982955}"/>
              </a:ext>
            </a:extLst>
          </p:cNvPr>
          <p:cNvSpPr>
            <a:spLocks xmlns:a="http://schemas.openxmlformats.org/drawingml/2006/main" noGrp="1"/>
          </p:cNvSpPr>
          <p:nvPr/>
        </p:nvSpPr>
        <p:spPr>
          <a:xfrm xmlns:a="http://schemas.openxmlformats.org/drawingml/2006/main">
            <a:off x="5617159" y="2669540"/>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D9CEFFB3-01F7-4EB8-B039-A17C7BD5479D}"/>
              </a:ext>
            </a:extLst>
          </p:cNvPr>
          <p:cNvSpPr>
            <a:spLocks xmlns:a="http://schemas.openxmlformats.org/drawingml/2006/main" noGrp="1"/>
          </p:cNvSpPr>
          <p:nvPr/>
        </p:nvSpPr>
        <p:spPr>
          <a:xfrm xmlns:a="http://schemas.openxmlformats.org/drawingml/2006/main">
            <a:off x="6755587" y="1981725"/>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B611500-F63A-416F-87BB-CDBC97F22413}"/>
              </a:ext>
            </a:extLst>
          </p:cNvPr>
          <p:cNvSpPr>
            <a:spLocks xmlns:a="http://schemas.openxmlformats.org/drawingml/2006/main" noGrp="1"/>
          </p:cNvSpPr>
          <p:nvPr/>
        </p:nvSpPr>
        <p:spPr>
          <a:xfrm xmlns:a="http://schemas.openxmlformats.org/drawingml/2006/main">
            <a:off x="7894015" y="192759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EB567980-6705-4C18-BD6B-02D94E4F63CD}"/>
              </a:ext>
            </a:extLst>
          </p:cNvPr>
          <p:cNvSpPr>
            <a:spLocks xmlns:a="http://schemas.openxmlformats.org/drawingml/2006/main" noGrp="1"/>
          </p:cNvSpPr>
          <p:nvPr/>
        </p:nvSpPr>
        <p:spPr>
          <a:xfrm xmlns:a="http://schemas.openxmlformats.org/drawingml/2006/main">
            <a:off x="9032443" y="259847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Connector 117">
            <a:extLst xmlns:a="http://schemas.openxmlformats.org/drawingml/2006/main">
              <a:ext uri="{FF2B5EF4-FFF2-40B4-BE49-F238E27FC236}">
                <a16:creationId xmlns:a16="http://schemas.microsoft.com/office/drawing/2014/main" id="{97258DF3-5B43-4E8D-886B-3EA2BFC0752E}"/>
              </a:ext>
            </a:extLst>
          </p:cNvPr>
          <p:cNvSpPr>
            <a:spLocks xmlns:a="http://schemas.openxmlformats.org/drawingml/2006/main" noGrp="1"/>
          </p:cNvSpPr>
          <p:nvPr/>
        </p:nvSpPr>
        <p:spPr>
          <a:xfrm xmlns:a="http://schemas.openxmlformats.org/drawingml/2006/main">
            <a:off x="1005840" y="453542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BC16BDE8-DA45-4EAF-B01E-3363C333C456}"/>
              </a:ext>
            </a:extLst>
          </p:cNvPr>
          <p:cNvSpPr>
            <a:spLocks xmlns:a="http://schemas.openxmlformats.org/drawingml/2006/main" noGrp="1"/>
          </p:cNvSpPr>
          <p:nvPr/>
        </p:nvSpPr>
        <p:spPr>
          <a:xfrm xmlns:a="http://schemas.openxmlformats.org/drawingml/2006/main">
            <a:off x="1097280" y="384048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TextBox 121">
            <a:extLst xmlns:a="http://schemas.openxmlformats.org/drawingml/2006/main">
              <a:ext uri="{FF2B5EF4-FFF2-40B4-BE49-F238E27FC236}">
                <a16:creationId xmlns:a16="http://schemas.microsoft.com/office/drawing/2014/main" id="{2DA9EB04-6FF5-48C6-B39E-C202151BBB30}"/>
              </a:ext>
            </a:extLst>
          </p:cNvPr>
          <p:cNvSpPr>
            <a:spLocks xmlns:a="http://schemas.openxmlformats.org/drawingml/2006/main" noGrp="1"/>
          </p:cNvSpPr>
          <p:nvPr/>
        </p:nvSpPr>
        <p:spPr>
          <a:xfrm xmlns:a="http://schemas.openxmlformats.org/drawingml/2006/main">
            <a:off x="1005840" y="330098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采样点较多</a:t>
            </a:r>
          </a:p>
        </p:txBody>
      </p:sp>
      <p:sp>
        <p:nvSpPr>
          <p:cNvPr id="123" name="Connector 122">
            <a:extLst xmlns:a="http://schemas.openxmlformats.org/drawingml/2006/main">
              <a:ext uri="{FF2B5EF4-FFF2-40B4-BE49-F238E27FC236}">
                <a16:creationId xmlns:a16="http://schemas.microsoft.com/office/drawing/2014/main" id="{DF590BD4-AEE7-47ED-A4BF-34A14BA8F237}"/>
              </a:ext>
            </a:extLst>
          </p:cNvPr>
          <p:cNvSpPr>
            <a:spLocks xmlns:a="http://schemas.openxmlformats.org/drawingml/2006/main" noGrp="1"/>
          </p:cNvSpPr>
          <p:nvPr/>
        </p:nvSpPr>
        <p:spPr>
          <a:xfrm xmlns:a="http://schemas.openxmlformats.org/drawingml/2006/main" flipV="1">
            <a:off x="1124712" y="446176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BD5E8178-0843-4905-89D6-D21C92836164}"/>
              </a:ext>
            </a:extLst>
          </p:cNvPr>
          <p:cNvSpPr>
            <a:spLocks xmlns:a="http://schemas.openxmlformats.org/drawingml/2006/main" noGrp="1"/>
          </p:cNvSpPr>
          <p:nvPr/>
        </p:nvSpPr>
        <p:spPr>
          <a:xfrm xmlns:a="http://schemas.openxmlformats.org/drawingml/2006/main" flipV="1">
            <a:off x="1215786" y="440258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A2A04DC8-3E9F-4B97-BB44-F77CD664336A}"/>
              </a:ext>
            </a:extLst>
          </p:cNvPr>
          <p:cNvSpPr>
            <a:spLocks xmlns:a="http://schemas.openxmlformats.org/drawingml/2006/main" noGrp="1"/>
          </p:cNvSpPr>
          <p:nvPr/>
        </p:nvSpPr>
        <p:spPr>
          <a:xfrm xmlns:a="http://schemas.openxmlformats.org/drawingml/2006/main" flipV="1">
            <a:off x="1306860" y="434492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43D811B3-2E05-4BF1-A166-C3C5B084E2A3}"/>
              </a:ext>
            </a:extLst>
          </p:cNvPr>
          <p:cNvSpPr>
            <a:spLocks xmlns:a="http://schemas.openxmlformats.org/drawingml/2006/main" noGrp="1"/>
          </p:cNvSpPr>
          <p:nvPr/>
        </p:nvSpPr>
        <p:spPr>
          <a:xfrm xmlns:a="http://schemas.openxmlformats.org/drawingml/2006/main" flipV="1">
            <a:off x="1397934" y="428952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C2FA1D60-F003-4C9C-A93C-3129A663B460}"/>
              </a:ext>
            </a:extLst>
          </p:cNvPr>
          <p:cNvSpPr>
            <a:spLocks xmlns:a="http://schemas.openxmlformats.org/drawingml/2006/main" noGrp="1"/>
          </p:cNvSpPr>
          <p:nvPr/>
        </p:nvSpPr>
        <p:spPr>
          <a:xfrm xmlns:a="http://schemas.openxmlformats.org/drawingml/2006/main" flipV="1">
            <a:off x="1489008" y="423709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09CD2EEE-5661-4A0D-BE8C-0CF10BAFF6ED}"/>
              </a:ext>
            </a:extLst>
          </p:cNvPr>
          <p:cNvSpPr>
            <a:spLocks xmlns:a="http://schemas.openxmlformats.org/drawingml/2006/main" noGrp="1"/>
          </p:cNvSpPr>
          <p:nvPr/>
        </p:nvSpPr>
        <p:spPr>
          <a:xfrm xmlns:a="http://schemas.openxmlformats.org/drawingml/2006/main" flipV="1">
            <a:off x="1580083" y="418829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3FC1ED89-B790-474B-9656-3C82BF8E56FC}"/>
              </a:ext>
            </a:extLst>
          </p:cNvPr>
          <p:cNvSpPr>
            <a:spLocks xmlns:a="http://schemas.openxmlformats.org/drawingml/2006/main" noGrp="1"/>
          </p:cNvSpPr>
          <p:nvPr/>
        </p:nvSpPr>
        <p:spPr>
          <a:xfrm xmlns:a="http://schemas.openxmlformats.org/drawingml/2006/main" flipV="1">
            <a:off x="1671157" y="414375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5B8D8BAC-7391-47F0-AD9F-2140B16B88EA}"/>
              </a:ext>
            </a:extLst>
          </p:cNvPr>
          <p:cNvSpPr>
            <a:spLocks xmlns:a="http://schemas.openxmlformats.org/drawingml/2006/main" noGrp="1"/>
          </p:cNvSpPr>
          <p:nvPr/>
        </p:nvSpPr>
        <p:spPr>
          <a:xfrm xmlns:a="http://schemas.openxmlformats.org/drawingml/2006/main" flipV="1">
            <a:off x="1762231" y="410405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3099DA80-C5ED-4420-866D-34B5233DBDBE}"/>
              </a:ext>
            </a:extLst>
          </p:cNvPr>
          <p:cNvSpPr>
            <a:spLocks xmlns:a="http://schemas.openxmlformats.org/drawingml/2006/main" noGrp="1"/>
          </p:cNvSpPr>
          <p:nvPr/>
        </p:nvSpPr>
        <p:spPr>
          <a:xfrm xmlns:a="http://schemas.openxmlformats.org/drawingml/2006/main" flipV="1">
            <a:off x="1853305" y="406968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FF6A0F58-53D3-47A5-89CA-07CB048C792E}"/>
              </a:ext>
            </a:extLst>
          </p:cNvPr>
          <p:cNvSpPr>
            <a:spLocks xmlns:a="http://schemas.openxmlformats.org/drawingml/2006/main" noGrp="1"/>
          </p:cNvSpPr>
          <p:nvPr/>
        </p:nvSpPr>
        <p:spPr>
          <a:xfrm xmlns:a="http://schemas.openxmlformats.org/drawingml/2006/main" flipV="1">
            <a:off x="1944380" y="404108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D2E697BE-2FFD-4392-839D-339BD0C63CC4}"/>
              </a:ext>
            </a:extLst>
          </p:cNvPr>
          <p:cNvSpPr>
            <a:spLocks xmlns:a="http://schemas.openxmlformats.org/drawingml/2006/main" noGrp="1"/>
          </p:cNvSpPr>
          <p:nvPr/>
        </p:nvSpPr>
        <p:spPr>
          <a:xfrm xmlns:a="http://schemas.openxmlformats.org/drawingml/2006/main" flipV="1">
            <a:off x="2035454" y="401863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9D6C6BFE-E1AE-4D80-BFDC-6D719E1BAF63}"/>
              </a:ext>
            </a:extLst>
          </p:cNvPr>
          <p:cNvSpPr>
            <a:spLocks xmlns:a="http://schemas.openxmlformats.org/drawingml/2006/main" noGrp="1"/>
          </p:cNvSpPr>
          <p:nvPr/>
        </p:nvSpPr>
        <p:spPr>
          <a:xfrm xmlns:a="http://schemas.openxmlformats.org/drawingml/2006/main" flipV="1">
            <a:off x="2126528" y="400260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D835DDA-BC0F-4831-B900-DA92D0C1A1BC}"/>
              </a:ext>
            </a:extLst>
          </p:cNvPr>
          <p:cNvSpPr>
            <a:spLocks xmlns:a="http://schemas.openxmlformats.org/drawingml/2006/main" noGrp="1"/>
          </p:cNvSpPr>
          <p:nvPr/>
        </p:nvSpPr>
        <p:spPr>
          <a:xfrm xmlns:a="http://schemas.openxmlformats.org/drawingml/2006/main" flipV="1">
            <a:off x="2217602" y="399321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DA04B3BC-B0AA-4E03-9082-325621DEB7CA}"/>
              </a:ext>
            </a:extLst>
          </p:cNvPr>
          <p:cNvSpPr>
            <a:spLocks xmlns:a="http://schemas.openxmlformats.org/drawingml/2006/main" noGrp="1"/>
          </p:cNvSpPr>
          <p:nvPr/>
        </p:nvSpPr>
        <p:spPr>
          <a:xfrm xmlns:a="http://schemas.openxmlformats.org/drawingml/2006/main" flipV="1">
            <a:off x="2308677" y="399057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33F1AD69-470D-496D-A6D4-9EADF994CC64}"/>
              </a:ext>
            </a:extLst>
          </p:cNvPr>
          <p:cNvSpPr>
            <a:spLocks xmlns:a="http://schemas.openxmlformats.org/drawingml/2006/main" noGrp="1"/>
          </p:cNvSpPr>
          <p:nvPr/>
        </p:nvSpPr>
        <p:spPr>
          <a:xfrm xmlns:a="http://schemas.openxmlformats.org/drawingml/2006/main">
            <a:off x="2399751" y="399057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185B7C6C-24D5-4E14-BCE1-F8B1BF734BC6}"/>
              </a:ext>
            </a:extLst>
          </p:cNvPr>
          <p:cNvSpPr>
            <a:spLocks xmlns:a="http://schemas.openxmlformats.org/drawingml/2006/main" noGrp="1"/>
          </p:cNvSpPr>
          <p:nvPr/>
        </p:nvSpPr>
        <p:spPr>
          <a:xfrm xmlns:a="http://schemas.openxmlformats.org/drawingml/2006/main">
            <a:off x="2490825" y="399472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313397F8-B885-4BA3-934D-04FFDC42C891}"/>
              </a:ext>
            </a:extLst>
          </p:cNvPr>
          <p:cNvSpPr>
            <a:spLocks xmlns:a="http://schemas.openxmlformats.org/drawingml/2006/main" noGrp="1"/>
          </p:cNvSpPr>
          <p:nvPr/>
        </p:nvSpPr>
        <p:spPr>
          <a:xfrm xmlns:a="http://schemas.openxmlformats.org/drawingml/2006/main">
            <a:off x="2581899" y="400560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A7446E32-38A8-4478-84FF-373A31445727}"/>
              </a:ext>
            </a:extLst>
          </p:cNvPr>
          <p:cNvSpPr>
            <a:spLocks xmlns:a="http://schemas.openxmlformats.org/drawingml/2006/main" noGrp="1"/>
          </p:cNvSpPr>
          <p:nvPr/>
        </p:nvSpPr>
        <p:spPr>
          <a:xfrm xmlns:a="http://schemas.openxmlformats.org/drawingml/2006/main">
            <a:off x="2672974" y="402307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07A08062-C26F-43C7-AB13-D3C67CA46054}"/>
              </a:ext>
            </a:extLst>
          </p:cNvPr>
          <p:cNvSpPr>
            <a:spLocks xmlns:a="http://schemas.openxmlformats.org/drawingml/2006/main" noGrp="1"/>
          </p:cNvSpPr>
          <p:nvPr/>
        </p:nvSpPr>
        <p:spPr>
          <a:xfrm xmlns:a="http://schemas.openxmlformats.org/drawingml/2006/main">
            <a:off x="2764048" y="404692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09D2CFA8-413D-41EC-96D5-4B15B7DBF300}"/>
              </a:ext>
            </a:extLst>
          </p:cNvPr>
          <p:cNvSpPr>
            <a:spLocks xmlns:a="http://schemas.openxmlformats.org/drawingml/2006/main" noGrp="1"/>
          </p:cNvSpPr>
          <p:nvPr/>
        </p:nvSpPr>
        <p:spPr>
          <a:xfrm xmlns:a="http://schemas.openxmlformats.org/drawingml/2006/main">
            <a:off x="2855122" y="407683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B87C4835-6990-4FDA-8F56-41672E0977F5}"/>
              </a:ext>
            </a:extLst>
          </p:cNvPr>
          <p:cNvSpPr>
            <a:spLocks xmlns:a="http://schemas.openxmlformats.org/drawingml/2006/main" noGrp="1"/>
          </p:cNvSpPr>
          <p:nvPr/>
        </p:nvSpPr>
        <p:spPr>
          <a:xfrm xmlns:a="http://schemas.openxmlformats.org/drawingml/2006/main">
            <a:off x="2946196" y="411243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44D0D874-D42F-4EA6-9782-76C98DC9519F}"/>
              </a:ext>
            </a:extLst>
          </p:cNvPr>
          <p:cNvSpPr>
            <a:spLocks xmlns:a="http://schemas.openxmlformats.org/drawingml/2006/main" noGrp="1"/>
          </p:cNvSpPr>
          <p:nvPr/>
        </p:nvSpPr>
        <p:spPr>
          <a:xfrm xmlns:a="http://schemas.openxmlformats.org/drawingml/2006/main">
            <a:off x="3037271" y="415325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EE064B41-E15D-4214-AAA8-8BD6D0053CA0}"/>
              </a:ext>
            </a:extLst>
          </p:cNvPr>
          <p:cNvSpPr>
            <a:spLocks xmlns:a="http://schemas.openxmlformats.org/drawingml/2006/main" noGrp="1"/>
          </p:cNvSpPr>
          <p:nvPr/>
        </p:nvSpPr>
        <p:spPr>
          <a:xfrm xmlns:a="http://schemas.openxmlformats.org/drawingml/2006/main">
            <a:off x="3128345" y="419879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BC5F9EBE-F0DF-4092-A27B-0588638A52A1}"/>
              </a:ext>
            </a:extLst>
          </p:cNvPr>
          <p:cNvSpPr>
            <a:spLocks xmlns:a="http://schemas.openxmlformats.org/drawingml/2006/main" noGrp="1"/>
          </p:cNvSpPr>
          <p:nvPr/>
        </p:nvSpPr>
        <p:spPr>
          <a:xfrm xmlns:a="http://schemas.openxmlformats.org/drawingml/2006/main">
            <a:off x="3219419" y="424845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6C38AECA-197F-45A9-A1EA-D589CFAB4369}"/>
              </a:ext>
            </a:extLst>
          </p:cNvPr>
          <p:cNvSpPr>
            <a:spLocks xmlns:a="http://schemas.openxmlformats.org/drawingml/2006/main" noGrp="1"/>
          </p:cNvSpPr>
          <p:nvPr/>
        </p:nvSpPr>
        <p:spPr>
          <a:xfrm xmlns:a="http://schemas.openxmlformats.org/drawingml/2006/main">
            <a:off x="3310493" y="430160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8906722A-DCD2-4E85-9A17-DC04D935151D}"/>
              </a:ext>
            </a:extLst>
          </p:cNvPr>
          <p:cNvSpPr>
            <a:spLocks xmlns:a="http://schemas.openxmlformats.org/drawingml/2006/main" noGrp="1"/>
          </p:cNvSpPr>
          <p:nvPr/>
        </p:nvSpPr>
        <p:spPr>
          <a:xfrm xmlns:a="http://schemas.openxmlformats.org/drawingml/2006/main">
            <a:off x="3401568" y="435756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0352CF8B-76E9-4064-BC39-0A1EE2EBC9FF}"/>
              </a:ext>
            </a:extLst>
          </p:cNvPr>
          <p:cNvSpPr>
            <a:spLocks xmlns:a="http://schemas.openxmlformats.org/drawingml/2006/main" noGrp="1"/>
          </p:cNvSpPr>
          <p:nvPr/>
        </p:nvSpPr>
        <p:spPr>
          <a:xfrm xmlns:a="http://schemas.openxmlformats.org/drawingml/2006/main">
            <a:off x="3492642" y="441562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AEF3304B-2EA2-4D70-971E-BEC650FF95F1}"/>
              </a:ext>
            </a:extLst>
          </p:cNvPr>
          <p:cNvSpPr>
            <a:spLocks xmlns:a="http://schemas.openxmlformats.org/drawingml/2006/main" noGrp="1"/>
          </p:cNvSpPr>
          <p:nvPr/>
        </p:nvSpPr>
        <p:spPr>
          <a:xfrm xmlns:a="http://schemas.openxmlformats.org/drawingml/2006/main">
            <a:off x="3583716" y="447504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A7EE6329-483E-4311-9707-E7EA0DA8CC45}"/>
              </a:ext>
            </a:extLst>
          </p:cNvPr>
          <p:cNvSpPr>
            <a:spLocks xmlns:a="http://schemas.openxmlformats.org/drawingml/2006/main" noGrp="1"/>
          </p:cNvSpPr>
          <p:nvPr/>
        </p:nvSpPr>
        <p:spPr>
          <a:xfrm xmlns:a="http://schemas.openxmlformats.org/drawingml/2006/main">
            <a:off x="3674790" y="453505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D4B8E5A-75DC-403D-9214-C044FFBB4B39}"/>
              </a:ext>
            </a:extLst>
          </p:cNvPr>
          <p:cNvSpPr>
            <a:spLocks xmlns:a="http://schemas.openxmlformats.org/drawingml/2006/main" noGrp="1"/>
          </p:cNvSpPr>
          <p:nvPr/>
        </p:nvSpPr>
        <p:spPr>
          <a:xfrm xmlns:a="http://schemas.openxmlformats.org/drawingml/2006/main">
            <a:off x="3765864" y="459489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2B3A8D53-5A45-40B6-971A-C71750590154}"/>
              </a:ext>
            </a:extLst>
          </p:cNvPr>
          <p:cNvSpPr>
            <a:spLocks xmlns:a="http://schemas.openxmlformats.org/drawingml/2006/main" noGrp="1"/>
          </p:cNvSpPr>
          <p:nvPr/>
        </p:nvSpPr>
        <p:spPr>
          <a:xfrm xmlns:a="http://schemas.openxmlformats.org/drawingml/2006/main">
            <a:off x="3856939" y="465380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92FCDDBE-CF15-4C59-A4F9-2468EE00D8A6}"/>
              </a:ext>
            </a:extLst>
          </p:cNvPr>
          <p:cNvSpPr>
            <a:spLocks xmlns:a="http://schemas.openxmlformats.org/drawingml/2006/main" noGrp="1"/>
          </p:cNvSpPr>
          <p:nvPr/>
        </p:nvSpPr>
        <p:spPr>
          <a:xfrm xmlns:a="http://schemas.openxmlformats.org/drawingml/2006/main">
            <a:off x="3948013" y="471102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D2CC078F-575D-4E25-AB6C-35DEC5626925}"/>
              </a:ext>
            </a:extLst>
          </p:cNvPr>
          <p:cNvSpPr>
            <a:spLocks xmlns:a="http://schemas.openxmlformats.org/drawingml/2006/main" noGrp="1"/>
          </p:cNvSpPr>
          <p:nvPr/>
        </p:nvSpPr>
        <p:spPr>
          <a:xfrm xmlns:a="http://schemas.openxmlformats.org/drawingml/2006/main">
            <a:off x="4039087" y="476582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B0AF2068-14D5-45D8-B0C7-7EA425E9D9C7}"/>
              </a:ext>
            </a:extLst>
          </p:cNvPr>
          <p:cNvSpPr>
            <a:spLocks xmlns:a="http://schemas.openxmlformats.org/drawingml/2006/main" noGrp="1"/>
          </p:cNvSpPr>
          <p:nvPr/>
        </p:nvSpPr>
        <p:spPr>
          <a:xfrm xmlns:a="http://schemas.openxmlformats.org/drawingml/2006/main">
            <a:off x="4130161" y="481750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FE70EE12-1F4B-475B-B53A-9509D5BA01B6}"/>
              </a:ext>
            </a:extLst>
          </p:cNvPr>
          <p:cNvSpPr>
            <a:spLocks xmlns:a="http://schemas.openxmlformats.org/drawingml/2006/main" noGrp="1"/>
          </p:cNvSpPr>
          <p:nvPr/>
        </p:nvSpPr>
        <p:spPr>
          <a:xfrm xmlns:a="http://schemas.openxmlformats.org/drawingml/2006/main">
            <a:off x="4221236" y="486540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F27A939B-8923-42EE-A608-311B9848D3AE}"/>
              </a:ext>
            </a:extLst>
          </p:cNvPr>
          <p:cNvSpPr>
            <a:spLocks xmlns:a="http://schemas.openxmlformats.org/drawingml/2006/main" noGrp="1"/>
          </p:cNvSpPr>
          <p:nvPr/>
        </p:nvSpPr>
        <p:spPr>
          <a:xfrm xmlns:a="http://schemas.openxmlformats.org/drawingml/2006/main">
            <a:off x="4312310" y="490891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A423A746-2A1F-4ABA-BD4B-6DEE3DF722E0}"/>
              </a:ext>
            </a:extLst>
          </p:cNvPr>
          <p:cNvSpPr>
            <a:spLocks xmlns:a="http://schemas.openxmlformats.org/drawingml/2006/main" noGrp="1"/>
          </p:cNvSpPr>
          <p:nvPr/>
        </p:nvSpPr>
        <p:spPr>
          <a:xfrm xmlns:a="http://schemas.openxmlformats.org/drawingml/2006/main">
            <a:off x="4403384" y="494748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56B26291-EB8A-48D1-804C-137652F9EBB1}"/>
              </a:ext>
            </a:extLst>
          </p:cNvPr>
          <p:cNvSpPr>
            <a:spLocks xmlns:a="http://schemas.openxmlformats.org/drawingml/2006/main" noGrp="1"/>
          </p:cNvSpPr>
          <p:nvPr/>
        </p:nvSpPr>
        <p:spPr>
          <a:xfrm xmlns:a="http://schemas.openxmlformats.org/drawingml/2006/main">
            <a:off x="4494458" y="498060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35817D32-16A2-48F0-A277-445B9B7F7DD3}"/>
              </a:ext>
            </a:extLst>
          </p:cNvPr>
          <p:cNvSpPr>
            <a:spLocks xmlns:a="http://schemas.openxmlformats.org/drawingml/2006/main" noGrp="1"/>
          </p:cNvSpPr>
          <p:nvPr/>
        </p:nvSpPr>
        <p:spPr>
          <a:xfrm xmlns:a="http://schemas.openxmlformats.org/drawingml/2006/main">
            <a:off x="4585533" y="500786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A8B296D8-897E-40D5-8C46-D5DD604DF3B4}"/>
              </a:ext>
            </a:extLst>
          </p:cNvPr>
          <p:cNvSpPr>
            <a:spLocks xmlns:a="http://schemas.openxmlformats.org/drawingml/2006/main" noGrp="1"/>
          </p:cNvSpPr>
          <p:nvPr/>
        </p:nvSpPr>
        <p:spPr>
          <a:xfrm xmlns:a="http://schemas.openxmlformats.org/drawingml/2006/main">
            <a:off x="4676607" y="502890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55F482DA-5BD8-484D-BC1B-30D5A00AB8F5}"/>
              </a:ext>
            </a:extLst>
          </p:cNvPr>
          <p:cNvSpPr>
            <a:spLocks xmlns:a="http://schemas.openxmlformats.org/drawingml/2006/main" noGrp="1"/>
          </p:cNvSpPr>
          <p:nvPr/>
        </p:nvSpPr>
        <p:spPr>
          <a:xfrm xmlns:a="http://schemas.openxmlformats.org/drawingml/2006/main">
            <a:off x="4767681" y="504347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92F8828F-849C-43CC-858A-1F586D23B96C}"/>
              </a:ext>
            </a:extLst>
          </p:cNvPr>
          <p:cNvSpPr>
            <a:spLocks xmlns:a="http://schemas.openxmlformats.org/drawingml/2006/main" noGrp="1"/>
          </p:cNvSpPr>
          <p:nvPr/>
        </p:nvSpPr>
        <p:spPr>
          <a:xfrm xmlns:a="http://schemas.openxmlformats.org/drawingml/2006/main">
            <a:off x="4858755" y="505137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4C57C35-F455-4FDC-A5EB-64570628D77E}"/>
              </a:ext>
            </a:extLst>
          </p:cNvPr>
          <p:cNvSpPr>
            <a:spLocks xmlns:a="http://schemas.openxmlformats.org/drawingml/2006/main" noGrp="1"/>
          </p:cNvSpPr>
          <p:nvPr/>
        </p:nvSpPr>
        <p:spPr>
          <a:xfrm xmlns:a="http://schemas.openxmlformats.org/drawingml/2006/main" flipV="1">
            <a:off x="4949830" y="504685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609FC5C1-CCD5-4D6A-A0B4-531619AA3ADB}"/>
              </a:ext>
            </a:extLst>
          </p:cNvPr>
          <p:cNvSpPr>
            <a:spLocks xmlns:a="http://schemas.openxmlformats.org/drawingml/2006/main" noGrp="1"/>
          </p:cNvSpPr>
          <p:nvPr/>
        </p:nvSpPr>
        <p:spPr>
          <a:xfrm xmlns:a="http://schemas.openxmlformats.org/drawingml/2006/main" flipV="1">
            <a:off x="5040904" y="503449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9581B53D-8663-458A-B2DA-3CCEAFB6A56E}"/>
              </a:ext>
            </a:extLst>
          </p:cNvPr>
          <p:cNvSpPr>
            <a:spLocks xmlns:a="http://schemas.openxmlformats.org/drawingml/2006/main" noGrp="1"/>
          </p:cNvSpPr>
          <p:nvPr/>
        </p:nvSpPr>
        <p:spPr>
          <a:xfrm xmlns:a="http://schemas.openxmlformats.org/drawingml/2006/main" flipV="1">
            <a:off x="5131978" y="501558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68361496-65AE-486F-9700-5C2525A10DDF}"/>
              </a:ext>
            </a:extLst>
          </p:cNvPr>
          <p:cNvSpPr>
            <a:spLocks xmlns:a="http://schemas.openxmlformats.org/drawingml/2006/main" noGrp="1"/>
          </p:cNvSpPr>
          <p:nvPr/>
        </p:nvSpPr>
        <p:spPr>
          <a:xfrm xmlns:a="http://schemas.openxmlformats.org/drawingml/2006/main" flipV="1">
            <a:off x="5223052" y="499035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E4396CD6-FF5F-4527-BBFE-09A08EED20AA}"/>
              </a:ext>
            </a:extLst>
          </p:cNvPr>
          <p:cNvSpPr>
            <a:spLocks xmlns:a="http://schemas.openxmlformats.org/drawingml/2006/main" noGrp="1"/>
          </p:cNvSpPr>
          <p:nvPr/>
        </p:nvSpPr>
        <p:spPr>
          <a:xfrm xmlns:a="http://schemas.openxmlformats.org/drawingml/2006/main" flipV="1">
            <a:off x="5314127" y="495914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B052A2C-F5B3-45EF-87AE-F23AC0C54810}"/>
              </a:ext>
            </a:extLst>
          </p:cNvPr>
          <p:cNvSpPr>
            <a:spLocks xmlns:a="http://schemas.openxmlformats.org/drawingml/2006/main" noGrp="1"/>
          </p:cNvSpPr>
          <p:nvPr/>
        </p:nvSpPr>
        <p:spPr>
          <a:xfrm xmlns:a="http://schemas.openxmlformats.org/drawingml/2006/main" flipV="1">
            <a:off x="5405201" y="492234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20125C34-D373-4873-B5B8-11FD228D6BBF}"/>
              </a:ext>
            </a:extLst>
          </p:cNvPr>
          <p:cNvSpPr>
            <a:spLocks xmlns:a="http://schemas.openxmlformats.org/drawingml/2006/main" noGrp="1"/>
          </p:cNvSpPr>
          <p:nvPr/>
        </p:nvSpPr>
        <p:spPr>
          <a:xfrm xmlns:a="http://schemas.openxmlformats.org/drawingml/2006/main" flipV="1">
            <a:off x="5496275" y="488042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8A3347DA-8957-48BF-BE43-3594C4188406}"/>
              </a:ext>
            </a:extLst>
          </p:cNvPr>
          <p:cNvSpPr>
            <a:spLocks xmlns:a="http://schemas.openxmlformats.org/drawingml/2006/main" noGrp="1"/>
          </p:cNvSpPr>
          <p:nvPr/>
        </p:nvSpPr>
        <p:spPr>
          <a:xfrm xmlns:a="http://schemas.openxmlformats.org/drawingml/2006/main" flipV="1">
            <a:off x="5587349" y="483392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C0585909-A797-44AA-8A22-C6FB2979802E}"/>
              </a:ext>
            </a:extLst>
          </p:cNvPr>
          <p:cNvSpPr>
            <a:spLocks xmlns:a="http://schemas.openxmlformats.org/drawingml/2006/main" noGrp="1"/>
          </p:cNvSpPr>
          <p:nvPr/>
        </p:nvSpPr>
        <p:spPr>
          <a:xfrm xmlns:a="http://schemas.openxmlformats.org/drawingml/2006/main" flipV="1">
            <a:off x="5678424" y="478343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A1ACDF8-BC9D-4218-972E-D050CB4BB805}"/>
              </a:ext>
            </a:extLst>
          </p:cNvPr>
          <p:cNvSpPr>
            <a:spLocks xmlns:a="http://schemas.openxmlformats.org/drawingml/2006/main" noGrp="1"/>
          </p:cNvSpPr>
          <p:nvPr/>
        </p:nvSpPr>
        <p:spPr>
          <a:xfrm xmlns:a="http://schemas.openxmlformats.org/drawingml/2006/main" flipV="1">
            <a:off x="5769498" y="472959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7E90886E-B496-4F86-9E69-2A683F6B5B13}"/>
              </a:ext>
            </a:extLst>
          </p:cNvPr>
          <p:cNvSpPr>
            <a:spLocks xmlns:a="http://schemas.openxmlformats.org/drawingml/2006/main" noGrp="1"/>
          </p:cNvSpPr>
          <p:nvPr/>
        </p:nvSpPr>
        <p:spPr>
          <a:xfrm xmlns:a="http://schemas.openxmlformats.org/drawingml/2006/main" flipV="1">
            <a:off x="5860572" y="467310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15FECFBA-4F30-4665-9932-1ED060EC1F81}"/>
              </a:ext>
            </a:extLst>
          </p:cNvPr>
          <p:cNvSpPr>
            <a:spLocks xmlns:a="http://schemas.openxmlformats.org/drawingml/2006/main" noGrp="1"/>
          </p:cNvSpPr>
          <p:nvPr/>
        </p:nvSpPr>
        <p:spPr>
          <a:xfrm xmlns:a="http://schemas.openxmlformats.org/drawingml/2006/main" flipV="1">
            <a:off x="5951646" y="461467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B18AD9A7-B1AD-4C16-98E1-0177BC3F00CF}"/>
              </a:ext>
            </a:extLst>
          </p:cNvPr>
          <p:cNvSpPr>
            <a:spLocks xmlns:a="http://schemas.openxmlformats.org/drawingml/2006/main" noGrp="1"/>
          </p:cNvSpPr>
          <p:nvPr/>
        </p:nvSpPr>
        <p:spPr>
          <a:xfrm xmlns:a="http://schemas.openxmlformats.org/drawingml/2006/main" flipV="1">
            <a:off x="6042720" y="455506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BF0FF2F4-E564-4D66-8F10-5EAA03652DD3}"/>
              </a:ext>
            </a:extLst>
          </p:cNvPr>
          <p:cNvSpPr>
            <a:spLocks xmlns:a="http://schemas.openxmlformats.org/drawingml/2006/main" noGrp="1"/>
          </p:cNvSpPr>
          <p:nvPr/>
        </p:nvSpPr>
        <p:spPr>
          <a:xfrm xmlns:a="http://schemas.openxmlformats.org/drawingml/2006/main" flipV="1">
            <a:off x="6133795" y="449501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27B1F1F6-980C-4315-821B-45AF9B4E100D}"/>
              </a:ext>
            </a:extLst>
          </p:cNvPr>
          <p:cNvSpPr>
            <a:spLocks xmlns:a="http://schemas.openxmlformats.org/drawingml/2006/main" noGrp="1"/>
          </p:cNvSpPr>
          <p:nvPr/>
        </p:nvSpPr>
        <p:spPr>
          <a:xfrm xmlns:a="http://schemas.openxmlformats.org/drawingml/2006/main" flipV="1">
            <a:off x="6224869" y="443531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A6D62849-9008-463F-AE4A-0BC16FB57587}"/>
              </a:ext>
            </a:extLst>
          </p:cNvPr>
          <p:cNvSpPr>
            <a:spLocks xmlns:a="http://schemas.openxmlformats.org/drawingml/2006/main" noGrp="1"/>
          </p:cNvSpPr>
          <p:nvPr/>
        </p:nvSpPr>
        <p:spPr>
          <a:xfrm xmlns:a="http://schemas.openxmlformats.org/drawingml/2006/main" flipV="1">
            <a:off x="6315943" y="437672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CBA0643C-6C17-4337-BBD5-C608294C4E24}"/>
              </a:ext>
            </a:extLst>
          </p:cNvPr>
          <p:cNvSpPr>
            <a:spLocks xmlns:a="http://schemas.openxmlformats.org/drawingml/2006/main" noGrp="1"/>
          </p:cNvSpPr>
          <p:nvPr/>
        </p:nvSpPr>
        <p:spPr>
          <a:xfrm xmlns:a="http://schemas.openxmlformats.org/drawingml/2006/main" flipV="1">
            <a:off x="6407017" y="431997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62E1B54D-B79D-4AB4-91A0-F9C6FD89165E}"/>
              </a:ext>
            </a:extLst>
          </p:cNvPr>
          <p:cNvSpPr>
            <a:spLocks xmlns:a="http://schemas.openxmlformats.org/drawingml/2006/main" noGrp="1"/>
          </p:cNvSpPr>
          <p:nvPr/>
        </p:nvSpPr>
        <p:spPr>
          <a:xfrm xmlns:a="http://schemas.openxmlformats.org/drawingml/2006/main" flipV="1">
            <a:off x="6498092" y="426581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E55D0B99-13A9-46E1-825F-897726067788}"/>
              </a:ext>
            </a:extLst>
          </p:cNvPr>
          <p:cNvSpPr>
            <a:spLocks xmlns:a="http://schemas.openxmlformats.org/drawingml/2006/main" noGrp="1"/>
          </p:cNvSpPr>
          <p:nvPr/>
        </p:nvSpPr>
        <p:spPr>
          <a:xfrm xmlns:a="http://schemas.openxmlformats.org/drawingml/2006/main" flipV="1">
            <a:off x="6589166" y="421491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24E02D9B-46C4-4960-BB5A-F1C6D41709AD}"/>
              </a:ext>
            </a:extLst>
          </p:cNvPr>
          <p:cNvSpPr>
            <a:spLocks xmlns:a="http://schemas.openxmlformats.org/drawingml/2006/main" noGrp="1"/>
          </p:cNvSpPr>
          <p:nvPr/>
        </p:nvSpPr>
        <p:spPr>
          <a:xfrm xmlns:a="http://schemas.openxmlformats.org/drawingml/2006/main" flipV="1">
            <a:off x="6680240" y="416793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1F2013A-5D06-4630-9804-54EE16125C06}"/>
              </a:ext>
            </a:extLst>
          </p:cNvPr>
          <p:cNvSpPr>
            <a:spLocks xmlns:a="http://schemas.openxmlformats.org/drawingml/2006/main" noGrp="1"/>
          </p:cNvSpPr>
          <p:nvPr/>
        </p:nvSpPr>
        <p:spPr>
          <a:xfrm xmlns:a="http://schemas.openxmlformats.org/drawingml/2006/main" flipV="1">
            <a:off x="6771314" y="412548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CEF60C9D-05D9-4E21-947A-0BCD3D3C4790}"/>
              </a:ext>
            </a:extLst>
          </p:cNvPr>
          <p:cNvSpPr>
            <a:spLocks xmlns:a="http://schemas.openxmlformats.org/drawingml/2006/main" noGrp="1"/>
          </p:cNvSpPr>
          <p:nvPr/>
        </p:nvSpPr>
        <p:spPr>
          <a:xfrm xmlns:a="http://schemas.openxmlformats.org/drawingml/2006/main" flipV="1">
            <a:off x="6862389" y="408808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0AE38D2D-1DA3-45F8-B127-AE21670BD0EE}"/>
              </a:ext>
            </a:extLst>
          </p:cNvPr>
          <p:cNvSpPr>
            <a:spLocks xmlns:a="http://schemas.openxmlformats.org/drawingml/2006/main" noGrp="1"/>
          </p:cNvSpPr>
          <p:nvPr/>
        </p:nvSpPr>
        <p:spPr>
          <a:xfrm xmlns:a="http://schemas.openxmlformats.org/drawingml/2006/main" flipV="1">
            <a:off x="6953463" y="405623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68A79DD3-D6EB-4C87-A110-6AF035842BCC}"/>
              </a:ext>
            </a:extLst>
          </p:cNvPr>
          <p:cNvSpPr>
            <a:spLocks xmlns:a="http://schemas.openxmlformats.org/drawingml/2006/main" noGrp="1"/>
          </p:cNvSpPr>
          <p:nvPr/>
        </p:nvSpPr>
        <p:spPr>
          <a:xfrm xmlns:a="http://schemas.openxmlformats.org/drawingml/2006/main" flipV="1">
            <a:off x="7044537" y="403033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9900B9D-7108-4B65-8535-E74BDC7654F3}"/>
              </a:ext>
            </a:extLst>
          </p:cNvPr>
          <p:cNvSpPr>
            <a:spLocks xmlns:a="http://schemas.openxmlformats.org/drawingml/2006/main" noGrp="1"/>
          </p:cNvSpPr>
          <p:nvPr/>
        </p:nvSpPr>
        <p:spPr>
          <a:xfrm xmlns:a="http://schemas.openxmlformats.org/drawingml/2006/main" flipV="1">
            <a:off x="7135611" y="401070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BE06644-F13E-414D-A850-68ADBAE38D86}"/>
              </a:ext>
            </a:extLst>
          </p:cNvPr>
          <p:cNvSpPr>
            <a:spLocks xmlns:a="http://schemas.openxmlformats.org/drawingml/2006/main" noGrp="1"/>
          </p:cNvSpPr>
          <p:nvPr/>
        </p:nvSpPr>
        <p:spPr>
          <a:xfrm xmlns:a="http://schemas.openxmlformats.org/drawingml/2006/main" flipV="1">
            <a:off x="7226686" y="399760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F0481D9D-7CFF-45F8-B9DD-E49122309E3E}"/>
              </a:ext>
            </a:extLst>
          </p:cNvPr>
          <p:cNvSpPr>
            <a:spLocks xmlns:a="http://schemas.openxmlformats.org/drawingml/2006/main" noGrp="1"/>
          </p:cNvSpPr>
          <p:nvPr/>
        </p:nvSpPr>
        <p:spPr>
          <a:xfrm xmlns:a="http://schemas.openxmlformats.org/drawingml/2006/main" flipV="1">
            <a:off x="7317760" y="399120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8FA1021D-418A-4F46-890E-9B4FD29994CA}"/>
              </a:ext>
            </a:extLst>
          </p:cNvPr>
          <p:cNvSpPr>
            <a:spLocks xmlns:a="http://schemas.openxmlformats.org/drawingml/2006/main" noGrp="1"/>
          </p:cNvSpPr>
          <p:nvPr/>
        </p:nvSpPr>
        <p:spPr>
          <a:xfrm xmlns:a="http://schemas.openxmlformats.org/drawingml/2006/main">
            <a:off x="7408834" y="399120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9478F2FB-281E-4AB1-87C1-99C584B8D71E}"/>
              </a:ext>
            </a:extLst>
          </p:cNvPr>
          <p:cNvSpPr>
            <a:spLocks xmlns:a="http://schemas.openxmlformats.org/drawingml/2006/main" noGrp="1"/>
          </p:cNvSpPr>
          <p:nvPr/>
        </p:nvSpPr>
        <p:spPr>
          <a:xfrm xmlns:a="http://schemas.openxmlformats.org/drawingml/2006/main">
            <a:off x="7499908" y="399158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60CEE7E4-1185-4E0E-B40B-3ADC7BFAE04C}"/>
              </a:ext>
            </a:extLst>
          </p:cNvPr>
          <p:cNvSpPr>
            <a:spLocks xmlns:a="http://schemas.openxmlformats.org/drawingml/2006/main" noGrp="1"/>
          </p:cNvSpPr>
          <p:nvPr/>
        </p:nvSpPr>
        <p:spPr>
          <a:xfrm xmlns:a="http://schemas.openxmlformats.org/drawingml/2006/main">
            <a:off x="7590983" y="399873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D8CE621-DD03-4939-A2E6-8A5B2A70250F}"/>
              </a:ext>
            </a:extLst>
          </p:cNvPr>
          <p:cNvSpPr>
            <a:spLocks xmlns:a="http://schemas.openxmlformats.org/drawingml/2006/main" noGrp="1"/>
          </p:cNvSpPr>
          <p:nvPr/>
        </p:nvSpPr>
        <p:spPr>
          <a:xfrm xmlns:a="http://schemas.openxmlformats.org/drawingml/2006/main">
            <a:off x="7682057" y="401256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41E4DE84-6B4A-48A2-990E-DCEAFE180EAD}"/>
              </a:ext>
            </a:extLst>
          </p:cNvPr>
          <p:cNvSpPr>
            <a:spLocks xmlns:a="http://schemas.openxmlformats.org/drawingml/2006/main" noGrp="1"/>
          </p:cNvSpPr>
          <p:nvPr/>
        </p:nvSpPr>
        <p:spPr>
          <a:xfrm xmlns:a="http://schemas.openxmlformats.org/drawingml/2006/main">
            <a:off x="7773131" y="403290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41A7F6C5-6518-48F2-98A4-177FC7598607}"/>
              </a:ext>
            </a:extLst>
          </p:cNvPr>
          <p:cNvSpPr>
            <a:spLocks xmlns:a="http://schemas.openxmlformats.org/drawingml/2006/main" noGrp="1"/>
          </p:cNvSpPr>
          <p:nvPr/>
        </p:nvSpPr>
        <p:spPr>
          <a:xfrm xmlns:a="http://schemas.openxmlformats.org/drawingml/2006/main">
            <a:off x="7864205" y="405948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7A27B602-7ACC-4998-81B4-BA7C902A4469}"/>
              </a:ext>
            </a:extLst>
          </p:cNvPr>
          <p:cNvSpPr>
            <a:spLocks xmlns:a="http://schemas.openxmlformats.org/drawingml/2006/main" noGrp="1"/>
          </p:cNvSpPr>
          <p:nvPr/>
        </p:nvSpPr>
        <p:spPr>
          <a:xfrm xmlns:a="http://schemas.openxmlformats.org/drawingml/2006/main">
            <a:off x="7955280" y="409197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884C6DD4-7976-4E6A-9511-9513980D8814}"/>
              </a:ext>
            </a:extLst>
          </p:cNvPr>
          <p:cNvSpPr>
            <a:spLocks xmlns:a="http://schemas.openxmlformats.org/drawingml/2006/main" noGrp="1"/>
          </p:cNvSpPr>
          <p:nvPr/>
        </p:nvSpPr>
        <p:spPr>
          <a:xfrm xmlns:a="http://schemas.openxmlformats.org/drawingml/2006/main">
            <a:off x="8046354" y="412995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D5F4A544-D97B-47BF-BE71-C28683D2DC3C}"/>
              </a:ext>
            </a:extLst>
          </p:cNvPr>
          <p:cNvSpPr>
            <a:spLocks xmlns:a="http://schemas.openxmlformats.org/drawingml/2006/main" noGrp="1"/>
          </p:cNvSpPr>
          <p:nvPr/>
        </p:nvSpPr>
        <p:spPr>
          <a:xfrm xmlns:a="http://schemas.openxmlformats.org/drawingml/2006/main">
            <a:off x="8137428" y="417294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9E29B9AB-6155-4546-859D-86A841BE8B21}"/>
              </a:ext>
            </a:extLst>
          </p:cNvPr>
          <p:cNvSpPr>
            <a:spLocks xmlns:a="http://schemas.openxmlformats.org/drawingml/2006/main" noGrp="1"/>
          </p:cNvSpPr>
          <p:nvPr/>
        </p:nvSpPr>
        <p:spPr>
          <a:xfrm xmlns:a="http://schemas.openxmlformats.org/drawingml/2006/main">
            <a:off x="8228502" y="422038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6DBB1F1C-4C46-4F10-93ED-C286195D8173}"/>
              </a:ext>
            </a:extLst>
          </p:cNvPr>
          <p:cNvSpPr>
            <a:spLocks xmlns:a="http://schemas.openxmlformats.org/drawingml/2006/main" noGrp="1"/>
          </p:cNvSpPr>
          <p:nvPr/>
        </p:nvSpPr>
        <p:spPr>
          <a:xfrm xmlns:a="http://schemas.openxmlformats.org/drawingml/2006/main">
            <a:off x="8319576" y="427168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EB78DA64-D826-4B4D-93CC-943188591F77}"/>
              </a:ext>
            </a:extLst>
          </p:cNvPr>
          <p:cNvSpPr>
            <a:spLocks xmlns:a="http://schemas.openxmlformats.org/drawingml/2006/main" noGrp="1"/>
          </p:cNvSpPr>
          <p:nvPr/>
        </p:nvSpPr>
        <p:spPr>
          <a:xfrm xmlns:a="http://schemas.openxmlformats.org/drawingml/2006/main">
            <a:off x="8410651" y="432616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3EBB6F78-5A4A-4E16-BCBA-9AFEE33B5434}"/>
              </a:ext>
            </a:extLst>
          </p:cNvPr>
          <p:cNvSpPr>
            <a:spLocks xmlns:a="http://schemas.openxmlformats.org/drawingml/2006/main" noGrp="1"/>
          </p:cNvSpPr>
          <p:nvPr/>
        </p:nvSpPr>
        <p:spPr>
          <a:xfrm xmlns:a="http://schemas.openxmlformats.org/drawingml/2006/main">
            <a:off x="8501725" y="438315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ECDD7F5D-B900-4126-932C-D56EF9FFD64C}"/>
              </a:ext>
            </a:extLst>
          </p:cNvPr>
          <p:cNvSpPr>
            <a:spLocks xmlns:a="http://schemas.openxmlformats.org/drawingml/2006/main" noGrp="1"/>
          </p:cNvSpPr>
          <p:nvPr/>
        </p:nvSpPr>
        <p:spPr>
          <a:xfrm xmlns:a="http://schemas.openxmlformats.org/drawingml/2006/main">
            <a:off x="8592799" y="444191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6FF80B8A-F29A-44A4-B056-228E7951429D}"/>
              </a:ext>
            </a:extLst>
          </p:cNvPr>
          <p:cNvSpPr>
            <a:spLocks xmlns:a="http://schemas.openxmlformats.org/drawingml/2006/main" noGrp="1"/>
          </p:cNvSpPr>
          <p:nvPr/>
        </p:nvSpPr>
        <p:spPr>
          <a:xfrm xmlns:a="http://schemas.openxmlformats.org/drawingml/2006/main">
            <a:off x="8683873" y="450168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3CF0EE21-2573-4487-B0E9-B5898B4EDDC3}"/>
              </a:ext>
            </a:extLst>
          </p:cNvPr>
          <p:cNvSpPr>
            <a:spLocks xmlns:a="http://schemas.openxmlformats.org/drawingml/2006/main" noGrp="1"/>
          </p:cNvSpPr>
          <p:nvPr/>
        </p:nvSpPr>
        <p:spPr>
          <a:xfrm xmlns:a="http://schemas.openxmlformats.org/drawingml/2006/main">
            <a:off x="8774948" y="456171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7567858D-41A4-43CB-B56F-697080AD63D4}"/>
              </a:ext>
            </a:extLst>
          </p:cNvPr>
          <p:cNvSpPr>
            <a:spLocks xmlns:a="http://schemas.openxmlformats.org/drawingml/2006/main" noGrp="1"/>
          </p:cNvSpPr>
          <p:nvPr/>
        </p:nvSpPr>
        <p:spPr>
          <a:xfrm xmlns:a="http://schemas.openxmlformats.org/drawingml/2006/main">
            <a:off x="8866022" y="462124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46BF4DBD-AC16-4747-8C88-C875B03F65D4}"/>
              </a:ext>
            </a:extLst>
          </p:cNvPr>
          <p:cNvSpPr>
            <a:spLocks xmlns:a="http://schemas.openxmlformats.org/drawingml/2006/main" noGrp="1"/>
          </p:cNvSpPr>
          <p:nvPr/>
        </p:nvSpPr>
        <p:spPr>
          <a:xfrm xmlns:a="http://schemas.openxmlformats.org/drawingml/2006/main">
            <a:off x="8957096" y="467948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EFE33DDD-0F08-43B4-964C-9132DA3E643A}"/>
              </a:ext>
            </a:extLst>
          </p:cNvPr>
          <p:cNvSpPr>
            <a:spLocks xmlns:a="http://schemas.openxmlformats.org/drawingml/2006/main" noGrp="1"/>
          </p:cNvSpPr>
          <p:nvPr/>
        </p:nvSpPr>
        <p:spPr>
          <a:xfrm xmlns:a="http://schemas.openxmlformats.org/drawingml/2006/main">
            <a:off x="9048170" y="473572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1618F059-FBE2-433F-BC34-B24286C7D2D3}"/>
              </a:ext>
            </a:extLst>
          </p:cNvPr>
          <p:cNvSpPr>
            <a:spLocks xmlns:a="http://schemas.openxmlformats.org/drawingml/2006/main" noGrp="1"/>
          </p:cNvSpPr>
          <p:nvPr/>
        </p:nvSpPr>
        <p:spPr>
          <a:xfrm xmlns:a="http://schemas.openxmlformats.org/drawingml/2006/main">
            <a:off x="9139245" y="478922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4E30B93-0B2B-485E-A772-5AF78716CB6C}"/>
              </a:ext>
            </a:extLst>
          </p:cNvPr>
          <p:cNvSpPr>
            <a:spLocks xmlns:a="http://schemas.openxmlformats.org/drawingml/2006/main" noGrp="1"/>
          </p:cNvSpPr>
          <p:nvPr/>
        </p:nvSpPr>
        <p:spPr>
          <a:xfrm xmlns:a="http://schemas.openxmlformats.org/drawingml/2006/main">
            <a:off x="9230319" y="483930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E1B4A3F4-9CD3-4771-920C-D67B731DB22B}"/>
              </a:ext>
            </a:extLst>
          </p:cNvPr>
          <p:cNvSpPr>
            <a:spLocks xmlns:a="http://schemas.openxmlformats.org/drawingml/2006/main" noGrp="1"/>
          </p:cNvSpPr>
          <p:nvPr/>
        </p:nvSpPr>
        <p:spPr>
          <a:xfrm xmlns:a="http://schemas.openxmlformats.org/drawingml/2006/main">
            <a:off x="9321393" y="488532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8D9F2FB8-747C-44CD-AFB6-513433CAE367}"/>
              </a:ext>
            </a:extLst>
          </p:cNvPr>
          <p:cNvSpPr>
            <a:spLocks xmlns:a="http://schemas.openxmlformats.org/drawingml/2006/main" noGrp="1"/>
          </p:cNvSpPr>
          <p:nvPr/>
        </p:nvSpPr>
        <p:spPr>
          <a:xfrm xmlns:a="http://schemas.openxmlformats.org/drawingml/2006/main">
            <a:off x="9412467" y="492669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58BC1589-80DC-438B-BCA6-57A013653ECD}"/>
              </a:ext>
            </a:extLst>
          </p:cNvPr>
          <p:cNvSpPr>
            <a:spLocks xmlns:a="http://schemas.openxmlformats.org/drawingml/2006/main" noGrp="1"/>
          </p:cNvSpPr>
          <p:nvPr/>
        </p:nvSpPr>
        <p:spPr>
          <a:xfrm xmlns:a="http://schemas.openxmlformats.org/drawingml/2006/main">
            <a:off x="9503542" y="496289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Connector 215">
            <a:extLst xmlns:a="http://schemas.openxmlformats.org/drawingml/2006/main">
              <a:ext uri="{FF2B5EF4-FFF2-40B4-BE49-F238E27FC236}">
                <a16:creationId xmlns:a16="http://schemas.microsoft.com/office/drawing/2014/main" id="{4EA21280-A28A-4E09-9697-2B698AD95CAE}"/>
              </a:ext>
            </a:extLst>
          </p:cNvPr>
          <p:cNvSpPr>
            <a:spLocks xmlns:a="http://schemas.openxmlformats.org/drawingml/2006/main" noGrp="1"/>
          </p:cNvSpPr>
          <p:nvPr/>
        </p:nvSpPr>
        <p:spPr>
          <a:xfrm xmlns:a="http://schemas.openxmlformats.org/drawingml/2006/main">
            <a:off x="9594616" y="499346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7" name="Connector 216">
            <a:extLst xmlns:a="http://schemas.openxmlformats.org/drawingml/2006/main">
              <a:ext uri="{FF2B5EF4-FFF2-40B4-BE49-F238E27FC236}">
                <a16:creationId xmlns:a16="http://schemas.microsoft.com/office/drawing/2014/main" id="{7B557CB3-9AC7-439F-A5EA-30BD947D0F67}"/>
              </a:ext>
            </a:extLst>
          </p:cNvPr>
          <p:cNvSpPr>
            <a:spLocks xmlns:a="http://schemas.openxmlformats.org/drawingml/2006/main" noGrp="1"/>
          </p:cNvSpPr>
          <p:nvPr/>
        </p:nvSpPr>
        <p:spPr>
          <a:xfrm xmlns:a="http://schemas.openxmlformats.org/drawingml/2006/main">
            <a:off x="9685690" y="501800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8" name="Connector 217">
            <a:extLst xmlns:a="http://schemas.openxmlformats.org/drawingml/2006/main">
              <a:ext uri="{FF2B5EF4-FFF2-40B4-BE49-F238E27FC236}">
                <a16:creationId xmlns:a16="http://schemas.microsoft.com/office/drawing/2014/main" id="{2CF3C36B-3DCE-4931-9E9F-460E5AAAAC48}"/>
              </a:ext>
            </a:extLst>
          </p:cNvPr>
          <p:cNvSpPr>
            <a:spLocks xmlns:a="http://schemas.openxmlformats.org/drawingml/2006/main" noGrp="1"/>
          </p:cNvSpPr>
          <p:nvPr/>
        </p:nvSpPr>
        <p:spPr>
          <a:xfrm xmlns:a="http://schemas.openxmlformats.org/drawingml/2006/main">
            <a:off x="9776764" y="503619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9" name="Connector 218">
            <a:extLst xmlns:a="http://schemas.openxmlformats.org/drawingml/2006/main">
              <a:ext uri="{FF2B5EF4-FFF2-40B4-BE49-F238E27FC236}">
                <a16:creationId xmlns:a16="http://schemas.microsoft.com/office/drawing/2014/main" id="{9534A12E-542B-4C99-AFCB-44F5FCF3F040}"/>
              </a:ext>
            </a:extLst>
          </p:cNvPr>
          <p:cNvSpPr>
            <a:spLocks xmlns:a="http://schemas.openxmlformats.org/drawingml/2006/main" noGrp="1"/>
          </p:cNvSpPr>
          <p:nvPr/>
        </p:nvSpPr>
        <p:spPr>
          <a:xfrm xmlns:a="http://schemas.openxmlformats.org/drawingml/2006/main">
            <a:off x="9867839" y="504781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0" name="Connector 219">
            <a:extLst xmlns:a="http://schemas.openxmlformats.org/drawingml/2006/main">
              <a:ext uri="{FF2B5EF4-FFF2-40B4-BE49-F238E27FC236}">
                <a16:creationId xmlns:a16="http://schemas.microsoft.com/office/drawing/2014/main" id="{471CD4C3-BEAA-43D4-9BA2-A389613C8C20}"/>
              </a:ext>
            </a:extLst>
          </p:cNvPr>
          <p:cNvSpPr>
            <a:spLocks xmlns:a="http://schemas.openxmlformats.org/drawingml/2006/main" noGrp="1"/>
          </p:cNvSpPr>
          <p:nvPr/>
        </p:nvSpPr>
        <p:spPr>
          <a:xfrm xmlns:a="http://schemas.openxmlformats.org/drawingml/2006/main" flipV="1">
            <a:off x="9958913" y="505082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1" name="Connector 220">
            <a:extLst xmlns:a="http://schemas.openxmlformats.org/drawingml/2006/main">
              <a:ext uri="{FF2B5EF4-FFF2-40B4-BE49-F238E27FC236}">
                <a16:creationId xmlns:a16="http://schemas.microsoft.com/office/drawing/2014/main" id="{E38005BD-3EE5-4BC2-8975-21C1A0E8C2E2}"/>
              </a:ext>
            </a:extLst>
          </p:cNvPr>
          <p:cNvSpPr>
            <a:spLocks xmlns:a="http://schemas.openxmlformats.org/drawingml/2006/main" noGrp="1"/>
          </p:cNvSpPr>
          <p:nvPr/>
        </p:nvSpPr>
        <p:spPr>
          <a:xfrm xmlns:a="http://schemas.openxmlformats.org/drawingml/2006/main" flipV="1">
            <a:off x="10049987" y="504218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2" name="Connector 221">
            <a:extLst xmlns:a="http://schemas.openxmlformats.org/drawingml/2006/main">
              <a:ext uri="{FF2B5EF4-FFF2-40B4-BE49-F238E27FC236}">
                <a16:creationId xmlns:a16="http://schemas.microsoft.com/office/drawing/2014/main" id="{6A17CC2E-428C-40A5-8958-61C4ADAE53A9}"/>
              </a:ext>
            </a:extLst>
          </p:cNvPr>
          <p:cNvSpPr>
            <a:spLocks xmlns:a="http://schemas.openxmlformats.org/drawingml/2006/main" noGrp="1"/>
          </p:cNvSpPr>
          <p:nvPr/>
        </p:nvSpPr>
        <p:spPr>
          <a:xfrm xmlns:a="http://schemas.openxmlformats.org/drawingml/2006/main" flipV="1">
            <a:off x="10141061" y="502688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3" name="Oval 222">
            <a:extLst xmlns:a="http://schemas.openxmlformats.org/drawingml/2006/main">
              <a:ext uri="{FF2B5EF4-FFF2-40B4-BE49-F238E27FC236}">
                <a16:creationId xmlns:a16="http://schemas.microsoft.com/office/drawing/2014/main" id="{4DCE115D-D0C6-4110-8D97-FCAC52A70453}"/>
              </a:ext>
            </a:extLst>
          </p:cNvPr>
          <p:cNvSpPr>
            <a:spLocks xmlns:a="http://schemas.openxmlformats.org/drawingml/2006/main" noGrp="1"/>
          </p:cNvSpPr>
          <p:nvPr/>
        </p:nvSpPr>
        <p:spPr>
          <a:xfrm xmlns:a="http://schemas.openxmlformats.org/drawingml/2006/main">
            <a:off x="1063447" y="44604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FA1AA6C6-AA47-4FFB-9DD5-FF6288266631}"/>
              </a:ext>
            </a:extLst>
          </p:cNvPr>
          <p:cNvSpPr>
            <a:spLocks xmlns:a="http://schemas.openxmlformats.org/drawingml/2006/main" noGrp="1"/>
          </p:cNvSpPr>
          <p:nvPr/>
        </p:nvSpPr>
        <p:spPr>
          <a:xfrm xmlns:a="http://schemas.openxmlformats.org/drawingml/2006/main">
            <a:off x="1518818" y="41758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F7851286-E9C7-4E94-9E0A-BE6BB3F61D81}"/>
              </a:ext>
            </a:extLst>
          </p:cNvPr>
          <p:cNvSpPr>
            <a:spLocks xmlns:a="http://schemas.openxmlformats.org/drawingml/2006/main" noGrp="1"/>
          </p:cNvSpPr>
          <p:nvPr/>
        </p:nvSpPr>
        <p:spPr>
          <a:xfrm xmlns:a="http://schemas.openxmlformats.org/drawingml/2006/main">
            <a:off x="1974189" y="397982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0553F322-429F-439D-A4C8-59833231F7A4}"/>
              </a:ext>
            </a:extLst>
          </p:cNvPr>
          <p:cNvSpPr>
            <a:spLocks xmlns:a="http://schemas.openxmlformats.org/drawingml/2006/main" noGrp="1"/>
          </p:cNvSpPr>
          <p:nvPr/>
        </p:nvSpPr>
        <p:spPr>
          <a:xfrm xmlns:a="http://schemas.openxmlformats.org/drawingml/2006/main">
            <a:off x="2429560" y="393345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CD6C4140-F89E-459C-96AD-FF2E2E1BC5C1}"/>
              </a:ext>
            </a:extLst>
          </p:cNvPr>
          <p:cNvSpPr>
            <a:spLocks xmlns:a="http://schemas.openxmlformats.org/drawingml/2006/main" noGrp="1"/>
          </p:cNvSpPr>
          <p:nvPr/>
        </p:nvSpPr>
        <p:spPr>
          <a:xfrm xmlns:a="http://schemas.openxmlformats.org/drawingml/2006/main">
            <a:off x="2884932" y="405116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E43CBAF9-4FFE-4EBB-BFB8-12F1F1A25DA9}"/>
              </a:ext>
            </a:extLst>
          </p:cNvPr>
          <p:cNvSpPr>
            <a:spLocks xmlns:a="http://schemas.openxmlformats.org/drawingml/2006/main" noGrp="1"/>
          </p:cNvSpPr>
          <p:nvPr/>
        </p:nvSpPr>
        <p:spPr>
          <a:xfrm xmlns:a="http://schemas.openxmlformats.org/drawingml/2006/main">
            <a:off x="3340303" y="429630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C9B2EF51-DE78-4E5D-A4AA-3B67E5FB0D2B}"/>
              </a:ext>
            </a:extLst>
          </p:cNvPr>
          <p:cNvSpPr>
            <a:spLocks xmlns:a="http://schemas.openxmlformats.org/drawingml/2006/main" noGrp="1"/>
          </p:cNvSpPr>
          <p:nvPr/>
        </p:nvSpPr>
        <p:spPr>
          <a:xfrm xmlns:a="http://schemas.openxmlformats.org/drawingml/2006/main">
            <a:off x="3795674" y="459254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45301C2A-01A7-428D-A8E7-D88A765D0BDA}"/>
              </a:ext>
            </a:extLst>
          </p:cNvPr>
          <p:cNvSpPr>
            <a:spLocks xmlns:a="http://schemas.openxmlformats.org/drawingml/2006/main" noGrp="1"/>
          </p:cNvSpPr>
          <p:nvPr/>
        </p:nvSpPr>
        <p:spPr>
          <a:xfrm xmlns:a="http://schemas.openxmlformats.org/drawingml/2006/main">
            <a:off x="4251045" y="484765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Oval 230">
            <a:extLst xmlns:a="http://schemas.openxmlformats.org/drawingml/2006/main">
              <a:ext uri="{FF2B5EF4-FFF2-40B4-BE49-F238E27FC236}">
                <a16:creationId xmlns:a16="http://schemas.microsoft.com/office/drawing/2014/main" id="{8D6F9C4E-7077-4046-877A-C0E70E4C8944}"/>
              </a:ext>
            </a:extLst>
          </p:cNvPr>
          <p:cNvSpPr>
            <a:spLocks xmlns:a="http://schemas.openxmlformats.org/drawingml/2006/main" noGrp="1"/>
          </p:cNvSpPr>
          <p:nvPr/>
        </p:nvSpPr>
        <p:spPr>
          <a:xfrm xmlns:a="http://schemas.openxmlformats.org/drawingml/2006/main">
            <a:off x="4706416" y="498220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2" name="Oval 231">
            <a:extLst xmlns:a="http://schemas.openxmlformats.org/drawingml/2006/main">
              <a:ext uri="{FF2B5EF4-FFF2-40B4-BE49-F238E27FC236}">
                <a16:creationId xmlns:a16="http://schemas.microsoft.com/office/drawing/2014/main" id="{A3A2C0FE-24D0-4921-9536-75E2F58D8E70}"/>
              </a:ext>
            </a:extLst>
          </p:cNvPr>
          <p:cNvSpPr>
            <a:spLocks xmlns:a="http://schemas.openxmlformats.org/drawingml/2006/main" noGrp="1"/>
          </p:cNvSpPr>
          <p:nvPr/>
        </p:nvSpPr>
        <p:spPr>
          <a:xfrm xmlns:a="http://schemas.openxmlformats.org/drawingml/2006/main">
            <a:off x="5161788" y="495431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3" name="Oval 232">
            <a:extLst xmlns:a="http://schemas.openxmlformats.org/drawingml/2006/main">
              <a:ext uri="{FF2B5EF4-FFF2-40B4-BE49-F238E27FC236}">
                <a16:creationId xmlns:a16="http://schemas.microsoft.com/office/drawing/2014/main" id="{E0AF1BA4-61A9-4E70-B2E4-2880634F1BBB}"/>
              </a:ext>
            </a:extLst>
          </p:cNvPr>
          <p:cNvSpPr>
            <a:spLocks xmlns:a="http://schemas.openxmlformats.org/drawingml/2006/main" noGrp="1"/>
          </p:cNvSpPr>
          <p:nvPr/>
        </p:nvSpPr>
        <p:spPr>
          <a:xfrm xmlns:a="http://schemas.openxmlformats.org/drawingml/2006/main">
            <a:off x="5617159" y="47726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4" name="Oval 233">
            <a:extLst xmlns:a="http://schemas.openxmlformats.org/drawingml/2006/main">
              <a:ext uri="{FF2B5EF4-FFF2-40B4-BE49-F238E27FC236}">
                <a16:creationId xmlns:a16="http://schemas.microsoft.com/office/drawing/2014/main" id="{025BCBCF-79C6-401B-A316-1FBD66B40FF0}"/>
              </a:ext>
            </a:extLst>
          </p:cNvPr>
          <p:cNvSpPr>
            <a:spLocks xmlns:a="http://schemas.openxmlformats.org/drawingml/2006/main" noGrp="1"/>
          </p:cNvSpPr>
          <p:nvPr/>
        </p:nvSpPr>
        <p:spPr>
          <a:xfrm xmlns:a="http://schemas.openxmlformats.org/drawingml/2006/main">
            <a:off x="6072530" y="44937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5" name="Oval 234">
            <a:extLst xmlns:a="http://schemas.openxmlformats.org/drawingml/2006/main">
              <a:ext uri="{FF2B5EF4-FFF2-40B4-BE49-F238E27FC236}">
                <a16:creationId xmlns:a16="http://schemas.microsoft.com/office/drawing/2014/main" id="{3E5D6A30-6FEB-43FC-99C6-23E0D87E62E6}"/>
              </a:ext>
            </a:extLst>
          </p:cNvPr>
          <p:cNvSpPr>
            <a:spLocks xmlns:a="http://schemas.openxmlformats.org/drawingml/2006/main" noGrp="1"/>
          </p:cNvSpPr>
          <p:nvPr/>
        </p:nvSpPr>
        <p:spPr>
          <a:xfrm xmlns:a="http://schemas.openxmlformats.org/drawingml/2006/main">
            <a:off x="6527901" y="420454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6" name="Oval 235">
            <a:extLst xmlns:a="http://schemas.openxmlformats.org/drawingml/2006/main">
              <a:ext uri="{FF2B5EF4-FFF2-40B4-BE49-F238E27FC236}">
                <a16:creationId xmlns:a16="http://schemas.microsoft.com/office/drawing/2014/main" id="{45B054C9-457D-41B1-81B6-941865EFED1A}"/>
              </a:ext>
            </a:extLst>
          </p:cNvPr>
          <p:cNvSpPr>
            <a:spLocks xmlns:a="http://schemas.openxmlformats.org/drawingml/2006/main" noGrp="1"/>
          </p:cNvSpPr>
          <p:nvPr/>
        </p:nvSpPr>
        <p:spPr>
          <a:xfrm xmlns:a="http://schemas.openxmlformats.org/drawingml/2006/main">
            <a:off x="6983272" y="399497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7" name="Oval 236">
            <a:extLst xmlns:a="http://schemas.openxmlformats.org/drawingml/2006/main">
              <a:ext uri="{FF2B5EF4-FFF2-40B4-BE49-F238E27FC236}">
                <a16:creationId xmlns:a16="http://schemas.microsoft.com/office/drawing/2014/main" id="{F23DD85E-AB76-40CB-95B9-78D69C42F933}"/>
              </a:ext>
            </a:extLst>
          </p:cNvPr>
          <p:cNvSpPr>
            <a:spLocks xmlns:a="http://schemas.openxmlformats.org/drawingml/2006/main" noGrp="1"/>
          </p:cNvSpPr>
          <p:nvPr/>
        </p:nvSpPr>
        <p:spPr>
          <a:xfrm xmlns:a="http://schemas.openxmlformats.org/drawingml/2006/main">
            <a:off x="7438644" y="393031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8" name="Oval 237">
            <a:extLst xmlns:a="http://schemas.openxmlformats.org/drawingml/2006/main">
              <a:ext uri="{FF2B5EF4-FFF2-40B4-BE49-F238E27FC236}">
                <a16:creationId xmlns:a16="http://schemas.microsoft.com/office/drawing/2014/main" id="{FFD257DB-14B7-4D17-BBF3-A3D5C7F88AD8}"/>
              </a:ext>
            </a:extLst>
          </p:cNvPr>
          <p:cNvSpPr>
            <a:spLocks xmlns:a="http://schemas.openxmlformats.org/drawingml/2006/main" noGrp="1"/>
          </p:cNvSpPr>
          <p:nvPr/>
        </p:nvSpPr>
        <p:spPr>
          <a:xfrm xmlns:a="http://schemas.openxmlformats.org/drawingml/2006/main">
            <a:off x="7894015" y="403071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9" name="Oval 238">
            <a:extLst xmlns:a="http://schemas.openxmlformats.org/drawingml/2006/main">
              <a:ext uri="{FF2B5EF4-FFF2-40B4-BE49-F238E27FC236}">
                <a16:creationId xmlns:a16="http://schemas.microsoft.com/office/drawing/2014/main" id="{2CB47585-8EEC-49D3-B2EA-ECC3DEFF31FB}"/>
              </a:ext>
            </a:extLst>
          </p:cNvPr>
          <p:cNvSpPr>
            <a:spLocks xmlns:a="http://schemas.openxmlformats.org/drawingml/2006/main" noGrp="1"/>
          </p:cNvSpPr>
          <p:nvPr/>
        </p:nvSpPr>
        <p:spPr>
          <a:xfrm xmlns:a="http://schemas.openxmlformats.org/drawingml/2006/main">
            <a:off x="8349386" y="426490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0" name="Oval 239">
            <a:extLst xmlns:a="http://schemas.openxmlformats.org/drawingml/2006/main">
              <a:ext uri="{FF2B5EF4-FFF2-40B4-BE49-F238E27FC236}">
                <a16:creationId xmlns:a16="http://schemas.microsoft.com/office/drawing/2014/main" id="{20810265-C965-4389-A209-0CB8EF81A17C}"/>
              </a:ext>
            </a:extLst>
          </p:cNvPr>
          <p:cNvSpPr>
            <a:spLocks xmlns:a="http://schemas.openxmlformats.org/drawingml/2006/main" noGrp="1"/>
          </p:cNvSpPr>
          <p:nvPr/>
        </p:nvSpPr>
        <p:spPr>
          <a:xfrm xmlns:a="http://schemas.openxmlformats.org/drawingml/2006/main">
            <a:off x="8804757" y="45599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1" name="Oval 240">
            <a:extLst xmlns:a="http://schemas.openxmlformats.org/drawingml/2006/main">
              <a:ext uri="{FF2B5EF4-FFF2-40B4-BE49-F238E27FC236}">
                <a16:creationId xmlns:a16="http://schemas.microsoft.com/office/drawing/2014/main" id="{430DB11A-0B8D-4CF6-9B7D-95A460195548}"/>
              </a:ext>
            </a:extLst>
          </p:cNvPr>
          <p:cNvSpPr>
            <a:spLocks xmlns:a="http://schemas.openxmlformats.org/drawingml/2006/main" noGrp="1"/>
          </p:cNvSpPr>
          <p:nvPr/>
        </p:nvSpPr>
        <p:spPr>
          <a:xfrm xmlns:a="http://schemas.openxmlformats.org/drawingml/2006/main">
            <a:off x="9260128" y="482405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 name="Oval 241">
            <a:extLst xmlns:a="http://schemas.openxmlformats.org/drawingml/2006/main">
              <a:ext uri="{FF2B5EF4-FFF2-40B4-BE49-F238E27FC236}">
                <a16:creationId xmlns:a16="http://schemas.microsoft.com/office/drawing/2014/main" id="{12D65835-5927-4360-996D-7DF82B3BE78F}"/>
              </a:ext>
            </a:extLst>
          </p:cNvPr>
          <p:cNvSpPr>
            <a:spLocks xmlns:a="http://schemas.openxmlformats.org/drawingml/2006/main" noGrp="1"/>
          </p:cNvSpPr>
          <p:nvPr/>
        </p:nvSpPr>
        <p:spPr>
          <a:xfrm xmlns:a="http://schemas.openxmlformats.org/drawingml/2006/main">
            <a:off x="9715500" y="497493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3" name="TextBox 242">
            <a:extLst xmlns:a="http://schemas.openxmlformats.org/drawingml/2006/main">
              <a:ext uri="{FF2B5EF4-FFF2-40B4-BE49-F238E27FC236}">
                <a16:creationId xmlns:a16="http://schemas.microsoft.com/office/drawing/2014/main" id="{7B8300C9-95BF-41FC-BFBB-428B586DB391}"/>
              </a:ext>
            </a:extLst>
          </p:cNvPr>
          <p:cNvSpPr>
            <a:spLocks xmlns:a="http://schemas.openxmlformats.org/drawingml/2006/main" noGrp="1"/>
          </p:cNvSpPr>
          <p:nvPr/>
        </p:nvSpPr>
        <p:spPr>
          <a:xfrm xmlns:a="http://schemas.openxmlformats.org/drawingml/2006/main">
            <a:off x="777240" y="5961888"/>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每秒记录的次数变多；数据量也会随之增加。</a:t>
            </a:r>
          </a:p>
        </p:txBody>
      </p:sp>
      <p:sp>
        <p:nvSpPr>
          <p:cNvPr id="7" name="TextBox 6">
            <a:extLst xmlns:a="http://schemas.openxmlformats.org/drawingml/2006/main">
              <a:ext uri="{FF2B5EF4-FFF2-40B4-BE49-F238E27FC236}">
                <a16:creationId xmlns:a16="http://schemas.microsoft.com/office/drawing/2014/main" id="{E771F6E9-7B71-4E2B-8AAA-8002B72C2F7D}"/>
              </a:ext>
            </a:extLst>
          </p:cNvPr>
          <p:cNvSpPr>
            <a:spLocks xmlns:a="http://schemas.openxmlformats.org/drawingml/2006/main" noGrp="1"/>
          </p:cNvSpPr>
          <p:nvPr/>
        </p:nvSpPr>
        <p:spPr>
          <a:xfrm xmlns:a="http://schemas.openxmlformats.org/drawingml/2006/main">
            <a:off x="609600" y="1857375"/>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20" name="TextBox 119">
            <a:extLst xmlns:a="http://schemas.openxmlformats.org/drawingml/2006/main">
              <a:ext uri="{FF2B5EF4-FFF2-40B4-BE49-F238E27FC236}">
                <a16:creationId xmlns:a16="http://schemas.microsoft.com/office/drawing/2014/main" id="{6D8C05CB-C70F-40A6-9732-CD82DC1CAD11}"/>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DA5E3B5-1AD6-45C0-9362-CF61C8CEEC29}"/>
              </a:ext>
            </a:extLst>
          </p:cNvPr>
          <p:cNvSpPr>
            <a:spLocks xmlns:a="http://schemas.openxmlformats.org/drawingml/2006/main" noGrp="1"/>
          </p:cNvSpPr>
          <p:nvPr/>
        </p:nvSpPr>
        <p:spPr>
          <a:xfrm xmlns:a="http://schemas.openxmlformats.org/drawingml/2006/main">
            <a:off x="9838944" y="255117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21" name="TextBox 120">
            <a:extLst xmlns:a="http://schemas.openxmlformats.org/drawingml/2006/main">
              <a:ext uri="{FF2B5EF4-FFF2-40B4-BE49-F238E27FC236}">
                <a16:creationId xmlns:a16="http://schemas.microsoft.com/office/drawing/2014/main" id="{532EEF87-F505-4AEF-A595-9916F31CA740}"/>
              </a:ext>
            </a:extLst>
          </p:cNvPr>
          <p:cNvSpPr>
            <a:spLocks xmlns:a="http://schemas.openxmlformats.org/drawingml/2006/main" noGrp="1"/>
          </p:cNvSpPr>
          <p:nvPr/>
        </p:nvSpPr>
        <p:spPr>
          <a:xfrm xmlns:a="http://schemas.openxmlformats.org/drawingml/2006/main">
            <a:off x="9838944" y="465429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43879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把振幅划分成0～7，共几个等级？</a:t>
            </a:r>
          </a:p>
        </p:txBody>
      </p:sp>
      <p:sp>
        <p:nvSpPr>
          <p:cNvPr id="5" name="Connector 4">
            <a:extLst xmlns:a="http://schemas.openxmlformats.org/drawingml/2006/main">
              <a:ext uri="{FF2B5EF4-FFF2-40B4-BE49-F238E27FC236}">
                <a16:creationId xmlns:a16="http://schemas.microsoft.com/office/drawing/2014/main" id="{7308A4C6-5C9F-4048-B7EC-2FA2D8ABABB9}"/>
              </a:ext>
            </a:extLst>
          </p:cNvPr>
          <p:cNvSpPr>
            <a:spLocks xmlns:a="http://schemas.openxmlformats.org/drawingml/2006/main" noGrp="1"/>
          </p:cNvSpPr>
          <p:nvPr/>
        </p:nvSpPr>
        <p:spPr>
          <a:xfrm xmlns:a="http://schemas.openxmlformats.org/drawingml/2006/main">
            <a:off x="1600200" y="5394960"/>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F773CD3-E2E5-42F6-B33D-9C7B3D44646B}"/>
              </a:ext>
            </a:extLst>
          </p:cNvPr>
          <p:cNvSpPr>
            <a:spLocks xmlns:a="http://schemas.openxmlformats.org/drawingml/2006/main" noGrp="1"/>
          </p:cNvSpPr>
          <p:nvPr/>
        </p:nvSpPr>
        <p:spPr>
          <a:xfrm xmlns:a="http://schemas.openxmlformats.org/drawingml/2006/main">
            <a:off x="813816" y="523036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0</a:t>
            </a:r>
          </a:p>
        </p:txBody>
      </p:sp>
      <p:sp>
        <p:nvSpPr>
          <p:cNvPr id="7" name="Connector 6">
            <a:extLst xmlns:a="http://schemas.openxmlformats.org/drawingml/2006/main">
              <a:ext uri="{FF2B5EF4-FFF2-40B4-BE49-F238E27FC236}">
                <a16:creationId xmlns:a16="http://schemas.microsoft.com/office/drawing/2014/main" id="{C06F269D-488C-4719-987E-D11891957228}"/>
              </a:ext>
            </a:extLst>
          </p:cNvPr>
          <p:cNvSpPr>
            <a:spLocks xmlns:a="http://schemas.openxmlformats.org/drawingml/2006/main" noGrp="1"/>
          </p:cNvSpPr>
          <p:nvPr/>
        </p:nvSpPr>
        <p:spPr>
          <a:xfrm xmlns:a="http://schemas.openxmlformats.org/drawingml/2006/main">
            <a:off x="1600200" y="4910328"/>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2403BB82-8302-4F79-A009-EE10F89CBAFA}"/>
              </a:ext>
            </a:extLst>
          </p:cNvPr>
          <p:cNvSpPr>
            <a:spLocks xmlns:a="http://schemas.openxmlformats.org/drawingml/2006/main" noGrp="1"/>
          </p:cNvSpPr>
          <p:nvPr/>
        </p:nvSpPr>
        <p:spPr>
          <a:xfrm xmlns:a="http://schemas.openxmlformats.org/drawingml/2006/main">
            <a:off x="813816" y="474573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1</a:t>
            </a:r>
          </a:p>
        </p:txBody>
      </p:sp>
      <p:sp>
        <p:nvSpPr>
          <p:cNvPr id="9" name="Connector 8">
            <a:extLst xmlns:a="http://schemas.openxmlformats.org/drawingml/2006/main">
              <a:ext uri="{FF2B5EF4-FFF2-40B4-BE49-F238E27FC236}">
                <a16:creationId xmlns:a16="http://schemas.microsoft.com/office/drawing/2014/main" id="{F5B8323C-05B0-4281-80A6-7DFB9EF0F718}"/>
              </a:ext>
            </a:extLst>
          </p:cNvPr>
          <p:cNvSpPr>
            <a:spLocks xmlns:a="http://schemas.openxmlformats.org/drawingml/2006/main" noGrp="1"/>
          </p:cNvSpPr>
          <p:nvPr/>
        </p:nvSpPr>
        <p:spPr>
          <a:xfrm xmlns:a="http://schemas.openxmlformats.org/drawingml/2006/main">
            <a:off x="1600200" y="4425696"/>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187350A6-0579-4497-9460-DD64059DB641}"/>
              </a:ext>
            </a:extLst>
          </p:cNvPr>
          <p:cNvSpPr>
            <a:spLocks xmlns:a="http://schemas.openxmlformats.org/drawingml/2006/main" noGrp="1"/>
          </p:cNvSpPr>
          <p:nvPr/>
        </p:nvSpPr>
        <p:spPr>
          <a:xfrm xmlns:a="http://schemas.openxmlformats.org/drawingml/2006/main">
            <a:off x="813816" y="426110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2</a:t>
            </a:r>
          </a:p>
        </p:txBody>
      </p:sp>
      <p:sp>
        <p:nvSpPr>
          <p:cNvPr id="11" name="Connector 10">
            <a:extLst xmlns:a="http://schemas.openxmlformats.org/drawingml/2006/main">
              <a:ext uri="{FF2B5EF4-FFF2-40B4-BE49-F238E27FC236}">
                <a16:creationId xmlns:a16="http://schemas.microsoft.com/office/drawing/2014/main" id="{1FB19D07-FF1B-4E9D-B008-79B7E93195F6}"/>
              </a:ext>
            </a:extLst>
          </p:cNvPr>
          <p:cNvSpPr>
            <a:spLocks xmlns:a="http://schemas.openxmlformats.org/drawingml/2006/main" noGrp="1"/>
          </p:cNvSpPr>
          <p:nvPr/>
        </p:nvSpPr>
        <p:spPr>
          <a:xfrm xmlns:a="http://schemas.openxmlformats.org/drawingml/2006/main">
            <a:off x="1600200" y="3941064"/>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06FAEA57-E3CF-475F-9552-D6733C47E161}"/>
              </a:ext>
            </a:extLst>
          </p:cNvPr>
          <p:cNvSpPr>
            <a:spLocks xmlns:a="http://schemas.openxmlformats.org/drawingml/2006/main" noGrp="1"/>
          </p:cNvSpPr>
          <p:nvPr/>
        </p:nvSpPr>
        <p:spPr>
          <a:xfrm xmlns:a="http://schemas.openxmlformats.org/drawingml/2006/main">
            <a:off x="813816" y="3776472"/>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3</a:t>
            </a:r>
          </a:p>
        </p:txBody>
      </p:sp>
      <p:sp>
        <p:nvSpPr>
          <p:cNvPr id="13" name="Connector 12">
            <a:extLst xmlns:a="http://schemas.openxmlformats.org/drawingml/2006/main">
              <a:ext uri="{FF2B5EF4-FFF2-40B4-BE49-F238E27FC236}">
                <a16:creationId xmlns:a16="http://schemas.microsoft.com/office/drawing/2014/main" id="{3AF95A32-32B3-4694-935E-52A54C9C6BCE}"/>
              </a:ext>
            </a:extLst>
          </p:cNvPr>
          <p:cNvSpPr>
            <a:spLocks xmlns:a="http://schemas.openxmlformats.org/drawingml/2006/main" noGrp="1"/>
          </p:cNvSpPr>
          <p:nvPr/>
        </p:nvSpPr>
        <p:spPr>
          <a:xfrm xmlns:a="http://schemas.openxmlformats.org/drawingml/2006/main">
            <a:off x="1600200" y="3456432"/>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336B8B17-F7C9-4255-B3A1-5CF1F7E8F07C}"/>
              </a:ext>
            </a:extLst>
          </p:cNvPr>
          <p:cNvSpPr>
            <a:spLocks xmlns:a="http://schemas.openxmlformats.org/drawingml/2006/main" noGrp="1"/>
          </p:cNvSpPr>
          <p:nvPr/>
        </p:nvSpPr>
        <p:spPr>
          <a:xfrm xmlns:a="http://schemas.openxmlformats.org/drawingml/2006/main">
            <a:off x="813816" y="3291840"/>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4</a:t>
            </a:r>
          </a:p>
        </p:txBody>
      </p:sp>
      <p:sp>
        <p:nvSpPr>
          <p:cNvPr id="15" name="Connector 14">
            <a:extLst xmlns:a="http://schemas.openxmlformats.org/drawingml/2006/main">
              <a:ext uri="{FF2B5EF4-FFF2-40B4-BE49-F238E27FC236}">
                <a16:creationId xmlns:a16="http://schemas.microsoft.com/office/drawing/2014/main" id="{4573FF73-7DFC-4867-85D7-A832F34C9877}"/>
              </a:ext>
            </a:extLst>
          </p:cNvPr>
          <p:cNvSpPr>
            <a:spLocks xmlns:a="http://schemas.openxmlformats.org/drawingml/2006/main" noGrp="1"/>
          </p:cNvSpPr>
          <p:nvPr/>
        </p:nvSpPr>
        <p:spPr>
          <a:xfrm xmlns:a="http://schemas.openxmlformats.org/drawingml/2006/main">
            <a:off x="1600200" y="2971800"/>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C43CF1DF-4358-4B2D-939D-376EC30AE464}"/>
              </a:ext>
            </a:extLst>
          </p:cNvPr>
          <p:cNvSpPr>
            <a:spLocks xmlns:a="http://schemas.openxmlformats.org/drawingml/2006/main" noGrp="1"/>
          </p:cNvSpPr>
          <p:nvPr/>
        </p:nvSpPr>
        <p:spPr>
          <a:xfrm xmlns:a="http://schemas.openxmlformats.org/drawingml/2006/main">
            <a:off x="813816" y="280720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5</a:t>
            </a:r>
          </a:p>
        </p:txBody>
      </p:sp>
      <p:sp>
        <p:nvSpPr>
          <p:cNvPr id="17" name="Connector 16">
            <a:extLst xmlns:a="http://schemas.openxmlformats.org/drawingml/2006/main">
              <a:ext uri="{FF2B5EF4-FFF2-40B4-BE49-F238E27FC236}">
                <a16:creationId xmlns:a16="http://schemas.microsoft.com/office/drawing/2014/main" id="{13FDDF8D-81CC-4365-B90F-969B17A96C01}"/>
              </a:ext>
            </a:extLst>
          </p:cNvPr>
          <p:cNvSpPr>
            <a:spLocks xmlns:a="http://schemas.openxmlformats.org/drawingml/2006/main" noGrp="1"/>
          </p:cNvSpPr>
          <p:nvPr/>
        </p:nvSpPr>
        <p:spPr>
          <a:xfrm xmlns:a="http://schemas.openxmlformats.org/drawingml/2006/main">
            <a:off x="1600200" y="2487168"/>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8EBEB4EB-895F-4B2F-AE82-5C4F9008536F}"/>
              </a:ext>
            </a:extLst>
          </p:cNvPr>
          <p:cNvSpPr>
            <a:spLocks xmlns:a="http://schemas.openxmlformats.org/drawingml/2006/main" noGrp="1"/>
          </p:cNvSpPr>
          <p:nvPr/>
        </p:nvSpPr>
        <p:spPr>
          <a:xfrm xmlns:a="http://schemas.openxmlformats.org/drawingml/2006/main">
            <a:off x="813816" y="232257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6</a:t>
            </a:r>
          </a:p>
        </p:txBody>
      </p:sp>
      <p:sp>
        <p:nvSpPr>
          <p:cNvPr id="19" name="Connector 18">
            <a:extLst xmlns:a="http://schemas.openxmlformats.org/drawingml/2006/main">
              <a:ext uri="{FF2B5EF4-FFF2-40B4-BE49-F238E27FC236}">
                <a16:creationId xmlns:a16="http://schemas.microsoft.com/office/drawing/2014/main" id="{9EDE924A-27FC-4AE0-9243-2B28E5FD83AB}"/>
              </a:ext>
            </a:extLst>
          </p:cNvPr>
          <p:cNvSpPr>
            <a:spLocks xmlns:a="http://schemas.openxmlformats.org/drawingml/2006/main" noGrp="1"/>
          </p:cNvSpPr>
          <p:nvPr/>
        </p:nvSpPr>
        <p:spPr>
          <a:xfrm xmlns:a="http://schemas.openxmlformats.org/drawingml/2006/main">
            <a:off x="1600200" y="2002536"/>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8C95705D-90F2-4144-B8C4-D2D805238CA3}"/>
              </a:ext>
            </a:extLst>
          </p:cNvPr>
          <p:cNvSpPr>
            <a:spLocks xmlns:a="http://schemas.openxmlformats.org/drawingml/2006/main" noGrp="1"/>
          </p:cNvSpPr>
          <p:nvPr/>
        </p:nvSpPr>
        <p:spPr>
          <a:xfrm xmlns:a="http://schemas.openxmlformats.org/drawingml/2006/main">
            <a:off x="813816" y="183794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7</a:t>
            </a:r>
          </a:p>
        </p:txBody>
      </p:sp>
      <p:sp>
        <p:nvSpPr>
          <p:cNvPr id="21" name="TextBox 20">
            <a:extLst xmlns:a="http://schemas.openxmlformats.org/drawingml/2006/main">
              <a:ext uri="{FF2B5EF4-FFF2-40B4-BE49-F238E27FC236}">
                <a16:creationId xmlns:a16="http://schemas.microsoft.com/office/drawing/2014/main" id="{ACD38D55-40ED-431C-A0DF-6FD326EF8BF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0也是一个等级，所以一共有8个等级。</a:t>
            </a:r>
          </a:p>
        </p:txBody>
      </p:sp>
      <p:sp xmlns:a="http://schemas.openxmlformats.org/drawingml/2006/main">
        <p:nvSpPr>
          <p:cNvPr id="22" name="Rectangle 21"/>
          <p:cNvSpPr/>
          <p:nvPr/>
        </p:nvSpPr>
        <p:spPr>
          <a:xfrm>
            <a:off x="9784080" y="2523744"/>
            <a:ext cx="1591056" cy="210312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9939528" y="2807208"/>
            <a:ext cx="1261872" cy="475488"/>
          </a:xfrm>
          <a:prstGeom prst="rect">
            <a:avLst/>
          </a:prstGeom>
          <a:noFill/>
        </p:spPr>
        <p:txBody>
          <a:bodyPr wrap="square" lIns="0" rIns="0" tIns="0" bIns="0" anchor="ctr">
            <a:spAutoFit/>
          </a:bodyPr>
          <a:lstStyle/>
          <a:p>
            <a:pPr algn="ctr">
              <a:spcAft>
                <a:spcPts val="200"/>
              </a:spcAft>
              <a:defRPr sz="2200" b="1">
                <a:solidFill>
                  <a:srgbClr val="8C64E1"/>
                </a:solidFill>
                <a:latin typeface="Alibaba PuHuiTi 3.0 115 Black"/>
              </a:defRPr>
            </a:pPr>
            <a:r>
              <a:t>L0–L7</a:t>
            </a:r>
          </a:p>
        </p:txBody>
      </p:sp>
      <p:sp xmlns:a="http://schemas.openxmlformats.org/drawingml/2006/main">
        <p:nvSpPr>
          <p:cNvPr id="24" name="TextBox 23"/>
          <p:cNvSpPr txBox="1"/>
          <p:nvPr/>
        </p:nvSpPr>
        <p:spPr>
          <a:xfrm>
            <a:off x="9939528" y="3611880"/>
            <a:ext cx="1261872" cy="502920"/>
          </a:xfrm>
          <a:prstGeom prst="rect">
            <a:avLst/>
          </a:prstGeom>
          <a:noFill/>
        </p:spPr>
        <p:txBody>
          <a:bodyPr wrap="square" lIns="0" rIns="0" tIns="0" bIns="0" anchor="ctr">
            <a:spAutoFit/>
          </a:bodyPr>
          <a:lstStyle/>
          <a:p>
            <a:pPr algn="ctr">
              <a:spcAft>
                <a:spcPts val="200"/>
              </a:spcAft>
              <a:defRPr sz="1900" b="1">
                <a:solidFill>
                  <a:srgbClr val="262626"/>
                </a:solidFill>
                <a:latin typeface="Alibaba PuHuiTi 3.0 115 Black"/>
              </a:defRPr>
            </a:pPr>
            <a:r>
              <a:t>共 8 级</a:t>
            </a:r>
          </a:p>
        </p:txBody>
      </p:sp>
    </p:spTree>
    <p:extLst>
      <p:ext uri="{BB962C8B-B14F-4D97-AF65-F5344CB8AC3E}">
        <p14:creationId xmlns:p14="http://schemas.microsoft.com/office/powerpoint/2010/main" val="8360996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5" name="TextBox 4">
            <a:extLst xmlns:a="http://schemas.openxmlformats.org/drawingml/2006/main">
              <a:ext uri="{FF2B5EF4-FFF2-40B4-BE49-F238E27FC236}">
                <a16:creationId xmlns:a16="http://schemas.microsoft.com/office/drawing/2014/main" id="{5B528359-246E-4286-B635-9661CEFA722D}"/>
              </a:ext>
            </a:extLst>
          </p:cNvPr>
          <p:cNvSpPr>
            <a:spLocks xmlns:a="http://schemas.openxmlformats.org/drawingml/2006/main" noGrp="1"/>
          </p:cNvSpPr>
          <p:nvPr/>
        </p:nvSpPr>
        <p:spPr>
          <a:xfrm xmlns:a="http://schemas.openxmlformats.org/drawingml/2006/main">
            <a:off x="822960" y="1700784"/>
            <a:ext cx="107899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500" b="0">
                <a:solidFill>
                  <a:srgbClr val="262626"/>
                </a:solidFill>
                <a:latin typeface="Alibaba PuHuiTi 3.0 55 Regular"/>
                <a:ea typeface="Alibaba PuHuiTi 3.0 55 Regular"/>
                <a:cs typeface="Alibaba PuHuiTi 3.0 55 Regular"/>
              </a:defRPr>
            </a:pPr>
            <a:r>
              <a:rPr sz="2500" b="0">
                <a:solidFill>
                  <a:srgbClr val="262626"/>
                </a:solidFill>
                <a:latin typeface="Alibaba PuHuiTi 3.0 55 Regular"/>
                <a:ea typeface="Alibaba PuHuiTi 3.0 55 Regular"/>
                <a:cs typeface="Alibaba PuHuiTi 3.0 55 Regular"/>
              </a:rPr>
              <a:t>幅度范围 [0,8) 划成8段，等级编号为 0～7。</a:t>
            </a:r>
          </a:p>
        </p:txBody>
      </p:sp>
      <p:sp>
        <p:nvSpPr>
          <p:cNvPr id="6" name="Rectangle 5">
            <a:extLst xmlns:a="http://schemas.openxmlformats.org/drawingml/2006/main">
              <a:ext uri="{FF2B5EF4-FFF2-40B4-BE49-F238E27FC236}">
                <a16:creationId xmlns:a16="http://schemas.microsoft.com/office/drawing/2014/main" id="{9A74D0B9-F6FA-4D6B-83E1-F745968DB01B}"/>
              </a:ext>
            </a:extLst>
          </p:cNvPr>
          <p:cNvSpPr>
            <a:spLocks xmlns:a="http://schemas.openxmlformats.org/drawingml/2006/main" noGrp="1"/>
          </p:cNvSpPr>
          <p:nvPr/>
        </p:nvSpPr>
        <p:spPr>
          <a:xfrm xmlns:a="http://schemas.openxmlformats.org/drawingml/2006/main">
            <a:off x="8686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09CDBB-8647-478C-9D82-8920435728E9}"/>
              </a:ext>
            </a:extLst>
          </p:cNvPr>
          <p:cNvSpPr>
            <a:spLocks xmlns:a="http://schemas.openxmlformats.org/drawingml/2006/main" noGrp="1"/>
          </p:cNvSpPr>
          <p:nvPr/>
        </p:nvSpPr>
        <p:spPr>
          <a:xfrm xmlns:a="http://schemas.openxmlformats.org/drawingml/2006/main">
            <a:off x="8686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0</a:t>
            </a:r>
          </a:p>
        </p:txBody>
      </p:sp>
      <p:sp>
        <p:nvSpPr>
          <p:cNvPr id="8" name="Rectangle 7">
            <a:extLst xmlns:a="http://schemas.openxmlformats.org/drawingml/2006/main">
              <a:ext uri="{FF2B5EF4-FFF2-40B4-BE49-F238E27FC236}">
                <a16:creationId xmlns:a16="http://schemas.microsoft.com/office/drawing/2014/main" id="{44C0115D-8822-4D36-A62B-BBBDA6C7A20B}"/>
              </a:ext>
            </a:extLst>
          </p:cNvPr>
          <p:cNvSpPr>
            <a:spLocks xmlns:a="http://schemas.openxmlformats.org/drawingml/2006/main" noGrp="1"/>
          </p:cNvSpPr>
          <p:nvPr/>
        </p:nvSpPr>
        <p:spPr>
          <a:xfrm xmlns:a="http://schemas.openxmlformats.org/drawingml/2006/main">
            <a:off x="2240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B6CAE22-8E57-417E-BB77-4717F9655B95}"/>
              </a:ext>
            </a:extLst>
          </p:cNvPr>
          <p:cNvSpPr>
            <a:spLocks xmlns:a="http://schemas.openxmlformats.org/drawingml/2006/main" noGrp="1"/>
          </p:cNvSpPr>
          <p:nvPr/>
        </p:nvSpPr>
        <p:spPr>
          <a:xfrm xmlns:a="http://schemas.openxmlformats.org/drawingml/2006/main">
            <a:off x="2240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1</a:t>
            </a:r>
          </a:p>
        </p:txBody>
      </p:sp>
      <p:sp>
        <p:nvSpPr>
          <p:cNvPr id="10" name="Rectangle 9">
            <a:extLst xmlns:a="http://schemas.openxmlformats.org/drawingml/2006/main">
              <a:ext uri="{FF2B5EF4-FFF2-40B4-BE49-F238E27FC236}">
                <a16:creationId xmlns:a16="http://schemas.microsoft.com/office/drawing/2014/main" id="{4174739A-152F-4F94-85A1-79571792A5DA}"/>
              </a:ext>
            </a:extLst>
          </p:cNvPr>
          <p:cNvSpPr>
            <a:spLocks xmlns:a="http://schemas.openxmlformats.org/drawingml/2006/main" noGrp="1"/>
          </p:cNvSpPr>
          <p:nvPr/>
        </p:nvSpPr>
        <p:spPr>
          <a:xfrm xmlns:a="http://schemas.openxmlformats.org/drawingml/2006/main">
            <a:off x="3611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87D66B1-316D-4C41-8C71-589C585360DB}"/>
              </a:ext>
            </a:extLst>
          </p:cNvPr>
          <p:cNvSpPr>
            <a:spLocks xmlns:a="http://schemas.openxmlformats.org/drawingml/2006/main" noGrp="1"/>
          </p:cNvSpPr>
          <p:nvPr/>
        </p:nvSpPr>
        <p:spPr>
          <a:xfrm xmlns:a="http://schemas.openxmlformats.org/drawingml/2006/main">
            <a:off x="3611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2</a:t>
            </a:r>
          </a:p>
        </p:txBody>
      </p:sp>
      <p:sp>
        <p:nvSpPr>
          <p:cNvPr id="12" name="Rectangle 11">
            <a:extLst xmlns:a="http://schemas.openxmlformats.org/drawingml/2006/main">
              <a:ext uri="{FF2B5EF4-FFF2-40B4-BE49-F238E27FC236}">
                <a16:creationId xmlns:a16="http://schemas.microsoft.com/office/drawing/2014/main" id="{DB68A1BD-8348-4923-A563-AC57EE4919EF}"/>
              </a:ext>
            </a:extLst>
          </p:cNvPr>
          <p:cNvSpPr>
            <a:spLocks xmlns:a="http://schemas.openxmlformats.org/drawingml/2006/main" noGrp="1"/>
          </p:cNvSpPr>
          <p:nvPr/>
        </p:nvSpPr>
        <p:spPr>
          <a:xfrm xmlns:a="http://schemas.openxmlformats.org/drawingml/2006/main">
            <a:off x="49834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D6F52AE-2F8F-493A-AC72-1A545409E3DC}"/>
              </a:ext>
            </a:extLst>
          </p:cNvPr>
          <p:cNvSpPr>
            <a:spLocks xmlns:a="http://schemas.openxmlformats.org/drawingml/2006/main" noGrp="1"/>
          </p:cNvSpPr>
          <p:nvPr/>
        </p:nvSpPr>
        <p:spPr>
          <a:xfrm xmlns:a="http://schemas.openxmlformats.org/drawingml/2006/main">
            <a:off x="49834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3</a:t>
            </a:r>
          </a:p>
        </p:txBody>
      </p:sp>
      <p:sp>
        <p:nvSpPr>
          <p:cNvPr id="14" name="Rectangle 13">
            <a:extLst xmlns:a="http://schemas.openxmlformats.org/drawingml/2006/main">
              <a:ext uri="{FF2B5EF4-FFF2-40B4-BE49-F238E27FC236}">
                <a16:creationId xmlns:a16="http://schemas.microsoft.com/office/drawing/2014/main" id="{115ECCA4-0BDB-4CB1-A031-8F770A8AB561}"/>
              </a:ext>
            </a:extLst>
          </p:cNvPr>
          <p:cNvSpPr>
            <a:spLocks xmlns:a="http://schemas.openxmlformats.org/drawingml/2006/main" noGrp="1"/>
          </p:cNvSpPr>
          <p:nvPr/>
        </p:nvSpPr>
        <p:spPr>
          <a:xfrm xmlns:a="http://schemas.openxmlformats.org/drawingml/2006/main">
            <a:off x="63550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181EBE2-8CE5-4069-ABD7-D82B615D927B}"/>
              </a:ext>
            </a:extLst>
          </p:cNvPr>
          <p:cNvSpPr>
            <a:spLocks xmlns:a="http://schemas.openxmlformats.org/drawingml/2006/main" noGrp="1"/>
          </p:cNvSpPr>
          <p:nvPr/>
        </p:nvSpPr>
        <p:spPr>
          <a:xfrm xmlns:a="http://schemas.openxmlformats.org/drawingml/2006/main">
            <a:off x="63550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a:t>
            </a:r>
          </a:p>
        </p:txBody>
      </p:sp>
      <p:sp>
        <p:nvSpPr>
          <p:cNvPr id="16" name="Rectangle 15">
            <a:extLst xmlns:a="http://schemas.openxmlformats.org/drawingml/2006/main">
              <a:ext uri="{FF2B5EF4-FFF2-40B4-BE49-F238E27FC236}">
                <a16:creationId xmlns:a16="http://schemas.microsoft.com/office/drawing/2014/main" id="{E97C7F43-5FB8-410D-9D22-305D8FA94056}"/>
              </a:ext>
            </a:extLst>
          </p:cNvPr>
          <p:cNvSpPr>
            <a:spLocks xmlns:a="http://schemas.openxmlformats.org/drawingml/2006/main" noGrp="1"/>
          </p:cNvSpPr>
          <p:nvPr/>
        </p:nvSpPr>
        <p:spPr>
          <a:xfrm xmlns:a="http://schemas.openxmlformats.org/drawingml/2006/main">
            <a:off x="7726679"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48E5808-FED0-4CD9-A43C-6E0751A3F803}"/>
              </a:ext>
            </a:extLst>
          </p:cNvPr>
          <p:cNvSpPr>
            <a:spLocks xmlns:a="http://schemas.openxmlformats.org/drawingml/2006/main" noGrp="1"/>
          </p:cNvSpPr>
          <p:nvPr/>
        </p:nvSpPr>
        <p:spPr>
          <a:xfrm xmlns:a="http://schemas.openxmlformats.org/drawingml/2006/main">
            <a:off x="7726679"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5</a:t>
            </a:r>
          </a:p>
        </p:txBody>
      </p:sp>
      <p:sp>
        <p:nvSpPr>
          <p:cNvPr id="18" name="Rectangle 17">
            <a:extLst xmlns:a="http://schemas.openxmlformats.org/drawingml/2006/main">
              <a:ext uri="{FF2B5EF4-FFF2-40B4-BE49-F238E27FC236}">
                <a16:creationId xmlns:a16="http://schemas.microsoft.com/office/drawing/2014/main" id="{6D428098-6743-4CEE-BDA0-E84447FCA119}"/>
              </a:ext>
            </a:extLst>
          </p:cNvPr>
          <p:cNvSpPr>
            <a:spLocks xmlns:a="http://schemas.openxmlformats.org/drawingml/2006/main" noGrp="1"/>
          </p:cNvSpPr>
          <p:nvPr/>
        </p:nvSpPr>
        <p:spPr>
          <a:xfrm xmlns:a="http://schemas.openxmlformats.org/drawingml/2006/main">
            <a:off x="9098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DD9AF4E-3C0D-43DC-B335-7D8AD6700D56}"/>
              </a:ext>
            </a:extLst>
          </p:cNvPr>
          <p:cNvSpPr>
            <a:spLocks xmlns:a="http://schemas.openxmlformats.org/drawingml/2006/main" noGrp="1"/>
          </p:cNvSpPr>
          <p:nvPr/>
        </p:nvSpPr>
        <p:spPr>
          <a:xfrm xmlns:a="http://schemas.openxmlformats.org/drawingml/2006/main">
            <a:off x="9098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6</a:t>
            </a:r>
          </a:p>
        </p:txBody>
      </p:sp>
      <p:sp>
        <p:nvSpPr>
          <p:cNvPr id="20" name="Rectangle 19">
            <a:extLst xmlns:a="http://schemas.openxmlformats.org/drawingml/2006/main">
              <a:ext uri="{FF2B5EF4-FFF2-40B4-BE49-F238E27FC236}">
                <a16:creationId xmlns:a16="http://schemas.microsoft.com/office/drawing/2014/main" id="{8F5B3073-FC68-4F2E-BACE-A6BDB00353E3}"/>
              </a:ext>
            </a:extLst>
          </p:cNvPr>
          <p:cNvSpPr>
            <a:spLocks xmlns:a="http://schemas.openxmlformats.org/drawingml/2006/main" noGrp="1"/>
          </p:cNvSpPr>
          <p:nvPr/>
        </p:nvSpPr>
        <p:spPr>
          <a:xfrm xmlns:a="http://schemas.openxmlformats.org/drawingml/2006/main">
            <a:off x="10469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23E14CA9-39F4-414C-ADF9-44289EA609A5}"/>
              </a:ext>
            </a:extLst>
          </p:cNvPr>
          <p:cNvSpPr>
            <a:spLocks xmlns:a="http://schemas.openxmlformats.org/drawingml/2006/main" noGrp="1"/>
          </p:cNvSpPr>
          <p:nvPr/>
        </p:nvSpPr>
        <p:spPr>
          <a:xfrm xmlns:a="http://schemas.openxmlformats.org/drawingml/2006/main">
            <a:off x="10469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7</a:t>
            </a:r>
          </a:p>
        </p:txBody>
      </p:sp>
      <p:sp>
        <p:nvSpPr>
          <p:cNvPr id="22" name="TextBox 21">
            <a:extLst xmlns:a="http://schemas.openxmlformats.org/drawingml/2006/main">
              <a:ext uri="{FF2B5EF4-FFF2-40B4-BE49-F238E27FC236}">
                <a16:creationId xmlns:a16="http://schemas.microsoft.com/office/drawing/2014/main" id="{D41501F2-04A3-4029-913F-5AE1E91A5604}"/>
              </a:ext>
            </a:extLst>
          </p:cNvPr>
          <p:cNvSpPr>
            <a:spLocks xmlns:a="http://schemas.openxmlformats.org/drawingml/2006/main" noGrp="1"/>
          </p:cNvSpPr>
          <p:nvPr/>
        </p:nvSpPr>
        <p:spPr>
          <a:xfrm xmlns:a="http://schemas.openxmlformats.org/drawingml/2006/main">
            <a:off x="868680" y="4242816"/>
            <a:ext cx="484632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采样值：3.71</a:t>
            </a:r>
          </a:p>
        </p:txBody>
      </p:sp>
      <p:sp>
        <p:nvSpPr>
          <p:cNvPr id="23" name="TextBox 22">
            <a:extLst xmlns:a="http://schemas.openxmlformats.org/drawingml/2006/main">
              <a:ext uri="{FF2B5EF4-FFF2-40B4-BE49-F238E27FC236}">
                <a16:creationId xmlns:a16="http://schemas.microsoft.com/office/drawing/2014/main" id="{956BE813-7F56-4811-BD4C-1F2248DB039D}"/>
              </a:ext>
            </a:extLst>
          </p:cNvPr>
          <p:cNvSpPr>
            <a:spLocks xmlns:a="http://schemas.openxmlformats.org/drawingml/2006/main" noGrp="1"/>
          </p:cNvSpPr>
          <p:nvPr/>
        </p:nvSpPr>
        <p:spPr>
          <a:xfrm xmlns:a="http://schemas.openxmlformats.org/drawingml/2006/main">
            <a:off x="868680" y="5129784"/>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你预测：进入3号等级，还是4号等级？</a:t>
            </a:r>
          </a:p>
        </p:txBody>
      </p:sp>
    </p:spTree>
    <p:extLst>
      <p:ext uri="{BB962C8B-B14F-4D97-AF65-F5344CB8AC3E}">
        <p14:creationId xmlns:p14="http://schemas.microsoft.com/office/powerpoint/2010/main" val="1882610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FED0F8C-9CCE-4876-B4F9-A4BBF27848C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4D8768-DA2E-4099-903E-44870C2CF46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753E4B4-651E-4AED-8644-3D458D36E4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量化：用有限代表值近似样本</a:t>
            </a:r>
          </a:p>
        </p:txBody>
      </p:sp>
      <p:sp>
        <p:nvSpPr>
          <p:cNvPr id="5" name="text">
            <a:extLst xmlns:a="http://schemas.openxmlformats.org/drawingml/2006/main">
              <a:ext uri="{FF2B5EF4-FFF2-40B4-BE49-F238E27FC236}">
                <a16:creationId xmlns:a16="http://schemas.microsoft.com/office/drawing/2014/main" id="{0BED98FD-FCEB-4681-BF63-2F0D6EE0A922}"/>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[0,8)；按 [n,n+1) 分档。</a:t>
            </a:r>
          </a:p>
        </p:txBody>
      </p:sp>
      <p:sp>
        <p:nvSpPr>
          <p:cNvPr id="6" name="quant-bin-0">
            <a:extLst xmlns:a="http://schemas.openxmlformats.org/drawingml/2006/main">
              <a:ext uri="{FF2B5EF4-FFF2-40B4-BE49-F238E27FC236}">
                <a16:creationId xmlns:a16="http://schemas.microsoft.com/office/drawing/2014/main" id="{11BF3656-051C-427F-A4EB-9F78685242EB}"/>
              </a:ext>
            </a:extLst>
          </p:cNvPr>
          <p:cNvSpPr>
            <a:spLocks xmlns:a="http://schemas.openxmlformats.org/drawingml/2006/main" noGrp="1"/>
          </p:cNvSpPr>
          <p:nvPr/>
        </p:nvSpPr>
        <p:spPr>
          <a:xfrm xmlns:a="http://schemas.openxmlformats.org/drawingml/2006/main">
            <a:off x="1524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quant-grade-0">
            <a:extLst xmlns:a="http://schemas.openxmlformats.org/drawingml/2006/main">
              <a:ext uri="{FF2B5EF4-FFF2-40B4-BE49-F238E27FC236}">
                <a16:creationId xmlns:a16="http://schemas.microsoft.com/office/drawing/2014/main" id="{239E6CA8-47C0-4F20-B745-8EA4A51D8419}"/>
              </a:ext>
            </a:extLst>
          </p:cNvPr>
          <p:cNvSpPr>
            <a:spLocks xmlns:a="http://schemas.openxmlformats.org/drawingml/2006/main" noGrp="1"/>
          </p:cNvSpPr>
          <p:nvPr/>
        </p:nvSpPr>
        <p:spPr>
          <a:xfrm xmlns:a="http://schemas.openxmlformats.org/drawingml/2006/main">
            <a:off x="1524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L0</a:t>
            </a:r>
          </a:p>
        </p:txBody>
      </p:sp>
      <p:sp>
        <p:nvSpPr>
          <p:cNvPr id="8" name="quant-bin-1">
            <a:extLst xmlns:a="http://schemas.openxmlformats.org/drawingml/2006/main">
              <a:ext uri="{FF2B5EF4-FFF2-40B4-BE49-F238E27FC236}">
                <a16:creationId xmlns:a16="http://schemas.microsoft.com/office/drawing/2014/main" id="{0CF99069-03C2-4EE8-91B4-A9D872ABDDB6}"/>
              </a:ext>
            </a:extLst>
          </p:cNvPr>
          <p:cNvSpPr>
            <a:spLocks xmlns:a="http://schemas.openxmlformats.org/drawingml/2006/main" noGrp="1"/>
          </p:cNvSpPr>
          <p:nvPr/>
        </p:nvSpPr>
        <p:spPr>
          <a:xfrm xmlns:a="http://schemas.openxmlformats.org/drawingml/2006/main">
            <a:off x="2667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quant-grade-1">
            <a:extLst xmlns:a="http://schemas.openxmlformats.org/drawingml/2006/main">
              <a:ext uri="{FF2B5EF4-FFF2-40B4-BE49-F238E27FC236}">
                <a16:creationId xmlns:a16="http://schemas.microsoft.com/office/drawing/2014/main" id="{FA111489-C863-4CEF-BC14-1B054D947986}"/>
              </a:ext>
            </a:extLst>
          </p:cNvPr>
          <p:cNvSpPr>
            <a:spLocks xmlns:a="http://schemas.openxmlformats.org/drawingml/2006/main" noGrp="1"/>
          </p:cNvSpPr>
          <p:nvPr/>
        </p:nvSpPr>
        <p:spPr>
          <a:xfrm xmlns:a="http://schemas.openxmlformats.org/drawingml/2006/main">
            <a:off x="2667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L1</a:t>
            </a:r>
          </a:p>
        </p:txBody>
      </p:sp>
      <p:sp>
        <p:nvSpPr>
          <p:cNvPr id="10" name="quant-bin-2">
            <a:extLst xmlns:a="http://schemas.openxmlformats.org/drawingml/2006/main">
              <a:ext uri="{FF2B5EF4-FFF2-40B4-BE49-F238E27FC236}">
                <a16:creationId xmlns:a16="http://schemas.microsoft.com/office/drawing/2014/main" id="{4369CAD9-51A9-459A-9320-ADD3294846F9}"/>
              </a:ext>
            </a:extLst>
          </p:cNvPr>
          <p:cNvSpPr>
            <a:spLocks xmlns:a="http://schemas.openxmlformats.org/drawingml/2006/main" noGrp="1"/>
          </p:cNvSpPr>
          <p:nvPr/>
        </p:nvSpPr>
        <p:spPr>
          <a:xfrm xmlns:a="http://schemas.openxmlformats.org/drawingml/2006/main">
            <a:off x="3810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quant-grade-2">
            <a:extLst xmlns:a="http://schemas.openxmlformats.org/drawingml/2006/main">
              <a:ext uri="{FF2B5EF4-FFF2-40B4-BE49-F238E27FC236}">
                <a16:creationId xmlns:a16="http://schemas.microsoft.com/office/drawing/2014/main" id="{60082282-7ADC-4A8B-80CE-548F1B3FAB71}"/>
              </a:ext>
            </a:extLst>
          </p:cNvPr>
          <p:cNvSpPr>
            <a:spLocks xmlns:a="http://schemas.openxmlformats.org/drawingml/2006/main" noGrp="1"/>
          </p:cNvSpPr>
          <p:nvPr/>
        </p:nvSpPr>
        <p:spPr>
          <a:xfrm xmlns:a="http://schemas.openxmlformats.org/drawingml/2006/main">
            <a:off x="3810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L2</a:t>
            </a:r>
          </a:p>
        </p:txBody>
      </p:sp>
      <p:sp>
        <p:nvSpPr>
          <p:cNvPr id="12" name="quant-bin-3">
            <a:extLst xmlns:a="http://schemas.openxmlformats.org/drawingml/2006/main">
              <a:ext uri="{FF2B5EF4-FFF2-40B4-BE49-F238E27FC236}">
                <a16:creationId xmlns:a16="http://schemas.microsoft.com/office/drawing/2014/main" id="{FC09C72F-D017-4A06-9405-FD6782C175E1}"/>
              </a:ext>
            </a:extLst>
          </p:cNvPr>
          <p:cNvSpPr>
            <a:spLocks xmlns:a="http://schemas.openxmlformats.org/drawingml/2006/main" noGrp="1"/>
          </p:cNvSpPr>
          <p:nvPr/>
        </p:nvSpPr>
        <p:spPr>
          <a:xfrm xmlns:a="http://schemas.openxmlformats.org/drawingml/2006/main">
            <a:off x="4953000" y="2714625"/>
            <a:ext cx="1143000" cy="9715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13" name="quant-grade-3">
            <a:extLst xmlns:a="http://schemas.openxmlformats.org/drawingml/2006/main">
              <a:ext uri="{FF2B5EF4-FFF2-40B4-BE49-F238E27FC236}">
                <a16:creationId xmlns:a16="http://schemas.microsoft.com/office/drawing/2014/main" id="{5BDDCC92-7472-4CD9-9735-4D2C17332905}"/>
              </a:ext>
            </a:extLst>
          </p:cNvPr>
          <p:cNvSpPr>
            <a:spLocks xmlns:a="http://schemas.openxmlformats.org/drawingml/2006/main" noGrp="1"/>
          </p:cNvSpPr>
          <p:nvPr/>
        </p:nvSpPr>
        <p:spPr>
          <a:xfrm xmlns:a="http://schemas.openxmlformats.org/drawingml/2006/main">
            <a:off x="4953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100" b="1">
                <a:solidFill>
                  <a:srgbClr val="8C64E1"/>
                </a:solidFill>
                <a:latin typeface="Alibaba PuHuiTi 3.0 115 Black"/>
                <a:ea typeface="Alibaba PuHuiTi 3.0 115 Black"/>
                <a:cs typeface="Alibaba PuHuiTi 3.0 115 Black"/>
              </a:defRPr>
            </a:pPr>
            <a:r>
              <a:rPr sz="2100" b="1">
                <a:solidFill>
                  <a:srgbClr val="8C64E1"/>
                </a:solidFill>
                <a:latin typeface="Alibaba PuHuiTi 3.0 115 Black"/>
                <a:ea typeface="Alibaba PuHuiTi 3.0 115 Black"/>
                <a:cs typeface="Alibaba PuHuiTi 3.0 115 Black"/>
              </a:rPr>
              <a:t>L3</a:t>
            </a:r>
          </a:p>
        </p:txBody>
      </p:sp>
      <p:sp>
        <p:nvSpPr>
          <p:cNvPr id="14" name="quant-bin-4">
            <a:extLst xmlns:a="http://schemas.openxmlformats.org/drawingml/2006/main">
              <a:ext uri="{FF2B5EF4-FFF2-40B4-BE49-F238E27FC236}">
                <a16:creationId xmlns:a16="http://schemas.microsoft.com/office/drawing/2014/main" id="{38F0D89A-3BF4-40DC-876F-2380E8E9241C}"/>
              </a:ext>
            </a:extLst>
          </p:cNvPr>
          <p:cNvSpPr>
            <a:spLocks xmlns:a="http://schemas.openxmlformats.org/drawingml/2006/main" noGrp="1"/>
          </p:cNvSpPr>
          <p:nvPr/>
        </p:nvSpPr>
        <p:spPr>
          <a:xfrm xmlns:a="http://schemas.openxmlformats.org/drawingml/2006/main">
            <a:off x="6096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quant-grade-4">
            <a:extLst xmlns:a="http://schemas.openxmlformats.org/drawingml/2006/main">
              <a:ext uri="{FF2B5EF4-FFF2-40B4-BE49-F238E27FC236}">
                <a16:creationId xmlns:a16="http://schemas.microsoft.com/office/drawing/2014/main" id="{A59870AF-AA8E-43BB-8884-8A4938019046}"/>
              </a:ext>
            </a:extLst>
          </p:cNvPr>
          <p:cNvSpPr>
            <a:spLocks xmlns:a="http://schemas.openxmlformats.org/drawingml/2006/main" noGrp="1"/>
          </p:cNvSpPr>
          <p:nvPr/>
        </p:nvSpPr>
        <p:spPr>
          <a:xfrm xmlns:a="http://schemas.openxmlformats.org/drawingml/2006/main">
            <a:off x="6096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L4</a:t>
            </a:r>
          </a:p>
        </p:txBody>
      </p:sp>
      <p:sp>
        <p:nvSpPr>
          <p:cNvPr id="16" name="quant-bin-5">
            <a:extLst xmlns:a="http://schemas.openxmlformats.org/drawingml/2006/main">
              <a:ext uri="{FF2B5EF4-FFF2-40B4-BE49-F238E27FC236}">
                <a16:creationId xmlns:a16="http://schemas.microsoft.com/office/drawing/2014/main" id="{31CDFFBC-5D07-42B3-B0B8-01209C3FD7C1}"/>
              </a:ext>
            </a:extLst>
          </p:cNvPr>
          <p:cNvSpPr>
            <a:spLocks xmlns:a="http://schemas.openxmlformats.org/drawingml/2006/main" noGrp="1"/>
          </p:cNvSpPr>
          <p:nvPr/>
        </p:nvSpPr>
        <p:spPr>
          <a:xfrm xmlns:a="http://schemas.openxmlformats.org/drawingml/2006/main">
            <a:off x="7239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quant-grade-5">
            <a:extLst xmlns:a="http://schemas.openxmlformats.org/drawingml/2006/main">
              <a:ext uri="{FF2B5EF4-FFF2-40B4-BE49-F238E27FC236}">
                <a16:creationId xmlns:a16="http://schemas.microsoft.com/office/drawing/2014/main" id="{D59B42AC-7FA9-452B-89E1-36C6C33280D8}"/>
              </a:ext>
            </a:extLst>
          </p:cNvPr>
          <p:cNvSpPr>
            <a:spLocks xmlns:a="http://schemas.openxmlformats.org/drawingml/2006/main" noGrp="1"/>
          </p:cNvSpPr>
          <p:nvPr/>
        </p:nvSpPr>
        <p:spPr>
          <a:xfrm xmlns:a="http://schemas.openxmlformats.org/drawingml/2006/main">
            <a:off x="7239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L5</a:t>
            </a:r>
          </a:p>
        </p:txBody>
      </p:sp>
      <p:sp>
        <p:nvSpPr>
          <p:cNvPr id="18" name="quant-bin-6">
            <a:extLst xmlns:a="http://schemas.openxmlformats.org/drawingml/2006/main">
              <a:ext uri="{FF2B5EF4-FFF2-40B4-BE49-F238E27FC236}">
                <a16:creationId xmlns:a16="http://schemas.microsoft.com/office/drawing/2014/main" id="{7AA1483F-11AB-490E-BB64-9B26E9394704}"/>
              </a:ext>
            </a:extLst>
          </p:cNvPr>
          <p:cNvSpPr>
            <a:spLocks xmlns:a="http://schemas.openxmlformats.org/drawingml/2006/main" noGrp="1"/>
          </p:cNvSpPr>
          <p:nvPr/>
        </p:nvSpPr>
        <p:spPr>
          <a:xfrm xmlns:a="http://schemas.openxmlformats.org/drawingml/2006/main">
            <a:off x="8382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quant-grade-6">
            <a:extLst xmlns:a="http://schemas.openxmlformats.org/drawingml/2006/main">
              <a:ext uri="{FF2B5EF4-FFF2-40B4-BE49-F238E27FC236}">
                <a16:creationId xmlns:a16="http://schemas.microsoft.com/office/drawing/2014/main" id="{C92E4780-E14A-4396-B472-3383F493817B}"/>
              </a:ext>
            </a:extLst>
          </p:cNvPr>
          <p:cNvSpPr>
            <a:spLocks xmlns:a="http://schemas.openxmlformats.org/drawingml/2006/main" noGrp="1"/>
          </p:cNvSpPr>
          <p:nvPr/>
        </p:nvSpPr>
        <p:spPr>
          <a:xfrm xmlns:a="http://schemas.openxmlformats.org/drawingml/2006/main">
            <a:off x="8382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L6</a:t>
            </a:r>
          </a:p>
        </p:txBody>
      </p:sp>
      <p:sp>
        <p:nvSpPr>
          <p:cNvPr id="20" name="quant-bin-7">
            <a:extLst xmlns:a="http://schemas.openxmlformats.org/drawingml/2006/main">
              <a:ext uri="{FF2B5EF4-FFF2-40B4-BE49-F238E27FC236}">
                <a16:creationId xmlns:a16="http://schemas.microsoft.com/office/drawing/2014/main" id="{682ADB64-280D-4C7E-BC80-6EC423D208D7}"/>
              </a:ext>
            </a:extLst>
          </p:cNvPr>
          <p:cNvSpPr>
            <a:spLocks xmlns:a="http://schemas.openxmlformats.org/drawingml/2006/main" noGrp="1"/>
          </p:cNvSpPr>
          <p:nvPr/>
        </p:nvSpPr>
        <p:spPr>
          <a:xfrm xmlns:a="http://schemas.openxmlformats.org/drawingml/2006/main">
            <a:off x="9525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quant-grade-7">
            <a:extLst xmlns:a="http://schemas.openxmlformats.org/drawingml/2006/main">
              <a:ext uri="{FF2B5EF4-FFF2-40B4-BE49-F238E27FC236}">
                <a16:creationId xmlns:a16="http://schemas.microsoft.com/office/drawing/2014/main" id="{D4EF72BB-CBE7-452F-8E1D-0A2253868765}"/>
              </a:ext>
            </a:extLst>
          </p:cNvPr>
          <p:cNvSpPr>
            <a:spLocks xmlns:a="http://schemas.openxmlformats.org/drawingml/2006/main" noGrp="1"/>
          </p:cNvSpPr>
          <p:nvPr/>
        </p:nvSpPr>
        <p:spPr>
          <a:xfrm xmlns:a="http://schemas.openxmlformats.org/drawingml/2006/main">
            <a:off x="9525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L7</a:t>
            </a:r>
          </a:p>
        </p:txBody>
      </p:sp>
      <p:sp>
        <p:nvSpPr>
          <p:cNvPr id="22" name="quant-boundary-0">
            <a:extLst xmlns:a="http://schemas.openxmlformats.org/drawingml/2006/main">
              <a:ext uri="{FF2B5EF4-FFF2-40B4-BE49-F238E27FC236}">
                <a16:creationId xmlns:a16="http://schemas.microsoft.com/office/drawing/2014/main" id="{08565BB8-F41D-4A7F-B202-0180BDF022E7}"/>
              </a:ext>
            </a:extLst>
          </p:cNvPr>
          <p:cNvSpPr>
            <a:spLocks xmlns:a="http://schemas.openxmlformats.org/drawingml/2006/main" noGrp="1"/>
          </p:cNvSpPr>
          <p:nvPr/>
        </p:nvSpPr>
        <p:spPr>
          <a:xfrm xmlns:a="http://schemas.openxmlformats.org/drawingml/2006/main">
            <a:off x="1238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quant-boundary-1">
            <a:extLst xmlns:a="http://schemas.openxmlformats.org/drawingml/2006/main">
              <a:ext uri="{FF2B5EF4-FFF2-40B4-BE49-F238E27FC236}">
                <a16:creationId xmlns:a16="http://schemas.microsoft.com/office/drawing/2014/main" id="{58755750-3ED4-4017-95AF-273959173DBD}"/>
              </a:ext>
            </a:extLst>
          </p:cNvPr>
          <p:cNvSpPr>
            <a:spLocks xmlns:a="http://schemas.openxmlformats.org/drawingml/2006/main" noGrp="1"/>
          </p:cNvSpPr>
          <p:nvPr/>
        </p:nvSpPr>
        <p:spPr>
          <a:xfrm xmlns:a="http://schemas.openxmlformats.org/drawingml/2006/main">
            <a:off x="2381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quant-boundary-2">
            <a:extLst xmlns:a="http://schemas.openxmlformats.org/drawingml/2006/main">
              <a:ext uri="{FF2B5EF4-FFF2-40B4-BE49-F238E27FC236}">
                <a16:creationId xmlns:a16="http://schemas.microsoft.com/office/drawing/2014/main" id="{06321FD8-7841-4064-B022-3C977390059A}"/>
              </a:ext>
            </a:extLst>
          </p:cNvPr>
          <p:cNvSpPr>
            <a:spLocks xmlns:a="http://schemas.openxmlformats.org/drawingml/2006/main" noGrp="1"/>
          </p:cNvSpPr>
          <p:nvPr/>
        </p:nvSpPr>
        <p:spPr>
          <a:xfrm xmlns:a="http://schemas.openxmlformats.org/drawingml/2006/main">
            <a:off x="3524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quant-boundary-3">
            <a:extLst xmlns:a="http://schemas.openxmlformats.org/drawingml/2006/main">
              <a:ext uri="{FF2B5EF4-FFF2-40B4-BE49-F238E27FC236}">
                <a16:creationId xmlns:a16="http://schemas.microsoft.com/office/drawing/2014/main" id="{F2E95FFC-3EF5-447B-8083-4751198E32E4}"/>
              </a:ext>
            </a:extLst>
          </p:cNvPr>
          <p:cNvSpPr>
            <a:spLocks xmlns:a="http://schemas.openxmlformats.org/drawingml/2006/main" noGrp="1"/>
          </p:cNvSpPr>
          <p:nvPr/>
        </p:nvSpPr>
        <p:spPr>
          <a:xfrm xmlns:a="http://schemas.openxmlformats.org/drawingml/2006/main">
            <a:off x="4667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quant-boundary-4">
            <a:extLst xmlns:a="http://schemas.openxmlformats.org/drawingml/2006/main">
              <a:ext uri="{FF2B5EF4-FFF2-40B4-BE49-F238E27FC236}">
                <a16:creationId xmlns:a16="http://schemas.microsoft.com/office/drawing/2014/main" id="{11168005-4675-4A85-8F5E-083F1E955407}"/>
              </a:ext>
            </a:extLst>
          </p:cNvPr>
          <p:cNvSpPr>
            <a:spLocks xmlns:a="http://schemas.openxmlformats.org/drawingml/2006/main" noGrp="1"/>
          </p:cNvSpPr>
          <p:nvPr/>
        </p:nvSpPr>
        <p:spPr>
          <a:xfrm xmlns:a="http://schemas.openxmlformats.org/drawingml/2006/main">
            <a:off x="5810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quant-boundary-5">
            <a:extLst xmlns:a="http://schemas.openxmlformats.org/drawingml/2006/main">
              <a:ext uri="{FF2B5EF4-FFF2-40B4-BE49-F238E27FC236}">
                <a16:creationId xmlns:a16="http://schemas.microsoft.com/office/drawing/2014/main" id="{7AE21D50-D29D-42B4-8286-F143D3197A67}"/>
              </a:ext>
            </a:extLst>
          </p:cNvPr>
          <p:cNvSpPr>
            <a:spLocks xmlns:a="http://schemas.openxmlformats.org/drawingml/2006/main" noGrp="1"/>
          </p:cNvSpPr>
          <p:nvPr/>
        </p:nvSpPr>
        <p:spPr>
          <a:xfrm xmlns:a="http://schemas.openxmlformats.org/drawingml/2006/main">
            <a:off x="6953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quant-boundary-6">
            <a:extLst xmlns:a="http://schemas.openxmlformats.org/drawingml/2006/main">
              <a:ext uri="{FF2B5EF4-FFF2-40B4-BE49-F238E27FC236}">
                <a16:creationId xmlns:a16="http://schemas.microsoft.com/office/drawing/2014/main" id="{2A9513CA-B7E1-4AB2-8A2A-136279817927}"/>
              </a:ext>
            </a:extLst>
          </p:cNvPr>
          <p:cNvSpPr>
            <a:spLocks xmlns:a="http://schemas.openxmlformats.org/drawingml/2006/main" noGrp="1"/>
          </p:cNvSpPr>
          <p:nvPr/>
        </p:nvSpPr>
        <p:spPr>
          <a:xfrm xmlns:a="http://schemas.openxmlformats.org/drawingml/2006/main">
            <a:off x="8096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quant-boundary-7">
            <a:extLst xmlns:a="http://schemas.openxmlformats.org/drawingml/2006/main">
              <a:ext uri="{FF2B5EF4-FFF2-40B4-BE49-F238E27FC236}">
                <a16:creationId xmlns:a16="http://schemas.microsoft.com/office/drawing/2014/main" id="{79071AA7-9571-4312-8BAE-5B049DB587D0}"/>
              </a:ext>
            </a:extLst>
          </p:cNvPr>
          <p:cNvSpPr>
            <a:spLocks xmlns:a="http://schemas.openxmlformats.org/drawingml/2006/main" noGrp="1"/>
          </p:cNvSpPr>
          <p:nvPr/>
        </p:nvSpPr>
        <p:spPr>
          <a:xfrm xmlns:a="http://schemas.openxmlformats.org/drawingml/2006/main">
            <a:off x="9239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quant-boundary-8">
            <a:extLst xmlns:a="http://schemas.openxmlformats.org/drawingml/2006/main">
              <a:ext uri="{FF2B5EF4-FFF2-40B4-BE49-F238E27FC236}">
                <a16:creationId xmlns:a16="http://schemas.microsoft.com/office/drawing/2014/main" id="{CF78D9F1-EB16-40DE-BCE9-65DD4C12EF83}"/>
              </a:ext>
            </a:extLst>
          </p:cNvPr>
          <p:cNvSpPr>
            <a:spLocks xmlns:a="http://schemas.openxmlformats.org/drawingml/2006/main" noGrp="1"/>
          </p:cNvSpPr>
          <p:nvPr/>
        </p:nvSpPr>
        <p:spPr>
          <a:xfrm xmlns:a="http://schemas.openxmlformats.org/drawingml/2006/main">
            <a:off x="10382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raw-3.71">
            <a:extLst xmlns:a="http://schemas.openxmlformats.org/drawingml/2006/main">
              <a:ext uri="{FF2B5EF4-FFF2-40B4-BE49-F238E27FC236}">
                <a16:creationId xmlns:a16="http://schemas.microsoft.com/office/drawing/2014/main" id="{0F2BA2EE-2A0D-4B51-9CDD-4E1188FF23BE}"/>
              </a:ext>
            </a:extLst>
          </p:cNvPr>
          <p:cNvSpPr>
            <a:spLocks xmlns:a="http://schemas.openxmlformats.org/drawingml/2006/main" noGrp="1"/>
          </p:cNvSpPr>
          <p:nvPr/>
        </p:nvSpPr>
        <p:spPr>
          <a:xfrm xmlns:a="http://schemas.openxmlformats.org/drawingml/2006/main">
            <a:off x="5693093" y="2986088"/>
            <a:ext cx="142875" cy="142875"/>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2" name="raw-label-guide">
            <a:extLst xmlns:a="http://schemas.openxmlformats.org/drawingml/2006/main">
              <a:ext uri="{FF2B5EF4-FFF2-40B4-BE49-F238E27FC236}">
                <a16:creationId xmlns:a16="http://schemas.microsoft.com/office/drawing/2014/main" id="{D7465545-4D79-4570-AD47-964FA250D266}"/>
              </a:ext>
            </a:extLst>
          </p:cNvPr>
          <p:cNvSpPr>
            <a:spLocks xmlns:a="http://schemas.openxmlformats.org/drawingml/2006/main" noGrp="1"/>
          </p:cNvSpPr>
          <p:nvPr/>
        </p:nvSpPr>
        <p:spPr>
          <a:xfrm xmlns:a="http://schemas.openxmlformats.org/drawingml/2006/main">
            <a:off x="5764530" y="2190750"/>
            <a:ext cx="9525" cy="838200"/>
          </a:xfrm>
          <a:custGeom xmlns:a="http://schemas.openxmlformats.org/drawingml/2006/main">
            <a:pathLst>
              <a:path w="9525" h="838200">
                <a:moveTo>
                  <a:pt x="0" y="838200"/>
                </a:moveTo>
                <a:lnTo>
                  <a:pt x="0" y="0"/>
                </a:lnTo>
              </a:path>
            </a:pathLst>
          </a:custGeom>
          <a:noFill xmlns:a="http://schemas.openxmlformats.org/drawingml/2006/main"/>
          <a:ln xmlns:a="http://schemas.openxmlformats.org/drawingml/2006/main" w="12383">
            <a:solidFill>
              <a:srgbClr val="FF0000"/>
            </a:solidFill>
          </a:ln>
        </p:spPr>
      </p:sp>
      <p:sp>
        <p:nvSpPr>
          <p:cNvPr id="33" name="raw-value-label">
            <a:extLst xmlns:a="http://schemas.openxmlformats.org/drawingml/2006/main">
              <a:ext uri="{FF2B5EF4-FFF2-40B4-BE49-F238E27FC236}">
                <a16:creationId xmlns:a16="http://schemas.microsoft.com/office/drawing/2014/main" id="{BB6E6C7B-5E77-4D89-8F54-80D7890E6CBF}"/>
              </a:ext>
            </a:extLst>
          </p:cNvPr>
          <p:cNvSpPr>
            <a:spLocks xmlns:a="http://schemas.openxmlformats.org/drawingml/2006/main" noGrp="1"/>
          </p:cNvSpPr>
          <p:nvPr/>
        </p:nvSpPr>
        <p:spPr>
          <a:xfrm xmlns:a="http://schemas.openxmlformats.org/drawingml/2006/main">
            <a:off x="5907405" y="19907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原值 3.71</a:t>
            </a:r>
          </a:p>
        </p:txBody>
      </p:sp>
      <p:sp>
        <p:nvSpPr>
          <p:cNvPr id="34" name="representative-3.5">
            <a:extLst xmlns:a="http://schemas.openxmlformats.org/drawingml/2006/main">
              <a:ext uri="{FF2B5EF4-FFF2-40B4-BE49-F238E27FC236}">
                <a16:creationId xmlns:a16="http://schemas.microsoft.com/office/drawing/2014/main" id="{56D82E47-0316-4B0F-A60F-85974947D8A4}"/>
              </a:ext>
            </a:extLst>
          </p:cNvPr>
          <p:cNvSpPr>
            <a:spLocks xmlns:a="http://schemas.openxmlformats.org/drawingml/2006/main" noGrp="1"/>
          </p:cNvSpPr>
          <p:nvPr/>
        </p:nvSpPr>
        <p:spPr>
          <a:xfrm xmlns:a="http://schemas.openxmlformats.org/drawingml/2006/main">
            <a:off x="5453063" y="3405188"/>
            <a:ext cx="142875" cy="142875"/>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representative-guide">
            <a:extLst xmlns:a="http://schemas.openxmlformats.org/drawingml/2006/main">
              <a:ext uri="{FF2B5EF4-FFF2-40B4-BE49-F238E27FC236}">
                <a16:creationId xmlns:a16="http://schemas.microsoft.com/office/drawing/2014/main" id="{5A41A2E6-6103-40E2-BECA-48FE9BB9B378}"/>
              </a:ext>
            </a:extLst>
          </p:cNvPr>
          <p:cNvSpPr>
            <a:spLocks xmlns:a="http://schemas.openxmlformats.org/drawingml/2006/main" noGrp="1"/>
          </p:cNvSpPr>
          <p:nvPr/>
        </p:nvSpPr>
        <p:spPr>
          <a:xfrm xmlns:a="http://schemas.openxmlformats.org/drawingml/2006/main">
            <a:off x="5524500" y="352425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2383">
            <a:solidFill>
              <a:srgbClr val="007C9B"/>
            </a:solidFill>
          </a:ln>
        </p:spPr>
      </p:sp>
      <p:sp>
        <p:nvSpPr>
          <p:cNvPr id="36" name="quant-mapping">
            <a:extLst xmlns:a="http://schemas.openxmlformats.org/drawingml/2006/main">
              <a:ext uri="{FF2B5EF4-FFF2-40B4-BE49-F238E27FC236}">
                <a16:creationId xmlns:a16="http://schemas.microsoft.com/office/drawing/2014/main" id="{ACCEB812-F2E6-4F09-A208-E43F292C70F0}"/>
              </a:ext>
            </a:extLst>
          </p:cNvPr>
          <p:cNvSpPr>
            <a:spLocks xmlns:a="http://schemas.openxmlformats.org/drawingml/2006/main" noGrp="1"/>
          </p:cNvSpPr>
          <p:nvPr/>
        </p:nvSpPr>
        <p:spPr>
          <a:xfrm xmlns:a="http://schemas.openxmlformats.org/drawingml/2006/main">
            <a:off x="3048000" y="47244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等级编号 L3；对应代表值 3.5</a:t>
            </a:r>
          </a:p>
        </p:txBody>
      </p:sp>
      <p:sp>
        <p:nvSpPr>
          <p:cNvPr id="37" name="text">
            <a:extLst xmlns:a="http://schemas.openxmlformats.org/drawingml/2006/main">
              <a:ext uri="{FF2B5EF4-FFF2-40B4-BE49-F238E27FC236}">
                <a16:creationId xmlns:a16="http://schemas.microsoft.com/office/drawing/2014/main" id="{D90E01A9-F279-48CE-8673-1206599F70F0}"/>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编号表示哪一档；代表值用于近似原幅度。</a:t>
            </a:r>
          </a:p>
        </p:txBody>
      </p:sp>
      <p:sp>
        <p:nvSpPr>
          <p:cNvPr id="38" name="representative-label">
            <a:extLst xmlns:a="http://schemas.openxmlformats.org/drawingml/2006/main">
              <a:ext uri="{FF2B5EF4-FFF2-40B4-BE49-F238E27FC236}">
                <a16:creationId xmlns:a16="http://schemas.microsoft.com/office/drawing/2014/main" id="{1598CE80-D9EB-4820-8CE8-D188C0E08942}"/>
              </a:ext>
            </a:extLst>
          </p:cNvPr>
          <p:cNvSpPr>
            <a:spLocks xmlns:a="http://schemas.openxmlformats.org/drawingml/2006/main" noGrp="1"/>
          </p:cNvSpPr>
          <p:nvPr/>
        </p:nvSpPr>
        <p:spPr>
          <a:xfrm xmlns:a="http://schemas.openxmlformats.org/drawingml/2006/main">
            <a:off x="6219825" y="32956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007C9B"/>
                </a:solidFill>
                <a:latin typeface="Alibaba PuHuiTi 3.0 55 Regular"/>
                <a:ea typeface="Alibaba PuHuiTi 3.0 55 Regular"/>
                <a:cs typeface="Alibaba PuHuiTi 3.0 55 Regular"/>
              </a:defRPr>
            </a:defPPr>
          </a:lstStyle>
          <a:p xmlns:a="http://schemas.openxmlformats.org/drawingml/2006/main">
            <a:pPr algn="l">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代表值 3.5</a:t>
            </a:r>
          </a:p>
        </p:txBody>
      </p:sp>
      <p:sp>
        <p:nvSpPr>
          <p:cNvPr id="39" name="representative-label-leader">
            <a:extLst xmlns:a="http://schemas.openxmlformats.org/drawingml/2006/main">
              <a:ext uri="{FF2B5EF4-FFF2-40B4-BE49-F238E27FC236}">
                <a16:creationId xmlns:a16="http://schemas.microsoft.com/office/drawing/2014/main" id="{0C218374-7830-4579-8A69-D6BC0836D2EB}"/>
              </a:ext>
            </a:extLst>
          </p:cNvPr>
          <p:cNvSpPr>
            <a:spLocks xmlns:a="http://schemas.openxmlformats.org/drawingml/2006/main" noGrp="1"/>
          </p:cNvSpPr>
          <p:nvPr/>
        </p:nvSpPr>
        <p:spPr>
          <a:xfrm xmlns:a="http://schemas.openxmlformats.org/drawingml/2006/main">
            <a:off x="5610225" y="34766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1430">
            <a:solidFill>
              <a:srgbClr val="007C9B"/>
            </a:solidFill>
          </a:ln>
        </p:spPr>
      </p:sp>
      <p:sp xmlns:a="http://schemas.openxmlformats.org/drawingml/2006/main">
        <p:nvSpPr>
          <p:cNvPr id="40" name="TextBox 39"/>
          <p:cNvSpPr txBox="1"/>
          <p:nvPr/>
        </p:nvSpPr>
        <p:spPr>
          <a:xfrm>
            <a:off x="7589520" y="5468112"/>
            <a:ext cx="3877056" cy="393192"/>
          </a:xfrm>
          <a:prstGeom prst="rect">
            <a:avLst/>
          </a:prstGeom>
          <a:noFill/>
        </p:spPr>
        <p:txBody>
          <a:bodyPr wrap="square" lIns="0" rIns="0" tIns="0" bIns="0" anchor="ctr">
            <a:spAutoFit/>
          </a:bodyPr>
          <a:lstStyle/>
          <a:p>
            <a:pPr>
              <a:spcAft>
                <a:spcPts val="200"/>
              </a:spcAft>
              <a:defRPr sz="1900" b="1">
                <a:solidFill>
                  <a:srgbClr val="8C64E1"/>
                </a:solidFill>
                <a:latin typeface="Alibaba PuHuiTi 3.0 115 Black"/>
              </a:defRPr>
            </a:pPr>
            <a:r>
              <a:t>原值3.71 → 代表值3.50</a:t>
            </a:r>
          </a:p>
        </p:txBody>
      </p:sp>
    </p:spTree>
    <p:extLst>
      <p:ext uri="{BB962C8B-B14F-4D97-AF65-F5344CB8AC3E}">
        <p14:creationId xmlns:p14="http://schemas.microsoft.com/office/powerpoint/2010/main" val="76211255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 xmlns:a="http://schemas.openxmlformats.org/drawingml/2006/main">
        <p:nvSpPr>
          <p:cNvPr id="60" name="Rectangle 59"/>
          <p:cNvSpPr/>
          <p:nvPr/>
        </p:nvSpPr>
        <p:spPr>
          <a:xfrm>
            <a:off x="2779776" y="4745736"/>
            <a:ext cx="6638544" cy="905256"/>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1" name="TextBox 60"/>
          <p:cNvSpPr txBox="1"/>
          <p:nvPr/>
        </p:nvSpPr>
        <p:spPr>
          <a:xfrm>
            <a:off x="2907792" y="4937760"/>
            <a:ext cx="6400800" cy="475488"/>
          </a:xfrm>
          <a:prstGeom prst="rect">
            <a:avLst/>
          </a:prstGeom>
          <a:noFill/>
        </p:spPr>
        <p:txBody>
          <a:bodyPr wrap="square" lIns="0" rIns="0" tIns="0" bIns="0" anchor="ctr">
            <a:spAutoFit/>
          </a:bodyPr>
          <a:lstStyle/>
          <a:p>
            <a:pPr algn="ctr">
              <a:spcAft>
                <a:spcPts val="200"/>
              </a:spcAft>
              <a:defRPr sz="2300" b="1">
                <a:solidFill>
                  <a:srgbClr val="8C64E1"/>
                </a:solidFill>
                <a:latin typeface="Alibaba PuHuiTi 3.0 115 Black"/>
              </a:defRPr>
            </a:pPr>
            <a:r>
              <a:t>样本1：等级 L3 → 3 bit码字 011</a:t>
            </a:r>
          </a:p>
        </p:txBody>
      </p:sp>
    </p:spTree>
    <p:extLst>
      <p:ext uri="{BB962C8B-B14F-4D97-AF65-F5344CB8AC3E}">
        <p14:creationId xmlns:p14="http://schemas.microsoft.com/office/powerpoint/2010/main" val="19248009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把量化等级分得更细，会发生什么？</a:t>
            </a:r>
          </a:p>
        </p:txBody>
      </p:sp>
      <p:sp>
        <p:nvSpPr>
          <p:cNvPr id="5" name="TextBox 4">
            <a:extLst xmlns:a="http://schemas.openxmlformats.org/drawingml/2006/main">
              <a:ext uri="{FF2B5EF4-FFF2-40B4-BE49-F238E27FC236}">
                <a16:creationId xmlns:a16="http://schemas.microsoft.com/office/drawing/2014/main" id="{52D2C732-628C-4F81-8315-7FA333ADE7E3}"/>
              </a:ext>
            </a:extLst>
          </p:cNvPr>
          <p:cNvSpPr>
            <a:spLocks xmlns:a="http://schemas.openxmlformats.org/drawingml/2006/main" noGrp="1"/>
          </p:cNvSpPr>
          <p:nvPr/>
        </p:nvSpPr>
        <p:spPr>
          <a:xfrm xmlns:a="http://schemas.openxmlformats.org/drawingml/2006/main">
            <a:off x="13716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3 bit → 8级</a:t>
            </a:r>
          </a:p>
        </p:txBody>
      </p:sp>
      <p:sp>
        <p:nvSpPr>
          <p:cNvPr id="6" name="Connector 5">
            <a:extLst xmlns:a="http://schemas.openxmlformats.org/drawingml/2006/main">
              <a:ext uri="{FF2B5EF4-FFF2-40B4-BE49-F238E27FC236}">
                <a16:creationId xmlns:a16="http://schemas.microsoft.com/office/drawing/2014/main" id="{312088E4-1AAF-426A-8209-6995DEC4D743}"/>
              </a:ext>
            </a:extLst>
          </p:cNvPr>
          <p:cNvSpPr>
            <a:spLocks xmlns:a="http://schemas.openxmlformats.org/drawingml/2006/main" noGrp="1"/>
          </p:cNvSpPr>
          <p:nvPr/>
        </p:nvSpPr>
        <p:spPr>
          <a:xfrm xmlns:a="http://schemas.openxmlformats.org/drawingml/2006/main">
            <a:off x="1371600" y="5230368"/>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BD283056-FB2D-414B-B6F3-68774B1E829B}"/>
              </a:ext>
            </a:extLst>
          </p:cNvPr>
          <p:cNvSpPr>
            <a:spLocks xmlns:a="http://schemas.openxmlformats.org/drawingml/2006/main" noGrp="1"/>
          </p:cNvSpPr>
          <p:nvPr/>
        </p:nvSpPr>
        <p:spPr>
          <a:xfrm xmlns:a="http://schemas.openxmlformats.org/drawingml/2006/main">
            <a:off x="1371600" y="482803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94471116-9957-40A1-AB63-C78C8D114F84}"/>
              </a:ext>
            </a:extLst>
          </p:cNvPr>
          <p:cNvSpPr>
            <a:spLocks xmlns:a="http://schemas.openxmlformats.org/drawingml/2006/main" noGrp="1"/>
          </p:cNvSpPr>
          <p:nvPr/>
        </p:nvSpPr>
        <p:spPr>
          <a:xfrm xmlns:a="http://schemas.openxmlformats.org/drawingml/2006/main">
            <a:off x="1371600" y="4425696"/>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BF50F5DC-B51A-4B67-921C-173664FEA232}"/>
              </a:ext>
            </a:extLst>
          </p:cNvPr>
          <p:cNvSpPr>
            <a:spLocks xmlns:a="http://schemas.openxmlformats.org/drawingml/2006/main" noGrp="1"/>
          </p:cNvSpPr>
          <p:nvPr/>
        </p:nvSpPr>
        <p:spPr>
          <a:xfrm xmlns:a="http://schemas.openxmlformats.org/drawingml/2006/main">
            <a:off x="1371600" y="402335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1D262263-8FAA-4778-A511-06FBB5CABC8B}"/>
              </a:ext>
            </a:extLst>
          </p:cNvPr>
          <p:cNvSpPr>
            <a:spLocks xmlns:a="http://schemas.openxmlformats.org/drawingml/2006/main" noGrp="1"/>
          </p:cNvSpPr>
          <p:nvPr/>
        </p:nvSpPr>
        <p:spPr>
          <a:xfrm xmlns:a="http://schemas.openxmlformats.org/drawingml/2006/main">
            <a:off x="1371600" y="3621024"/>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E8785199-AF91-4CC6-9690-E0FC83D8520E}"/>
              </a:ext>
            </a:extLst>
          </p:cNvPr>
          <p:cNvSpPr>
            <a:spLocks xmlns:a="http://schemas.openxmlformats.org/drawingml/2006/main" noGrp="1"/>
          </p:cNvSpPr>
          <p:nvPr/>
        </p:nvSpPr>
        <p:spPr>
          <a:xfrm xmlns:a="http://schemas.openxmlformats.org/drawingml/2006/main">
            <a:off x="1371600" y="321868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6EA9CA1-B63A-461D-92F7-577EF3B042A6}"/>
              </a:ext>
            </a:extLst>
          </p:cNvPr>
          <p:cNvSpPr>
            <a:spLocks xmlns:a="http://schemas.openxmlformats.org/drawingml/2006/main" noGrp="1"/>
          </p:cNvSpPr>
          <p:nvPr/>
        </p:nvSpPr>
        <p:spPr>
          <a:xfrm xmlns:a="http://schemas.openxmlformats.org/drawingml/2006/main">
            <a:off x="1371600" y="2816351"/>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C7724CD4-CAD5-4AEC-8AF4-959DD2092EC3}"/>
              </a:ext>
            </a:extLst>
          </p:cNvPr>
          <p:cNvSpPr>
            <a:spLocks xmlns:a="http://schemas.openxmlformats.org/drawingml/2006/main" noGrp="1"/>
          </p:cNvSpPr>
          <p:nvPr/>
        </p:nvSpPr>
        <p:spPr>
          <a:xfrm xmlns:a="http://schemas.openxmlformats.org/drawingml/2006/main">
            <a:off x="13716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93D08B11-ABB3-410A-8F91-EAB313DE4039}"/>
              </a:ext>
            </a:extLst>
          </p:cNvPr>
          <p:cNvSpPr>
            <a:spLocks xmlns:a="http://schemas.openxmlformats.org/drawingml/2006/main" noGrp="1"/>
          </p:cNvSpPr>
          <p:nvPr/>
        </p:nvSpPr>
        <p:spPr>
          <a:xfrm xmlns:a="http://schemas.openxmlformats.org/drawingml/2006/main">
            <a:off x="13716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
        <p:nvSpPr>
          <p:cNvPr id="15" name="TextBox 14">
            <a:extLst xmlns:a="http://schemas.openxmlformats.org/drawingml/2006/main">
              <a:ext uri="{FF2B5EF4-FFF2-40B4-BE49-F238E27FC236}">
                <a16:creationId xmlns:a16="http://schemas.microsoft.com/office/drawing/2014/main" id="{FCB694C3-759E-43A7-80B6-B40F9ABE5FE9}"/>
              </a:ext>
            </a:extLst>
          </p:cNvPr>
          <p:cNvSpPr>
            <a:spLocks xmlns:a="http://schemas.openxmlformats.org/drawingml/2006/main" noGrp="1"/>
          </p:cNvSpPr>
          <p:nvPr/>
        </p:nvSpPr>
        <p:spPr>
          <a:xfrm xmlns:a="http://schemas.openxmlformats.org/drawingml/2006/main">
            <a:off x="68580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4 bit → 16级</a:t>
            </a:r>
          </a:p>
        </p:txBody>
      </p:sp>
      <p:sp>
        <p:nvSpPr>
          <p:cNvPr id="16" name="Connector 15">
            <a:extLst xmlns:a="http://schemas.openxmlformats.org/drawingml/2006/main">
              <a:ext uri="{FF2B5EF4-FFF2-40B4-BE49-F238E27FC236}">
                <a16:creationId xmlns:a16="http://schemas.microsoft.com/office/drawing/2014/main" id="{E0210601-1692-46ED-9C79-07393B57FBF7}"/>
              </a:ext>
            </a:extLst>
          </p:cNvPr>
          <p:cNvSpPr>
            <a:spLocks xmlns:a="http://schemas.openxmlformats.org/drawingml/2006/main" noGrp="1"/>
          </p:cNvSpPr>
          <p:nvPr/>
        </p:nvSpPr>
        <p:spPr>
          <a:xfrm xmlns:a="http://schemas.openxmlformats.org/drawingml/2006/main">
            <a:off x="6858000" y="5230368"/>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6B9AC6F5-9497-41F6-91DF-74E836822EAE}"/>
              </a:ext>
            </a:extLst>
          </p:cNvPr>
          <p:cNvSpPr>
            <a:spLocks xmlns:a="http://schemas.openxmlformats.org/drawingml/2006/main" noGrp="1"/>
          </p:cNvSpPr>
          <p:nvPr/>
        </p:nvSpPr>
        <p:spPr>
          <a:xfrm xmlns:a="http://schemas.openxmlformats.org/drawingml/2006/main">
            <a:off x="6858000" y="504261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8062AE7-BC18-453B-B2BD-6C53EA690A39}"/>
              </a:ext>
            </a:extLst>
          </p:cNvPr>
          <p:cNvSpPr>
            <a:spLocks xmlns:a="http://schemas.openxmlformats.org/drawingml/2006/main" noGrp="1"/>
          </p:cNvSpPr>
          <p:nvPr/>
        </p:nvSpPr>
        <p:spPr>
          <a:xfrm xmlns:a="http://schemas.openxmlformats.org/drawingml/2006/main">
            <a:off x="6858000" y="4854854"/>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9231755-730D-420F-8EC8-79FA407378E0}"/>
              </a:ext>
            </a:extLst>
          </p:cNvPr>
          <p:cNvSpPr>
            <a:spLocks xmlns:a="http://schemas.openxmlformats.org/drawingml/2006/main" noGrp="1"/>
          </p:cNvSpPr>
          <p:nvPr/>
        </p:nvSpPr>
        <p:spPr>
          <a:xfrm xmlns:a="http://schemas.openxmlformats.org/drawingml/2006/main">
            <a:off x="6858000" y="466709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F087512-2A06-4FC5-B5AD-910050EDBF68}"/>
              </a:ext>
            </a:extLst>
          </p:cNvPr>
          <p:cNvSpPr>
            <a:spLocks xmlns:a="http://schemas.openxmlformats.org/drawingml/2006/main" noGrp="1"/>
          </p:cNvSpPr>
          <p:nvPr/>
        </p:nvSpPr>
        <p:spPr>
          <a:xfrm xmlns:a="http://schemas.openxmlformats.org/drawingml/2006/main">
            <a:off x="6858000" y="447934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6068DE10-58B9-48AC-9417-FAB9DA61B8A1}"/>
              </a:ext>
            </a:extLst>
          </p:cNvPr>
          <p:cNvSpPr>
            <a:spLocks xmlns:a="http://schemas.openxmlformats.org/drawingml/2006/main" noGrp="1"/>
          </p:cNvSpPr>
          <p:nvPr/>
        </p:nvSpPr>
        <p:spPr>
          <a:xfrm xmlns:a="http://schemas.openxmlformats.org/drawingml/2006/main">
            <a:off x="6858000" y="4291584"/>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97F5B569-EC90-4654-AB6A-C8EC43EA8D61}"/>
              </a:ext>
            </a:extLst>
          </p:cNvPr>
          <p:cNvSpPr>
            <a:spLocks xmlns:a="http://schemas.openxmlformats.org/drawingml/2006/main" noGrp="1"/>
          </p:cNvSpPr>
          <p:nvPr/>
        </p:nvSpPr>
        <p:spPr>
          <a:xfrm xmlns:a="http://schemas.openxmlformats.org/drawingml/2006/main">
            <a:off x="6858000" y="4103827"/>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E3DBBF9D-FA48-418A-A185-EE831E238C81}"/>
              </a:ext>
            </a:extLst>
          </p:cNvPr>
          <p:cNvSpPr>
            <a:spLocks xmlns:a="http://schemas.openxmlformats.org/drawingml/2006/main" noGrp="1"/>
          </p:cNvSpPr>
          <p:nvPr/>
        </p:nvSpPr>
        <p:spPr>
          <a:xfrm xmlns:a="http://schemas.openxmlformats.org/drawingml/2006/main">
            <a:off x="6858000" y="3916070"/>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3207B38-2D56-481A-9EFB-B8C6EC7C401A}"/>
              </a:ext>
            </a:extLst>
          </p:cNvPr>
          <p:cNvSpPr>
            <a:spLocks xmlns:a="http://schemas.openxmlformats.org/drawingml/2006/main" noGrp="1"/>
          </p:cNvSpPr>
          <p:nvPr/>
        </p:nvSpPr>
        <p:spPr>
          <a:xfrm xmlns:a="http://schemas.openxmlformats.org/drawingml/2006/main">
            <a:off x="6858000" y="3728313"/>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0ED1DE2-CAEC-427C-B24F-261B0C886CAB}"/>
              </a:ext>
            </a:extLst>
          </p:cNvPr>
          <p:cNvSpPr>
            <a:spLocks xmlns:a="http://schemas.openxmlformats.org/drawingml/2006/main" noGrp="1"/>
          </p:cNvSpPr>
          <p:nvPr/>
        </p:nvSpPr>
        <p:spPr>
          <a:xfrm xmlns:a="http://schemas.openxmlformats.org/drawingml/2006/main">
            <a:off x="6858000" y="3540556"/>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D386BB5B-2D6D-45D1-9CD0-D82098B93DC1}"/>
              </a:ext>
            </a:extLst>
          </p:cNvPr>
          <p:cNvSpPr>
            <a:spLocks xmlns:a="http://schemas.openxmlformats.org/drawingml/2006/main" noGrp="1"/>
          </p:cNvSpPr>
          <p:nvPr/>
        </p:nvSpPr>
        <p:spPr>
          <a:xfrm xmlns:a="http://schemas.openxmlformats.org/drawingml/2006/main">
            <a:off x="6858000" y="335280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F442263-04A3-4A1B-9437-76F4CC9F3770}"/>
              </a:ext>
            </a:extLst>
          </p:cNvPr>
          <p:cNvSpPr>
            <a:spLocks xmlns:a="http://schemas.openxmlformats.org/drawingml/2006/main" noGrp="1"/>
          </p:cNvSpPr>
          <p:nvPr/>
        </p:nvSpPr>
        <p:spPr>
          <a:xfrm xmlns:a="http://schemas.openxmlformats.org/drawingml/2006/main">
            <a:off x="6858000" y="3165043"/>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CB001DF-F11F-4843-91BF-E44FC9E851D5}"/>
              </a:ext>
            </a:extLst>
          </p:cNvPr>
          <p:cNvSpPr>
            <a:spLocks xmlns:a="http://schemas.openxmlformats.org/drawingml/2006/main" noGrp="1"/>
          </p:cNvSpPr>
          <p:nvPr/>
        </p:nvSpPr>
        <p:spPr>
          <a:xfrm xmlns:a="http://schemas.openxmlformats.org/drawingml/2006/main">
            <a:off x="6858000" y="2977286"/>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29C03EB4-C563-48E8-BF06-48D1D72F9D21}"/>
              </a:ext>
            </a:extLst>
          </p:cNvPr>
          <p:cNvSpPr>
            <a:spLocks xmlns:a="http://schemas.openxmlformats.org/drawingml/2006/main" noGrp="1"/>
          </p:cNvSpPr>
          <p:nvPr/>
        </p:nvSpPr>
        <p:spPr>
          <a:xfrm xmlns:a="http://schemas.openxmlformats.org/drawingml/2006/main">
            <a:off x="6858000" y="278952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F6BB355-352A-4871-93CD-26D8FA489775}"/>
              </a:ext>
            </a:extLst>
          </p:cNvPr>
          <p:cNvSpPr>
            <a:spLocks xmlns:a="http://schemas.openxmlformats.org/drawingml/2006/main" noGrp="1"/>
          </p:cNvSpPr>
          <p:nvPr/>
        </p:nvSpPr>
        <p:spPr>
          <a:xfrm xmlns:a="http://schemas.openxmlformats.org/drawingml/2006/main">
            <a:off x="6858000" y="2601772"/>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4C176F12-77A4-4DB5-B021-2B65399ADEDB}"/>
              </a:ext>
            </a:extLst>
          </p:cNvPr>
          <p:cNvSpPr>
            <a:spLocks xmlns:a="http://schemas.openxmlformats.org/drawingml/2006/main" noGrp="1"/>
          </p:cNvSpPr>
          <p:nvPr/>
        </p:nvSpPr>
        <p:spPr>
          <a:xfrm xmlns:a="http://schemas.openxmlformats.org/drawingml/2006/main">
            <a:off x="68580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F2F37217-BF9B-4D5B-BA6F-59F5484B4AEC}"/>
              </a:ext>
            </a:extLst>
          </p:cNvPr>
          <p:cNvSpPr>
            <a:spLocks xmlns:a="http://schemas.openxmlformats.org/drawingml/2006/main" noGrp="1"/>
          </p:cNvSpPr>
          <p:nvPr/>
        </p:nvSpPr>
        <p:spPr>
          <a:xfrm xmlns:a="http://schemas.openxmlformats.org/drawingml/2006/main">
            <a:off x="68580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Tree>
    <p:extLst>
      <p:ext uri="{BB962C8B-B14F-4D97-AF65-F5344CB8AC3E}">
        <p14:creationId xmlns:p14="http://schemas.microsoft.com/office/powerpoint/2010/main" val="6686725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Box 4">
            <a:extLst xmlns:a="http://schemas.openxmlformats.org/drawingml/2006/main">
              <a:ext uri="{FF2B5EF4-FFF2-40B4-BE49-F238E27FC236}">
                <a16:creationId xmlns:a16="http://schemas.microsoft.com/office/drawing/2014/main" id="{4033E783-5F82-49EC-A416-65D994864FFA}"/>
              </a:ext>
            </a:extLst>
          </p:cNvPr>
          <p:cNvSpPr>
            <a:spLocks xmlns:a="http://schemas.openxmlformats.org/drawingml/2006/main" noGrp="1"/>
          </p:cNvSpPr>
          <p:nvPr/>
        </p:nvSpPr>
        <p:spPr>
          <a:xfrm xmlns:a="http://schemas.openxmlformats.org/drawingml/2006/main">
            <a:off x="832104" y="1536192"/>
            <a:ext cx="10424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保持采样时刻不变，只改变量化位数。</a:t>
            </a:r>
          </a:p>
        </p:txBody>
      </p:sp>
      <p:sp>
        <p:nvSpPr>
          <p:cNvPr id="6" name="TextBox 5">
            <a:extLst xmlns:a="http://schemas.openxmlformats.org/drawingml/2006/main">
              <a:ext uri="{FF2B5EF4-FFF2-40B4-BE49-F238E27FC236}">
                <a16:creationId xmlns:a16="http://schemas.microsoft.com/office/drawing/2014/main" id="{14431B9A-70FF-4CD5-8F78-8E0756BB399F}"/>
              </a:ext>
            </a:extLst>
          </p:cNvPr>
          <p:cNvSpPr>
            <a:spLocks xmlns:a="http://schemas.openxmlformats.org/drawingml/2006/main" noGrp="1"/>
          </p:cNvSpPr>
          <p:nvPr/>
        </p:nvSpPr>
        <p:spPr>
          <a:xfrm xmlns:a="http://schemas.openxmlformats.org/drawingml/2006/main">
            <a:off x="832104" y="2578608"/>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bit：8个等级</a:t>
            </a:r>
          </a:p>
        </p:txBody>
      </p:sp>
      <p:sp>
        <p:nvSpPr>
          <p:cNvPr id="7" name="Connector 6">
            <a:extLst xmlns:a="http://schemas.openxmlformats.org/drawingml/2006/main">
              <a:ext uri="{FF2B5EF4-FFF2-40B4-BE49-F238E27FC236}">
                <a16:creationId xmlns:a16="http://schemas.microsoft.com/office/drawing/2014/main" id="{B064B5EC-F9E4-4F6D-BD48-782550048933}"/>
              </a:ext>
            </a:extLst>
          </p:cNvPr>
          <p:cNvSpPr>
            <a:spLocks xmlns:a="http://schemas.openxmlformats.org/drawingml/2006/main" noGrp="1"/>
          </p:cNvSpPr>
          <p:nvPr/>
        </p:nvSpPr>
        <p:spPr>
          <a:xfrm xmlns:a="http://schemas.openxmlformats.org/drawingml/2006/main">
            <a:off x="3877056" y="2258568"/>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AD5AD4F6-032E-4923-882A-AA5B69BBB975}"/>
              </a:ext>
            </a:extLst>
          </p:cNvPr>
          <p:cNvSpPr>
            <a:spLocks xmlns:a="http://schemas.openxmlformats.org/drawingml/2006/main" noGrp="1"/>
          </p:cNvSpPr>
          <p:nvPr/>
        </p:nvSpPr>
        <p:spPr>
          <a:xfrm xmlns:a="http://schemas.openxmlformats.org/drawingml/2006/main">
            <a:off x="3877056" y="245320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E0A721D0-54EC-4E93-908B-48B201F52BB2}"/>
              </a:ext>
            </a:extLst>
          </p:cNvPr>
          <p:cNvSpPr>
            <a:spLocks xmlns:a="http://schemas.openxmlformats.org/drawingml/2006/main" noGrp="1"/>
          </p:cNvSpPr>
          <p:nvPr/>
        </p:nvSpPr>
        <p:spPr>
          <a:xfrm xmlns:a="http://schemas.openxmlformats.org/drawingml/2006/main">
            <a:off x="3877056" y="2647841"/>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B2450553-D209-4947-AD3D-569F0ACBBC6B}"/>
              </a:ext>
            </a:extLst>
          </p:cNvPr>
          <p:cNvSpPr>
            <a:spLocks xmlns:a="http://schemas.openxmlformats.org/drawingml/2006/main" noGrp="1"/>
          </p:cNvSpPr>
          <p:nvPr/>
        </p:nvSpPr>
        <p:spPr>
          <a:xfrm xmlns:a="http://schemas.openxmlformats.org/drawingml/2006/main">
            <a:off x="3877056" y="284247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F7790585-DB88-4458-B28B-1040B0909191}"/>
              </a:ext>
            </a:extLst>
          </p:cNvPr>
          <p:cNvSpPr>
            <a:spLocks xmlns:a="http://schemas.openxmlformats.org/drawingml/2006/main" noGrp="1"/>
          </p:cNvSpPr>
          <p:nvPr/>
        </p:nvSpPr>
        <p:spPr>
          <a:xfrm xmlns:a="http://schemas.openxmlformats.org/drawingml/2006/main">
            <a:off x="3877056" y="303711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B99F21E-5F98-4F15-991D-4DEB4046BCA8}"/>
              </a:ext>
            </a:extLst>
          </p:cNvPr>
          <p:cNvSpPr>
            <a:spLocks xmlns:a="http://schemas.openxmlformats.org/drawingml/2006/main" noGrp="1"/>
          </p:cNvSpPr>
          <p:nvPr/>
        </p:nvSpPr>
        <p:spPr>
          <a:xfrm xmlns:a="http://schemas.openxmlformats.org/drawingml/2006/main">
            <a:off x="3877056" y="3231750"/>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ED4D38A5-F7AC-4654-AEAA-5EC837D0ACAC}"/>
              </a:ext>
            </a:extLst>
          </p:cNvPr>
          <p:cNvSpPr>
            <a:spLocks xmlns:a="http://schemas.openxmlformats.org/drawingml/2006/main" noGrp="1"/>
          </p:cNvSpPr>
          <p:nvPr/>
        </p:nvSpPr>
        <p:spPr>
          <a:xfrm xmlns:a="http://schemas.openxmlformats.org/drawingml/2006/main">
            <a:off x="3877056" y="342638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584F1A0-DD5F-43D7-ABBD-F2A05AC3F746}"/>
              </a:ext>
            </a:extLst>
          </p:cNvPr>
          <p:cNvSpPr>
            <a:spLocks xmlns:a="http://schemas.openxmlformats.org/drawingml/2006/main" noGrp="1"/>
          </p:cNvSpPr>
          <p:nvPr/>
        </p:nvSpPr>
        <p:spPr>
          <a:xfrm xmlns:a="http://schemas.openxmlformats.org/drawingml/2006/main">
            <a:off x="3877056" y="362102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568F6206-7986-418F-A52C-D4BF5549DE45}"/>
              </a:ext>
            </a:extLst>
          </p:cNvPr>
          <p:cNvSpPr>
            <a:spLocks xmlns:a="http://schemas.openxmlformats.org/drawingml/2006/main" noGrp="1"/>
          </p:cNvSpPr>
          <p:nvPr/>
        </p:nvSpPr>
        <p:spPr>
          <a:xfrm xmlns:a="http://schemas.openxmlformats.org/drawingml/2006/main">
            <a:off x="3823106"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0BF4CC41-097E-4C01-B5E2-E1B667CAFEB6}"/>
              </a:ext>
            </a:extLst>
          </p:cNvPr>
          <p:cNvSpPr>
            <a:spLocks xmlns:a="http://schemas.openxmlformats.org/drawingml/2006/main" noGrp="1"/>
          </p:cNvSpPr>
          <p:nvPr/>
        </p:nvSpPr>
        <p:spPr>
          <a:xfrm xmlns:a="http://schemas.openxmlformats.org/drawingml/2006/main">
            <a:off x="4723790" y="252058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01A911DB-D150-4DE2-9385-39D3730E4D84}"/>
              </a:ext>
            </a:extLst>
          </p:cNvPr>
          <p:cNvSpPr>
            <a:spLocks xmlns:a="http://schemas.openxmlformats.org/drawingml/2006/main" noGrp="1"/>
          </p:cNvSpPr>
          <p:nvPr/>
        </p:nvSpPr>
        <p:spPr>
          <a:xfrm xmlns:a="http://schemas.openxmlformats.org/drawingml/2006/main">
            <a:off x="5624474" y="249785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6A9DD271-0568-4F80-9039-928CF2BE9B8F}"/>
              </a:ext>
            </a:extLst>
          </p:cNvPr>
          <p:cNvSpPr>
            <a:spLocks xmlns:a="http://schemas.openxmlformats.org/drawingml/2006/main" noGrp="1"/>
          </p:cNvSpPr>
          <p:nvPr/>
        </p:nvSpPr>
        <p:spPr>
          <a:xfrm xmlns:a="http://schemas.openxmlformats.org/drawingml/2006/main">
            <a:off x="6525158" y="2702414"/>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Oval 18">
            <a:extLst xmlns:a="http://schemas.openxmlformats.org/drawingml/2006/main">
              <a:ext uri="{FF2B5EF4-FFF2-40B4-BE49-F238E27FC236}">
                <a16:creationId xmlns:a16="http://schemas.microsoft.com/office/drawing/2014/main" id="{52A3F657-CEDC-4A75-9A98-0F10FF225339}"/>
              </a:ext>
            </a:extLst>
          </p:cNvPr>
          <p:cNvSpPr>
            <a:spLocks xmlns:a="http://schemas.openxmlformats.org/drawingml/2006/main" noGrp="1"/>
          </p:cNvSpPr>
          <p:nvPr/>
        </p:nvSpPr>
        <p:spPr>
          <a:xfrm xmlns:a="http://schemas.openxmlformats.org/drawingml/2006/main">
            <a:off x="7425842" y="301442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4235D49D-3820-4D80-A7BC-E07F9A6BFDAD}"/>
              </a:ext>
            </a:extLst>
          </p:cNvPr>
          <p:cNvSpPr>
            <a:spLocks xmlns:a="http://schemas.openxmlformats.org/drawingml/2006/main" noGrp="1"/>
          </p:cNvSpPr>
          <p:nvPr/>
        </p:nvSpPr>
        <p:spPr>
          <a:xfrm xmlns:a="http://schemas.openxmlformats.org/drawingml/2006/main">
            <a:off x="8326526" y="325111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F957CD79-D71E-4EC2-8FDD-D13487B53BBC}"/>
              </a:ext>
            </a:extLst>
          </p:cNvPr>
          <p:cNvSpPr>
            <a:spLocks xmlns:a="http://schemas.openxmlformats.org/drawingml/2006/main" noGrp="1"/>
          </p:cNvSpPr>
          <p:nvPr/>
        </p:nvSpPr>
        <p:spPr>
          <a:xfrm xmlns:a="http://schemas.openxmlformats.org/drawingml/2006/main">
            <a:off x="9227210" y="327383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D82709CA-E1D2-4B09-97E2-ECAC55FEAFA6}"/>
              </a:ext>
            </a:extLst>
          </p:cNvPr>
          <p:cNvSpPr>
            <a:spLocks xmlns:a="http://schemas.openxmlformats.org/drawingml/2006/main" noGrp="1"/>
          </p:cNvSpPr>
          <p:nvPr/>
        </p:nvSpPr>
        <p:spPr>
          <a:xfrm xmlns:a="http://schemas.openxmlformats.org/drawingml/2006/main">
            <a:off x="10127894" y="306927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DF751EC9-C8A3-4EAB-836A-A5A8E0CD3FBE}"/>
              </a:ext>
            </a:extLst>
          </p:cNvPr>
          <p:cNvSpPr>
            <a:spLocks xmlns:a="http://schemas.openxmlformats.org/drawingml/2006/main" noGrp="1"/>
          </p:cNvSpPr>
          <p:nvPr/>
        </p:nvSpPr>
        <p:spPr>
          <a:xfrm xmlns:a="http://schemas.openxmlformats.org/drawingml/2006/main">
            <a:off x="11028578"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B04B7ED5-67AC-494C-B206-F251E138FDDA}"/>
              </a:ext>
            </a:extLst>
          </p:cNvPr>
          <p:cNvSpPr>
            <a:spLocks xmlns:a="http://schemas.openxmlformats.org/drawingml/2006/main" noGrp="1"/>
          </p:cNvSpPr>
          <p:nvPr/>
        </p:nvSpPr>
        <p:spPr>
          <a:xfrm xmlns:a="http://schemas.openxmlformats.org/drawingml/2006/main">
            <a:off x="832104" y="4343400"/>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4 bit：16个等级</a:t>
            </a:r>
          </a:p>
        </p:txBody>
      </p:sp>
      <p:sp>
        <p:nvSpPr>
          <p:cNvPr id="25" name="Connector 24">
            <a:extLst xmlns:a="http://schemas.openxmlformats.org/drawingml/2006/main">
              <a:ext uri="{FF2B5EF4-FFF2-40B4-BE49-F238E27FC236}">
                <a16:creationId xmlns:a16="http://schemas.microsoft.com/office/drawing/2014/main" id="{ED72129B-3D20-49DA-9E4F-790B8E5CEB1C}"/>
              </a:ext>
            </a:extLst>
          </p:cNvPr>
          <p:cNvSpPr>
            <a:spLocks xmlns:a="http://schemas.openxmlformats.org/drawingml/2006/main" noGrp="1"/>
          </p:cNvSpPr>
          <p:nvPr/>
        </p:nvSpPr>
        <p:spPr>
          <a:xfrm xmlns:a="http://schemas.openxmlformats.org/drawingml/2006/main">
            <a:off x="3877056" y="402336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91422562-C7B2-43B1-AF0B-AE9CF11562AF}"/>
              </a:ext>
            </a:extLst>
          </p:cNvPr>
          <p:cNvSpPr>
            <a:spLocks xmlns:a="http://schemas.openxmlformats.org/drawingml/2006/main" noGrp="1"/>
          </p:cNvSpPr>
          <p:nvPr/>
        </p:nvSpPr>
        <p:spPr>
          <a:xfrm xmlns:a="http://schemas.openxmlformats.org/drawingml/2006/main">
            <a:off x="3877056" y="411419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42A130B-4B82-4BC3-92FA-76467628BBA7}"/>
              </a:ext>
            </a:extLst>
          </p:cNvPr>
          <p:cNvSpPr>
            <a:spLocks xmlns:a="http://schemas.openxmlformats.org/drawingml/2006/main" noGrp="1"/>
          </p:cNvSpPr>
          <p:nvPr/>
        </p:nvSpPr>
        <p:spPr>
          <a:xfrm xmlns:a="http://schemas.openxmlformats.org/drawingml/2006/main">
            <a:off x="3877056" y="420502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F030A853-457E-4C1F-A2D6-9350A8F6181A}"/>
              </a:ext>
            </a:extLst>
          </p:cNvPr>
          <p:cNvSpPr>
            <a:spLocks xmlns:a="http://schemas.openxmlformats.org/drawingml/2006/main" noGrp="1"/>
          </p:cNvSpPr>
          <p:nvPr/>
        </p:nvSpPr>
        <p:spPr>
          <a:xfrm xmlns:a="http://schemas.openxmlformats.org/drawingml/2006/main">
            <a:off x="3877056" y="429585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DE83FFA-7249-4035-ADEA-214C3F5C9B60}"/>
              </a:ext>
            </a:extLst>
          </p:cNvPr>
          <p:cNvSpPr>
            <a:spLocks xmlns:a="http://schemas.openxmlformats.org/drawingml/2006/main" noGrp="1"/>
          </p:cNvSpPr>
          <p:nvPr/>
        </p:nvSpPr>
        <p:spPr>
          <a:xfrm xmlns:a="http://schemas.openxmlformats.org/drawingml/2006/main">
            <a:off x="3877056" y="438668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CEF1485A-AE8C-414D-83BE-64945A7EF7F0}"/>
              </a:ext>
            </a:extLst>
          </p:cNvPr>
          <p:cNvSpPr>
            <a:spLocks xmlns:a="http://schemas.openxmlformats.org/drawingml/2006/main" noGrp="1"/>
          </p:cNvSpPr>
          <p:nvPr/>
        </p:nvSpPr>
        <p:spPr>
          <a:xfrm xmlns:a="http://schemas.openxmlformats.org/drawingml/2006/main">
            <a:off x="3877056" y="447751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2ED8EAF0-DA5D-4032-A3EA-403DE0B58A17}"/>
              </a:ext>
            </a:extLst>
          </p:cNvPr>
          <p:cNvSpPr>
            <a:spLocks xmlns:a="http://schemas.openxmlformats.org/drawingml/2006/main" noGrp="1"/>
          </p:cNvSpPr>
          <p:nvPr/>
        </p:nvSpPr>
        <p:spPr>
          <a:xfrm xmlns:a="http://schemas.openxmlformats.org/drawingml/2006/main">
            <a:off x="3877056" y="456834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CCF827C-B486-453D-9866-70EB1AE62B57}"/>
              </a:ext>
            </a:extLst>
          </p:cNvPr>
          <p:cNvSpPr>
            <a:spLocks xmlns:a="http://schemas.openxmlformats.org/drawingml/2006/main" noGrp="1"/>
          </p:cNvSpPr>
          <p:nvPr/>
        </p:nvSpPr>
        <p:spPr>
          <a:xfrm xmlns:a="http://schemas.openxmlformats.org/drawingml/2006/main">
            <a:off x="3877056" y="465917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A16BAD7-C11C-48D8-A82E-C7006EE05C86}"/>
              </a:ext>
            </a:extLst>
          </p:cNvPr>
          <p:cNvSpPr>
            <a:spLocks xmlns:a="http://schemas.openxmlformats.org/drawingml/2006/main" noGrp="1"/>
          </p:cNvSpPr>
          <p:nvPr/>
        </p:nvSpPr>
        <p:spPr>
          <a:xfrm xmlns:a="http://schemas.openxmlformats.org/drawingml/2006/main">
            <a:off x="3877056" y="475000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105C701C-C2DA-45D3-9BA6-D4F21273D72A}"/>
              </a:ext>
            </a:extLst>
          </p:cNvPr>
          <p:cNvSpPr>
            <a:spLocks xmlns:a="http://schemas.openxmlformats.org/drawingml/2006/main" noGrp="1"/>
          </p:cNvSpPr>
          <p:nvPr/>
        </p:nvSpPr>
        <p:spPr>
          <a:xfrm xmlns:a="http://schemas.openxmlformats.org/drawingml/2006/main">
            <a:off x="3877056" y="484083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B904B4F5-75BA-424E-91FA-089B08F64EC5}"/>
              </a:ext>
            </a:extLst>
          </p:cNvPr>
          <p:cNvSpPr>
            <a:spLocks xmlns:a="http://schemas.openxmlformats.org/drawingml/2006/main" noGrp="1"/>
          </p:cNvSpPr>
          <p:nvPr/>
        </p:nvSpPr>
        <p:spPr>
          <a:xfrm xmlns:a="http://schemas.openxmlformats.org/drawingml/2006/main">
            <a:off x="3877056" y="493166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FE1E2546-3554-4ED1-B366-4B2BB764A163}"/>
              </a:ext>
            </a:extLst>
          </p:cNvPr>
          <p:cNvSpPr>
            <a:spLocks xmlns:a="http://schemas.openxmlformats.org/drawingml/2006/main" noGrp="1"/>
          </p:cNvSpPr>
          <p:nvPr/>
        </p:nvSpPr>
        <p:spPr>
          <a:xfrm xmlns:a="http://schemas.openxmlformats.org/drawingml/2006/main">
            <a:off x="3877056" y="502249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2A71D43-198D-43C4-A1E8-FED5574190A9}"/>
              </a:ext>
            </a:extLst>
          </p:cNvPr>
          <p:cNvSpPr>
            <a:spLocks xmlns:a="http://schemas.openxmlformats.org/drawingml/2006/main" noGrp="1"/>
          </p:cNvSpPr>
          <p:nvPr/>
        </p:nvSpPr>
        <p:spPr>
          <a:xfrm xmlns:a="http://schemas.openxmlformats.org/drawingml/2006/main">
            <a:off x="3877056" y="511332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9B34C3ED-9EAF-4B15-86BA-391EB87EDAC2}"/>
              </a:ext>
            </a:extLst>
          </p:cNvPr>
          <p:cNvSpPr>
            <a:spLocks xmlns:a="http://schemas.openxmlformats.org/drawingml/2006/main" noGrp="1"/>
          </p:cNvSpPr>
          <p:nvPr/>
        </p:nvSpPr>
        <p:spPr>
          <a:xfrm xmlns:a="http://schemas.openxmlformats.org/drawingml/2006/main">
            <a:off x="3877056" y="520415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E4A018F2-5CC3-465D-B2C0-26D92DF14DC3}"/>
              </a:ext>
            </a:extLst>
          </p:cNvPr>
          <p:cNvSpPr>
            <a:spLocks xmlns:a="http://schemas.openxmlformats.org/drawingml/2006/main" noGrp="1"/>
          </p:cNvSpPr>
          <p:nvPr/>
        </p:nvSpPr>
        <p:spPr>
          <a:xfrm xmlns:a="http://schemas.openxmlformats.org/drawingml/2006/main">
            <a:off x="3877056" y="529498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53B806C2-F2B2-449B-9C9C-6C69A55400FC}"/>
              </a:ext>
            </a:extLst>
          </p:cNvPr>
          <p:cNvSpPr>
            <a:spLocks xmlns:a="http://schemas.openxmlformats.org/drawingml/2006/main" noGrp="1"/>
          </p:cNvSpPr>
          <p:nvPr/>
        </p:nvSpPr>
        <p:spPr>
          <a:xfrm xmlns:a="http://schemas.openxmlformats.org/drawingml/2006/main">
            <a:off x="3877056" y="5385816"/>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Oval 40">
            <a:extLst xmlns:a="http://schemas.openxmlformats.org/drawingml/2006/main">
              <a:ext uri="{FF2B5EF4-FFF2-40B4-BE49-F238E27FC236}">
                <a16:creationId xmlns:a16="http://schemas.microsoft.com/office/drawing/2014/main" id="{49572943-7CAC-479E-95F8-8C95FE6458C8}"/>
              </a:ext>
            </a:extLst>
          </p:cNvPr>
          <p:cNvSpPr>
            <a:spLocks xmlns:a="http://schemas.openxmlformats.org/drawingml/2006/main" noGrp="1"/>
          </p:cNvSpPr>
          <p:nvPr/>
        </p:nvSpPr>
        <p:spPr>
          <a:xfrm xmlns:a="http://schemas.openxmlformats.org/drawingml/2006/main">
            <a:off x="3823106"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Oval 41">
            <a:extLst xmlns:a="http://schemas.openxmlformats.org/drawingml/2006/main">
              <a:ext uri="{FF2B5EF4-FFF2-40B4-BE49-F238E27FC236}">
                <a16:creationId xmlns:a16="http://schemas.microsoft.com/office/drawing/2014/main" id="{58C4BDFA-4AD7-4B27-A77D-097E81A8CB2A}"/>
              </a:ext>
            </a:extLst>
          </p:cNvPr>
          <p:cNvSpPr>
            <a:spLocks xmlns:a="http://schemas.openxmlformats.org/drawingml/2006/main" noGrp="1"/>
          </p:cNvSpPr>
          <p:nvPr/>
        </p:nvSpPr>
        <p:spPr>
          <a:xfrm xmlns:a="http://schemas.openxmlformats.org/drawingml/2006/main">
            <a:off x="4723790" y="428537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Oval 42">
            <a:extLst xmlns:a="http://schemas.openxmlformats.org/drawingml/2006/main">
              <a:ext uri="{FF2B5EF4-FFF2-40B4-BE49-F238E27FC236}">
                <a16:creationId xmlns:a16="http://schemas.microsoft.com/office/drawing/2014/main" id="{103B03B0-B398-4A40-B0A5-8DD57B86B491}"/>
              </a:ext>
            </a:extLst>
          </p:cNvPr>
          <p:cNvSpPr>
            <a:spLocks xmlns:a="http://schemas.openxmlformats.org/drawingml/2006/main" noGrp="1"/>
          </p:cNvSpPr>
          <p:nvPr/>
        </p:nvSpPr>
        <p:spPr>
          <a:xfrm xmlns:a="http://schemas.openxmlformats.org/drawingml/2006/main">
            <a:off x="5624474" y="426265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Oval 43">
            <a:extLst xmlns:a="http://schemas.openxmlformats.org/drawingml/2006/main">
              <a:ext uri="{FF2B5EF4-FFF2-40B4-BE49-F238E27FC236}">
                <a16:creationId xmlns:a16="http://schemas.microsoft.com/office/drawing/2014/main" id="{2BB4152F-E187-46A6-A3FC-545F9CFC7806}"/>
              </a:ext>
            </a:extLst>
          </p:cNvPr>
          <p:cNvSpPr>
            <a:spLocks xmlns:a="http://schemas.openxmlformats.org/drawingml/2006/main" noGrp="1"/>
          </p:cNvSpPr>
          <p:nvPr/>
        </p:nvSpPr>
        <p:spPr>
          <a:xfrm xmlns:a="http://schemas.openxmlformats.org/drawingml/2006/main">
            <a:off x="6525158" y="4467206"/>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Oval 44">
            <a:extLst xmlns:a="http://schemas.openxmlformats.org/drawingml/2006/main">
              <a:ext uri="{FF2B5EF4-FFF2-40B4-BE49-F238E27FC236}">
                <a16:creationId xmlns:a16="http://schemas.microsoft.com/office/drawing/2014/main" id="{86B68569-EDCD-4EC6-B176-B703966DD4D2}"/>
              </a:ext>
            </a:extLst>
          </p:cNvPr>
          <p:cNvSpPr>
            <a:spLocks xmlns:a="http://schemas.openxmlformats.org/drawingml/2006/main" noGrp="1"/>
          </p:cNvSpPr>
          <p:nvPr/>
        </p:nvSpPr>
        <p:spPr>
          <a:xfrm xmlns:a="http://schemas.openxmlformats.org/drawingml/2006/main">
            <a:off x="7425842" y="477921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Oval 45">
            <a:extLst xmlns:a="http://schemas.openxmlformats.org/drawingml/2006/main">
              <a:ext uri="{FF2B5EF4-FFF2-40B4-BE49-F238E27FC236}">
                <a16:creationId xmlns:a16="http://schemas.microsoft.com/office/drawing/2014/main" id="{D7EBD4AF-3A00-4DE4-9D03-9B3C5DA209CF}"/>
              </a:ext>
            </a:extLst>
          </p:cNvPr>
          <p:cNvSpPr>
            <a:spLocks xmlns:a="http://schemas.openxmlformats.org/drawingml/2006/main" noGrp="1"/>
          </p:cNvSpPr>
          <p:nvPr/>
        </p:nvSpPr>
        <p:spPr>
          <a:xfrm xmlns:a="http://schemas.openxmlformats.org/drawingml/2006/main">
            <a:off x="8326526" y="501590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Oval 46">
            <a:extLst xmlns:a="http://schemas.openxmlformats.org/drawingml/2006/main">
              <a:ext uri="{FF2B5EF4-FFF2-40B4-BE49-F238E27FC236}">
                <a16:creationId xmlns:a16="http://schemas.microsoft.com/office/drawing/2014/main" id="{48AC69C8-395A-4ACE-9EA6-A32A37CCE839}"/>
              </a:ext>
            </a:extLst>
          </p:cNvPr>
          <p:cNvSpPr>
            <a:spLocks xmlns:a="http://schemas.openxmlformats.org/drawingml/2006/main" noGrp="1"/>
          </p:cNvSpPr>
          <p:nvPr/>
        </p:nvSpPr>
        <p:spPr>
          <a:xfrm xmlns:a="http://schemas.openxmlformats.org/drawingml/2006/main">
            <a:off x="9227210" y="5038625"/>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Oval 47">
            <a:extLst xmlns:a="http://schemas.openxmlformats.org/drawingml/2006/main">
              <a:ext uri="{FF2B5EF4-FFF2-40B4-BE49-F238E27FC236}">
                <a16:creationId xmlns:a16="http://schemas.microsoft.com/office/drawing/2014/main" id="{A0DC3607-3187-459D-BBB8-14F4562954A4}"/>
              </a:ext>
            </a:extLst>
          </p:cNvPr>
          <p:cNvSpPr>
            <a:spLocks xmlns:a="http://schemas.openxmlformats.org/drawingml/2006/main" noGrp="1"/>
          </p:cNvSpPr>
          <p:nvPr/>
        </p:nvSpPr>
        <p:spPr>
          <a:xfrm xmlns:a="http://schemas.openxmlformats.org/drawingml/2006/main">
            <a:off x="10127894" y="483407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Oval 48">
            <a:extLst xmlns:a="http://schemas.openxmlformats.org/drawingml/2006/main">
              <a:ext uri="{FF2B5EF4-FFF2-40B4-BE49-F238E27FC236}">
                <a16:creationId xmlns:a16="http://schemas.microsoft.com/office/drawing/2014/main" id="{5CF1A401-2617-4D84-A593-F28244F0BF8C}"/>
              </a:ext>
            </a:extLst>
          </p:cNvPr>
          <p:cNvSpPr>
            <a:spLocks xmlns:a="http://schemas.openxmlformats.org/drawingml/2006/main" noGrp="1"/>
          </p:cNvSpPr>
          <p:nvPr/>
        </p:nvSpPr>
        <p:spPr>
          <a:xfrm xmlns:a="http://schemas.openxmlformats.org/drawingml/2006/main">
            <a:off x="11028578"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053AF8E2-9F6A-480C-A736-1DE4FD0D7591}"/>
              </a:ext>
            </a:extLst>
          </p:cNvPr>
          <p:cNvSpPr>
            <a:spLocks xmlns:a="http://schemas.openxmlformats.org/drawingml/2006/main" noGrp="1"/>
          </p:cNvSpPr>
          <p:nvPr/>
        </p:nvSpPr>
        <p:spPr>
          <a:xfrm xmlns:a="http://schemas.openxmlformats.org/drawingml/2006/main">
            <a:off x="950976" y="6007608"/>
            <a:ext cx="1042416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灰点的时间位置不变；变化的是纵向可选等级。</a:t>
            </a:r>
          </a:p>
        </p:txBody>
      </p:sp>
      <p:sp xmlns:a="http://schemas.openxmlformats.org/drawingml/2006/main">
        <p:nvSpPr>
          <p:cNvPr id="51" name="TextBox 50"/>
          <p:cNvSpPr txBox="1"/>
          <p:nvPr/>
        </p:nvSpPr>
        <p:spPr>
          <a:xfrm>
            <a:off x="1965960" y="5522976"/>
            <a:ext cx="8321040" cy="384048"/>
          </a:xfrm>
          <a:prstGeom prst="rect">
            <a:avLst/>
          </a:prstGeom>
          <a:noFill/>
        </p:spPr>
        <p:txBody>
          <a:bodyPr wrap="square" lIns="0" rIns="0" tIns="0" bIns="0" anchor="ctr">
            <a:spAutoFit/>
          </a:bodyPr>
          <a:lstStyle/>
          <a:p>
            <a:pPr algn="ctr">
              <a:spcAft>
                <a:spcPts val="200"/>
              </a:spcAft>
              <a:defRPr sz="1800" b="1">
                <a:solidFill>
                  <a:srgbClr val="8C64E1"/>
                </a:solidFill>
                <a:latin typeface="Alibaba PuHuiTi 3.0 115 Black"/>
              </a:defRPr>
            </a:pPr>
            <a:r>
              <a:t>横向：采样时刻不变；纵向：等级从8级增至16级</a:t>
            </a:r>
          </a:p>
        </p:txBody>
      </p:sp>
    </p:spTree>
    <p:extLst>
      <p:ext uri="{BB962C8B-B14F-4D97-AF65-F5344CB8AC3E}">
        <p14:creationId xmlns:p14="http://schemas.microsoft.com/office/powerpoint/2010/main" val="19624963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PCM样本和WAV文件，是一回事吗？</a:t>
            </a:r>
          </a:p>
        </p:txBody>
      </p:sp>
      <p:sp>
        <p:nvSpPr>
          <p:cNvPr id="5" name="Rectangle 4">
            <a:extLst xmlns:a="http://schemas.openxmlformats.org/drawingml/2006/main">
              <a:ext uri="{FF2B5EF4-FFF2-40B4-BE49-F238E27FC236}">
                <a16:creationId xmlns:a16="http://schemas.microsoft.com/office/drawing/2014/main" id="{07DF8F76-A1C5-445B-A346-E6B409AA3748}"/>
              </a:ext>
            </a:extLst>
          </p:cNvPr>
          <p:cNvSpPr>
            <a:spLocks xmlns:a="http://schemas.openxmlformats.org/drawingml/2006/main" noGrp="1"/>
          </p:cNvSpPr>
          <p:nvPr/>
        </p:nvSpPr>
        <p:spPr>
          <a:xfrm xmlns:a="http://schemas.openxmlformats.org/drawingml/2006/main">
            <a:off x="914400" y="2176272"/>
            <a:ext cx="2898648" cy="1371600"/>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1678117-CD88-4AC9-B54A-68A55854C3B9}"/>
              </a:ext>
            </a:extLst>
          </p:cNvPr>
          <p:cNvSpPr>
            <a:spLocks xmlns:a="http://schemas.openxmlformats.org/drawingml/2006/main" noGrp="1"/>
          </p:cNvSpPr>
          <p:nvPr/>
        </p:nvSpPr>
        <p:spPr>
          <a:xfrm xmlns:a="http://schemas.openxmlformats.org/drawingml/2006/main">
            <a:off x="1152144" y="2569464"/>
            <a:ext cx="24688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WAV文件头</a:t>
            </a:r>
          </a:p>
        </p:txBody>
      </p:sp>
      <p:sp>
        <p:nvSpPr>
          <p:cNvPr id="7" name="Rectangle 6">
            <a:extLst xmlns:a="http://schemas.openxmlformats.org/drawingml/2006/main">
              <a:ext uri="{FF2B5EF4-FFF2-40B4-BE49-F238E27FC236}">
                <a16:creationId xmlns:a16="http://schemas.microsoft.com/office/drawing/2014/main" id="{2E611BF8-1BF6-4609-9F94-156BCA5EB438}"/>
              </a:ext>
            </a:extLst>
          </p:cNvPr>
          <p:cNvSpPr>
            <a:spLocks xmlns:a="http://schemas.openxmlformats.org/drawingml/2006/main" noGrp="1"/>
          </p:cNvSpPr>
          <p:nvPr/>
        </p:nvSpPr>
        <p:spPr>
          <a:xfrm xmlns:a="http://schemas.openxmlformats.org/drawingml/2006/main">
            <a:off x="3986784" y="2176272"/>
            <a:ext cx="7059168" cy="1371600"/>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8DB590B-40EB-4D99-90C8-B5C987D0D4DE}"/>
              </a:ext>
            </a:extLst>
          </p:cNvPr>
          <p:cNvSpPr>
            <a:spLocks xmlns:a="http://schemas.openxmlformats.org/drawingml/2006/main" noGrp="1"/>
          </p:cNvSpPr>
          <p:nvPr/>
        </p:nvSpPr>
        <p:spPr>
          <a:xfrm xmlns:a="http://schemas.openxmlformats.org/drawingml/2006/main">
            <a:off x="4434840" y="2569464"/>
            <a:ext cx="6272784"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007C9B"/>
                </a:solidFill>
                <a:latin typeface="Alibaba PuHuiTi 3.0 115 Black"/>
                <a:ea typeface="Alibaba PuHuiTi 3.0 115 Black"/>
                <a:cs typeface="Alibaba PuHuiTi 3.0 115 Black"/>
              </a:defRPr>
            </a:pPr>
            <a:r>
              <a:rPr sz="2500" b="1">
                <a:solidFill>
                  <a:srgbClr val="007C9B"/>
                </a:solidFill>
                <a:latin typeface="Alibaba PuHuiTi 3.0 115 Black"/>
                <a:ea typeface="Alibaba PuHuiTi 3.0 115 Black"/>
                <a:cs typeface="Alibaba PuHuiTi 3.0 115 Black"/>
              </a:rPr>
              <a:t>PCM：一个个数字样本</a:t>
            </a:r>
          </a:p>
        </p:txBody>
      </p:sp>
      <p:sp>
        <p:nvSpPr>
          <p:cNvPr id="9" name="TextBox 8">
            <a:extLst xmlns:a="http://schemas.openxmlformats.org/drawingml/2006/main">
              <a:ext uri="{FF2B5EF4-FFF2-40B4-BE49-F238E27FC236}">
                <a16:creationId xmlns:a16="http://schemas.microsoft.com/office/drawing/2014/main" id="{EE981059-CD2B-44DC-9004-D44312D4971A}"/>
              </a:ext>
            </a:extLst>
          </p:cNvPr>
          <p:cNvSpPr>
            <a:spLocks xmlns:a="http://schemas.openxmlformats.org/drawingml/2006/main" noGrp="1"/>
          </p:cNvSpPr>
          <p:nvPr/>
        </p:nvSpPr>
        <p:spPr>
          <a:xfrm xmlns:a="http://schemas.openxmlformats.org/drawingml/2006/main">
            <a:off x="933450" y="3857625"/>
            <a:ext cx="2571750"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采样率、声道</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等参数</a:t>
            </a:r>
          </a:p>
        </p:txBody>
      </p:sp>
      <p:sp>
        <p:nvSpPr>
          <p:cNvPr id="10" name="TextBox 9">
            <a:extLst xmlns:a="http://schemas.openxmlformats.org/drawingml/2006/main">
              <a:ext uri="{FF2B5EF4-FFF2-40B4-BE49-F238E27FC236}">
                <a16:creationId xmlns:a16="http://schemas.microsoft.com/office/drawing/2014/main" id="{D68A1DDC-727B-4133-8E16-EE72BD6FDCAE}"/>
              </a:ext>
            </a:extLst>
          </p:cNvPr>
          <p:cNvSpPr>
            <a:spLocks xmlns:a="http://schemas.openxmlformats.org/drawingml/2006/main" noGrp="1"/>
          </p:cNvSpPr>
          <p:nvPr/>
        </p:nvSpPr>
        <p:spPr>
          <a:xfrm xmlns:a="http://schemas.openxmlformats.org/drawingml/2006/main">
            <a:off x="4286250" y="3857625"/>
            <a:ext cx="6667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例如：0010 1101 0110 …</a:t>
            </a:r>
          </a:p>
        </p:txBody>
      </p:sp>
      <p:sp>
        <p:nvSpPr>
          <p:cNvPr id="11" name="TextBox 10">
            <a:extLst xmlns:a="http://schemas.openxmlformats.org/drawingml/2006/main">
              <a:ext uri="{FF2B5EF4-FFF2-40B4-BE49-F238E27FC236}">
                <a16:creationId xmlns:a16="http://schemas.microsoft.com/office/drawing/2014/main" id="{E53741EC-8E51-4CB4-B636-E457915198DE}"/>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编码 ≠ 压缩；WAV常保存未压缩PCM，但并非只有这一种情况。</a:t>
            </a:r>
          </a:p>
        </p:txBody>
      </p:sp>
      <p:sp xmlns:a="http://schemas.openxmlformats.org/drawingml/2006/main">
        <p:nvSpPr>
          <p:cNvPr id="12" name="Rectangle 11"/>
          <p:cNvSpPr/>
          <p:nvPr/>
        </p:nvSpPr>
        <p:spPr>
          <a:xfrm>
            <a:off x="713232" y="1883664"/>
            <a:ext cx="10725912" cy="332841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3" name="融合证据图_v8.4.10_原页27" descr="image.png"/>
          <p:cNvPicPr>
            <a:picLocks noChangeAspect="1"/>
          </p:cNvPicPr>
          <p:nvPr/>
        </p:nvPicPr>
        <p:blipFill>
          <a:blip r:embed="rId3"/>
          <a:stretch>
            <a:fillRect/>
          </a:stretch>
        </p:blipFill>
        <p:spPr>
          <a:xfrm>
            <a:off x="1097280" y="2103120"/>
            <a:ext cx="9966960" cy="3090672"/>
          </a:xfrm>
          <a:prstGeom prst="rect">
            <a:avLst/>
          </a:prstGeom>
        </p:spPr>
      </p:pic>
      <p:sp xmlns:a="http://schemas.openxmlformats.org/drawingml/2006/main">
        <p:nvSpPr>
          <p:cNvPr id="14" name="TextBox 13"/>
          <p:cNvSpPr txBox="1"/>
          <p:nvPr/>
        </p:nvSpPr>
        <p:spPr>
          <a:xfrm>
            <a:off x="1170432" y="1993392"/>
            <a:ext cx="370332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描述如何解释音频数据</a:t>
            </a:r>
          </a:p>
        </p:txBody>
      </p:sp>
      <p:sp xmlns:a="http://schemas.openxmlformats.org/drawingml/2006/main">
        <p:nvSpPr>
          <p:cNvPr id="15" name="TextBox 14"/>
          <p:cNvSpPr txBox="1"/>
          <p:nvPr/>
        </p:nvSpPr>
        <p:spPr>
          <a:xfrm>
            <a:off x="4608576" y="1993392"/>
            <a:ext cx="6126480" cy="329184"/>
          </a:xfrm>
          <a:prstGeom prst="rect">
            <a:avLst/>
          </a:prstGeom>
          <a:noFill/>
        </p:spPr>
        <p:txBody>
          <a:bodyPr wrap="square" lIns="0" rIns="0" tIns="0" bIns="0" anchor="ctr">
            <a:spAutoFit/>
          </a:bodyPr>
          <a:lstStyle/>
          <a:p>
            <a:pPr>
              <a:spcAft>
                <a:spcPts val="200"/>
              </a:spcAft>
              <a:defRPr sz="1700" b="1">
                <a:solidFill>
                  <a:srgbClr val="007C9B"/>
                </a:solidFill>
                <a:latin typeface="Alibaba PuHuiTi 3.0 115 Black"/>
              </a:defRPr>
            </a:pPr>
            <a:r>
              <a:t>保存一系列数字样本</a:t>
            </a:r>
          </a:p>
        </p:txBody>
      </p:sp>
    </p:spTree>
    <p:extLst>
      <p:ext uri="{BB962C8B-B14F-4D97-AF65-F5344CB8AC3E}">
        <p14:creationId xmlns:p14="http://schemas.microsoft.com/office/powerpoint/2010/main" val="214676685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pic xmlns:a="http://schemas.openxmlformats.org/drawingml/2006/main" xmlns:r="http://schemas.openxmlformats.org/officeDocument/2006/relationships">
        <p:nvPicPr>
          <p:cNvPr id="17" name="searched-images/speaker-high.svg" descr="image.png"/>
          <p:cNvPicPr>
            <a:picLocks noChangeAspect="1"/>
          </p:cNvPicPr>
          <p:nvPr/>
        </p:nvPicPr>
        <p:blipFill>
          <a:blip r:embed="rId3"/>
          <a:stretch>
            <a:fillRect/>
          </a:stretch>
        </p:blipFill>
        <p:spPr>
          <a:xfrm>
            <a:off x="9592056" y="2953512"/>
            <a:ext cx="1426464" cy="1426464"/>
          </a:xfrm>
          <a:prstGeom prst="rect">
            <a:avLst/>
          </a:prstGeom>
        </p:spPr>
      </p:pic>
    </p:spTree>
    <p:extLst>
      <p:ext uri="{BB962C8B-B14F-4D97-AF65-F5344CB8AC3E}">
        <p14:creationId xmlns:p14="http://schemas.microsoft.com/office/powerpoint/2010/main" val="149987924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存储位宽</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实际每样本占多少bit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未压缩PCM数据量公式，从哪里来？</a:t>
            </a:r>
          </a:p>
        </p:txBody>
      </p:sp>
      <p:sp>
        <p:nvSpPr>
          <p:cNvPr id="5" name="text">
            <a:extLst xmlns:a="http://schemas.openxmlformats.org/drawingml/2006/main">
              <a:ext uri="{FF2B5EF4-FFF2-40B4-BE49-F238E27FC236}">
                <a16:creationId xmlns:a16="http://schemas.microsoft.com/office/drawing/2014/main" id="{3088057E-027E-49DE-9423-F3C48714B5F4}"/>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未压缩、固定存储位宽；先算样本数量，再算每份大小。</a:t>
            </a:r>
          </a:p>
        </p:txBody>
      </p:sp>
      <p:sp>
        <p:nvSpPr>
          <p:cNvPr id="6" name="count-heading">
            <a:extLst xmlns:a="http://schemas.openxmlformats.org/drawingml/2006/main">
              <a:ext uri="{FF2B5EF4-FFF2-40B4-BE49-F238E27FC236}">
                <a16:creationId xmlns:a16="http://schemas.microsoft.com/office/drawing/2014/main" id="{20BAAC1E-C61A-459A-874C-84076D4E2513}"/>
              </a:ext>
            </a:extLst>
          </p:cNvPr>
          <p:cNvSpPr>
            <a:spLocks xmlns:a="http://schemas.openxmlformats.org/drawingml/2006/main" noGrp="1"/>
          </p:cNvSpPr>
          <p:nvPr/>
        </p:nvSpPr>
        <p:spPr>
          <a:xfrm xmlns:a="http://schemas.openxmlformats.org/drawingml/2006/main">
            <a:off x="609600" y="26289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每声道样本数</a:t>
            </a:r>
          </a:p>
        </p:txBody>
      </p:sp>
      <p:sp>
        <p:nvSpPr>
          <p:cNvPr id="7" name="count-factors">
            <a:extLst xmlns:a="http://schemas.openxmlformats.org/drawingml/2006/main">
              <a:ext uri="{FF2B5EF4-FFF2-40B4-BE49-F238E27FC236}">
                <a16:creationId xmlns:a16="http://schemas.microsoft.com/office/drawing/2014/main" id="{3518E8AC-6ABB-46AC-AD2D-00756B57CC50}"/>
              </a:ext>
            </a:extLst>
          </p:cNvPr>
          <p:cNvSpPr>
            <a:spLocks xmlns:a="http://schemas.openxmlformats.org/drawingml/2006/main" noGrp="1"/>
          </p:cNvSpPr>
          <p:nvPr/>
        </p:nvSpPr>
        <p:spPr>
          <a:xfrm xmlns:a="http://schemas.openxmlformats.org/drawingml/2006/main">
            <a:off x="609600" y="32766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采样率 × 秒数</a:t>
            </a:r>
          </a:p>
        </p:txBody>
      </p:sp>
      <p:sp>
        <p:nvSpPr>
          <p:cNvPr id="8" name="width-heading">
            <a:extLst xmlns:a="http://schemas.openxmlformats.org/drawingml/2006/main">
              <a:ext uri="{FF2B5EF4-FFF2-40B4-BE49-F238E27FC236}">
                <a16:creationId xmlns:a16="http://schemas.microsoft.com/office/drawing/2014/main" id="{FF87EB17-A766-43C8-BD90-D3B4AB101C6C}"/>
              </a:ext>
            </a:extLst>
          </p:cNvPr>
          <p:cNvSpPr>
            <a:spLocks xmlns:a="http://schemas.openxmlformats.org/drawingml/2006/main" noGrp="1"/>
          </p:cNvSpPr>
          <p:nvPr/>
        </p:nvSpPr>
        <p:spPr>
          <a:xfrm xmlns:a="http://schemas.openxmlformats.org/drawingml/2006/main">
            <a:off x="6515100" y="2628900"/>
            <a:ext cx="5067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同一时刻的数据量</a:t>
            </a:r>
          </a:p>
        </p:txBody>
      </p:sp>
      <p:sp>
        <p:nvSpPr>
          <p:cNvPr id="9" name="width-factors">
            <a:extLst xmlns:a="http://schemas.openxmlformats.org/drawingml/2006/main">
              <a:ext uri="{FF2B5EF4-FFF2-40B4-BE49-F238E27FC236}">
                <a16:creationId xmlns:a16="http://schemas.microsoft.com/office/drawing/2014/main" id="{5B5B5099-C026-41BF-AE5C-06C51DF44D9D}"/>
              </a:ext>
            </a:extLst>
          </p:cNvPr>
          <p:cNvSpPr>
            <a:spLocks xmlns:a="http://schemas.openxmlformats.org/drawingml/2006/main" noGrp="1"/>
          </p:cNvSpPr>
          <p:nvPr/>
        </p:nvSpPr>
        <p:spPr>
          <a:xfrm xmlns:a="http://schemas.openxmlformats.org/drawingml/2006/main">
            <a:off x="6515100" y="3276600"/>
            <a:ext cx="5067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声道数 ×（存储位宽 ÷ 8）</a:t>
            </a:r>
          </a:p>
        </p:txBody>
      </p:sp>
      <p:sp>
        <p:nvSpPr>
          <p:cNvPr id="10" name="multiply-sign">
            <a:extLst xmlns:a="http://schemas.openxmlformats.org/drawingml/2006/main">
              <a:ext uri="{FF2B5EF4-FFF2-40B4-BE49-F238E27FC236}">
                <a16:creationId xmlns:a16="http://schemas.microsoft.com/office/drawing/2014/main" id="{D877E708-B5C8-4F45-9252-16883D56E761}"/>
              </a:ext>
            </a:extLst>
          </p:cNvPr>
          <p:cNvSpPr>
            <a:spLocks xmlns:a="http://schemas.openxmlformats.org/drawingml/2006/main" noGrp="1"/>
          </p:cNvSpPr>
          <p:nvPr/>
        </p:nvSpPr>
        <p:spPr>
          <a:xfrm xmlns:a="http://schemas.openxmlformats.org/drawingml/2006/main">
            <a:off x="5543550" y="3209925"/>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11" name="payload-equation">
            <a:extLst xmlns:a="http://schemas.openxmlformats.org/drawingml/2006/main">
              <a:ext uri="{FF2B5EF4-FFF2-40B4-BE49-F238E27FC236}">
                <a16:creationId xmlns:a16="http://schemas.microsoft.com/office/drawing/2014/main" id="{3694E9DB-2B30-48F1-BBE6-9508D16F6A1C}"/>
              </a:ext>
            </a:extLst>
          </p:cNvPr>
          <p:cNvSpPr>
            <a:spLocks xmlns:a="http://schemas.openxmlformats.org/drawingml/2006/main" noGrp="1"/>
          </p:cNvSpPr>
          <p:nvPr/>
        </p:nvSpPr>
        <p:spPr>
          <a:xfrm xmlns:a="http://schemas.openxmlformats.org/drawingml/2006/main">
            <a:off x="609600" y="49815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PCM样本字节数＝每声道样本数 × 每时刻字节数</a:t>
            </a:r>
          </a:p>
        </p:txBody>
      </p:sp>
      <p:sp>
        <p:nvSpPr>
          <p:cNvPr id="12" name="text">
            <a:extLst xmlns:a="http://schemas.openxmlformats.org/drawingml/2006/main">
              <a:ext uri="{FF2B5EF4-FFF2-40B4-BE49-F238E27FC236}">
                <a16:creationId xmlns:a16="http://schemas.microsoft.com/office/drawing/2014/main" id="{4EE7D911-9665-4BD9-AC59-9E06B548FFD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Hz用每秒计数；时长用秒；8 bit＝1 Byte。</a:t>
            </a:r>
          </a:p>
        </p:txBody>
      </p:sp>
    </p:spTree>
    <p:extLst>
      <p:ext uri="{BB962C8B-B14F-4D97-AF65-F5344CB8AC3E}">
        <p14:creationId xmlns:p14="http://schemas.microsoft.com/office/powerpoint/2010/main" val="50106825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Tree>
    <p:extLst>
      <p:ext uri="{BB962C8B-B14F-4D97-AF65-F5344CB8AC3E}">
        <p14:creationId xmlns:p14="http://schemas.microsoft.com/office/powerpoint/2010/main" val="156050069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Tree>
    <p:extLst>
      <p:ext uri="{BB962C8B-B14F-4D97-AF65-F5344CB8AC3E}">
        <p14:creationId xmlns:p14="http://schemas.microsoft.com/office/powerpoint/2010/main" val="156050069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Tree>
    <p:extLst>
      <p:ext uri="{BB962C8B-B14F-4D97-AF65-F5344CB8AC3E}">
        <p14:creationId xmlns:p14="http://schemas.microsoft.com/office/powerpoint/2010/main" val="156050069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提醒：1 MB（按1024²换算）在严格单位写法中应称MiB。</a:t>
            </a:r>
          </a:p>
        </p:txBody>
      </p:sp>
    </p:spTree>
    <p:extLst>
      <p:ext uri="{BB962C8B-B14F-4D97-AF65-F5344CB8AC3E}">
        <p14:creationId xmlns:p14="http://schemas.microsoft.com/office/powerpoint/2010/main" val="60373816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1B797BEA-9D84-41CD-8472-3AB48B9A3136}"/>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FCDC3A8A-DD8B-4D15-A123-28A4D4AA05D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ext">
            <a:extLst xmlns:a="http://schemas.openxmlformats.org/drawingml/2006/main">
              <a:ext uri="{FF2B5EF4-FFF2-40B4-BE49-F238E27FC236}">
                <a16:creationId xmlns:a16="http://schemas.microsoft.com/office/drawing/2014/main" id="{26DF4944-9D91-4818-A9AE-D5A18F38CB97}"/>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text">
            <a:extLst xmlns:a="http://schemas.openxmlformats.org/drawingml/2006/main">
              <a:ext uri="{FF2B5EF4-FFF2-40B4-BE49-F238E27FC236}">
                <a16:creationId xmlns:a16="http://schemas.microsoft.com/office/drawing/2014/main" id="{46BAFEF4-6CB3-4AE0-851D-174D3389E450}"/>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0">
            <a:extLst xmlns:a="http://schemas.openxmlformats.org/drawingml/2006/main">
              <a:ext uri="{FF2B5EF4-FFF2-40B4-BE49-F238E27FC236}">
                <a16:creationId xmlns:a16="http://schemas.microsoft.com/office/drawing/2014/main" id="{C068DB38-5723-42D6-84D5-819FC4197A49}"/>
              </a:ext>
            </a:extLst>
          </p:cNvPr>
          <p:cNvSpPr>
            <a:spLocks xmlns:a="http://schemas.openxmlformats.org/drawingml/2006/main" noGrp="1"/>
          </p:cNvSpPr>
          <p:nvPr/>
        </p:nvSpPr>
        <p:spPr>
          <a:xfrm xmlns:a="http://schemas.openxmlformats.org/drawingml/2006/main">
            <a:off x="609600" y="2619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8" name="track-label-0">
            <a:extLst xmlns:a="http://schemas.openxmlformats.org/drawingml/2006/main">
              <a:ext uri="{FF2B5EF4-FFF2-40B4-BE49-F238E27FC236}">
                <a16:creationId xmlns:a16="http://schemas.microsoft.com/office/drawing/2014/main" id="{9BEC75FC-FED2-47B9-87C3-83B9F258674C}"/>
              </a:ext>
            </a:extLst>
          </p:cNvPr>
          <p:cNvSpPr>
            <a:spLocks xmlns:a="http://schemas.openxmlformats.org/drawingml/2006/main" noGrp="1"/>
          </p:cNvSpPr>
          <p:nvPr/>
        </p:nvSpPr>
        <p:spPr>
          <a:xfrm xmlns:a="http://schemas.openxmlformats.org/drawingml/2006/main">
            <a:off x="790575" y="2809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9" name="track-1">
            <a:extLst xmlns:a="http://schemas.openxmlformats.org/drawingml/2006/main">
              <a:ext uri="{FF2B5EF4-FFF2-40B4-BE49-F238E27FC236}">
                <a16:creationId xmlns:a16="http://schemas.microsoft.com/office/drawing/2014/main" id="{2318F141-C5C8-4D2B-8848-F7192D94D77A}"/>
              </a:ext>
            </a:extLst>
          </p:cNvPr>
          <p:cNvSpPr>
            <a:spLocks xmlns:a="http://schemas.openxmlformats.org/drawingml/2006/main" noGrp="1"/>
          </p:cNvSpPr>
          <p:nvPr/>
        </p:nvSpPr>
        <p:spPr>
          <a:xfrm xmlns:a="http://schemas.openxmlformats.org/drawingml/2006/main">
            <a:off x="609600" y="4143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0" name="track-label-1">
            <a:extLst xmlns:a="http://schemas.openxmlformats.org/drawingml/2006/main">
              <a:ext uri="{FF2B5EF4-FFF2-40B4-BE49-F238E27FC236}">
                <a16:creationId xmlns:a16="http://schemas.microsoft.com/office/drawing/2014/main" id="{FF2C0F56-F9D7-4931-A872-F487C1EF7D63}"/>
              </a:ext>
            </a:extLst>
          </p:cNvPr>
          <p:cNvSpPr>
            <a:spLocks xmlns:a="http://schemas.openxmlformats.org/drawingml/2006/main" noGrp="1"/>
          </p:cNvSpPr>
          <p:nvPr/>
        </p:nvSpPr>
        <p:spPr>
          <a:xfrm xmlns:a="http://schemas.openxmlformats.org/drawingml/2006/main">
            <a:off x="790575" y="4333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1" name="mix-operation">
            <a:extLst xmlns:a="http://schemas.openxmlformats.org/drawingml/2006/main">
              <a:ext uri="{FF2B5EF4-FFF2-40B4-BE49-F238E27FC236}">
                <a16:creationId xmlns:a16="http://schemas.microsoft.com/office/drawing/2014/main" id="{F20998D3-1BB9-4B6C-BFBA-570BBFD5F2E8}"/>
              </a:ext>
            </a:extLst>
          </p:cNvPr>
          <p:cNvSpPr>
            <a:spLocks xmlns:a="http://schemas.openxmlformats.org/drawingml/2006/main" noGrp="1"/>
          </p:cNvSpPr>
          <p:nvPr/>
        </p:nvSpPr>
        <p:spPr>
          <a:xfrm xmlns:a="http://schemas.openxmlformats.org/drawingml/2006/main">
            <a:off x="5105400" y="3362325"/>
            <a:ext cx="1981200"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2" name="mix-label">
            <a:extLst xmlns:a="http://schemas.openxmlformats.org/drawingml/2006/main">
              <a:ext uri="{FF2B5EF4-FFF2-40B4-BE49-F238E27FC236}">
                <a16:creationId xmlns:a16="http://schemas.microsoft.com/office/drawing/2014/main" id="{C355DDE4-9C63-4F13-8BC9-2D6E5BFD56FA}"/>
              </a:ext>
            </a:extLst>
          </p:cNvPr>
          <p:cNvSpPr>
            <a:spLocks xmlns:a="http://schemas.openxmlformats.org/drawingml/2006/main" noGrp="1"/>
          </p:cNvSpPr>
          <p:nvPr/>
        </p:nvSpPr>
        <p:spPr>
          <a:xfrm xmlns:a="http://schemas.openxmlformats.org/drawingml/2006/main">
            <a:off x="5248275" y="35528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13" name="output-0">
            <a:extLst xmlns:a="http://schemas.openxmlformats.org/drawingml/2006/main">
              <a:ext uri="{FF2B5EF4-FFF2-40B4-BE49-F238E27FC236}">
                <a16:creationId xmlns:a16="http://schemas.microsoft.com/office/drawing/2014/main" id="{A11A79B2-D6EE-4B11-96E0-5A55A74BA794}"/>
              </a:ext>
            </a:extLst>
          </p:cNvPr>
          <p:cNvSpPr>
            <a:spLocks xmlns:a="http://schemas.openxmlformats.org/drawingml/2006/main" noGrp="1"/>
          </p:cNvSpPr>
          <p:nvPr/>
        </p:nvSpPr>
        <p:spPr>
          <a:xfrm xmlns:a="http://schemas.openxmlformats.org/drawingml/2006/main">
            <a:off x="8096250" y="2619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output-label-0">
            <a:extLst xmlns:a="http://schemas.openxmlformats.org/drawingml/2006/main">
              <a:ext uri="{FF2B5EF4-FFF2-40B4-BE49-F238E27FC236}">
                <a16:creationId xmlns:a16="http://schemas.microsoft.com/office/drawing/2014/main" id="{CC881C8F-0D3B-4852-818C-3A88326E57F5}"/>
              </a:ext>
            </a:extLst>
          </p:cNvPr>
          <p:cNvSpPr>
            <a:spLocks xmlns:a="http://schemas.openxmlformats.org/drawingml/2006/main" noGrp="1"/>
          </p:cNvSpPr>
          <p:nvPr/>
        </p:nvSpPr>
        <p:spPr>
          <a:xfrm xmlns:a="http://schemas.openxmlformats.org/drawingml/2006/main">
            <a:off x="8258175" y="2809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5" name="split-0">
            <a:extLst xmlns:a="http://schemas.openxmlformats.org/drawingml/2006/main">
              <a:ext uri="{FF2B5EF4-FFF2-40B4-BE49-F238E27FC236}">
                <a16:creationId xmlns:a16="http://schemas.microsoft.com/office/drawing/2014/main" id="{F2DC6789-3185-4677-AEC1-1CF908DEB802}"/>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16" name="split-branch-0">
            <a:extLst xmlns:a="http://schemas.openxmlformats.org/drawingml/2006/main">
              <a:ext uri="{FF2B5EF4-FFF2-40B4-BE49-F238E27FC236}">
                <a16:creationId xmlns:a16="http://schemas.microsoft.com/office/drawing/2014/main" id="{F8776E24-5338-4357-ABF2-6211DA0166C8}"/>
              </a:ext>
            </a:extLst>
          </p:cNvPr>
          <p:cNvSpPr>
            <a:spLocks xmlns:a="http://schemas.openxmlformats.org/drawingml/2006/main" noGrp="1"/>
          </p:cNvSpPr>
          <p:nvPr/>
        </p:nvSpPr>
        <p:spPr>
          <a:xfrm xmlns:a="http://schemas.openxmlformats.org/drawingml/2006/main">
            <a:off x="7696200" y="2981325"/>
            <a:ext cx="9525" cy="742950"/>
          </a:xfrm>
          <a:custGeom xmlns:a="http://schemas.openxmlformats.org/drawingml/2006/main">
            <a:pathLst>
              <a:path w="9525" h="742950">
                <a:moveTo>
                  <a:pt x="0" y="742950"/>
                </a:moveTo>
                <a:lnTo>
                  <a:pt x="0" y="0"/>
                </a:lnTo>
              </a:path>
            </a:pathLst>
          </a:custGeom>
          <a:noFill xmlns:a="http://schemas.openxmlformats.org/drawingml/2006/main"/>
          <a:ln xmlns:a="http://schemas.openxmlformats.org/drawingml/2006/main" w="19050">
            <a:solidFill>
              <a:srgbClr val="8C64E1"/>
            </a:solidFill>
          </a:ln>
        </p:spPr>
      </p:sp>
      <p:sp>
        <p:nvSpPr>
          <p:cNvPr id="17" name="mapping-arrow">
            <a:extLst xmlns:a="http://schemas.openxmlformats.org/drawingml/2006/main">
              <a:ext uri="{FF2B5EF4-FFF2-40B4-BE49-F238E27FC236}">
                <a16:creationId xmlns:a16="http://schemas.microsoft.com/office/drawing/2014/main" id="{CAB22C6E-CDB4-424F-8E04-CB802BF1B9EC}"/>
              </a:ext>
            </a:extLst>
          </p:cNvPr>
          <p:cNvSpPr>
            <a:spLocks xmlns:a="http://schemas.openxmlformats.org/drawingml/2006/main" noGrp="1"/>
          </p:cNvSpPr>
          <p:nvPr/>
        </p:nvSpPr>
        <p:spPr>
          <a:xfrm xmlns:a="http://schemas.openxmlformats.org/drawingml/2006/main">
            <a:off x="7705725" y="2886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output-1">
            <a:extLst xmlns:a="http://schemas.openxmlformats.org/drawingml/2006/main">
              <a:ext uri="{FF2B5EF4-FFF2-40B4-BE49-F238E27FC236}">
                <a16:creationId xmlns:a16="http://schemas.microsoft.com/office/drawing/2014/main" id="{797DC401-5ECA-4927-A12C-C023063F422F}"/>
              </a:ext>
            </a:extLst>
          </p:cNvPr>
          <p:cNvSpPr>
            <a:spLocks xmlns:a="http://schemas.openxmlformats.org/drawingml/2006/main" noGrp="1"/>
          </p:cNvSpPr>
          <p:nvPr/>
        </p:nvSpPr>
        <p:spPr>
          <a:xfrm xmlns:a="http://schemas.openxmlformats.org/drawingml/2006/main">
            <a:off x="8096250" y="4143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9" name="output-label-1">
            <a:extLst xmlns:a="http://schemas.openxmlformats.org/drawingml/2006/main">
              <a:ext uri="{FF2B5EF4-FFF2-40B4-BE49-F238E27FC236}">
                <a16:creationId xmlns:a16="http://schemas.microsoft.com/office/drawing/2014/main" id="{77DF4A3B-60B8-4FCC-9A2A-A2113DAF2959}"/>
              </a:ext>
            </a:extLst>
          </p:cNvPr>
          <p:cNvSpPr>
            <a:spLocks xmlns:a="http://schemas.openxmlformats.org/drawingml/2006/main" noGrp="1"/>
          </p:cNvSpPr>
          <p:nvPr/>
        </p:nvSpPr>
        <p:spPr>
          <a:xfrm xmlns:a="http://schemas.openxmlformats.org/drawingml/2006/main">
            <a:off x="8258175" y="4333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split-1">
            <a:extLst xmlns:a="http://schemas.openxmlformats.org/drawingml/2006/main">
              <a:ext uri="{FF2B5EF4-FFF2-40B4-BE49-F238E27FC236}">
                <a16:creationId xmlns:a16="http://schemas.microsoft.com/office/drawing/2014/main" id="{1B06431F-57ED-408D-B45A-82304A67A6F8}"/>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21" name="split-branch-1">
            <a:extLst xmlns:a="http://schemas.openxmlformats.org/drawingml/2006/main">
              <a:ext uri="{FF2B5EF4-FFF2-40B4-BE49-F238E27FC236}">
                <a16:creationId xmlns:a16="http://schemas.microsoft.com/office/drawing/2014/main" id="{3CFCBB33-93B6-41FF-8287-809EC50304E0}"/>
              </a:ext>
            </a:extLst>
          </p:cNvPr>
          <p:cNvSpPr>
            <a:spLocks xmlns:a="http://schemas.openxmlformats.org/drawingml/2006/main" noGrp="1"/>
          </p:cNvSpPr>
          <p:nvPr/>
        </p:nvSpPr>
        <p:spPr>
          <a:xfrm xmlns:a="http://schemas.openxmlformats.org/drawingml/2006/main">
            <a:off x="7696200" y="3724275"/>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19050">
            <a:solidFill>
              <a:srgbClr val="8C64E1"/>
            </a:solidFill>
          </a:ln>
        </p:spPr>
      </p:sp>
      <p:sp>
        <p:nvSpPr>
          <p:cNvPr id="22" name="mapping-arrow">
            <a:extLst xmlns:a="http://schemas.openxmlformats.org/drawingml/2006/main">
              <a:ext uri="{FF2B5EF4-FFF2-40B4-BE49-F238E27FC236}">
                <a16:creationId xmlns:a16="http://schemas.microsoft.com/office/drawing/2014/main" id="{97F758A6-C562-4C0A-AD85-1F14DCB8E08D}"/>
              </a:ext>
            </a:extLst>
          </p:cNvPr>
          <p:cNvSpPr>
            <a:spLocks xmlns:a="http://schemas.openxmlformats.org/drawingml/2006/main" noGrp="1"/>
          </p:cNvSpPr>
          <p:nvPr/>
        </p:nvSpPr>
        <p:spPr>
          <a:xfrm xmlns:a="http://schemas.openxmlformats.org/drawingml/2006/main">
            <a:off x="7705725" y="4410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3" name="merge-upper">
            <a:extLst xmlns:a="http://schemas.openxmlformats.org/drawingml/2006/main">
              <a:ext uri="{FF2B5EF4-FFF2-40B4-BE49-F238E27FC236}">
                <a16:creationId xmlns:a16="http://schemas.microsoft.com/office/drawing/2014/main" id="{2543E979-09C5-4D18-B2A3-8904BFD2B870}"/>
              </a:ext>
            </a:extLst>
          </p:cNvPr>
          <p:cNvSpPr>
            <a:spLocks xmlns:a="http://schemas.openxmlformats.org/drawingml/2006/main" noGrp="1"/>
          </p:cNvSpPr>
          <p:nvPr/>
        </p:nvSpPr>
        <p:spPr>
          <a:xfrm xmlns:a="http://schemas.openxmlformats.org/drawingml/2006/main">
            <a:off x="4086225" y="2981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4" name="merge-lower">
            <a:extLst xmlns:a="http://schemas.openxmlformats.org/drawingml/2006/main">
              <a:ext uri="{FF2B5EF4-FFF2-40B4-BE49-F238E27FC236}">
                <a16:creationId xmlns:a16="http://schemas.microsoft.com/office/drawing/2014/main" id="{5FCE143A-FBFA-4FB3-99F7-956C123F7298}"/>
              </a:ext>
            </a:extLst>
          </p:cNvPr>
          <p:cNvSpPr>
            <a:spLocks xmlns:a="http://schemas.openxmlformats.org/drawingml/2006/main" noGrp="1"/>
          </p:cNvSpPr>
          <p:nvPr/>
        </p:nvSpPr>
        <p:spPr>
          <a:xfrm xmlns:a="http://schemas.openxmlformats.org/drawingml/2006/main">
            <a:off x="4086225" y="4505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5" name="merge-branch">
            <a:extLst xmlns:a="http://schemas.openxmlformats.org/drawingml/2006/main">
              <a:ext uri="{FF2B5EF4-FFF2-40B4-BE49-F238E27FC236}">
                <a16:creationId xmlns:a16="http://schemas.microsoft.com/office/drawing/2014/main" id="{0659306D-AD82-45AE-83E1-0319656F0BD8}"/>
              </a:ext>
            </a:extLst>
          </p:cNvPr>
          <p:cNvSpPr>
            <a:spLocks xmlns:a="http://schemas.openxmlformats.org/drawingml/2006/main" noGrp="1"/>
          </p:cNvSpPr>
          <p:nvPr/>
        </p:nvSpPr>
        <p:spPr>
          <a:xfrm xmlns:a="http://schemas.openxmlformats.org/drawingml/2006/main">
            <a:off x="4667250" y="2981325"/>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9050">
            <a:solidFill>
              <a:srgbClr val="8C64E1"/>
            </a:solidFill>
          </a:ln>
        </p:spPr>
      </p:sp>
      <p:sp>
        <p:nvSpPr>
          <p:cNvPr id="26" name="mapping-arrow">
            <a:extLst xmlns:a="http://schemas.openxmlformats.org/drawingml/2006/main">
              <a:ext uri="{FF2B5EF4-FFF2-40B4-BE49-F238E27FC236}">
                <a16:creationId xmlns:a16="http://schemas.microsoft.com/office/drawing/2014/main" id="{2A6313DE-875B-4A49-B0EB-DD8B011DC275}"/>
              </a:ext>
            </a:extLst>
          </p:cNvPr>
          <p:cNvSpPr>
            <a:spLocks xmlns:a="http://schemas.openxmlformats.org/drawingml/2006/main" noGrp="1"/>
          </p:cNvSpPr>
          <p:nvPr/>
        </p:nvSpPr>
        <p:spPr>
          <a:xfrm xmlns:a="http://schemas.openxmlformats.org/drawingml/2006/main">
            <a:off x="4667250" y="36290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89473FD-75DE-4F0F-8289-8D51C446A2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两条音轨共同参与混音；输出仍可为 L、R 两路。</a:t>
            </a:r>
          </a:p>
        </p:txBody>
      </p:sp>
    </p:spTree>
    <p:extLst>
      <p:ext uri="{BB962C8B-B14F-4D97-AF65-F5344CB8AC3E}">
        <p14:creationId xmlns:p14="http://schemas.microsoft.com/office/powerpoint/2010/main" val="30947492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 xmlns:a="http://schemas.openxmlformats.org/drawingml/2006/main">
        <p:nvSpPr>
          <p:cNvPr id="39" name="Rectangle 38"/>
          <p:cNvSpPr/>
          <p:nvPr/>
        </p:nvSpPr>
        <p:spPr>
          <a:xfrm>
            <a:off x="731520" y="4928616"/>
            <a:ext cx="5065776" cy="59436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896112" y="5010912"/>
            <a:ext cx="4663440" cy="402336"/>
          </a:xfrm>
          <a:prstGeom prst="rect">
            <a:avLst/>
          </a:prstGeom>
          <a:noFill/>
        </p:spPr>
        <p:txBody>
          <a:bodyPr wrap="square" lIns="0" rIns="0" tIns="0" bIns="0" anchor="ctr">
            <a:spAutoFit/>
          </a:bodyPr>
          <a:lstStyle/>
          <a:p>
            <a:pPr>
              <a:spcAft>
                <a:spcPts val="200"/>
              </a:spcAft>
              <a:defRPr sz="1900" b="1">
                <a:solidFill>
                  <a:srgbClr val="8C64E1"/>
                </a:solidFill>
                <a:latin typeface="Alibaba PuHuiTi 3.0 115 Black"/>
              </a:defRPr>
            </a:pPr>
            <a:r>
              <a:t>双声道：每时刻2个样本</a:t>
            </a:r>
          </a:p>
        </p:txBody>
      </p:sp>
      <p:sp xmlns:a="http://schemas.openxmlformats.org/drawingml/2006/main">
        <p:nvSpPr>
          <p:cNvPr id="41" name="Rectangle 40"/>
          <p:cNvSpPr/>
          <p:nvPr/>
        </p:nvSpPr>
        <p:spPr>
          <a:xfrm>
            <a:off x="6108192" y="4928616"/>
            <a:ext cx="5065776" cy="594360"/>
          </a:xfrm>
          <a:prstGeom prst="rect">
            <a:avLst/>
          </a:prstGeom>
          <a:solidFill>
            <a:srgbClr val="F1FAFF"/>
          </a:solidFill>
          <a:ln w="12700">
            <a:solidFill>
              <a:srgbClr val="00B0F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6272784" y="5010912"/>
            <a:ext cx="4663440" cy="402336"/>
          </a:xfrm>
          <a:prstGeom prst="rect">
            <a:avLst/>
          </a:prstGeom>
          <a:noFill/>
        </p:spPr>
        <p:txBody>
          <a:bodyPr wrap="square" lIns="0" rIns="0" tIns="0" bIns="0" anchor="ctr">
            <a:spAutoFit/>
          </a:bodyPr>
          <a:lstStyle/>
          <a:p>
            <a:pPr>
              <a:spcAft>
                <a:spcPts val="200"/>
              </a:spcAft>
              <a:defRPr sz="1900" b="1">
                <a:solidFill>
                  <a:srgbClr val="007C9B"/>
                </a:solidFill>
                <a:latin typeface="Alibaba PuHuiTi 3.0 115 Black"/>
              </a:defRPr>
            </a:pPr>
            <a:r>
              <a:t>单声道：每时刻1个样本</a:t>
            </a:r>
          </a:p>
        </p:txBody>
      </p:sp>
    </p:spTree>
    <p:extLst>
      <p:ext uri="{BB962C8B-B14F-4D97-AF65-F5344CB8AC3E}">
        <p14:creationId xmlns:p14="http://schemas.microsoft.com/office/powerpoint/2010/main" val="49676638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图像采样与声音采样，哪里相同？</a:t>
            </a:r>
          </a:p>
        </p:txBody>
      </p:sp>
      <p:sp>
        <p:nvSpPr>
          <p:cNvPr id="5" name="TextBox 4">
            <a:extLst xmlns:a="http://schemas.openxmlformats.org/drawingml/2006/main">
              <a:ext uri="{FF2B5EF4-FFF2-40B4-BE49-F238E27FC236}">
                <a16:creationId xmlns:a16="http://schemas.microsoft.com/office/drawing/2014/main" id="{2048AF24-AEDE-4B41-942C-0012CBFBDEFC}"/>
              </a:ext>
            </a:extLst>
          </p:cNvPr>
          <p:cNvSpPr>
            <a:spLocks xmlns:a="http://schemas.openxmlformats.org/drawingml/2006/main" noGrp="1"/>
          </p:cNvSpPr>
          <p:nvPr/>
        </p:nvSpPr>
        <p:spPr>
          <a:xfrm xmlns:a="http://schemas.openxmlformats.org/drawingml/2006/main">
            <a:off x="742950" y="23717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取样位置</a:t>
            </a:r>
          </a:p>
        </p:txBody>
      </p:sp>
      <p:sp>
        <p:nvSpPr>
          <p:cNvPr id="6" name="TextBox 5">
            <a:extLst xmlns:a="http://schemas.openxmlformats.org/drawingml/2006/main">
              <a:ext uri="{FF2B5EF4-FFF2-40B4-BE49-F238E27FC236}">
                <a16:creationId xmlns:a16="http://schemas.microsoft.com/office/drawing/2014/main" id="{EB038607-4B46-4513-822A-CDBFE53AFBE8}"/>
              </a:ext>
            </a:extLst>
          </p:cNvPr>
          <p:cNvSpPr>
            <a:spLocks xmlns:a="http://schemas.openxmlformats.org/drawingml/2006/main" noGrp="1"/>
          </p:cNvSpPr>
          <p:nvPr/>
        </p:nvSpPr>
        <p:spPr>
          <a:xfrm xmlns:a="http://schemas.openxmlformats.org/drawingml/2006/main">
            <a:off x="315277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二维：行×列的像素</a:t>
            </a:r>
          </a:p>
        </p:txBody>
      </p:sp>
      <p:sp>
        <p:nvSpPr>
          <p:cNvPr id="7" name="TextBox 6">
            <a:extLst xmlns:a="http://schemas.openxmlformats.org/drawingml/2006/main">
              <a:ext uri="{FF2B5EF4-FFF2-40B4-BE49-F238E27FC236}">
                <a16:creationId xmlns:a16="http://schemas.microsoft.com/office/drawing/2014/main" id="{82022762-2467-40F0-88A5-A00E7AA80957}"/>
              </a:ext>
            </a:extLst>
          </p:cNvPr>
          <p:cNvSpPr>
            <a:spLocks xmlns:a="http://schemas.openxmlformats.org/drawingml/2006/main" noGrp="1"/>
          </p:cNvSpPr>
          <p:nvPr/>
        </p:nvSpPr>
        <p:spPr>
          <a:xfrm xmlns:a="http://schemas.openxmlformats.org/drawingml/2006/main">
            <a:off x="740092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一维：时间点</a:t>
            </a:r>
          </a:p>
        </p:txBody>
      </p:sp>
      <p:sp>
        <p:nvSpPr>
          <p:cNvPr id="8" name="Connector 7">
            <a:extLst xmlns:a="http://schemas.openxmlformats.org/drawingml/2006/main">
              <a:ext uri="{FF2B5EF4-FFF2-40B4-BE49-F238E27FC236}">
                <a16:creationId xmlns:a16="http://schemas.microsoft.com/office/drawing/2014/main" id="{74F1D4FB-0C0A-455D-AAFE-A8A0CDF20D18}"/>
              </a:ext>
            </a:extLst>
          </p:cNvPr>
          <p:cNvSpPr>
            <a:spLocks xmlns:a="http://schemas.openxmlformats.org/drawingml/2006/main" noGrp="1"/>
          </p:cNvSpPr>
          <p:nvPr/>
        </p:nvSpPr>
        <p:spPr>
          <a:xfrm xmlns:a="http://schemas.openxmlformats.org/drawingml/2006/main">
            <a:off x="822960" y="30384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127DE202-AEE3-4425-A95B-BCB4290F95C4}"/>
              </a:ext>
            </a:extLst>
          </p:cNvPr>
          <p:cNvSpPr>
            <a:spLocks xmlns:a="http://schemas.openxmlformats.org/drawingml/2006/main" noGrp="1"/>
          </p:cNvSpPr>
          <p:nvPr/>
        </p:nvSpPr>
        <p:spPr>
          <a:xfrm xmlns:a="http://schemas.openxmlformats.org/drawingml/2006/main">
            <a:off x="742950" y="34766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描述的量</a:t>
            </a:r>
          </a:p>
        </p:txBody>
      </p:sp>
      <p:sp>
        <p:nvSpPr>
          <p:cNvPr id="10" name="TextBox 9">
            <a:extLst xmlns:a="http://schemas.openxmlformats.org/drawingml/2006/main">
              <a:ext uri="{FF2B5EF4-FFF2-40B4-BE49-F238E27FC236}">
                <a16:creationId xmlns:a16="http://schemas.microsoft.com/office/drawing/2014/main" id="{367BC95A-0265-4714-ABBF-426E858E8FE0}"/>
              </a:ext>
            </a:extLst>
          </p:cNvPr>
          <p:cNvSpPr>
            <a:spLocks xmlns:a="http://schemas.openxmlformats.org/drawingml/2006/main" noGrp="1"/>
          </p:cNvSpPr>
          <p:nvPr/>
        </p:nvSpPr>
        <p:spPr>
          <a:xfrm xmlns:a="http://schemas.openxmlformats.org/drawingml/2006/main">
            <a:off x="315277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像素的颜色信息</a:t>
            </a:r>
          </a:p>
        </p:txBody>
      </p:sp>
      <p:sp>
        <p:nvSpPr>
          <p:cNvPr id="11" name="TextBox 10">
            <a:extLst xmlns:a="http://schemas.openxmlformats.org/drawingml/2006/main">
              <a:ext uri="{FF2B5EF4-FFF2-40B4-BE49-F238E27FC236}">
                <a16:creationId xmlns:a16="http://schemas.microsoft.com/office/drawing/2014/main" id="{B2B3E1B6-1DDB-4CCB-AB50-6F001EA4DCBB}"/>
              </a:ext>
            </a:extLst>
          </p:cNvPr>
          <p:cNvSpPr>
            <a:spLocks xmlns:a="http://schemas.openxmlformats.org/drawingml/2006/main" noGrp="1"/>
          </p:cNvSpPr>
          <p:nvPr/>
        </p:nvSpPr>
        <p:spPr>
          <a:xfrm xmlns:a="http://schemas.openxmlformats.org/drawingml/2006/main">
            <a:off x="740092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声音信号振幅</a:t>
            </a:r>
          </a:p>
        </p:txBody>
      </p:sp>
      <p:sp>
        <p:nvSpPr>
          <p:cNvPr id="12" name="Connector 11">
            <a:extLst xmlns:a="http://schemas.openxmlformats.org/drawingml/2006/main">
              <a:ext uri="{FF2B5EF4-FFF2-40B4-BE49-F238E27FC236}">
                <a16:creationId xmlns:a16="http://schemas.microsoft.com/office/drawing/2014/main" id="{F32F15F1-D846-4C58-882F-AB650B374279}"/>
              </a:ext>
            </a:extLst>
          </p:cNvPr>
          <p:cNvSpPr>
            <a:spLocks xmlns:a="http://schemas.openxmlformats.org/drawingml/2006/main" noGrp="1"/>
          </p:cNvSpPr>
          <p:nvPr/>
        </p:nvSpPr>
        <p:spPr>
          <a:xfrm xmlns:a="http://schemas.openxmlformats.org/drawingml/2006/main">
            <a:off x="822960" y="41433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D3C188E4-C771-4011-B5B8-3B7BCC4FD9A5}"/>
              </a:ext>
            </a:extLst>
          </p:cNvPr>
          <p:cNvSpPr>
            <a:spLocks xmlns:a="http://schemas.openxmlformats.org/drawingml/2006/main" noGrp="1"/>
          </p:cNvSpPr>
          <p:nvPr/>
        </p:nvSpPr>
        <p:spPr>
          <a:xfrm xmlns:a="http://schemas.openxmlformats.org/drawingml/2006/main">
            <a:off x="742950" y="45815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数据量</a:t>
            </a:r>
          </a:p>
        </p:txBody>
      </p:sp>
      <p:sp>
        <p:nvSpPr>
          <p:cNvPr id="14" name="TextBox 13">
            <a:extLst xmlns:a="http://schemas.openxmlformats.org/drawingml/2006/main">
              <a:ext uri="{FF2B5EF4-FFF2-40B4-BE49-F238E27FC236}">
                <a16:creationId xmlns:a16="http://schemas.microsoft.com/office/drawing/2014/main" id="{856C25C1-4A14-4AD4-B791-7E775A82B6C2}"/>
              </a:ext>
            </a:extLst>
          </p:cNvPr>
          <p:cNvSpPr>
            <a:spLocks xmlns:a="http://schemas.openxmlformats.org/drawingml/2006/main" noGrp="1"/>
          </p:cNvSpPr>
          <p:nvPr/>
        </p:nvSpPr>
        <p:spPr>
          <a:xfrm xmlns:a="http://schemas.openxmlformats.org/drawingml/2006/main">
            <a:off x="315277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像素数×每像素位数</a:t>
            </a:r>
          </a:p>
        </p:txBody>
      </p:sp>
      <p:sp>
        <p:nvSpPr>
          <p:cNvPr id="15" name="TextBox 14">
            <a:extLst xmlns:a="http://schemas.openxmlformats.org/drawingml/2006/main">
              <a:ext uri="{FF2B5EF4-FFF2-40B4-BE49-F238E27FC236}">
                <a16:creationId xmlns:a16="http://schemas.microsoft.com/office/drawing/2014/main" id="{0DB2E5C6-E773-4AD9-BA21-9241578E6E40}"/>
              </a:ext>
            </a:extLst>
          </p:cNvPr>
          <p:cNvSpPr>
            <a:spLocks xmlns:a="http://schemas.openxmlformats.org/drawingml/2006/main" noGrp="1"/>
          </p:cNvSpPr>
          <p:nvPr/>
        </p:nvSpPr>
        <p:spPr>
          <a:xfrm xmlns:a="http://schemas.openxmlformats.org/drawingml/2006/main">
            <a:off x="740092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样本数×每样本位数</a:t>
            </a:r>
          </a:p>
        </p:txBody>
      </p:sp>
      <p:sp>
        <p:nvSpPr>
          <p:cNvPr id="16" name="TextBox 15">
            <a:extLst xmlns:a="http://schemas.openxmlformats.org/drawingml/2006/main">
              <a:ext uri="{FF2B5EF4-FFF2-40B4-BE49-F238E27FC236}">
                <a16:creationId xmlns:a16="http://schemas.microsoft.com/office/drawing/2014/main" id="{E61956DE-12AB-48D5-886D-A8B9DD82C04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这两种编码都有“选择样本”和“用有限数字表达样本”的过程。</a:t>
            </a:r>
          </a:p>
        </p:txBody>
      </p:sp>
      <p:sp>
        <p:nvSpPr>
          <p:cNvPr id="17" name="image-column-heading">
            <a:extLst xmlns:a="http://schemas.openxmlformats.org/drawingml/2006/main">
              <a:ext uri="{FF2B5EF4-FFF2-40B4-BE49-F238E27FC236}">
                <a16:creationId xmlns:a16="http://schemas.microsoft.com/office/drawing/2014/main" id="{A478A1B4-CDF5-47A9-A72B-514CA271DE9D}"/>
              </a:ext>
            </a:extLst>
          </p:cNvPr>
          <p:cNvSpPr>
            <a:spLocks xmlns:a="http://schemas.openxmlformats.org/drawingml/2006/main" noGrp="1"/>
          </p:cNvSpPr>
          <p:nvPr/>
        </p:nvSpPr>
        <p:spPr>
          <a:xfrm xmlns:a="http://schemas.openxmlformats.org/drawingml/2006/main">
            <a:off x="3152775" y="15811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图像：空间采样</a:t>
            </a:r>
          </a:p>
        </p:txBody>
      </p:sp>
      <p:sp>
        <p:nvSpPr>
          <p:cNvPr id="18" name="audio-column-heading">
            <a:extLst xmlns:a="http://schemas.openxmlformats.org/drawingml/2006/main">
              <a:ext uri="{FF2B5EF4-FFF2-40B4-BE49-F238E27FC236}">
                <a16:creationId xmlns:a16="http://schemas.microsoft.com/office/drawing/2014/main" id="{8D4FE4E5-DC73-4BD0-9710-35D14D9B861D}"/>
              </a:ext>
            </a:extLst>
          </p:cNvPr>
          <p:cNvSpPr>
            <a:spLocks xmlns:a="http://schemas.openxmlformats.org/drawingml/2006/main" noGrp="1"/>
          </p:cNvSpPr>
          <p:nvPr/>
        </p:nvSpPr>
        <p:spPr>
          <a:xfrm xmlns:a="http://schemas.openxmlformats.org/drawingml/2006/main">
            <a:off x="7400925" y="1581150"/>
            <a:ext cx="4181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声音：时间采样</a:t>
            </a:r>
          </a:p>
        </p:txBody>
      </p:sp>
    </p:spTree>
    <p:extLst>
      <p:ext uri="{BB962C8B-B14F-4D97-AF65-F5344CB8AC3E}">
        <p14:creationId xmlns:p14="http://schemas.microsoft.com/office/powerpoint/2010/main" val="157190199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609600"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78744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609600"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2850399"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277218"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2850399"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091198"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5766994"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091198"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331997"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25677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331997"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572796"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0746547"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572796"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130142" y="5056632"/>
            <a:ext cx="7602711"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 xmlns:a="http://schemas.openxmlformats.org/drawingml/2006/main">
        <p:nvSpPr>
          <p:cNvPr id="22" name="Rectangle 21"/>
          <p:cNvSpPr/>
          <p:nvPr/>
        </p:nvSpPr>
        <p:spPr>
          <a:xfrm>
            <a:off x="594360" y="1837943"/>
            <a:ext cx="10936224" cy="364845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70408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841248"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70408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第1帧</a:t>
            </a:r>
          </a:p>
        </p:txBody>
      </p:sp>
      <p:sp xmlns:a="http://schemas.openxmlformats.org/drawingml/2006/main">
        <p:nvSpPr>
          <p:cNvPr id="26" name="Rectangle 25"/>
          <p:cNvSpPr/>
          <p:nvPr/>
        </p:nvSpPr>
        <p:spPr>
          <a:xfrm>
            <a:off x="294436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3392424"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294436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第2帧</a:t>
            </a:r>
          </a:p>
        </p:txBody>
      </p:sp>
      <p:sp xmlns:a="http://schemas.openxmlformats.org/drawingml/2006/main">
        <p:nvSpPr>
          <p:cNvPr id="29" name="Rectangle 28"/>
          <p:cNvSpPr/>
          <p:nvPr/>
        </p:nvSpPr>
        <p:spPr>
          <a:xfrm>
            <a:off x="518464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5943599"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518464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第3帧</a:t>
            </a:r>
          </a:p>
        </p:txBody>
      </p:sp>
      <p:sp xmlns:a="http://schemas.openxmlformats.org/drawingml/2006/main">
        <p:nvSpPr>
          <p:cNvPr id="32" name="Rectangle 31"/>
          <p:cNvSpPr/>
          <p:nvPr/>
        </p:nvSpPr>
        <p:spPr>
          <a:xfrm>
            <a:off x="742492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8494776"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742492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第4帧</a:t>
            </a:r>
          </a:p>
        </p:txBody>
      </p:sp>
      <p:sp xmlns:a="http://schemas.openxmlformats.org/drawingml/2006/main">
        <p:nvSpPr>
          <p:cNvPr id="35" name="Rectangle 34"/>
          <p:cNvSpPr/>
          <p:nvPr/>
        </p:nvSpPr>
        <p:spPr>
          <a:xfrm>
            <a:off x="966520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045952"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966520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第5帧</a:t>
            </a:r>
          </a:p>
        </p:txBody>
      </p:sp>
      <p:sp xmlns:a="http://schemas.openxmlformats.org/drawingml/2006/main">
        <p:nvSpPr>
          <p:cNvPr id="38" name="TextBox 37"/>
          <p:cNvSpPr txBox="1"/>
          <p:nvPr/>
        </p:nvSpPr>
        <p:spPr>
          <a:xfrm>
            <a:off x="1170432" y="4773168"/>
            <a:ext cx="9875520" cy="512064"/>
          </a:xfrm>
          <a:prstGeom prst="rect">
            <a:avLst/>
          </a:prstGeom>
          <a:noFill/>
        </p:spPr>
        <p:txBody>
          <a:bodyPr wrap="square" lIns="0" rIns="0" tIns="0" bIns="0" anchor="ctr">
            <a:spAutoFit/>
          </a:bodyPr>
          <a:lstStyle/>
          <a:p>
            <a:pPr algn="ctr">
              <a:spcAft>
                <a:spcPts val="200"/>
              </a:spcAft>
              <a:defRPr sz="2300" b="1">
                <a:solidFill>
                  <a:srgbClr val="8C64E1"/>
                </a:solidFill>
                <a:latin typeface="Alibaba PuHuiTi 3.0 115 Black"/>
              </a:defRPr>
            </a:pPr>
            <a:r>
              <a:t>同一个球，位置随着时间由左向右变化。</a:t>
            </a:r>
          </a:p>
        </p:txBody>
      </p:sp>
    </p:spTree>
    <p:extLst>
      <p:ext uri="{BB962C8B-B14F-4D97-AF65-F5344CB8AC3E}">
        <p14:creationId xmlns:p14="http://schemas.microsoft.com/office/powerpoint/2010/main" val="99120382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64A30EB8-7197-490D-832D-C4F8CADC827D}"/>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213127892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CE431726-F8B3-4900-A81A-6697A028487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Box 4">
            <a:extLst xmlns:a="http://schemas.openxmlformats.org/drawingml/2006/main">
              <a:ext uri="{FF2B5EF4-FFF2-40B4-BE49-F238E27FC236}">
                <a16:creationId xmlns:a16="http://schemas.microsoft.com/office/drawing/2014/main" id="{DCE8C617-C97D-4282-A52C-C9758C8566DA}"/>
              </a:ext>
            </a:extLst>
          </p:cNvPr>
          <p:cNvSpPr>
            <a:spLocks xmlns:a="http://schemas.openxmlformats.org/drawingml/2006/main" noGrp="1"/>
          </p:cNvSpPr>
          <p:nvPr/>
        </p:nvSpPr>
        <p:spPr>
          <a:xfrm xmlns:a="http://schemas.openxmlformats.org/drawingml/2006/main">
            <a:off x="804672" y="1892807"/>
            <a:ext cx="10789920" cy="5181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400" b="1">
                <a:solidFill>
                  <a:srgbClr val="8C64E1"/>
                </a:solidFill>
                <a:latin typeface="Alibaba PuHuiTi 3.0 115 Black"/>
                <a:ea typeface="Alibaba PuHuiTi 3.0 115 Black"/>
                <a:cs typeface="Alibaba PuHuiTi 3.0 115 Black"/>
              </a:defRPr>
            </a:pPr>
            <a:r>
              <a:rPr sz="3400" b="1">
                <a:solidFill>
                  <a:srgbClr val="8C64E1"/>
                </a:solidFill>
                <a:latin typeface="Alibaba PuHuiTi 3.0 115 Black"/>
                <a:ea typeface="Alibaba PuHuiTi 3.0 115 Black"/>
                <a:cs typeface="Alibaba PuHuiTi 3.0 115 Black"/>
              </a:rPr>
              <a:t>刚才的计算错了吗？</a:t>
            </a:r>
          </a:p>
        </p:txBody>
      </p:sp>
      <p:sp>
        <p:nvSpPr>
          <p:cNvPr id="6" name="TextBox 5">
            <a:extLst xmlns:a="http://schemas.openxmlformats.org/drawingml/2006/main">
              <a:ext uri="{FF2B5EF4-FFF2-40B4-BE49-F238E27FC236}">
                <a16:creationId xmlns:a16="http://schemas.microsoft.com/office/drawing/2014/main" id="{BA97660D-BCF7-4A12-A1EF-BE40395761D2}"/>
              </a:ext>
            </a:extLst>
          </p:cNvPr>
          <p:cNvSpPr>
            <a:spLocks xmlns:a="http://schemas.openxmlformats.org/drawingml/2006/main" noGrp="1"/>
          </p:cNvSpPr>
          <p:nvPr/>
        </p:nvSpPr>
        <p:spPr>
          <a:xfrm xmlns:a="http://schemas.openxmlformats.org/drawingml/2006/main">
            <a:off x="822960" y="3300984"/>
            <a:ext cx="106984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800" b="0">
                <a:solidFill>
                  <a:srgbClr val="262626"/>
                </a:solidFill>
                <a:latin typeface="Alibaba PuHuiTi 3.0 55 Regular"/>
                <a:ea typeface="Alibaba PuHuiTi 3.0 55 Regular"/>
                <a:cs typeface="Alibaba PuHuiTi 3.0 55 Regular"/>
              </a:defRPr>
            </a:pPr>
            <a:r>
              <a:rPr sz="2800" b="0">
                <a:solidFill>
                  <a:srgbClr val="262626"/>
                </a:solidFill>
                <a:latin typeface="Alibaba PuHuiTi 3.0 55 Regular"/>
                <a:ea typeface="Alibaba PuHuiTi 3.0 55 Regular"/>
                <a:cs typeface="Alibaba PuHuiTi 3.0 55 Regular"/>
              </a:rPr>
              <a:t>如果公式没错，实际文件为什么可能小得多？</a:t>
            </a:r>
          </a:p>
        </p:txBody>
      </p:sp>
      <p:sp>
        <p:nvSpPr>
          <p:cNvPr id="7" name="TextBox 6">
            <a:extLst xmlns:a="http://schemas.openxmlformats.org/drawingml/2006/main">
              <a:ext uri="{FF2B5EF4-FFF2-40B4-BE49-F238E27FC236}">
                <a16:creationId xmlns:a16="http://schemas.microsoft.com/office/drawing/2014/main" id="{B632EE08-A12D-4146-8934-9DB357C4B64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请提出至少一种可以检验的解释。</a:t>
            </a:r>
          </a:p>
        </p:txBody>
      </p:sp>
      <p:sp xmlns:a="http://schemas.openxmlformats.org/drawingml/2006/main">
        <p:nvSpPr>
          <p:cNvPr id="8" name="Rectangle 7"/>
          <p:cNvSpPr/>
          <p:nvPr/>
        </p:nvSpPr>
        <p:spPr>
          <a:xfrm>
            <a:off x="1005840" y="4187952"/>
            <a:ext cx="4718304" cy="100584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1188720" y="4315968"/>
            <a:ext cx="4297680" cy="338328"/>
          </a:xfrm>
          <a:prstGeom prst="rect">
            <a:avLst/>
          </a:prstGeom>
          <a:noFill/>
        </p:spPr>
        <p:txBody>
          <a:bodyPr wrap="square" lIns="0" rIns="0" tIns="0" bIns="0" anchor="ctr">
            <a:spAutoFit/>
          </a:bodyPr>
          <a:lstStyle/>
          <a:p>
            <a:pPr algn="ctr">
              <a:spcAft>
                <a:spcPts val="200"/>
              </a:spcAft>
              <a:defRPr sz="1900" b="1">
                <a:solidFill>
                  <a:srgbClr val="8C64E1"/>
                </a:solidFill>
                <a:latin typeface="Alibaba PuHuiTi 3.0 115 Black"/>
              </a:defRPr>
            </a:pPr>
            <a:r>
              <a:t>逐帧未压缩估算</a:t>
            </a:r>
          </a:p>
        </p:txBody>
      </p:sp>
      <p:sp xmlns:a="http://schemas.openxmlformats.org/drawingml/2006/main">
        <p:nvSpPr>
          <p:cNvPr id="10" name="TextBox 9"/>
          <p:cNvSpPr txBox="1"/>
          <p:nvPr/>
        </p:nvSpPr>
        <p:spPr>
          <a:xfrm>
            <a:off x="1197864" y="4663440"/>
            <a:ext cx="4297680" cy="365760"/>
          </a:xfrm>
          <a:prstGeom prst="rect">
            <a:avLst/>
          </a:prstGeom>
          <a:noFill/>
        </p:spPr>
        <p:txBody>
          <a:bodyPr wrap="square" lIns="0" rIns="0" tIns="0" bIns="0" anchor="ctr">
            <a:spAutoFit/>
          </a:bodyPr>
          <a:lstStyle/>
          <a:p>
            <a:pPr algn="ctr">
              <a:spcAft>
                <a:spcPts val="200"/>
              </a:spcAft>
              <a:defRPr sz="2200" b="1">
                <a:solidFill>
                  <a:srgbClr val="262626"/>
                </a:solidFill>
                <a:latin typeface="Alibaba PuHuiTi 3.0 115 Black"/>
              </a:defRPr>
            </a:pPr>
            <a:r>
              <a:t>约 6.44 GiB</a:t>
            </a:r>
          </a:p>
        </p:txBody>
      </p:sp>
      <p:sp xmlns:a="http://schemas.openxmlformats.org/drawingml/2006/main">
        <p:nvSpPr>
          <p:cNvPr id="11" name="Rectangle 10"/>
          <p:cNvSpPr/>
          <p:nvPr/>
        </p:nvSpPr>
        <p:spPr>
          <a:xfrm>
            <a:off x="6510528" y="4187952"/>
            <a:ext cx="4672584" cy="1005840"/>
          </a:xfrm>
          <a:prstGeom prst="rect">
            <a:avLst/>
          </a:prstGeom>
          <a:solidFill>
            <a:srgbClr val="F1FAFF"/>
          </a:solidFill>
          <a:ln w="12700">
            <a:solidFill>
              <a:srgbClr val="007C9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647688" y="4315968"/>
            <a:ext cx="4334256" cy="338328"/>
          </a:xfrm>
          <a:prstGeom prst="rect">
            <a:avLst/>
          </a:prstGeom>
          <a:noFill/>
        </p:spPr>
        <p:txBody>
          <a:bodyPr wrap="square" lIns="0" rIns="0" tIns="0" bIns="0" anchor="ctr">
            <a:spAutoFit/>
          </a:bodyPr>
          <a:lstStyle/>
          <a:p>
            <a:pPr algn="ctr">
              <a:spcAft>
                <a:spcPts val="200"/>
              </a:spcAft>
              <a:defRPr sz="1900" b="1">
                <a:solidFill>
                  <a:srgbClr val="007C9B"/>
                </a:solidFill>
                <a:latin typeface="Alibaba PuHuiTi 3.0 115 Black"/>
              </a:defRPr>
            </a:pPr>
            <a:r>
              <a:t>实际压缩文件</a:t>
            </a:r>
          </a:p>
        </p:txBody>
      </p:sp>
      <p:sp xmlns:a="http://schemas.openxmlformats.org/drawingml/2006/main">
        <p:nvSpPr>
          <p:cNvPr id="13" name="TextBox 12"/>
          <p:cNvSpPr txBox="1"/>
          <p:nvPr/>
        </p:nvSpPr>
        <p:spPr>
          <a:xfrm>
            <a:off x="6647688" y="4663440"/>
            <a:ext cx="4334256" cy="365760"/>
          </a:xfrm>
          <a:prstGeom prst="rect">
            <a:avLst/>
          </a:prstGeom>
          <a:noFill/>
        </p:spPr>
        <p:txBody>
          <a:bodyPr wrap="square" lIns="0" rIns="0" tIns="0" bIns="0" anchor="ctr">
            <a:spAutoFit/>
          </a:bodyPr>
          <a:lstStyle/>
          <a:p>
            <a:pPr algn="ctr">
              <a:spcAft>
                <a:spcPts val="200"/>
              </a:spcAft>
              <a:defRPr sz="2200" b="1">
                <a:solidFill>
                  <a:srgbClr val="262626"/>
                </a:solidFill>
                <a:latin typeface="Alibaba PuHuiTi 3.0 115 Black"/>
              </a:defRPr>
            </a:pPr>
            <a:r>
              <a:t>为什么可能小得多？</a:t>
            </a:r>
          </a:p>
        </p:txBody>
      </p:sp>
    </p:spTree>
    <p:extLst>
      <p:ext uri="{BB962C8B-B14F-4D97-AF65-F5344CB8AC3E}">
        <p14:creationId xmlns:p14="http://schemas.microsoft.com/office/powerpoint/2010/main" val="206452384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pic xmlns:a="http://schemas.openxmlformats.org/drawingml/2006/main" xmlns:r="http://schemas.openxmlformats.org/officeDocument/2006/relationships">
        <p:nvPicPr>
          <p:cNvPr id="11" name="searched-images/computer-disk.svg" descr="image.png"/>
          <p:cNvPicPr>
            <a:picLocks noChangeAspect="1"/>
          </p:cNvPicPr>
          <p:nvPr/>
        </p:nvPicPr>
        <p:blipFill>
          <a:blip r:embed="rId3"/>
          <a:stretch>
            <a:fillRect/>
          </a:stretch>
        </p:blipFill>
        <p:spPr>
          <a:xfrm>
            <a:off x="2468880" y="3721608"/>
            <a:ext cx="1316736" cy="1316736"/>
          </a:xfrm>
          <a:prstGeom prst="rect">
            <a:avLst/>
          </a:prstGeom>
        </p:spPr>
      </p:pic>
      <p:pic xmlns:a="http://schemas.openxmlformats.org/drawingml/2006/main" xmlns:r="http://schemas.openxmlformats.org/officeDocument/2006/relationships">
        <p:nvPicPr>
          <p:cNvPr id="12" name="searched-images/smartphone.svg" descr="image.png"/>
          <p:cNvPicPr>
            <a:picLocks noChangeAspect="1"/>
          </p:cNvPicPr>
          <p:nvPr/>
        </p:nvPicPr>
        <p:blipFill>
          <a:blip r:embed="rId4"/>
          <a:stretch>
            <a:fillRect/>
          </a:stretch>
        </p:blipFill>
        <p:spPr>
          <a:xfrm>
            <a:off x="8110727" y="3721608"/>
            <a:ext cx="1316736" cy="1316736"/>
          </a:xfrm>
          <a:prstGeom prst="rect">
            <a:avLst/>
          </a:prstGeom>
        </p:spPr>
      </p:pic>
      <p:sp xmlns:a="http://schemas.openxmlformats.org/drawingml/2006/main">
        <p:nvSpPr>
          <p:cNvPr id="13" name="TextBox 12"/>
          <p:cNvSpPr txBox="1"/>
          <p:nvPr/>
        </p:nvSpPr>
        <p:spPr>
          <a:xfrm>
            <a:off x="2386584" y="4956048"/>
            <a:ext cx="1508760" cy="429768"/>
          </a:xfrm>
          <a:prstGeom prst="rect">
            <a:avLst/>
          </a:prstGeom>
          <a:noFill/>
        </p:spPr>
        <p:txBody>
          <a:bodyPr wrap="square" lIns="0" rIns="0" tIns="0" bIns="0" anchor="ctr">
            <a:spAutoFit/>
          </a:bodyPr>
          <a:lstStyle/>
          <a:p>
            <a:pPr algn="ctr">
              <a:defRPr sz="1700" b="1">
                <a:solidFill>
                  <a:srgbClr val="8C64E1"/>
                </a:solidFill>
                <a:latin typeface="Alibaba PuHuiTi 3.0 115 Black"/>
              </a:defRPr>
            </a:pPr>
            <a:r>
              <a:t>本地存储</a:t>
            </a:r>
          </a:p>
        </p:txBody>
      </p:sp>
      <p:sp xmlns:a="http://schemas.openxmlformats.org/drawingml/2006/main">
        <p:nvSpPr>
          <p:cNvPr id="14" name="TextBox 13"/>
          <p:cNvSpPr txBox="1"/>
          <p:nvPr/>
        </p:nvSpPr>
        <p:spPr>
          <a:xfrm>
            <a:off x="8010144" y="4956048"/>
            <a:ext cx="1508760" cy="429768"/>
          </a:xfrm>
          <a:prstGeom prst="rect">
            <a:avLst/>
          </a:prstGeom>
          <a:noFill/>
        </p:spPr>
        <p:txBody>
          <a:bodyPr wrap="square" lIns="0" rIns="0" tIns="0" bIns="0" anchor="ctr">
            <a:spAutoFit/>
          </a:bodyPr>
          <a:lstStyle/>
          <a:p>
            <a:pPr algn="ctr">
              <a:defRPr sz="1700" b="1">
                <a:solidFill>
                  <a:srgbClr val="007C9B"/>
                </a:solidFill>
                <a:latin typeface="Alibaba PuHuiTi 3.0 115 Black"/>
              </a:defRPr>
            </a:pPr>
            <a:r>
              <a:t>在线传输</a:t>
            </a:r>
          </a:p>
        </p:txBody>
      </p:sp>
    </p:spTree>
    <p:extLst>
      <p:ext uri="{BB962C8B-B14F-4D97-AF65-F5344CB8AC3E}">
        <p14:creationId xmlns:p14="http://schemas.microsoft.com/office/powerpoint/2010/main" val="1515240837"/>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627965" y="1627632"/>
            <a:ext cx="10559598"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627965" y="2589856"/>
            <a:ext cx="5123701" cy="126715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820792"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152220"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458699" y="2589856"/>
            <a:ext cx="5123701" cy="126715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651527"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7982954"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609600" y="4315968"/>
            <a:ext cx="1066978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609600" y="5559552"/>
            <a:ext cx="1055959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压缩：重新表示数据，目标是减少数据量。</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无损与有损：按什么区分？</a:t>
            </a:r>
          </a:p>
        </p:txBody>
      </p:sp>
      <p:sp>
        <p:nvSpPr>
          <p:cNvPr id="5" name="Connector 4">
            <a:extLst xmlns:a="http://schemas.openxmlformats.org/drawingml/2006/main">
              <a:ext uri="{FF2B5EF4-FFF2-40B4-BE49-F238E27FC236}">
                <a16:creationId xmlns:a16="http://schemas.microsoft.com/office/drawing/2014/main" id="{D86D6B48-3C07-4DED-8F6E-227F53CB0FE5}"/>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CC8C26BC-BD52-438C-AA6D-56D720BF6076}"/>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解压后与原始数据完全一致。</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适合：文档、程序、精确备份。</a:t>
            </a:r>
          </a:p>
        </p:txBody>
      </p:sp>
      <p:sp>
        <p:nvSpPr>
          <p:cNvPr id="9" name="TextBox 8">
            <a:extLst xmlns:a="http://schemas.openxmlformats.org/drawingml/2006/main">
              <a:ext uri="{FF2B5EF4-FFF2-40B4-BE49-F238E27FC236}">
                <a16:creationId xmlns:a16="http://schemas.microsoft.com/office/drawing/2014/main" id="{271AFA3E-D331-4A2A-8657-6669E999F1EA}"/>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解码后不能完全恢复原始数据。</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适合：允许一定失真的音视频。</a:t>
            </a:r>
          </a:p>
        </p:txBody>
      </p:sp>
      <p:sp>
        <p:nvSpPr>
          <p:cNvPr id="10" name="TextBox 9">
            <a:extLst xmlns:a="http://schemas.openxmlformats.org/drawingml/2006/main">
              <a:ext uri="{FF2B5EF4-FFF2-40B4-BE49-F238E27FC236}">
                <a16:creationId xmlns:a16="http://schemas.microsoft.com/office/drawing/2014/main" id="{5CB1B50E-E716-4DBA-97D7-CAA807E22F2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判断标准：解码/解压后，能否完整得到原始数据？</a:t>
            </a:r>
          </a:p>
        </p:txBody>
      </p:sp>
      <p:sp>
        <p:nvSpPr>
          <p:cNvPr id="11" name="compression-kind-无损压缩">
            <a:extLst xmlns:a="http://schemas.openxmlformats.org/drawingml/2006/main">
              <a:ext uri="{FF2B5EF4-FFF2-40B4-BE49-F238E27FC236}">
                <a16:creationId xmlns:a16="http://schemas.microsoft.com/office/drawing/2014/main" id="{612D355C-5061-4A18-92DD-5E8AAF923D0C}"/>
              </a:ext>
            </a:extLst>
          </p:cNvPr>
          <p:cNvSpPr>
            <a:spLocks xmlns:a="http://schemas.openxmlformats.org/drawingml/2006/main" noGrp="1"/>
          </p:cNvSpPr>
          <p:nvPr/>
        </p:nvSpPr>
        <p:spPr>
          <a:xfrm xmlns:a="http://schemas.openxmlformats.org/drawingml/2006/main">
            <a:off x="822960"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8C64E1"/>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8C64E1"/>
                </a:solidFill>
                <a:latin typeface="Alibaba PuHuiTi 3.0 55 Regular"/>
                <a:ea typeface="Alibaba PuHuiTi 3.0 55 Regular"/>
                <a:cs typeface="Alibaba PuHuiTi 3.0 55 Regular"/>
              </a:defRPr>
            </a:pPr>
            <a:r>
              <a:rPr sz="2800" b="0">
                <a:solidFill>
                  <a:srgbClr val="8C64E1"/>
                </a:solidFill>
                <a:latin typeface="Alibaba PuHuiTi 3.0 55 Regular"/>
                <a:ea typeface="Alibaba PuHuiTi 3.0 55 Regular"/>
                <a:cs typeface="Alibaba PuHuiTi 3.0 55 Regular"/>
              </a:rPr>
              <a:t>无损压缩</a:t>
            </a:r>
          </a:p>
        </p:txBody>
      </p:sp>
      <p:sp>
        <p:nvSpPr>
          <p:cNvPr id="12" name="compression-kind-有损压缩">
            <a:extLst xmlns:a="http://schemas.openxmlformats.org/drawingml/2006/main">
              <a:ext uri="{FF2B5EF4-FFF2-40B4-BE49-F238E27FC236}">
                <a16:creationId xmlns:a16="http://schemas.microsoft.com/office/drawing/2014/main" id="{97F2F50D-5CD5-40E6-BEFD-8767DEAF7009}"/>
              </a:ext>
            </a:extLst>
          </p:cNvPr>
          <p:cNvSpPr>
            <a:spLocks xmlns:a="http://schemas.openxmlformats.org/drawingml/2006/main" noGrp="1"/>
          </p:cNvSpPr>
          <p:nvPr/>
        </p:nvSpPr>
        <p:spPr>
          <a:xfrm xmlns:a="http://schemas.openxmlformats.org/drawingml/2006/main">
            <a:off x="6437376"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007C9B"/>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007C9B"/>
                </a:solidFill>
                <a:latin typeface="Alibaba PuHuiTi 3.0 55 Regular"/>
                <a:ea typeface="Alibaba PuHuiTi 3.0 55 Regular"/>
                <a:cs typeface="Alibaba PuHuiTi 3.0 55 Regular"/>
              </a:defRPr>
            </a:pPr>
            <a:r>
              <a:rPr sz="2800" b="0">
                <a:solidFill>
                  <a:srgbClr val="007C9B"/>
                </a:solidFill>
                <a:latin typeface="Alibaba PuHuiTi 3.0 55 Regular"/>
                <a:ea typeface="Alibaba PuHuiTi 3.0 55 Regular"/>
                <a:cs typeface="Alibaba PuHuiTi 3.0 55 Regular"/>
              </a:rPr>
              <a:t>有损压缩</a:t>
            </a:r>
          </a:p>
        </p:txBody>
      </p:sp>
      <p:sp xmlns:a="http://schemas.openxmlformats.org/drawingml/2006/main">
        <p:nvSpPr>
          <p:cNvPr id="13" name="TextBox 12"/>
          <p:cNvSpPr txBox="1"/>
          <p:nvPr/>
        </p:nvSpPr>
        <p:spPr>
          <a:xfrm>
            <a:off x="1463040" y="3438144"/>
            <a:ext cx="2743200" cy="365760"/>
          </a:xfrm>
          <a:prstGeom prst="rect">
            <a:avLst/>
          </a:prstGeom>
          <a:noFill/>
        </p:spPr>
        <p:txBody>
          <a:bodyPr wrap="square" lIns="0" rIns="0" tIns="0" bIns="0" anchor="ctr">
            <a:spAutoFit/>
          </a:bodyPr>
          <a:lstStyle/>
          <a:p>
            <a:pPr algn="ctr">
              <a:spcAft>
                <a:spcPts val="200"/>
              </a:spcAft>
              <a:defRPr sz="2100" b="1">
                <a:solidFill>
                  <a:srgbClr val="8C64E1"/>
                </a:solidFill>
                <a:latin typeface="Alibaba PuHuiTi 3.0 115 Black"/>
              </a:defRPr>
            </a:pPr>
            <a:r>
              <a:t>原始</a:t>
            </a:r>
          </a:p>
        </p:txBody>
      </p:sp>
      <p:sp xmlns:a="http://schemas.openxmlformats.org/drawingml/2006/main">
        <p:nvSpPr>
          <p:cNvPr id="14" name="Rectangle 13"/>
          <p:cNvSpPr/>
          <p:nvPr/>
        </p:nvSpPr>
        <p:spPr>
          <a:xfrm>
            <a:off x="146304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77393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208483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2395728"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2706624"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301752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332841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363931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46304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77393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208483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2395728"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2706624"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301752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332841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363931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46304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77393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208483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2395728"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2706624"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301752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332841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363931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146304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177393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208483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2395728"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2706624"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301752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332841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363931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5166360" y="3438144"/>
            <a:ext cx="2743200" cy="365760"/>
          </a:xfrm>
          <a:prstGeom prst="rect">
            <a:avLst/>
          </a:prstGeom>
          <a:noFill/>
        </p:spPr>
        <p:txBody>
          <a:bodyPr wrap="square" lIns="0" rIns="0" tIns="0" bIns="0" anchor="ctr">
            <a:spAutoFit/>
          </a:bodyPr>
          <a:lstStyle/>
          <a:p>
            <a:pPr algn="ctr">
              <a:spcAft>
                <a:spcPts val="200"/>
              </a:spcAft>
              <a:defRPr sz="2100" b="1">
                <a:solidFill>
                  <a:srgbClr val="8C64E1"/>
                </a:solidFill>
                <a:latin typeface="Alibaba PuHuiTi 3.0 115 Black"/>
              </a:defRPr>
            </a:pPr>
            <a:r>
              <a:t>无损恢复</a:t>
            </a:r>
          </a:p>
        </p:txBody>
      </p:sp>
      <p:sp xmlns:a="http://schemas.openxmlformats.org/drawingml/2006/main">
        <p:nvSpPr>
          <p:cNvPr id="47" name="Rectangle 46"/>
          <p:cNvSpPr/>
          <p:nvPr/>
        </p:nvSpPr>
        <p:spPr>
          <a:xfrm>
            <a:off x="516636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547725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578815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0" name="Rectangle 49"/>
          <p:cNvSpPr/>
          <p:nvPr/>
        </p:nvSpPr>
        <p:spPr>
          <a:xfrm>
            <a:off x="6099048"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6409944"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672084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3" name="Rectangle 52"/>
          <p:cNvSpPr/>
          <p:nvPr/>
        </p:nvSpPr>
        <p:spPr>
          <a:xfrm>
            <a:off x="703173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4" name="Rectangle 53"/>
          <p:cNvSpPr/>
          <p:nvPr/>
        </p:nvSpPr>
        <p:spPr>
          <a:xfrm>
            <a:off x="734263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516636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547725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7" name="Rectangle 56"/>
          <p:cNvSpPr/>
          <p:nvPr/>
        </p:nvSpPr>
        <p:spPr>
          <a:xfrm>
            <a:off x="578815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8" name="Rectangle 57"/>
          <p:cNvSpPr/>
          <p:nvPr/>
        </p:nvSpPr>
        <p:spPr>
          <a:xfrm>
            <a:off x="6099048"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9" name="Rectangle 58"/>
          <p:cNvSpPr/>
          <p:nvPr/>
        </p:nvSpPr>
        <p:spPr>
          <a:xfrm>
            <a:off x="6409944"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0" name="Rectangle 59"/>
          <p:cNvSpPr/>
          <p:nvPr/>
        </p:nvSpPr>
        <p:spPr>
          <a:xfrm>
            <a:off x="672084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1" name="Rectangle 60"/>
          <p:cNvSpPr/>
          <p:nvPr/>
        </p:nvSpPr>
        <p:spPr>
          <a:xfrm>
            <a:off x="703173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2" name="Rectangle 61"/>
          <p:cNvSpPr/>
          <p:nvPr/>
        </p:nvSpPr>
        <p:spPr>
          <a:xfrm>
            <a:off x="734263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3" name="Rectangle 62"/>
          <p:cNvSpPr/>
          <p:nvPr/>
        </p:nvSpPr>
        <p:spPr>
          <a:xfrm>
            <a:off x="516636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4" name="Rectangle 63"/>
          <p:cNvSpPr/>
          <p:nvPr/>
        </p:nvSpPr>
        <p:spPr>
          <a:xfrm>
            <a:off x="547725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5" name="Rectangle 64"/>
          <p:cNvSpPr/>
          <p:nvPr/>
        </p:nvSpPr>
        <p:spPr>
          <a:xfrm>
            <a:off x="578815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6" name="Rectangle 65"/>
          <p:cNvSpPr/>
          <p:nvPr/>
        </p:nvSpPr>
        <p:spPr>
          <a:xfrm>
            <a:off x="6099048"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7" name="Rectangle 66"/>
          <p:cNvSpPr/>
          <p:nvPr/>
        </p:nvSpPr>
        <p:spPr>
          <a:xfrm>
            <a:off x="6409944"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8" name="Rectangle 67"/>
          <p:cNvSpPr/>
          <p:nvPr/>
        </p:nvSpPr>
        <p:spPr>
          <a:xfrm>
            <a:off x="672084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9" name="Rectangle 68"/>
          <p:cNvSpPr/>
          <p:nvPr/>
        </p:nvSpPr>
        <p:spPr>
          <a:xfrm>
            <a:off x="703173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0" name="Rectangle 69"/>
          <p:cNvSpPr/>
          <p:nvPr/>
        </p:nvSpPr>
        <p:spPr>
          <a:xfrm>
            <a:off x="734263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1" name="Rectangle 70"/>
          <p:cNvSpPr/>
          <p:nvPr/>
        </p:nvSpPr>
        <p:spPr>
          <a:xfrm>
            <a:off x="516636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2" name="Rectangle 71"/>
          <p:cNvSpPr/>
          <p:nvPr/>
        </p:nvSpPr>
        <p:spPr>
          <a:xfrm>
            <a:off x="547725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3" name="Rectangle 72"/>
          <p:cNvSpPr/>
          <p:nvPr/>
        </p:nvSpPr>
        <p:spPr>
          <a:xfrm>
            <a:off x="578815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4" name="Rectangle 73"/>
          <p:cNvSpPr/>
          <p:nvPr/>
        </p:nvSpPr>
        <p:spPr>
          <a:xfrm>
            <a:off x="6099048"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5" name="Rectangle 74"/>
          <p:cNvSpPr/>
          <p:nvPr/>
        </p:nvSpPr>
        <p:spPr>
          <a:xfrm>
            <a:off x="6409944"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6" name="Rectangle 75"/>
          <p:cNvSpPr/>
          <p:nvPr/>
        </p:nvSpPr>
        <p:spPr>
          <a:xfrm>
            <a:off x="672084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7" name="Rectangle 76"/>
          <p:cNvSpPr/>
          <p:nvPr/>
        </p:nvSpPr>
        <p:spPr>
          <a:xfrm>
            <a:off x="703173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8" name="Rectangle 77"/>
          <p:cNvSpPr/>
          <p:nvPr/>
        </p:nvSpPr>
        <p:spPr>
          <a:xfrm>
            <a:off x="734263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9" name="TextBox 78"/>
          <p:cNvSpPr txBox="1"/>
          <p:nvPr/>
        </p:nvSpPr>
        <p:spPr>
          <a:xfrm>
            <a:off x="8869680" y="3438144"/>
            <a:ext cx="2743200" cy="365760"/>
          </a:xfrm>
          <a:prstGeom prst="rect">
            <a:avLst/>
          </a:prstGeom>
          <a:noFill/>
        </p:spPr>
        <p:txBody>
          <a:bodyPr wrap="square" lIns="0" rIns="0" tIns="0" bIns="0" anchor="ctr">
            <a:spAutoFit/>
          </a:bodyPr>
          <a:lstStyle/>
          <a:p>
            <a:pPr algn="ctr">
              <a:spcAft>
                <a:spcPts val="200"/>
              </a:spcAft>
              <a:defRPr sz="2100" b="1">
                <a:solidFill>
                  <a:srgbClr val="007C9B"/>
                </a:solidFill>
                <a:latin typeface="Alibaba PuHuiTi 3.0 115 Black"/>
              </a:defRPr>
            </a:pPr>
            <a:r>
              <a:t>有损近似</a:t>
            </a:r>
          </a:p>
        </p:txBody>
      </p:sp>
      <p:sp xmlns:a="http://schemas.openxmlformats.org/drawingml/2006/main">
        <p:nvSpPr>
          <p:cNvPr id="80" name="Rectangle 79"/>
          <p:cNvSpPr/>
          <p:nvPr/>
        </p:nvSpPr>
        <p:spPr>
          <a:xfrm>
            <a:off x="886968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1" name="Rectangle 80"/>
          <p:cNvSpPr/>
          <p:nvPr/>
        </p:nvSpPr>
        <p:spPr>
          <a:xfrm>
            <a:off x="918057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2" name="Rectangle 81"/>
          <p:cNvSpPr/>
          <p:nvPr/>
        </p:nvSpPr>
        <p:spPr>
          <a:xfrm>
            <a:off x="949147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3" name="Rectangle 82"/>
          <p:cNvSpPr/>
          <p:nvPr/>
        </p:nvSpPr>
        <p:spPr>
          <a:xfrm>
            <a:off x="9802367"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4" name="Rectangle 83"/>
          <p:cNvSpPr/>
          <p:nvPr/>
        </p:nvSpPr>
        <p:spPr>
          <a:xfrm>
            <a:off x="10113263"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5" name="Rectangle 84"/>
          <p:cNvSpPr/>
          <p:nvPr/>
        </p:nvSpPr>
        <p:spPr>
          <a:xfrm>
            <a:off x="10424159"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6" name="Rectangle 85"/>
          <p:cNvSpPr/>
          <p:nvPr/>
        </p:nvSpPr>
        <p:spPr>
          <a:xfrm>
            <a:off x="10735055" y="395935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7" name="Rectangle 86"/>
          <p:cNvSpPr/>
          <p:nvPr/>
        </p:nvSpPr>
        <p:spPr>
          <a:xfrm>
            <a:off x="1104595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8" name="Rectangle 87"/>
          <p:cNvSpPr/>
          <p:nvPr/>
        </p:nvSpPr>
        <p:spPr>
          <a:xfrm>
            <a:off x="886968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9" name="Rectangle 88"/>
          <p:cNvSpPr/>
          <p:nvPr/>
        </p:nvSpPr>
        <p:spPr>
          <a:xfrm>
            <a:off x="918057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0" name="Rectangle 89"/>
          <p:cNvSpPr/>
          <p:nvPr/>
        </p:nvSpPr>
        <p:spPr>
          <a:xfrm>
            <a:off x="949147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1" name="Rectangle 90"/>
          <p:cNvSpPr/>
          <p:nvPr/>
        </p:nvSpPr>
        <p:spPr>
          <a:xfrm>
            <a:off x="9802367"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2" name="Rectangle 91"/>
          <p:cNvSpPr/>
          <p:nvPr/>
        </p:nvSpPr>
        <p:spPr>
          <a:xfrm>
            <a:off x="10113263"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3" name="Rectangle 92"/>
          <p:cNvSpPr/>
          <p:nvPr/>
        </p:nvSpPr>
        <p:spPr>
          <a:xfrm>
            <a:off x="10424159"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4" name="Rectangle 93"/>
          <p:cNvSpPr/>
          <p:nvPr/>
        </p:nvSpPr>
        <p:spPr>
          <a:xfrm>
            <a:off x="10735055"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5" name="Rectangle 94"/>
          <p:cNvSpPr/>
          <p:nvPr/>
        </p:nvSpPr>
        <p:spPr>
          <a:xfrm>
            <a:off x="1104595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6" name="Rectangle 95"/>
          <p:cNvSpPr/>
          <p:nvPr/>
        </p:nvSpPr>
        <p:spPr>
          <a:xfrm>
            <a:off x="886968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7" name="Rectangle 96"/>
          <p:cNvSpPr/>
          <p:nvPr/>
        </p:nvSpPr>
        <p:spPr>
          <a:xfrm>
            <a:off x="918057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8" name="Rectangle 97"/>
          <p:cNvSpPr/>
          <p:nvPr/>
        </p:nvSpPr>
        <p:spPr>
          <a:xfrm>
            <a:off x="949147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9" name="Rectangle 98"/>
          <p:cNvSpPr/>
          <p:nvPr/>
        </p:nvSpPr>
        <p:spPr>
          <a:xfrm>
            <a:off x="9802367" y="459943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0" name="Rectangle 99"/>
          <p:cNvSpPr/>
          <p:nvPr/>
        </p:nvSpPr>
        <p:spPr>
          <a:xfrm>
            <a:off x="10113263"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1" name="Rectangle 100"/>
          <p:cNvSpPr/>
          <p:nvPr/>
        </p:nvSpPr>
        <p:spPr>
          <a:xfrm>
            <a:off x="10424159"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2" name="Rectangle 101"/>
          <p:cNvSpPr/>
          <p:nvPr/>
        </p:nvSpPr>
        <p:spPr>
          <a:xfrm>
            <a:off x="10735055"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3" name="Rectangle 102"/>
          <p:cNvSpPr/>
          <p:nvPr/>
        </p:nvSpPr>
        <p:spPr>
          <a:xfrm>
            <a:off x="1104595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4" name="Rectangle 103"/>
          <p:cNvSpPr/>
          <p:nvPr/>
        </p:nvSpPr>
        <p:spPr>
          <a:xfrm>
            <a:off x="886968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5" name="Rectangle 104"/>
          <p:cNvSpPr/>
          <p:nvPr/>
        </p:nvSpPr>
        <p:spPr>
          <a:xfrm>
            <a:off x="918057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6" name="Rectangle 105"/>
          <p:cNvSpPr/>
          <p:nvPr/>
        </p:nvSpPr>
        <p:spPr>
          <a:xfrm>
            <a:off x="949147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7" name="Rectangle 106"/>
          <p:cNvSpPr/>
          <p:nvPr/>
        </p:nvSpPr>
        <p:spPr>
          <a:xfrm>
            <a:off x="9802367"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8" name="Rectangle 107"/>
          <p:cNvSpPr/>
          <p:nvPr/>
        </p:nvSpPr>
        <p:spPr>
          <a:xfrm>
            <a:off x="10113263"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9" name="Rectangle 108"/>
          <p:cNvSpPr/>
          <p:nvPr/>
        </p:nvSpPr>
        <p:spPr>
          <a:xfrm>
            <a:off x="10424159" y="491947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0" name="Rectangle 109"/>
          <p:cNvSpPr/>
          <p:nvPr/>
        </p:nvSpPr>
        <p:spPr>
          <a:xfrm>
            <a:off x="10735055"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1" name="Rectangle 110"/>
          <p:cNvSpPr/>
          <p:nvPr/>
        </p:nvSpPr>
        <p:spPr>
          <a:xfrm>
            <a:off x="1104595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2" name="TextBox 111"/>
          <p:cNvSpPr txBox="1"/>
          <p:nvPr/>
        </p:nvSpPr>
        <p:spPr>
          <a:xfrm>
            <a:off x="4507992" y="5330952"/>
            <a:ext cx="2148840" cy="356616"/>
          </a:xfrm>
          <a:prstGeom prst="rect">
            <a:avLst/>
          </a:prstGeom>
          <a:noFill/>
        </p:spPr>
        <p:txBody>
          <a:bodyPr wrap="square" lIns="0" rIns="0" tIns="0" bIns="0" anchor="ctr">
            <a:spAutoFit/>
          </a:bodyPr>
          <a:lstStyle/>
          <a:p>
            <a:pPr>
              <a:spcAft>
                <a:spcPts val="200"/>
              </a:spcAft>
              <a:defRPr sz="1800" b="1">
                <a:solidFill>
                  <a:srgbClr val="8C64E1"/>
                </a:solidFill>
                <a:latin typeface="Alibaba PuHuiTi 3.0 115 Black"/>
              </a:defRPr>
            </a:pPr>
            <a:r>
              <a:t>逐格一致</a:t>
            </a:r>
          </a:p>
        </p:txBody>
      </p:sp>
      <p:sp xmlns:a="http://schemas.openxmlformats.org/drawingml/2006/main">
        <p:nvSpPr>
          <p:cNvPr id="113" name="TextBox 112"/>
          <p:cNvSpPr txBox="1"/>
          <p:nvPr/>
        </p:nvSpPr>
        <p:spPr>
          <a:xfrm>
            <a:off x="8284464" y="5330952"/>
            <a:ext cx="2286000" cy="356616"/>
          </a:xfrm>
          <a:prstGeom prst="rect">
            <a:avLst/>
          </a:prstGeom>
          <a:noFill/>
        </p:spPr>
        <p:txBody>
          <a:bodyPr wrap="square" lIns="0" rIns="0" tIns="0" bIns="0" anchor="ctr">
            <a:spAutoFit/>
          </a:bodyPr>
          <a:lstStyle/>
          <a:p>
            <a:pPr>
              <a:spcAft>
                <a:spcPts val="200"/>
              </a:spcAft>
              <a:defRPr sz="1800" b="1">
                <a:solidFill>
                  <a:srgbClr val="007C9B"/>
                </a:solidFill>
                <a:latin typeface="Alibaba PuHuiTi 3.0 115 Black"/>
              </a:defRPr>
            </a:pPr>
            <a:r>
              <a:t>部分细节变化</a:t>
            </a:r>
          </a:p>
        </p:txBody>
      </p:sp>
    </p:spTree>
    <p:extLst>
      <p:ext uri="{BB962C8B-B14F-4D97-AF65-F5344CB8AC3E}">
        <p14:creationId xmlns:p14="http://schemas.microsoft.com/office/powerpoint/2010/main" val="135291892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format-category-0">
            <a:extLst xmlns:a="http://schemas.openxmlformats.org/drawingml/2006/main">
              <a:ext uri="{FF2B5EF4-FFF2-40B4-BE49-F238E27FC236}">
                <a16:creationId xmlns:a16="http://schemas.microsoft.com/office/drawing/2014/main" id="{5CAC08A9-99B6-4358-B5E4-B7AB971B3391}"/>
              </a:ext>
            </a:extLst>
          </p:cNvPr>
          <p:cNvSpPr>
            <a:spLocks xmlns:a="http://schemas.openxmlformats.org/drawingml/2006/main" noGrp="1"/>
          </p:cNvSpPr>
          <p:nvPr/>
        </p:nvSpPr>
        <p:spPr>
          <a:xfrm xmlns:a="http://schemas.openxmlformats.org/drawingml/2006/main">
            <a:off x="609600" y="22764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归档格式</a:t>
            </a:r>
          </a:p>
        </p:txBody>
      </p:sp>
      <p:sp>
        <p:nvSpPr>
          <p:cNvPr id="6" name="format-example-0">
            <a:extLst xmlns:a="http://schemas.openxmlformats.org/drawingml/2006/main">
              <a:ext uri="{FF2B5EF4-FFF2-40B4-BE49-F238E27FC236}">
                <a16:creationId xmlns:a16="http://schemas.microsoft.com/office/drawing/2014/main" id="{D9F02CD6-28B7-45D0-A5EC-4A9F74E9AD8B}"/>
              </a:ext>
            </a:extLst>
          </p:cNvPr>
          <p:cNvSpPr>
            <a:spLocks xmlns:a="http://schemas.openxmlformats.org/drawingml/2006/main" noGrp="1"/>
          </p:cNvSpPr>
          <p:nvPr/>
        </p:nvSpPr>
        <p:spPr>
          <a:xfrm xmlns:a="http://schemas.openxmlformats.org/drawingml/2006/main">
            <a:off x="3476625" y="22764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ZIP / RAR</a:t>
            </a:r>
          </a:p>
        </p:txBody>
      </p:sp>
      <p:sp>
        <p:nvSpPr>
          <p:cNvPr id="7" name="format-qualification-0">
            <a:extLst xmlns:a="http://schemas.openxmlformats.org/drawingml/2006/main">
              <a:ext uri="{FF2B5EF4-FFF2-40B4-BE49-F238E27FC236}">
                <a16:creationId xmlns:a16="http://schemas.microsoft.com/office/drawing/2014/main" id="{DF3D4BD6-8AED-4A56-998D-636BD5736CC1}"/>
              </a:ext>
            </a:extLst>
          </p:cNvPr>
          <p:cNvSpPr>
            <a:spLocks xmlns:a="http://schemas.openxmlformats.org/drawingml/2006/main" noGrp="1"/>
          </p:cNvSpPr>
          <p:nvPr/>
        </p:nvSpPr>
        <p:spPr>
          <a:xfrm xmlns:a="http://schemas.openxmlformats.org/drawingml/2006/main">
            <a:off x="7181850" y="22764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常用无损压缩，恢复原始文件。</a:t>
            </a:r>
          </a:p>
        </p:txBody>
      </p:sp>
      <p:sp>
        <p:nvSpPr>
          <p:cNvPr id="8" name="format-divider-0">
            <a:extLst xmlns:a="http://schemas.openxmlformats.org/drawingml/2006/main">
              <a:ext uri="{FF2B5EF4-FFF2-40B4-BE49-F238E27FC236}">
                <a16:creationId xmlns:a16="http://schemas.microsoft.com/office/drawing/2014/main" id="{DB12A7D7-6287-4E13-AD5C-E97023640F7B}"/>
              </a:ext>
            </a:extLst>
          </p:cNvPr>
          <p:cNvSpPr>
            <a:spLocks xmlns:a="http://schemas.openxmlformats.org/drawingml/2006/main" noGrp="1"/>
          </p:cNvSpPr>
          <p:nvPr/>
        </p:nvSpPr>
        <p:spPr>
          <a:xfrm xmlns:a="http://schemas.openxmlformats.org/drawingml/2006/main">
            <a:off x="609600" y="30670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9" name="format-category-1">
            <a:extLst xmlns:a="http://schemas.openxmlformats.org/drawingml/2006/main">
              <a:ext uri="{FF2B5EF4-FFF2-40B4-BE49-F238E27FC236}">
                <a16:creationId xmlns:a16="http://schemas.microsoft.com/office/drawing/2014/main" id="{55D4ECB0-6B30-4623-A106-97F85B8D378B}"/>
              </a:ext>
            </a:extLst>
          </p:cNvPr>
          <p:cNvSpPr>
            <a:spLocks xmlns:a="http://schemas.openxmlformats.org/drawingml/2006/main" noGrp="1"/>
          </p:cNvSpPr>
          <p:nvPr/>
        </p:nvSpPr>
        <p:spPr>
          <a:xfrm xmlns:a="http://schemas.openxmlformats.org/drawingml/2006/main">
            <a:off x="609600" y="33813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音频编码</a:t>
            </a:r>
          </a:p>
        </p:txBody>
      </p:sp>
      <p:sp>
        <p:nvSpPr>
          <p:cNvPr id="10" name="format-example-1">
            <a:extLst xmlns:a="http://schemas.openxmlformats.org/drawingml/2006/main">
              <a:ext uri="{FF2B5EF4-FFF2-40B4-BE49-F238E27FC236}">
                <a16:creationId xmlns:a16="http://schemas.microsoft.com/office/drawing/2014/main" id="{F8973337-5B37-4D97-A64F-E741E791781D}"/>
              </a:ext>
            </a:extLst>
          </p:cNvPr>
          <p:cNvSpPr>
            <a:spLocks xmlns:a="http://schemas.openxmlformats.org/drawingml/2006/main" noGrp="1"/>
          </p:cNvSpPr>
          <p:nvPr/>
        </p:nvSpPr>
        <p:spPr>
          <a:xfrm xmlns:a="http://schemas.openxmlformats.org/drawingml/2006/main">
            <a:off x="3476625" y="33813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MP3</a:t>
            </a:r>
          </a:p>
        </p:txBody>
      </p:sp>
      <p:sp>
        <p:nvSpPr>
          <p:cNvPr id="11" name="format-qualification-1">
            <a:extLst xmlns:a="http://schemas.openxmlformats.org/drawingml/2006/main">
              <a:ext uri="{FF2B5EF4-FFF2-40B4-BE49-F238E27FC236}">
                <a16:creationId xmlns:a16="http://schemas.microsoft.com/office/drawing/2014/main" id="{E29F76B4-6530-4E23-9C43-1DC9C8742A55}"/>
              </a:ext>
            </a:extLst>
          </p:cNvPr>
          <p:cNvSpPr>
            <a:spLocks xmlns:a="http://schemas.openxmlformats.org/drawingml/2006/main" noGrp="1"/>
          </p:cNvSpPr>
          <p:nvPr/>
        </p:nvSpPr>
        <p:spPr>
          <a:xfrm xmlns:a="http://schemas.openxmlformats.org/drawingml/2006/main">
            <a:off x="7181850" y="33813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12" name="format-divider-1">
            <a:extLst xmlns:a="http://schemas.openxmlformats.org/drawingml/2006/main">
              <a:ext uri="{FF2B5EF4-FFF2-40B4-BE49-F238E27FC236}">
                <a16:creationId xmlns:a16="http://schemas.microsoft.com/office/drawing/2014/main" id="{50AA9A69-D82B-45FD-AF92-701B5E08A82B}"/>
              </a:ext>
            </a:extLst>
          </p:cNvPr>
          <p:cNvSpPr>
            <a:spLocks xmlns:a="http://schemas.openxmlformats.org/drawingml/2006/main" noGrp="1"/>
          </p:cNvSpPr>
          <p:nvPr/>
        </p:nvSpPr>
        <p:spPr>
          <a:xfrm xmlns:a="http://schemas.openxmlformats.org/drawingml/2006/main">
            <a:off x="609600" y="4171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13" name="format-category-2">
            <a:extLst xmlns:a="http://schemas.openxmlformats.org/drawingml/2006/main">
              <a:ext uri="{FF2B5EF4-FFF2-40B4-BE49-F238E27FC236}">
                <a16:creationId xmlns:a16="http://schemas.microsoft.com/office/drawing/2014/main" id="{457EE457-49A9-49F2-89E1-E26DACE37378}"/>
              </a:ext>
            </a:extLst>
          </p:cNvPr>
          <p:cNvSpPr>
            <a:spLocks xmlns:a="http://schemas.openxmlformats.org/drawingml/2006/main" noGrp="1"/>
          </p:cNvSpPr>
          <p:nvPr/>
        </p:nvSpPr>
        <p:spPr>
          <a:xfrm xmlns:a="http://schemas.openxmlformats.org/drawingml/2006/main">
            <a:off x="609600" y="44862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容器</a:t>
            </a:r>
          </a:p>
        </p:txBody>
      </p:sp>
      <p:sp>
        <p:nvSpPr>
          <p:cNvPr id="14" name="format-example-2">
            <a:extLst xmlns:a="http://schemas.openxmlformats.org/drawingml/2006/main">
              <a:ext uri="{FF2B5EF4-FFF2-40B4-BE49-F238E27FC236}">
                <a16:creationId xmlns:a16="http://schemas.microsoft.com/office/drawing/2014/main" id="{FE88AEA4-4BC7-4572-8637-722CDD7FE0B2}"/>
              </a:ext>
            </a:extLst>
          </p:cNvPr>
          <p:cNvSpPr>
            <a:spLocks xmlns:a="http://schemas.openxmlformats.org/drawingml/2006/main" noGrp="1"/>
          </p:cNvSpPr>
          <p:nvPr/>
        </p:nvSpPr>
        <p:spPr>
          <a:xfrm xmlns:a="http://schemas.openxmlformats.org/drawingml/2006/main">
            <a:off x="3476625" y="4486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WAV / MP4</a:t>
            </a:r>
          </a:p>
        </p:txBody>
      </p:sp>
      <p:sp>
        <p:nvSpPr>
          <p:cNvPr id="15" name="format-qualification-2">
            <a:extLst xmlns:a="http://schemas.openxmlformats.org/drawingml/2006/main">
              <a:ext uri="{FF2B5EF4-FFF2-40B4-BE49-F238E27FC236}">
                <a16:creationId xmlns:a16="http://schemas.microsoft.com/office/drawing/2014/main" id="{C8618572-A5CC-42CA-8D54-B24516E74312}"/>
              </a:ext>
            </a:extLst>
          </p:cNvPr>
          <p:cNvSpPr>
            <a:spLocks xmlns:a="http://schemas.openxmlformats.org/drawingml/2006/main" noGrp="1"/>
          </p:cNvSpPr>
          <p:nvPr/>
        </p:nvSpPr>
        <p:spPr>
          <a:xfrm xmlns:a="http://schemas.openxmlformats.org/drawingml/2006/main">
            <a:off x="7181850" y="44862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WAV常装PCM；MP4可装音视频。</a:t>
            </a:r>
          </a:p>
        </p:txBody>
      </p:sp>
      <p:sp>
        <p:nvSpPr>
          <p:cNvPr id="16" name="text">
            <a:extLst xmlns:a="http://schemas.openxmlformats.org/drawingml/2006/main">
              <a:ext uri="{FF2B5EF4-FFF2-40B4-BE49-F238E27FC236}">
                <a16:creationId xmlns:a16="http://schemas.microsoft.com/office/drawing/2014/main" id="{BF4008AC-A2B5-4122-ACEE-029B662A8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容器名不能单独确定内部编码，也不能单独判断有损或无损。</a:t>
            </a:r>
          </a:p>
        </p:txBody>
      </p:sp>
    </p:spTree>
    <p:extLst>
      <p:ext uri="{BB962C8B-B14F-4D97-AF65-F5344CB8AC3E}">
        <p14:creationId xmlns:p14="http://schemas.microsoft.com/office/powerpoint/2010/main" val="3847893"/>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609600"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60960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96037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3111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66191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01267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36344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71421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06498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41575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60960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96037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3111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66191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01267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36344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71421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06498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41575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60960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96037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3111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66191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01267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36344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71421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06498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41575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60960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9603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31114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66191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01267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36344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71421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06498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41575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60960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9603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31114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66191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01267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36344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71421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06498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41575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60960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9603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31114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66191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01267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36344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71421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06498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41575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609600"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387121"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38712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473789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08866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4394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579020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140970"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4917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684250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19328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38712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473789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08866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4394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57902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140970"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4917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684250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19328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38712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473789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08866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4394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57902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140970"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4917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684250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19328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38712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473789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08866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4394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579020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1409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49174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6842509"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19328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38712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473789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08866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4394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57902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1409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49174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6842509"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19328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38712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473789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08866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43943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57902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1409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49174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6842509"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19328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387121"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164643"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164643"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51541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886618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21695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56772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991849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26926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06200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097080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164643"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51541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886618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21695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56772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991849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26926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06200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09708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164643"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51541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886618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21695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56772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991849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26926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06200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09708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164643"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51541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886618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21695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56772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991849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26926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06200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097080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164643"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51541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886618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21695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56772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991849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26926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06200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09708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164643"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51541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886618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21695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56772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991849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26926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062003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09708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164643"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394552553"/>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同一张图：BMP与JPG有什么不同？</a:t>
            </a:r>
          </a:p>
        </p:txBody>
      </p:sp>
      <p:sp>
        <p:nvSpPr>
          <p:cNvPr id="5" name="Connector 4">
            <a:extLst xmlns:a="http://schemas.openxmlformats.org/drawingml/2006/main">
              <a:ext uri="{FF2B5EF4-FFF2-40B4-BE49-F238E27FC236}">
                <a16:creationId xmlns:a16="http://schemas.microsoft.com/office/drawing/2014/main" id="{04153AC0-6909-414A-93DB-0C1026D0FEB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F38FA012-513F-437C-867C-6600EE0E5BA6}"/>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BMP（课堂例：未压缩）</a:t>
            </a:r>
          </a:p>
        </p:txBody>
      </p:sp>
      <p:sp>
        <p:nvSpPr>
          <p:cNvPr id="7" name="TextBox 6">
            <a:extLst xmlns:a="http://schemas.openxmlformats.org/drawingml/2006/main">
              <a:ext uri="{FF2B5EF4-FFF2-40B4-BE49-F238E27FC236}">
                <a16:creationId xmlns:a16="http://schemas.microsoft.com/office/drawing/2014/main" id="{C705A9B2-0C56-46EB-9618-7775F124CCD7}"/>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JPG（常见有损）</a:t>
            </a:r>
          </a:p>
        </p:txBody>
      </p:sp>
      <p:sp>
        <p:nvSpPr>
          <p:cNvPr id="8" name="TextBox 7">
            <a:extLst xmlns:a="http://schemas.openxmlformats.org/drawingml/2006/main">
              <a:ext uri="{FF2B5EF4-FFF2-40B4-BE49-F238E27FC236}">
                <a16:creationId xmlns:a16="http://schemas.microsoft.com/office/drawing/2014/main" id="{7137896A-B17D-4473-96ED-64D9F4AAC844}"/>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保存每个像素的颜色信息。</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可能占用较多空间。</a:t>
            </a:r>
          </a:p>
        </p:txBody>
      </p:sp>
      <p:sp>
        <p:nvSpPr>
          <p:cNvPr id="9" name="TextBox 8">
            <a:extLst xmlns:a="http://schemas.openxmlformats.org/drawingml/2006/main">
              <a:ext uri="{FF2B5EF4-FFF2-40B4-BE49-F238E27FC236}">
                <a16:creationId xmlns:a16="http://schemas.microsoft.com/office/drawing/2014/main" id="{199ADC3E-1E69-4462-BBA7-4FE6F8474CF9}"/>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对图像进行近似表示。</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文件可能明显更小，</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但不能逐像素完全还原。</a:t>
            </a:r>
          </a:p>
        </p:txBody>
      </p:sp>
      <p:sp>
        <p:nvSpPr>
          <p:cNvPr id="10" name="TextBox 9">
            <a:extLst xmlns:a="http://schemas.openxmlformats.org/drawingml/2006/main">
              <a:ext uri="{FF2B5EF4-FFF2-40B4-BE49-F238E27FC236}">
                <a16:creationId xmlns:a16="http://schemas.microsoft.com/office/drawing/2014/main" id="{73F34A87-FDD6-4626-AC71-9DF15E08B25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有损不等于看起来一定明显变差；质量与参数有关。</a:t>
            </a:r>
          </a:p>
        </p:txBody>
      </p:sp>
      <p:sp xmlns:a="http://schemas.openxmlformats.org/drawingml/2006/main">
        <p:nvSpPr>
          <p:cNvPr id="11" name="Rectangle 10"/>
          <p:cNvSpPr/>
          <p:nvPr/>
        </p:nvSpPr>
        <p:spPr>
          <a:xfrm>
            <a:off x="713232" y="1664208"/>
            <a:ext cx="10744200" cy="3904487"/>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051560" y="1965960"/>
            <a:ext cx="466344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左：原始局部（放大）</a:t>
            </a:r>
          </a:p>
        </p:txBody>
      </p:sp>
      <p:sp xmlns:a="http://schemas.openxmlformats.org/drawingml/2006/main">
        <p:nvSpPr>
          <p:cNvPr id="13" name="TextBox 12"/>
          <p:cNvSpPr txBox="1"/>
          <p:nvPr/>
        </p:nvSpPr>
        <p:spPr>
          <a:xfrm>
            <a:off x="6400800" y="1965960"/>
            <a:ext cx="4709160" cy="329184"/>
          </a:xfrm>
          <a:prstGeom prst="rect">
            <a:avLst/>
          </a:prstGeom>
          <a:noFill/>
        </p:spPr>
        <p:txBody>
          <a:bodyPr wrap="square" lIns="0" rIns="0" tIns="0" bIns="0" anchor="ctr">
            <a:spAutoFit/>
          </a:bodyPr>
          <a:lstStyle/>
          <a:p>
            <a:pPr>
              <a:spcAft>
                <a:spcPts val="200"/>
              </a:spcAft>
              <a:defRPr sz="1700" b="1">
                <a:solidFill>
                  <a:srgbClr val="007C9B"/>
                </a:solidFill>
                <a:latin typeface="Alibaba PuHuiTi 3.0 115 Black"/>
              </a:defRPr>
            </a:pPr>
            <a:r>
              <a:t>右：低质量JPEG（放大）</a:t>
            </a:r>
          </a:p>
        </p:txBody>
      </p:sp>
      <p:pic xmlns:a="http://schemas.openxmlformats.org/drawingml/2006/main" xmlns:r="http://schemas.openxmlformats.org/officeDocument/2006/relationships">
        <p:nvPicPr>
          <p:cNvPr id="14" name="融合证据图_v8.4.10_原页63" descr="image.png"/>
          <p:cNvPicPr>
            <a:picLocks noChangeAspect="1"/>
          </p:cNvPicPr>
          <p:nvPr/>
        </p:nvPicPr>
        <p:blipFill>
          <a:blip r:embed="rId3"/>
          <a:stretch>
            <a:fillRect/>
          </a:stretch>
        </p:blipFill>
        <p:spPr>
          <a:xfrm>
            <a:off x="1078992" y="2432304"/>
            <a:ext cx="9966960" cy="2788920"/>
          </a:xfrm>
          <a:prstGeom prst="rect">
            <a:avLst/>
          </a:prstGeom>
        </p:spPr>
      </p:pic>
      <p:sp xmlns:a="http://schemas.openxmlformats.org/drawingml/2006/main">
        <p:nvSpPr>
          <p:cNvPr id="15" name="Rectangle 14"/>
          <p:cNvSpPr/>
          <p:nvPr/>
        </p:nvSpPr>
        <p:spPr>
          <a:xfrm>
            <a:off x="1389888" y="5330952"/>
            <a:ext cx="9418320" cy="484632"/>
          </a:xfrm>
          <a:prstGeom prst="rect">
            <a:avLst/>
          </a:prstGeom>
          <a:solidFill>
            <a:srgbClr val="F6F3FF"/>
          </a:solidFill>
          <a:ln w="12700">
            <a:solidFill>
              <a:srgbClr val="E6E6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1517904" y="5376672"/>
            <a:ext cx="9180576" cy="384048"/>
          </a:xfrm>
          <a:prstGeom prst="rect">
            <a:avLst/>
          </a:prstGeom>
          <a:noFill/>
        </p:spPr>
        <p:txBody>
          <a:bodyPr wrap="square" lIns="0" rIns="0" tIns="0" bIns="0" anchor="ctr">
            <a:spAutoFit/>
          </a:bodyPr>
          <a:lstStyle/>
          <a:p>
            <a:pPr algn="ctr">
              <a:spcAft>
                <a:spcPts val="200"/>
              </a:spcAft>
              <a:defRPr sz="1800" b="1">
                <a:solidFill>
                  <a:srgbClr val="8C64E1"/>
                </a:solidFill>
                <a:latin typeface="Alibaba PuHuiTi 3.0 115 Black"/>
              </a:defRPr>
            </a:pPr>
            <a:r>
              <a:t>对照条件：同一局部放大 · JPEG极低质量只为放大差别</a:t>
            </a:r>
          </a:p>
        </p:txBody>
      </p:sp>
    </p:spTree>
    <p:extLst>
      <p:ext uri="{BB962C8B-B14F-4D97-AF65-F5344CB8AC3E}">
        <p14:creationId xmlns:p14="http://schemas.microsoft.com/office/powerpoint/2010/main" val="1509452929"/>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63BCB798-5ADB-4438-AEC7-43608A28CACD}"/>
              </a:ext>
            </a:extLst>
          </p:cNvPr>
          <p:cNvPicPr>
            <a:picLocks xmlns:a="http://schemas.openxmlformats.org/drawingml/2006/main" noChangeAspect="1"/>
          </p:cNvPicPr>
          <p:nvPr/>
        </p:nvPicPr>
        <p:blipFill>
          <a:blip xmlns:r="http://schemas.openxmlformats.org/officeDocument/2006/relationships" xmlns:a="http://schemas.openxmlformats.org/drawingml/2006/main" r:embed="R801e871c77e14fb5"/>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CE8A559-5D37-43E0-9E01-D96E146ECBD4}"/>
              </a:ext>
            </a:extLst>
          </p:cNvPr>
          <p:cNvPicPr>
            <a:picLocks xmlns:a="http://schemas.openxmlformats.org/drawingml/2006/main" noChangeAspect="1"/>
          </p:cNvPicPr>
          <p:nvPr/>
        </p:nvPicPr>
        <p:blipFill>
          <a:blip xmlns:r="http://schemas.openxmlformats.org/officeDocument/2006/relationships" xmlns:a="http://schemas.openxmlformats.org/drawingml/2006/main" r:embed="R6f6321ef47d440d9"/>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Tree>
    <p:extLst>
      <p:ext uri="{BB962C8B-B14F-4D97-AF65-F5344CB8AC3E}">
        <p14:creationId xmlns:p14="http://schemas.microsoft.com/office/powerpoint/2010/main" val="156050069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
        <p:nvSpPr>
          <p:cNvPr id="29" name="tree-link-5">
            <a:extLst xmlns:a="http://schemas.openxmlformats.org/drawingml/2006/main">
              <a:ext uri="{FF2B5EF4-FFF2-40B4-BE49-F238E27FC236}">
                <a16:creationId xmlns:a16="http://schemas.microsoft.com/office/drawing/2014/main" id="{463759E1-DFF0-4CA4-B119-F8B7A0A4AEC5}"/>
              </a:ext>
            </a:extLst>
          </p:cNvPr>
          <p:cNvSpPr>
            <a:spLocks xmlns:a="http://schemas.openxmlformats.org/drawingml/2006/main" noGrp="1"/>
          </p:cNvSpPr>
          <p:nvPr/>
        </p:nvSpPr>
        <p:spPr>
          <a:xfrm xmlns:a="http://schemas.openxmlformats.org/drawingml/2006/main">
            <a:off x="2914650" y="57721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30" name="tree-trunk-5">
            <a:extLst xmlns:a="http://schemas.openxmlformats.org/drawingml/2006/main">
              <a:ext uri="{FF2B5EF4-FFF2-40B4-BE49-F238E27FC236}">
                <a16:creationId xmlns:a16="http://schemas.microsoft.com/office/drawing/2014/main" id="{04027E28-FED3-4483-AB7D-85199C0C18AF}"/>
              </a:ext>
            </a:extLst>
          </p:cNvPr>
          <p:cNvSpPr>
            <a:spLocks xmlns:a="http://schemas.openxmlformats.org/drawingml/2006/main" noGrp="1"/>
          </p:cNvSpPr>
          <p:nvPr/>
        </p:nvSpPr>
        <p:spPr>
          <a:xfrm xmlns:a="http://schemas.openxmlformats.org/drawingml/2006/main">
            <a:off x="2914650" y="50482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31" name="tree-focus-5">
            <a:extLst xmlns:a="http://schemas.openxmlformats.org/drawingml/2006/main">
              <a:ext uri="{FF2B5EF4-FFF2-40B4-BE49-F238E27FC236}">
                <a16:creationId xmlns:a16="http://schemas.microsoft.com/office/drawing/2014/main" id="{10C01FA3-20E4-4A7E-881E-2344A85AA799}"/>
              </a:ext>
            </a:extLst>
          </p:cNvPr>
          <p:cNvSpPr>
            <a:spLocks xmlns:a="http://schemas.openxmlformats.org/drawingml/2006/main" noGrp="1"/>
          </p:cNvSpPr>
          <p:nvPr/>
        </p:nvSpPr>
        <p:spPr>
          <a:xfrm xmlns:a="http://schemas.openxmlformats.org/drawingml/2006/main">
            <a:off x="3333750" y="54673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ree-node-5">
            <a:extLst xmlns:a="http://schemas.openxmlformats.org/drawingml/2006/main">
              <a:ext uri="{FF2B5EF4-FFF2-40B4-BE49-F238E27FC236}">
                <a16:creationId xmlns:a16="http://schemas.microsoft.com/office/drawing/2014/main" id="{650BEF4C-1A7E-4291-9282-166E29814291}"/>
              </a:ext>
            </a:extLst>
          </p:cNvPr>
          <p:cNvSpPr>
            <a:spLocks xmlns:a="http://schemas.openxmlformats.org/drawingml/2006/main" noGrp="1"/>
          </p:cNvSpPr>
          <p:nvPr/>
        </p:nvSpPr>
        <p:spPr>
          <a:xfrm xmlns:a="http://schemas.openxmlformats.org/drawingml/2006/main">
            <a:off x="3476625" y="56292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压缩与恢复</a:t>
            </a:r>
          </a:p>
        </p:txBody>
      </p:sp>
      <p:sp>
        <p:nvSpPr>
          <p:cNvPr id="33" name="tree-detail-5">
            <a:extLst xmlns:a="http://schemas.openxmlformats.org/drawingml/2006/main">
              <a:ext uri="{FF2B5EF4-FFF2-40B4-BE49-F238E27FC236}">
                <a16:creationId xmlns:a16="http://schemas.microsoft.com/office/drawing/2014/main" id="{D1EE542A-8447-4FA3-A14C-B7D0865E6AB0}"/>
              </a:ext>
            </a:extLst>
          </p:cNvPr>
          <p:cNvSpPr>
            <a:spLocks xmlns:a="http://schemas.openxmlformats.org/drawingml/2006/main" noGrp="1"/>
          </p:cNvSpPr>
          <p:nvPr/>
        </p:nvSpPr>
        <p:spPr>
          <a:xfrm xmlns:a="http://schemas.openxmlformats.org/drawingml/2006/main">
            <a:off x="6381750" y="54768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目标：减少数据量</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能否完整恢复，区分无损／有损</a:t>
            </a:r>
          </a:p>
        </p:txBody>
      </p:sp>
    </p:spTree>
    <p:extLst>
      <p:ext uri="{BB962C8B-B14F-4D97-AF65-F5344CB8AC3E}">
        <p14:creationId xmlns:p14="http://schemas.microsoft.com/office/powerpoint/2010/main" val="156050069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Tree>
    <p:extLst>
      <p:ext uri="{BB962C8B-B14F-4D97-AF65-F5344CB8AC3E}">
        <p14:creationId xmlns:p14="http://schemas.microsoft.com/office/powerpoint/2010/main" val="175224700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
        <p:nvSpPr>
          <p:cNvPr id="23" name="alias-wave-1">
            <a:extLst xmlns:a="http://schemas.openxmlformats.org/drawingml/2006/main">
              <a:ext uri="{FF2B5EF4-FFF2-40B4-BE49-F238E27FC236}">
                <a16:creationId xmlns:a16="http://schemas.microsoft.com/office/drawing/2014/main" id="{66BD239C-EBE9-49A2-91AE-33768DEAB976}"/>
              </a:ext>
            </a:extLst>
          </p:cNvPr>
          <p:cNvSpPr>
            <a:spLocks xmlns:a="http://schemas.openxmlformats.org/drawingml/2006/main" noGrp="1"/>
          </p:cNvSpPr>
          <p:nvPr/>
        </p:nvSpPr>
        <p:spPr>
          <a:xfrm xmlns:a="http://schemas.openxmlformats.org/drawingml/2006/main">
            <a:off x="2238375" y="2381250"/>
            <a:ext cx="8096250" cy="1238250"/>
          </a:xfrm>
          <a:custGeom xmlns:a="http://schemas.openxmlformats.org/drawingml/2006/main">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xmlns:a="http://schemas.openxmlformats.org/drawingml/2006/main"/>
          <a:ln xmlns:a="http://schemas.openxmlformats.org/drawingml/2006/main" w="21908">
            <a:solidFill>
              <a:srgbClr val="8C64E1"/>
            </a:solidFill>
          </a:ln>
        </p:spPr>
      </p:sp>
      <p:sp>
        <p:nvSpPr>
          <p:cNvPr id="24" name="alias-wave-3">
            <a:extLst xmlns:a="http://schemas.openxmlformats.org/drawingml/2006/main">
              <a:ext uri="{FF2B5EF4-FFF2-40B4-BE49-F238E27FC236}">
                <a16:creationId xmlns:a16="http://schemas.microsoft.com/office/drawing/2014/main" id="{7640E2BC-4E8B-41C2-83DF-6AA101728DA5}"/>
              </a:ext>
            </a:extLst>
          </p:cNvPr>
          <p:cNvSpPr>
            <a:spLocks xmlns:a="http://schemas.openxmlformats.org/drawingml/2006/main" noGrp="1"/>
          </p:cNvSpPr>
          <p:nvPr/>
        </p:nvSpPr>
        <p:spPr>
          <a:xfrm xmlns:a="http://schemas.openxmlformats.org/drawingml/2006/main">
            <a:off x="2238375" y="4095750"/>
            <a:ext cx="8096250" cy="1238250"/>
          </a:xfrm>
          <a:custGeom xmlns:a="http://schemas.openxmlformats.org/drawingml/2006/main">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xmlns:a="http://schemas.openxmlformats.org/drawingml/2006/main"/>
          <a:ln xmlns:a="http://schemas.openxmlformats.org/drawingml/2006/main" w="21908">
            <a:solidFill>
              <a:srgbClr val="00B0F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Tree>
    <p:extLst>
      <p:ext uri="{BB962C8B-B14F-4D97-AF65-F5344CB8AC3E}">
        <p14:creationId xmlns:p14="http://schemas.microsoft.com/office/powerpoint/2010/main" val="1752247001"/>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重新表示相同或近似相同的信息，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目标是减少数据量。</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
            <a:ext cx="12191695" cy="75895"/>
          </a:xfrm>
          <a:prstGeom prst="rect">
            <a:avLst/>
          </a:prstGeom>
          <a:solidFill>
            <a:srgbClr val="6251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0159"/>
            <a:ext cx="12191695" cy="75895"/>
          </a:xfrm>
          <a:prstGeom prst="rect">
            <a:avLst/>
          </a:prstGeom>
          <a:solidFill>
            <a:srgbClr val="6251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594360"/>
            <a:ext cx="10972800" cy="722376"/>
          </a:xfrm>
          <a:prstGeom prst="rect">
            <a:avLst/>
          </a:prstGeom>
          <a:noFill/>
        </p:spPr>
        <p:txBody>
          <a:bodyPr wrap="square" lIns="0" rIns="0" tIns="0" bIns="0" anchor="ctr">
            <a:spAutoFit/>
          </a:bodyPr>
          <a:lstStyle/>
          <a:p>
            <a:pPr>
              <a:defRPr sz="3400" b="1">
                <a:solidFill>
                  <a:srgbClr val="262626"/>
                </a:solidFill>
                <a:latin typeface="Alibaba PuHuiTi 3.0 115 Black"/>
              </a:defRPr>
            </a:pPr>
            <a:r>
              <a:t>软件里：一条音轨能包含几个声道？</a:t>
            </a:r>
          </a:p>
        </p:txBody>
      </p:sp>
      <p:sp>
        <p:nvSpPr>
          <p:cNvPr id="5" name="TextBox 4"/>
          <p:cNvSpPr txBox="1"/>
          <p:nvPr/>
        </p:nvSpPr>
        <p:spPr>
          <a:xfrm>
            <a:off x="768096" y="1444752"/>
            <a:ext cx="10515600" cy="502920"/>
          </a:xfrm>
          <a:prstGeom prst="rect">
            <a:avLst/>
          </a:prstGeom>
          <a:noFill/>
        </p:spPr>
        <p:txBody>
          <a:bodyPr wrap="square" lIns="0" rIns="0" tIns="0" bIns="0" anchor="ctr">
            <a:spAutoFit/>
          </a:bodyPr>
          <a:lstStyle/>
          <a:p>
            <a:pPr>
              <a:defRPr sz="2200" b="1">
                <a:solidFill>
                  <a:srgbClr val="8C64E1"/>
                </a:solidFill>
                <a:latin typeface="Alibaba PuHuiTi 3.0 115 Black"/>
              </a:defRPr>
            </a:pPr>
            <a:r>
              <a:t>观察真实Audacity截图：请先数音轨，再数各音轨有几路波形。</a:t>
            </a:r>
          </a:p>
        </p:txBody>
      </p:sp>
      <p:pic>
        <p:nvPicPr>
          <p:cNvPr id="6" name="searched-images/audacity-multitrack-mixing.png" descr="image.png"/>
          <p:cNvPicPr>
            <a:picLocks noChangeAspect="1"/>
          </p:cNvPicPr>
          <p:nvPr/>
        </p:nvPicPr>
        <p:blipFill>
          <a:blip r:embed="rId2"/>
          <a:stretch>
            <a:fillRect/>
          </a:stretch>
        </p:blipFill>
        <p:spPr>
          <a:xfrm>
            <a:off x="896112" y="1965960"/>
            <a:ext cx="10378440" cy="3776472"/>
          </a:xfrm>
          <a:prstGeom prst="rect">
            <a:avLst/>
          </a:prstGeom>
        </p:spPr>
      </p:pic>
      <p:sp>
        <p:nvSpPr>
          <p:cNvPr id="7" name="TextBox 6"/>
          <p:cNvSpPr txBox="1"/>
          <p:nvPr/>
        </p:nvSpPr>
        <p:spPr>
          <a:xfrm>
            <a:off x="850392" y="5870448"/>
            <a:ext cx="10469880" cy="393192"/>
          </a:xfrm>
          <a:prstGeom prst="rect">
            <a:avLst/>
          </a:prstGeom>
          <a:noFill/>
        </p:spPr>
        <p:txBody>
          <a:bodyPr wrap="square" lIns="0" rIns="0" tIns="0" bIns="0" anchor="ctr">
            <a:spAutoFit/>
          </a:bodyPr>
          <a:lstStyle/>
          <a:p>
            <a:pPr>
              <a:defRPr sz="2000" b="0">
                <a:solidFill>
                  <a:srgbClr val="262626"/>
                </a:solidFill>
                <a:latin typeface="Alibaba PuHuiTi 3.0 55 Regular"/>
              </a:defRPr>
            </a:pPr>
            <a:r>
              <a:t>问题：图中是两条音轨，还是三条？</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
            <a:ext cx="12191695" cy="75895"/>
          </a:xfrm>
          <a:prstGeom prst="rect">
            <a:avLst/>
          </a:prstGeom>
          <a:solidFill>
            <a:srgbClr val="6251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0159"/>
            <a:ext cx="12191695" cy="75895"/>
          </a:xfrm>
          <a:prstGeom prst="rect">
            <a:avLst/>
          </a:prstGeom>
          <a:solidFill>
            <a:srgbClr val="6251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594360"/>
            <a:ext cx="10972800" cy="722376"/>
          </a:xfrm>
          <a:prstGeom prst="rect">
            <a:avLst/>
          </a:prstGeom>
          <a:noFill/>
        </p:spPr>
        <p:txBody>
          <a:bodyPr wrap="square" lIns="0" rIns="0" tIns="0" bIns="0" anchor="ctr">
            <a:spAutoFit/>
          </a:bodyPr>
          <a:lstStyle/>
          <a:p>
            <a:pPr>
              <a:defRPr sz="3400" b="1">
                <a:solidFill>
                  <a:srgbClr val="262626"/>
                </a:solidFill>
                <a:latin typeface="Alibaba PuHuiTi 3.0 115 Black"/>
              </a:defRPr>
            </a:pPr>
            <a:r>
              <a:t>软件里：一条音轨能包含几个声道？</a:t>
            </a:r>
          </a:p>
        </p:txBody>
      </p:sp>
      <p:sp>
        <p:nvSpPr>
          <p:cNvPr id="5" name="TextBox 4"/>
          <p:cNvSpPr txBox="1"/>
          <p:nvPr/>
        </p:nvSpPr>
        <p:spPr>
          <a:xfrm>
            <a:off x="768096" y="1444752"/>
            <a:ext cx="10424160" cy="502920"/>
          </a:xfrm>
          <a:prstGeom prst="rect">
            <a:avLst/>
          </a:prstGeom>
          <a:noFill/>
        </p:spPr>
        <p:txBody>
          <a:bodyPr wrap="square" lIns="0" rIns="0" tIns="0" bIns="0" anchor="ctr">
            <a:spAutoFit/>
          </a:bodyPr>
          <a:lstStyle/>
          <a:p>
            <a:pPr>
              <a:defRPr sz="2200" b="1">
                <a:solidFill>
                  <a:srgbClr val="8C64E1"/>
                </a:solidFill>
                <a:latin typeface="Alibaba PuHuiTi 3.0 115 Black"/>
              </a:defRPr>
            </a:pPr>
            <a:r>
              <a:t>同一张截图：编辑音轨数 ≠ 波形通道数。</a:t>
            </a:r>
          </a:p>
        </p:txBody>
      </p:sp>
      <p:pic>
        <p:nvPicPr>
          <p:cNvPr id="6" name="searched-images/audacity-multitrack-mixing.png" descr="image.png"/>
          <p:cNvPicPr>
            <a:picLocks noChangeAspect="1"/>
          </p:cNvPicPr>
          <p:nvPr/>
        </p:nvPicPr>
        <p:blipFill>
          <a:blip r:embed="rId2"/>
          <a:stretch>
            <a:fillRect/>
          </a:stretch>
        </p:blipFill>
        <p:spPr>
          <a:xfrm>
            <a:off x="896112" y="1965960"/>
            <a:ext cx="10378440" cy="3776472"/>
          </a:xfrm>
          <a:prstGeom prst="rect">
            <a:avLst/>
          </a:prstGeom>
        </p:spPr>
      </p:pic>
      <p:sp>
        <p:nvSpPr>
          <p:cNvPr id="7" name="Rectangle 6"/>
          <p:cNvSpPr/>
          <p:nvPr/>
        </p:nvSpPr>
        <p:spPr>
          <a:xfrm>
            <a:off x="886968" y="1956816"/>
            <a:ext cx="10396728" cy="1929384"/>
          </a:xfrm>
          <a:prstGeom prst="rect">
            <a:avLst/>
          </a:prstGeom>
          <a:noFill/>
          <a:ln w="25400">
            <a:solidFill>
              <a:srgbClr val="8C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3886200"/>
            <a:ext cx="10396728" cy="1865376"/>
          </a:xfrm>
          <a:prstGeom prst="rect">
            <a:avLst/>
          </a:prstGeom>
          <a:noFill/>
          <a:ln w="25400">
            <a:solidFill>
              <a:srgbClr val="007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5870448"/>
            <a:ext cx="10625328" cy="420624"/>
          </a:xfrm>
          <a:prstGeom prst="rect">
            <a:avLst/>
          </a:prstGeom>
          <a:noFill/>
        </p:spPr>
        <p:txBody>
          <a:bodyPr wrap="square" lIns="0" rIns="0" tIns="0" bIns="0" anchor="ctr">
            <a:spAutoFit/>
          </a:bodyPr>
          <a:lstStyle/>
          <a:p>
            <a:pPr>
              <a:defRPr sz="1900" b="1">
                <a:solidFill>
                  <a:srgbClr val="8C64E1"/>
                </a:solidFill>
                <a:latin typeface="Alibaba PuHuiTi 3.0 115 Black"/>
              </a:defRPr>
            </a:pPr>
            <a:r>
              <a:t>上：1条单声道音轨；下：1条立体声音轨（含L/R两路）。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声音数字化与压缩 v8.5.gpt｜Codex结构 × v8.4.10教学证据图</dc:title>
  <dcterms:created xsi:type="dcterms:W3CDTF">2026-10-13T15:20:23.0570000Z</dcterms:created>
  <dcterms:modified xsi:type="dcterms:W3CDTF">2026-10-13T15:20:23.0570000Z</dcterms:modified>
  <dc:subject>高中信息科技：融合图示与两课时问题链</dc:subject>
</coreProperties>
</file>